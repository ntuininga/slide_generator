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7744-1F43-4705-98AC-1EEB608E7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F2E69A-CEDB-43B9-B07B-24F9F2D50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8558E-A256-4928-9B3E-E7C8D795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12D56-A7D1-49E8-A7EA-74C60AD57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90C5B-D5E9-472A-8E32-DE4E12E69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744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CF50-0644-4890-A9B1-217EECA0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0896-B338-41FC-BE43-00A99C097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15BD-B7FD-42AE-9164-A65E020D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EAF8D-D819-4A4A-8F7B-283F99116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B79DD-F429-4D25-8246-703B364C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0258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9D86-016F-4A47-A371-C89DB909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A3EA2-F9B6-4C4A-801A-69A5D8D0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C3F7B-C56C-462D-A065-D59932BD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AB8C2-883E-4F44-ACF0-75A1FA8F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1D0D-0C49-4645-AD96-F73306A3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1244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D80EB-3272-4884-BE56-A3FDBA5F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9967-26FD-4338-BDC9-1A07B4992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E0FF18-D79F-46DF-AD55-4ADEFFAF8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55285-55B0-44BF-8626-B632EA98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E7498-8202-4A3C-BF1D-406A097B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2F11F-41E0-467E-9D2B-060E66F3E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762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10A70-5F6C-4103-8E38-5442C33B7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BFA0C-CEB6-4C18-A6F3-32327C352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58D2E-789A-43DC-909C-93EFC98E6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AF883-9D62-42A0-B633-496F5E1BF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9E393-89D5-40C8-89B6-7A93AF67CD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88016-ADD5-478E-BD97-31747742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0C19C-96FD-4349-88FC-25B85DBB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F7D5B-658F-4856-A699-BDEC839AD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0220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0A183-DFA7-4DA6-9929-84DA67A1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3B5D8-5722-43A7-A4E1-0A529E4B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E8BB9-F520-46D4-8A1D-331D0E2F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5565C-AD66-4FFC-943E-5AC7B98A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3950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35969-4BF0-4615-981C-42A7EC0F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598F1-D53A-42D4-B681-D8B1A367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296D2-3F19-4384-BD71-0F0CBC30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036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A3E3F-1FB0-47F1-8161-69AEE8551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1332B-AFD5-478E-A3C1-55CC911AB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9822C-A024-497F-9F9C-0FD49A1BC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B539A-DB94-4EEA-B0C9-4A1F8BCE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074CB-8AA3-4193-8A3E-7FA4146F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DBC35-DFDD-4436-A3D3-0431B576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270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CFB0-2507-47BC-9321-9CD3E8069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002A1-EDDF-4095-8A93-E5E2C4E93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AE01A-E46D-494F-87B9-1F5D32720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849AF-EEC1-4ABE-B4B4-995FDB4DF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28AFE-B207-42C6-96B9-17AE1AEA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5DB2A-7509-412A-9F4F-B837783B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854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45326-86AC-48BE-8D54-229B7A7F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111F4-AE34-4E9B-B6D5-49008C93E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4D9E4-F28A-42E1-A056-694450474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5F7FE-BDA1-4132-AF13-7ECDBB46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2AEC8-81D9-4271-81DC-2897240E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2661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C08E4-FA6D-4CB5-A490-6B310C1B6A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D6B41-88FE-4B8E-B4AE-4DC3ACA74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6DF57-4C62-448B-BF98-0A606FD5D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9264-F940-4B57-867B-06F8EBC79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6F7F7-6A47-45FC-B08E-B058222E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300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5AFAA-374D-483F-AF76-AA1D856C1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69CAC-A8C1-4CCA-AAB5-8003DD47D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5B01-F01C-4B4F-9F5A-D884AB902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B34CA-3650-437F-86E9-4AD3910C05B7}" type="datetimeFigureOut">
              <a:rPr lang="en-CA" smtClean="0"/>
              <a:t>2023-12-17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E3E72-AD4A-4FED-A51D-BA4094D3C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8579F-7518-4FE7-A282-A0A52410A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D707CB-30AA-4619-A4BF-1FD046A237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977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E6DF88-EF9B-45D0-A727-B45814651FC1}"/>
              </a:ext>
            </a:extLst>
          </p:cNvPr>
          <p:cNvSpPr txBox="1"/>
          <p:nvPr/>
        </p:nvSpPr>
        <p:spPr>
          <a:xfrm>
            <a:off x="923925" y="238125"/>
            <a:ext cx="10344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#211 O God, We </a:t>
            </a:r>
            <a:r>
              <a:rPr lang="en-US" sz="4400" i="1" dirty="0">
                <a:solidFill>
                  <a:prstClr val="black"/>
                </a:solidFill>
                <a:latin typeface="Calibri Light" panose="020F0302020204030204"/>
              </a:rPr>
              <a:t>All Believe in One True God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49ED9-BE68-415E-8D55-8FAE55FC1ABA}"/>
              </a:ext>
            </a:extLst>
          </p:cNvPr>
          <p:cNvSpPr txBox="1"/>
          <p:nvPr/>
        </p:nvSpPr>
        <p:spPr>
          <a:xfrm>
            <a:off x="2019300" y="2521059"/>
            <a:ext cx="815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 all believe in one true God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Father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, Son, and Holy Ghost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 present help in need,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Praised by all the </a:t>
            </a:r>
            <a:r>
              <a:rPr lang="en-US" sz="2800" dirty="0" err="1">
                <a:solidFill>
                  <a:srgbClr val="222222"/>
                </a:solidFill>
                <a:latin typeface="Calibri" panose="020F0502020204030204"/>
              </a:rPr>
              <a:t>heav’nly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 host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whose mighty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pow’r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alone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All is made and wrought and done.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263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BDE44F-7509-43DA-9065-C4B321B9644A}"/>
              </a:ext>
            </a:extLst>
          </p:cNvPr>
          <p:cNvSpPr txBox="1"/>
          <p:nvPr/>
        </p:nvSpPr>
        <p:spPr>
          <a:xfrm>
            <a:off x="1747837" y="2521059"/>
            <a:ext cx="8696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We all believe in Jesus Christ,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Son of God and Mary’s son,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descended from his throne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And for us salvation won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whose cross and death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</a:t>
            </a:r>
            <a:r>
              <a:rPr lang="en-US" sz="2800" dirty="0">
                <a:solidFill>
                  <a:srgbClr val="222222"/>
                </a:solidFill>
                <a:latin typeface="Calibri" panose="020F0502020204030204"/>
              </a:rPr>
              <a:t>e we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Rescued from all misery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97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635FD-E9A2-41E6-8C5B-1C57C98E8D65}"/>
              </a:ext>
            </a:extLst>
          </p:cNvPr>
          <p:cNvSpPr txBox="1"/>
          <p:nvPr/>
        </p:nvSpPr>
        <p:spPr>
          <a:xfrm>
            <a:off x="2343150" y="2521059"/>
            <a:ext cx="75057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We all confess the Holy Ghost,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Who from both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fore’er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proceeds,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upholds and comforts us,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In all trials, fears, and needs,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Blest and holy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Trinity,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forever be to Thee</a:t>
            </a:r>
          </a:p>
        </p:txBody>
      </p:sp>
    </p:spTree>
    <p:extLst>
      <p:ext uri="{BB962C8B-B14F-4D97-AF65-F5344CB8AC3E}">
        <p14:creationId xmlns:p14="http://schemas.microsoft.com/office/powerpoint/2010/main" val="406008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128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2021-05-21T17:25:31Z</dcterms:created>
  <dcterms:modified xsi:type="dcterms:W3CDTF">2023-12-17T16:04:41Z</dcterms:modified>
</cp:coreProperties>
</file>