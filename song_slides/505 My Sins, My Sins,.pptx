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65B4F-0E92-43E1-A9B4-4B1974400432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FB94A6-DBD6-4330-AAD0-9E23324269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224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34B7-0153-EB62-10F1-BF989BF52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B2DF12-8872-B223-F3F8-B418AFC90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1BFC7-D105-BC27-BF57-3BA49DBC9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4E08-B415-4AC9-8F36-4F94B6C6B7AE}" type="datetime1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6899C-47B2-B2BF-0246-4FAB6D6F3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E4574-56B7-FD49-ECF2-4519EF698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7E33-5E2A-479A-8954-C9BB95134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73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8EA6A-5D80-4699-FF7F-B85AC983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8134C-B387-E99D-C484-2094BA2F3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92F2E-228B-0369-5BD8-CBF54C239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AE9F-1617-4AD5-AD67-8D6533D1F356}" type="datetime1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3C789-C3B2-FB74-4741-1EEDBF768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6ADC5-EC8D-F261-E338-32836BB2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7E33-5E2A-479A-8954-C9BB95134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0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13E0B-12E0-0643-0F0A-2BAF7FF3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DFB37-F51F-9832-94AD-7CC8AE0B8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07E49-F827-C3B4-F73D-04BEB9CF2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BF73-E760-4446-A73A-7E7718260C5A}" type="datetime1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A13E8-2EDB-1894-F59A-77D0C6A60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A0B3C-9C4E-7841-6699-1277709B4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7E33-5E2A-479A-8954-C9BB95134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61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892E-D776-3FD2-963C-62042271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D06C5-1EAA-157F-E377-7F9ACC89B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9F164-5019-FD00-084A-FD02627F3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3CA27-5194-B0DF-594D-213D3F3ED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FFFDE-64E2-410B-8A34-BDF5F9CA142D}" type="datetime1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35C90-9846-F936-50AA-A1C700430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68DC6-750B-A9A6-EF04-90F4B355F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7E33-5E2A-479A-8954-C9BB95134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09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837D6-1D40-F520-292A-87797D3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D2E29-8D86-0B55-C29E-67AF1285F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D784D-1808-11D7-7D60-93D73FFFA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E3A8E7-11C3-04EC-BFD3-522561E31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B9F4CF-4925-F2EA-08BE-895F73D7A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9F32C4-A67A-237E-44B4-1CF64A69C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2738-0BD8-42EA-A498-98BB1CE3DC4D}" type="datetime1">
              <a:rPr lang="en-US" smtClean="0"/>
              <a:t>4/12/2025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78574E-A82B-A0C3-F48F-0BA6F71A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0228BD-1541-56D9-2CD8-ADEEAF445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7E33-5E2A-479A-8954-C9BB95134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17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33FFA-39D7-5F48-3643-489A7E9A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6BB147-CBA5-B637-598D-911D1635D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55FB-9114-4BFF-B218-FDADDDFE7751}" type="datetime1">
              <a:rPr lang="en-US" smtClean="0"/>
              <a:t>4/12/2025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78DFFA-246C-500A-19B8-8E26DF936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E4766-9E27-A8FF-0594-B72AEC6B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7E33-5E2A-479A-8954-C9BB95134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7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852D79-ED91-0B88-7323-186B01DD7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2AC0E-9A19-4668-8314-A0BFC7C43726}" type="datetime1">
              <a:rPr lang="en-US" smtClean="0"/>
              <a:t>4/12/2025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B422CA-C57F-8FB0-1C92-79BC838A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C3928-1E1F-B608-D632-2EF0F9CEA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7E33-5E2A-479A-8954-C9BB95134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2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3A055-F2ED-A0FC-596F-0E2FDA2B6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262E5-7F8E-47FD-A444-1E9A5BD5C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2299D-C69E-9E73-61B8-81D5DDE79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99937-604D-611B-429C-B50E30E85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82E7-CB64-49EC-A739-E10FAB1D4C04}" type="datetime1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B9BD4-C4A1-3570-AE83-1BBCE6B7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BEAD30-FA48-B09E-258E-4E0D4174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7E33-5E2A-479A-8954-C9BB95134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70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19A4F-AAB8-D5B7-5AC3-37048460B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79C628-63FA-230D-00EB-86AA161968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0CAF3-F32C-F7D1-E1E1-1FA26BDF5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2FED2-F7BA-C19C-C5C6-151213C78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B4D8-CA15-49E9-A57C-BAA6D47B946E}" type="datetime1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E9ABA-8A66-88A7-70B4-3BEBE4C53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44CD9-95D0-0B1E-C66F-575C0288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7E33-5E2A-479A-8954-C9BB95134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01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AF4BC-2782-FC54-11FB-3FF77B307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21918-1EEE-307A-1FD6-64E646C63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14084-095E-3A37-F1FA-CD62A00DD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BE25A-081F-4103-957C-844B9EAE2DA9}" type="datetime1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4EAC4-855B-0E62-8C2B-C4ECF83D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E889A-7873-BA97-52F6-F788A4ED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7E33-5E2A-479A-8954-C9BB95134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23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BBC097-2B48-5E35-B042-908188DC7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FD0A8-D739-56CF-1C16-9D4C45F21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8F16E-D34F-9323-F39F-96343C1E4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D6147-C790-4361-B308-B7FDD459FBC9}" type="datetime1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DE58F-06EA-10EF-E56B-A559A573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3DA60-2C4F-14E9-B3C1-00C0D0FF1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7E33-5E2A-479A-8954-C9BB95134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44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865E90-7552-7BD8-8933-FAABECDF1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CF793-B971-0CDA-B89C-B210AE605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9D416-053F-86FD-DCE2-33168EB54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60E3A1-8863-4787-A79D-F5CD5C0229EE}" type="datetime1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EEB5A-5113-73DF-0FB3-FDA00283D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7ABB8-FBFF-9F4D-7B1E-15CC0E5CE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A7E33-5E2A-479A-8954-C9BB95134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06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444FA-1346-85A6-2160-0D5346098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#505 My Sins, My Sins, My Savior!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4EF4A-5405-E3B7-16C4-90FD26357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My sins, my sins, my Savior!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take such hold on me,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am not able to look up,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 only, Christ, to thee;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thee is all forgiveness,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thee abundant grace,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shadow and my sunshine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brightness of thy face.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AE6C8-03A3-202A-445F-F0167E36C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43645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E0C7-696E-84EF-C91E-137AAF23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DC918-4468-653A-2EF1-9912717EB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My sins, my sins, my Savior!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Their guilt I never knew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'til with thee in the desert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near thy passion drew;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'til with thee in the garden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heard thy pleading prayer,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saw the sweat-drops bloody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told thy sorrow there.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9D93E5-ED34-8835-CC14-0B394E6F4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136974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E27A3-7A36-3A1D-A9BB-F3C62DFB7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E37E6-AE35-CB37-6C3F-CFE67B2F1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Therefore my songs, my Savior,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e'en in this time of woe,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shall tell of all thy goodness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suff'ring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man below;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thy goodness and thy favor,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whose presence from above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rejoice those hearts, my Savior,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live in thee and love.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A126FC-609B-DEBB-82E6-B242B82A3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67589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217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Calibri Light</vt:lpstr>
      <vt:lpstr>Office Theme</vt:lpstr>
      <vt:lpstr>#505 My Sins, My Sins, My Savior!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2025-04-12T16:38:39Z</dcterms:created>
  <dcterms:modified xsi:type="dcterms:W3CDTF">2025-04-12T16:41:45Z</dcterms:modified>
</cp:coreProperties>
</file>