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335" r:id="rId4"/>
    <p:sldId id="33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3E9D6-7C2C-4877-87DF-9580A7101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84247-CF03-4BD9-9B3D-166DB69C8F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858D3-0FDF-4BBE-86ED-016FB2282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9EBF4-6E88-4A1E-AD7C-72E9AA7E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E502F-0B3C-4A46-BBB4-A3687C56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655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251C6-7BF5-4980-9880-459753705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E575B-03B4-4A07-9745-45D8F514B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7F38C-C43E-4465-A6DA-C534AFB7E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68A5E-ED5E-432F-8C98-C16127A0C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D8396-7483-45D2-B8F7-DE098DCF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7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10DF3-4A44-444C-BB4B-C3E1EEE3E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4BC7E-6BEA-4FAC-A215-F6BB12610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1CF3C-F12E-4BCA-B53A-EFF07A89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D19A0-EA73-49D3-9011-1FE2DCA88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8F958-22B5-4199-B369-5198AFEC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40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80561-5A60-422B-B8D2-04B4959C6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4125C-6B9A-48FB-8EF4-88C5AC6F37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E19668-9666-4645-9A86-9FC18712AE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061A4-A9E2-4DF2-8EEF-FC7CE4B8E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26A249-20B9-4AA8-AE20-9C8A03E74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AB9D9B-DD28-415D-BF7A-D98D180B2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49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65E75-F832-4813-AA33-C0767D496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51A1E-01FF-49F2-9424-4B11C93AD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8BC94-429B-41F8-88C3-72C002B89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84EAB-FEA7-4ADF-BB1C-340A7AF6C5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2720B0-6A7A-45A8-A5C3-4A50D3C06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C607C0-B0F3-418E-AEA1-CB53D869F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51D53-CCF5-4294-9990-28D191228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5CA782-CCDF-4B02-873C-156F25118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17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44A0-2612-417D-811B-90993B85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581327-1F6A-445B-9496-D4D3B794C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77AB2A-DD2C-40DB-851D-C9233AA93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F312A-917D-42B6-AB01-EFD1924B3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3617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50CA11-D0EF-4944-9425-886C03DE6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3421C-46F5-4424-A78F-8FD2FE212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7EE1B-74E4-4573-8247-E79342B4D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126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6E4DA-6497-4E0D-A3E8-7C6B300E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D3C7-929D-46FD-86F9-83AE358AC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7F4D5F-E6CB-40F6-85EF-5A24511C7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7A84B-BF5C-4170-B828-4CAE2147B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C9C312-BDF9-4159-958D-5B39808F4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ADEF52-05DC-4B40-8CFF-FCD07450C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75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674D-3405-4A5A-A7CE-511862FA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8713E0-EDEB-4C9C-929F-B81386252E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14B13-7966-4107-8F27-6F2E757DA6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FCAA93-0943-46C6-83E3-76B44A2D7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8E4DB-C305-49E7-A1FA-5C2B8EE48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73F97-93A1-4265-8D8C-C5A44AF3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70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EEB00-9345-4358-8783-ABA8D2C52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962091-4797-4D95-893F-7725CDBF8A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A6058-68E8-4266-9EBD-FF03D34A9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87243-3F43-49D2-A295-35F9C7C28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0696A-CF29-42CE-81C3-1BE9675C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759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476A18-A3F7-4F11-A41E-F20D85632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41D910-74AC-4347-990B-A43C62D39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72579-E4C8-4E79-A744-D68F9645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CF6EA-CD43-4F7B-9622-F9AD28141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BCF8E-E76E-49A3-8635-9425CE71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32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511DAA-A883-4EC4-B1EF-7BF01B03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C35BD-FEAD-42D2-815C-B5ACF9F22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8645A-0320-4FCE-BD27-2980BD3737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10973-6AA7-438E-9588-576089C721EA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F9C6C-D9EB-4600-B5EF-C102CB512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56F83-599D-495F-8AB9-04FAF5EC8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DB76A9-6157-416E-A963-F40E0B471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29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#122B My Heart Was Glad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19326" y="1537704"/>
            <a:ext cx="1090863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1. </a:t>
            </a:r>
            <a:r>
              <a:rPr lang="en-US" sz="2800" dirty="0"/>
              <a:t>My heart was glad to hear the welcome sound,</a:t>
            </a:r>
            <a:br>
              <a:rPr lang="en-US" sz="2800" dirty="0"/>
            </a:br>
            <a:r>
              <a:rPr lang="en-US" sz="2800" dirty="0"/>
              <a:t>the call to seek Jehovah's house of prayer;</a:t>
            </a:r>
            <a:br>
              <a:rPr lang="en-US" sz="2800" dirty="0"/>
            </a:br>
            <a:r>
              <a:rPr lang="en-US" sz="2800" dirty="0"/>
              <a:t>our feet are standing here on holy ground,</a:t>
            </a:r>
            <a:br>
              <a:rPr lang="en-US" sz="2800" dirty="0"/>
            </a:br>
            <a:r>
              <a:rPr lang="en-US" sz="2800" dirty="0"/>
              <a:t>within thy gates, thou city grand and fair.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59896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2. </a:t>
            </a:r>
            <a:r>
              <a:rPr lang="en-US" dirty="0"/>
              <a:t>God's people to Jerusalem repair</a:t>
            </a:r>
            <a:br>
              <a:rPr lang="en-US" dirty="0"/>
            </a:br>
            <a:r>
              <a:rPr lang="en-US" dirty="0"/>
              <a:t>to hear his word and worship him with praise;</a:t>
            </a:r>
            <a:br>
              <a:rPr lang="en-US" dirty="0"/>
            </a:br>
            <a:r>
              <a:rPr lang="en-US" dirty="0"/>
              <a:t>the throne of justice stands eternal there,</a:t>
            </a:r>
            <a:br>
              <a:rPr lang="en-US" dirty="0"/>
            </a:br>
            <a:r>
              <a:rPr lang="en-US" dirty="0"/>
              <a:t>Messiah's throne through endless length of days.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906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3. </a:t>
            </a:r>
            <a:r>
              <a:rPr lang="en-US" dirty="0"/>
              <a:t>Let earnest prayer be made for Zion's peace;</a:t>
            </a:r>
            <a:br>
              <a:rPr lang="en-US" dirty="0"/>
            </a:br>
            <a:r>
              <a:rPr lang="en-US" dirty="0"/>
              <a:t>thy sons who hold thee dear shall prosper well;</a:t>
            </a:r>
            <a:br>
              <a:rPr lang="en-US" dirty="0"/>
            </a:br>
            <a:r>
              <a:rPr lang="en-US" dirty="0"/>
              <a:t>may blessing in thy palaces increase</a:t>
            </a:r>
            <a:br>
              <a:rPr lang="en-US" dirty="0"/>
            </a:br>
            <a:r>
              <a:rPr lang="en-US" dirty="0"/>
              <a:t>and peace within thy walls forever dwell.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525523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i="1" dirty="0"/>
              <a:t>4. </a:t>
            </a:r>
            <a:r>
              <a:rPr lang="en-US" dirty="0"/>
              <a:t>For all my brethren and companions' sakes</a:t>
            </a:r>
            <a:br>
              <a:rPr lang="en-US" dirty="0"/>
            </a:br>
            <a:r>
              <a:rPr lang="en-US" dirty="0"/>
              <a:t>my prayer shall be, let peace in thee abide;</a:t>
            </a:r>
            <a:br>
              <a:rPr lang="en-US" dirty="0"/>
            </a:br>
            <a:r>
              <a:rPr lang="en-US" dirty="0"/>
              <a:t>since God the Lord in thee his dwelling makes,</a:t>
            </a:r>
            <a:br>
              <a:rPr lang="en-US" dirty="0"/>
            </a:br>
            <a:r>
              <a:rPr lang="en-US" dirty="0"/>
              <a:t>to thee my love shall never be denied.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55252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#122B My Heart Was Glad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#122B My Heart Was Glad</dc:title>
  <dc:creator>Eric Hoogendoorn</dc:creator>
  <cp:lastModifiedBy>Eric Hoogendoorn</cp:lastModifiedBy>
  <cp:revision>1</cp:revision>
  <dcterms:created xsi:type="dcterms:W3CDTF">2020-07-17T03:04:21Z</dcterms:created>
  <dcterms:modified xsi:type="dcterms:W3CDTF">2020-07-17T03:04:49Z</dcterms:modified>
</cp:coreProperties>
</file>