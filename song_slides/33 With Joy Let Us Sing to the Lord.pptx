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</p:sldIdLst>
  <p:sldSz cx="12192000" cy="68580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Second level</a:t>
            </a:r>
          </a:p>
          <a:p>
            <a:pPr marL="1143000" lvl="2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Third level</a:t>
            </a:r>
          </a:p>
          <a:p>
            <a:pPr marL="1600200" lvl="3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level</a:t>
            </a:r>
          </a:p>
          <a:p>
            <a:pPr marL="2057400" lvl="4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Fifth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51F51966-3B53-40EA-8066-AA31B0CA5C24}" type="datetime">
              <a:rPr lang="en-US" sz="1200" b="0" strike="noStrike" spc="-1">
                <a:solidFill>
                  <a:srgbClr val="8B8B8B"/>
                </a:solidFill>
                <a:latin typeface="Calibri"/>
              </a:rPr>
              <a:t>5/26/2024</a:t>
            </a:fld>
            <a:endParaRPr lang="en-CA" sz="12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CA" sz="24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809B86EC-9C13-4B80-A925-48CE3B957F34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CA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ustomShape 1"/>
          <p:cNvSpPr/>
          <p:nvPr/>
        </p:nvSpPr>
        <p:spPr>
          <a:xfrm>
            <a:off x="0" y="1164240"/>
            <a:ext cx="12191760" cy="392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CA" sz="2800" b="0" i="1" strike="noStrike" spc="-1">
                <a:solidFill>
                  <a:srgbClr val="000000"/>
                </a:solidFill>
                <a:latin typeface="Calibri"/>
              </a:rPr>
              <a:t>1.</a:t>
            </a: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With joy let us sing to the Lord, all you righteous,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For fitting it is that the upright give praise.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And skillfully praise him with harp and with lyre;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Make music to God, a new song to him raise.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For upright and true is the word God has spoken;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The works of the Lord his great faithfulness prove.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And he loves true righteousness, justice, and judgement;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The ends of the earth show the Lord’s steadfast love.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CA" sz="2800" b="0" strike="noStrike" spc="-1">
              <a:latin typeface="Arial"/>
            </a:endParaRPr>
          </a:p>
        </p:txBody>
      </p:sp>
      <p:sp>
        <p:nvSpPr>
          <p:cNvPr id="42" name="TextShape 2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lang="en-CA" sz="1200" b="0" strike="noStrike" spc="-1">
              <a:latin typeface="Times New Roman"/>
            </a:endParaRPr>
          </a:p>
        </p:txBody>
      </p:sp>
      <p:sp>
        <p:nvSpPr>
          <p:cNvPr id="43" name="CustomShape 3"/>
          <p:cNvSpPr/>
          <p:nvPr/>
        </p:nvSpPr>
        <p:spPr>
          <a:xfrm>
            <a:off x="0" y="160560"/>
            <a:ext cx="12191760" cy="80568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CA" sz="4400" b="0" i="1" strike="noStrike" spc="-1">
                <a:solidFill>
                  <a:srgbClr val="000000"/>
                </a:solidFill>
                <a:latin typeface="Calibri Light"/>
              </a:rPr>
              <a:t>#33 With Joy Let Us Sing to the Lord</a:t>
            </a:r>
            <a:endParaRPr lang="en-CA" sz="4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stomShape 1"/>
          <p:cNvSpPr/>
          <p:nvPr/>
        </p:nvSpPr>
        <p:spPr>
          <a:xfrm>
            <a:off x="0" y="1164240"/>
            <a:ext cx="12191760" cy="396886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CA" sz="2800" i="1" spc="-1" dirty="0">
                <a:solidFill>
                  <a:srgbClr val="000000"/>
                </a:solidFill>
                <a:latin typeface="Calibri"/>
              </a:rPr>
              <a:t>2</a:t>
            </a:r>
            <a:r>
              <a:rPr lang="en-CA" sz="2800" b="0" i="1" strike="noStrike" spc="-1" dirty="0">
                <a:solidFill>
                  <a:srgbClr val="000000"/>
                </a:solidFill>
                <a:latin typeface="Calibri"/>
              </a:rPr>
              <a:t>.</a:t>
            </a:r>
            <a:r>
              <a:rPr lang="en-CA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The Lord by his word has created the heavens;</a:t>
            </a:r>
          </a:p>
          <a:p>
            <a:pPr algn="ctr">
              <a:lnSpc>
                <a:spcPct val="100000"/>
              </a:lnSpc>
            </a:pPr>
            <a:r>
              <a:rPr lang="en-US" sz="2800" spc="-1" dirty="0">
                <a:solidFill>
                  <a:srgbClr val="000000"/>
                </a:solidFill>
                <a:latin typeface="Calibri"/>
              </a:rPr>
              <a:t>And he by his breath made the stars come to be,</a:t>
            </a:r>
          </a:p>
          <a:p>
            <a:pPr algn="ctr">
              <a:lnSpc>
                <a:spcPct val="100000"/>
              </a:lnSpc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The depths of the ocean he heaps u</a:t>
            </a:r>
            <a:r>
              <a:rPr lang="en-US" sz="2800" spc="-1" dirty="0">
                <a:solidFill>
                  <a:srgbClr val="000000"/>
                </a:solidFill>
                <a:latin typeface="Calibri"/>
              </a:rPr>
              <a:t>p together,</a:t>
            </a:r>
          </a:p>
          <a:p>
            <a:pPr algn="ctr">
              <a:lnSpc>
                <a:spcPct val="100000"/>
              </a:lnSpc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And puts in a storehouse the waves of the sea.</a:t>
            </a:r>
          </a:p>
          <a:p>
            <a:pPr algn="ctr">
              <a:lnSpc>
                <a:spcPct val="100000"/>
              </a:lnSpc>
            </a:pPr>
            <a:r>
              <a:rPr lang="en-US" sz="2800" spc="-1" dirty="0">
                <a:solidFill>
                  <a:srgbClr val="000000"/>
                </a:solidFill>
                <a:latin typeface="Calibri"/>
              </a:rPr>
              <a:t>So let all the earth and its people revere him.</a:t>
            </a:r>
          </a:p>
          <a:p>
            <a:pPr algn="ctr">
              <a:lnSpc>
                <a:spcPct val="100000"/>
              </a:lnSpc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And in the Lord’s presence with awe let them stand.</a:t>
            </a:r>
          </a:p>
          <a:p>
            <a:pPr algn="ctr">
              <a:lnSpc>
                <a:spcPct val="100000"/>
              </a:lnSpc>
            </a:pPr>
            <a:r>
              <a:rPr lang="en-US" sz="2800" spc="-1" dirty="0">
                <a:solidFill>
                  <a:srgbClr val="000000"/>
                </a:solidFill>
                <a:latin typeface="Calibri"/>
              </a:rPr>
              <a:t>He spoke, it was done, and continues to stand fast;</a:t>
            </a:r>
          </a:p>
          <a:p>
            <a:pPr algn="ctr">
              <a:lnSpc>
                <a:spcPct val="100000"/>
              </a:lnSpc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It all was accomplished when he gave command.</a:t>
            </a:r>
            <a:endParaRPr lang="en-CA" sz="28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CA" sz="2800" b="0" strike="noStrike" spc="-1" dirty="0">
              <a:latin typeface="Arial"/>
            </a:endParaRPr>
          </a:p>
        </p:txBody>
      </p:sp>
      <p:sp>
        <p:nvSpPr>
          <p:cNvPr id="45" name="TextShape 2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lang="en-CA" sz="12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stomShape 1"/>
          <p:cNvSpPr/>
          <p:nvPr/>
        </p:nvSpPr>
        <p:spPr>
          <a:xfrm>
            <a:off x="0" y="1164240"/>
            <a:ext cx="12191760" cy="392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CA" sz="2800" b="0" i="1" strike="noStrike" spc="-1">
                <a:solidFill>
                  <a:srgbClr val="000000"/>
                </a:solidFill>
                <a:latin typeface="Calibri"/>
              </a:rPr>
              <a:t>3.</a:t>
            </a: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The Lord brings to nothing the plans of the nations;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he frustrates their counsel and makes their schemes fail.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But all that the Lord in his heart has intended,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the plans he has made, will forever prevail.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The nation the Lord has embraced is most blessed,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where he is acknowledged to be God alone;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this people he claims, his inherited portion,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the ones he has chosen and calls as his own.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CA" sz="2800" b="0" strike="noStrike" spc="-1">
              <a:latin typeface="Arial"/>
            </a:endParaRPr>
          </a:p>
        </p:txBody>
      </p:sp>
      <p:sp>
        <p:nvSpPr>
          <p:cNvPr id="45" name="TextShape 2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lang="en-CA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7317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stomShape 1"/>
          <p:cNvSpPr/>
          <p:nvPr/>
        </p:nvSpPr>
        <p:spPr>
          <a:xfrm>
            <a:off x="0" y="1164240"/>
            <a:ext cx="12191760" cy="35379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CA" sz="2800" i="1" spc="-1" dirty="0">
                <a:solidFill>
                  <a:srgbClr val="000000"/>
                </a:solidFill>
                <a:latin typeface="Calibri"/>
              </a:rPr>
              <a:t>4</a:t>
            </a:r>
            <a:r>
              <a:rPr lang="en-CA" sz="2800" b="0" i="1" strike="noStrike" spc="-1" dirty="0">
                <a:solidFill>
                  <a:srgbClr val="000000"/>
                </a:solidFill>
                <a:latin typeface="Calibri"/>
              </a:rPr>
              <a:t>.</a:t>
            </a:r>
            <a:r>
              <a:rPr lang="en-CA" sz="2800" b="0" strike="noStrike" spc="-1" dirty="0">
                <a:solidFill>
                  <a:srgbClr val="000000"/>
                </a:solidFill>
                <a:latin typeface="Calibri"/>
              </a:rPr>
              <a:t> The Lord looks from </a:t>
            </a:r>
            <a:r>
              <a:rPr lang="en-CA" sz="2800" b="0" strike="noStrike" spc="-1" dirty="0" err="1">
                <a:solidFill>
                  <a:srgbClr val="000000"/>
                </a:solidFill>
                <a:latin typeface="Calibri"/>
              </a:rPr>
              <a:t>heav-en</a:t>
            </a:r>
            <a:r>
              <a:rPr lang="en-CA" sz="2800" b="0" strike="noStrike" spc="-1" dirty="0">
                <a:solidFill>
                  <a:srgbClr val="000000"/>
                </a:solidFill>
                <a:latin typeface="Calibri"/>
              </a:rPr>
              <a:t> to see all of man-kind,</a:t>
            </a:r>
          </a:p>
          <a:p>
            <a:pPr algn="ctr">
              <a:lnSpc>
                <a:spcPct val="100000"/>
              </a:lnSpc>
            </a:pPr>
            <a:r>
              <a:rPr lang="en-CA" sz="2800" spc="-1" dirty="0">
                <a:solidFill>
                  <a:srgbClr val="000000"/>
                </a:solidFill>
                <a:latin typeface="Calibri"/>
              </a:rPr>
              <a:t>He looks from his throne on all dwell-</a:t>
            </a:r>
            <a:r>
              <a:rPr lang="en-CA" sz="2800" spc="-1" dirty="0" err="1">
                <a:solidFill>
                  <a:srgbClr val="000000"/>
                </a:solidFill>
                <a:latin typeface="Calibri"/>
              </a:rPr>
              <a:t>ing</a:t>
            </a:r>
            <a:r>
              <a:rPr lang="en-CA" sz="2800" spc="-1" dirty="0">
                <a:solidFill>
                  <a:srgbClr val="000000"/>
                </a:solidFill>
                <a:latin typeface="Calibri"/>
              </a:rPr>
              <a:t> on earth – </a:t>
            </a:r>
          </a:p>
          <a:p>
            <a:pPr algn="ctr">
              <a:lnSpc>
                <a:spcPct val="100000"/>
              </a:lnSpc>
            </a:pPr>
            <a:r>
              <a:rPr lang="en-CA" sz="2800" b="0" strike="noStrike" spc="-1" dirty="0">
                <a:solidFill>
                  <a:srgbClr val="000000"/>
                </a:solidFill>
                <a:latin typeface="Calibri"/>
              </a:rPr>
              <a:t>The same one who made them, </a:t>
            </a:r>
            <a:r>
              <a:rPr lang="en-CA" sz="2800" spc="-1" dirty="0">
                <a:solidFill>
                  <a:srgbClr val="000000"/>
                </a:solidFill>
                <a:latin typeface="Calibri"/>
              </a:rPr>
              <a:t>w</a:t>
            </a:r>
            <a:r>
              <a:rPr lang="en-CA" sz="2800" b="0" strike="noStrike" spc="-1" dirty="0">
                <a:solidFill>
                  <a:srgbClr val="000000"/>
                </a:solidFill>
                <a:latin typeface="Calibri"/>
              </a:rPr>
              <a:t>ho all their hearts </a:t>
            </a:r>
            <a:r>
              <a:rPr lang="en-CA" sz="2800" b="0" strike="noStrike" spc="-1" dirty="0" err="1">
                <a:solidFill>
                  <a:srgbClr val="000000"/>
                </a:solidFill>
                <a:latin typeface="Calibri"/>
              </a:rPr>
              <a:t>fash-ioned</a:t>
            </a:r>
            <a:r>
              <a:rPr lang="en-CA" sz="2800" b="0" strike="noStrike" spc="-1" dirty="0">
                <a:solidFill>
                  <a:srgbClr val="000000"/>
                </a:solidFill>
                <a:latin typeface="Calibri"/>
              </a:rPr>
              <a:t>,</a:t>
            </a:r>
          </a:p>
          <a:p>
            <a:pPr algn="ctr">
              <a:lnSpc>
                <a:spcPct val="100000"/>
              </a:lnSpc>
            </a:pPr>
            <a:r>
              <a:rPr lang="en-CA" sz="2800" spc="-1" dirty="0">
                <a:solidFill>
                  <a:srgbClr val="000000"/>
                </a:solidFill>
                <a:latin typeface="Calibri"/>
              </a:rPr>
              <a:t>Who knows what they do and con-</a:t>
            </a:r>
            <a:r>
              <a:rPr lang="en-CA" sz="2800" spc="-1" dirty="0" err="1">
                <a:solidFill>
                  <a:srgbClr val="000000"/>
                </a:solidFill>
                <a:latin typeface="Calibri"/>
              </a:rPr>
              <a:t>si</a:t>
            </a:r>
            <a:r>
              <a:rPr lang="en-CA" sz="2800" spc="-1" dirty="0">
                <a:solidFill>
                  <a:srgbClr val="000000"/>
                </a:solidFill>
                <a:latin typeface="Calibri"/>
              </a:rPr>
              <a:t>-</a:t>
            </a:r>
            <a:r>
              <a:rPr lang="en-CA" sz="2800" spc="-1" dirty="0" err="1">
                <a:solidFill>
                  <a:srgbClr val="000000"/>
                </a:solidFill>
                <a:latin typeface="Calibri"/>
              </a:rPr>
              <a:t>ders</a:t>
            </a:r>
            <a:r>
              <a:rPr lang="en-CA" sz="2800" spc="-1" dirty="0">
                <a:solidFill>
                  <a:srgbClr val="000000"/>
                </a:solidFill>
                <a:latin typeface="Calibri"/>
              </a:rPr>
              <a:t> its worth.</a:t>
            </a:r>
          </a:p>
          <a:p>
            <a:pPr algn="ctr">
              <a:lnSpc>
                <a:spcPct val="100000"/>
              </a:lnSpc>
            </a:pPr>
            <a:r>
              <a:rPr lang="en-CA" sz="2800" b="0" strike="noStrike" spc="-1" dirty="0">
                <a:solidFill>
                  <a:srgbClr val="000000"/>
                </a:solidFill>
                <a:latin typeface="Calibri"/>
              </a:rPr>
              <a:t>The king is not saved by the strength of his </a:t>
            </a:r>
            <a:r>
              <a:rPr lang="en-CA" sz="2800" b="0" strike="noStrike" spc="-1" dirty="0" err="1">
                <a:solidFill>
                  <a:srgbClr val="000000"/>
                </a:solidFill>
                <a:latin typeface="Calibri"/>
              </a:rPr>
              <a:t>ar</a:t>
            </a:r>
            <a:r>
              <a:rPr lang="en-CA" sz="2800" b="0" strike="noStrike" spc="-1" dirty="0">
                <a:solidFill>
                  <a:srgbClr val="000000"/>
                </a:solidFill>
                <a:latin typeface="Calibri"/>
              </a:rPr>
              <a:t>-my;</a:t>
            </a:r>
          </a:p>
          <a:p>
            <a:pPr algn="ctr">
              <a:lnSpc>
                <a:spcPct val="100000"/>
              </a:lnSpc>
            </a:pPr>
            <a:r>
              <a:rPr lang="en-CA" sz="2800" spc="-1" dirty="0">
                <a:solidFill>
                  <a:srgbClr val="000000"/>
                </a:solidFill>
                <a:latin typeface="Calibri"/>
              </a:rPr>
              <a:t>The sol-</a:t>
            </a:r>
            <a:r>
              <a:rPr lang="en-CA" sz="2800" spc="-1" dirty="0" err="1">
                <a:solidFill>
                  <a:srgbClr val="000000"/>
                </a:solidFill>
                <a:latin typeface="Calibri"/>
              </a:rPr>
              <a:t>dier</a:t>
            </a:r>
            <a:r>
              <a:rPr lang="en-CA" sz="2800" spc="-1" dirty="0">
                <a:solidFill>
                  <a:srgbClr val="000000"/>
                </a:solidFill>
                <a:latin typeface="Calibri"/>
              </a:rPr>
              <a:t> as well should not trust his own might.</a:t>
            </a:r>
          </a:p>
          <a:p>
            <a:pPr algn="ctr">
              <a:lnSpc>
                <a:spcPct val="100000"/>
              </a:lnSpc>
            </a:pPr>
            <a:r>
              <a:rPr lang="en-CA" sz="2800" b="0" strike="noStrike" spc="-1" dirty="0">
                <a:solidFill>
                  <a:srgbClr val="000000"/>
                </a:solidFill>
                <a:latin typeface="Calibri"/>
              </a:rPr>
              <a:t>The strength of a horse does not make res-cue </a:t>
            </a:r>
            <a:r>
              <a:rPr lang="en-CA" sz="2800" b="0" strike="noStrike" spc="-1" dirty="0" err="1">
                <a:solidFill>
                  <a:srgbClr val="000000"/>
                </a:solidFill>
                <a:latin typeface="Calibri"/>
              </a:rPr>
              <a:t>cer-tain</a:t>
            </a:r>
            <a:r>
              <a:rPr lang="en-CA" sz="2800" b="0" strike="noStrike" spc="-1" dirty="0">
                <a:solidFill>
                  <a:srgbClr val="000000"/>
                </a:solidFill>
                <a:latin typeface="Calibri"/>
              </a:rPr>
              <a:t>;</a:t>
            </a:r>
          </a:p>
          <a:p>
            <a:pPr algn="ctr">
              <a:lnSpc>
                <a:spcPct val="100000"/>
              </a:lnSpc>
            </a:pPr>
            <a:r>
              <a:rPr lang="en-CA" sz="2800" spc="-1" dirty="0">
                <a:solidFill>
                  <a:srgbClr val="000000"/>
                </a:solidFill>
                <a:latin typeface="Calibri"/>
              </a:rPr>
              <a:t>A horse is a false </a:t>
            </a:r>
            <a:r>
              <a:rPr lang="en-CA" sz="2800" spc="-1" dirty="0" err="1">
                <a:solidFill>
                  <a:srgbClr val="000000"/>
                </a:solidFill>
                <a:latin typeface="Calibri"/>
              </a:rPr>
              <a:t>hohpe</a:t>
            </a:r>
            <a:r>
              <a:rPr lang="en-CA" sz="2800" spc="-1" dirty="0">
                <a:solidFill>
                  <a:srgbClr val="000000"/>
                </a:solidFill>
                <a:latin typeface="Calibri"/>
              </a:rPr>
              <a:t> for win-</a:t>
            </a:r>
            <a:r>
              <a:rPr lang="en-CA" sz="2800" spc="-1" dirty="0" err="1">
                <a:solidFill>
                  <a:srgbClr val="000000"/>
                </a:solidFill>
                <a:latin typeface="Calibri"/>
              </a:rPr>
              <a:t>ning</a:t>
            </a:r>
            <a:r>
              <a:rPr lang="en-CA" sz="2800" spc="-1" dirty="0">
                <a:solidFill>
                  <a:srgbClr val="000000"/>
                </a:solidFill>
                <a:latin typeface="Calibri"/>
              </a:rPr>
              <a:t> the fight.</a:t>
            </a:r>
            <a:endParaRPr lang="en-CA" sz="2800" b="0" strike="noStrike" spc="-1" dirty="0">
              <a:latin typeface="Arial"/>
            </a:endParaRPr>
          </a:p>
        </p:txBody>
      </p:sp>
      <p:sp>
        <p:nvSpPr>
          <p:cNvPr id="45" name="TextShape 2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lang="en-CA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93552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CustomShape 1"/>
          <p:cNvSpPr/>
          <p:nvPr/>
        </p:nvSpPr>
        <p:spPr>
          <a:xfrm>
            <a:off x="0" y="1164240"/>
            <a:ext cx="12191760" cy="392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CA" sz="2800" b="0" i="1" strike="noStrike" spc="-1">
                <a:solidFill>
                  <a:srgbClr val="000000"/>
                </a:solidFill>
                <a:latin typeface="Calibri"/>
              </a:rPr>
              <a:t>5.</a:t>
            </a: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Behold, the Lord’s eye is upon all who trust him,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Who hope in his love, and, in awe, him revere.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They trust that from death he will rescue and save them,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And keep them all living when famine comes near.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The Lord we await is our help and protection,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Our heart is glad, trusting in his holy name.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O Lord, let your covenant love be upon us,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As we hold to you and the hope that we claim.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CA" sz="2800" b="0" strike="noStrike" spc="-1">
              <a:latin typeface="Arial"/>
            </a:endParaRPr>
          </a:p>
        </p:txBody>
      </p:sp>
      <p:sp>
        <p:nvSpPr>
          <p:cNvPr id="47" name="TextShape 2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lang="en-CA" sz="12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508</Words>
  <Application>Microsoft Office PowerPoint</Application>
  <PresentationFormat>Widescreen</PresentationFormat>
  <Paragraphs>46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Eric Hoogendoorn</dc:creator>
  <dc:description/>
  <cp:lastModifiedBy>Neil Tuininga</cp:lastModifiedBy>
  <cp:revision>5</cp:revision>
  <dcterms:created xsi:type="dcterms:W3CDTF">2020-07-10T01:49:41Z</dcterms:created>
  <dcterms:modified xsi:type="dcterms:W3CDTF">2024-05-26T14:49:56Z</dcterms:modified>
  <dc:language>en-CA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2</vt:i4>
  </property>
</Properties>
</file>