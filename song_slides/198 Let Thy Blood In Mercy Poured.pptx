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26D8-7573-43E1-8BF8-7D21F8C5C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5EDEF-09DB-47FA-8DB8-9027D93FC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BD844-8318-4B6B-BFCE-888E73B6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BC72D-2253-4CA2-9197-D45C14D9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51CA-2F47-4077-9E94-B1A3225C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150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4CAD-3BE5-4ED3-A80B-8370E4AF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C497A-B563-4DD2-A39A-9E0605A5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264C-FC56-4A89-9A61-4282BCCA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BBA57-C68E-4103-8887-D9AF0A96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944FE-1545-4F2D-9A78-470FFB1A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88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209C-DF3A-44F6-8E20-F5F36381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BD975-E0B9-45D9-AFA4-BF4F4305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23E3D-E919-4E00-AB03-79789201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4B28D-1ACA-4B28-908C-BF7CEFDC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DEBB8-EB94-4939-80C9-5C1E902C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338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99A9-C3A7-474D-A09C-32A8974B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7C5E-6CD2-436D-86FE-41B042A8A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ED97C-4004-4D65-AE2A-1E5E8229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65938-D316-4860-98E6-7262F434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1D9CE-CB6A-48C7-A452-C85AD2AF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CBB46-5C20-4FB1-9C58-618A298F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361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6E77-E14D-4A6E-872A-FB447BFF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5B75D-7C33-4952-A1B4-AE82094C7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9C11A-840E-4AAB-B5D8-04330E4A6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3BF8-EDE6-4F52-8E9C-E284945FD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5169A-56A6-47CC-B060-D9D2F96EB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352D3-2373-4BDD-B1AD-60F080ED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D2B2C-38EF-4F3B-AC6E-3BF42301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C72BB-4666-4D16-9884-3E13817E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50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6B5E-4DE6-4233-9B49-B02A400C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67CA2-06E5-4697-B17B-A4079434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23023-D34D-405D-B24A-2F748511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9C169-7744-44F4-A7B5-BCA17EDD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28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4D5D5-A2E3-41E7-948F-F96A7D07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CC4DA-A748-4D73-B4B0-09056A7F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D85C-8741-478B-BFD2-F3EB214B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64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CBE3-9893-4BF6-A170-436D89CC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AF31D-4105-47AE-B236-AF9238B7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2385-BBD7-4206-88CF-9850C6F06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0E822-2434-4889-A558-2AB5B069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A8205-4313-4F3C-9CE2-AFCA8777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9707A-DF75-4A6F-9951-5FC53889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538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A461-62DD-4A88-9A9E-C8CC4023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01E55-8A55-4AB7-BF82-4CF5D4402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0BE02-B6CD-4D60-9652-09070B39A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CE318-643F-4F9C-A71D-10F692FB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481CE-A1B2-4135-A403-DBEEE3CB6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D6CBC-5372-4D69-B848-D15FC827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615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3F4A-294E-45F4-853F-7F271FA1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958B0-5999-4407-ADAA-0C9F01983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429D-F4D3-48F0-AD19-09DC1A79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F1F3-8401-4AAE-A267-B04C9B32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1E53E-BA3F-44B3-ABC3-AF3BFF8B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9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65FC0-131B-4FA6-89BF-F1160CABE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0E279-9FA8-4A72-A818-197CA5C11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9B8D5-1F20-4B1F-8352-A9C6B194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8DD9-5367-4D27-B01C-1D8DBB09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1B2B-D697-4E24-A82A-07B55231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510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03390-979D-474B-80A8-526B347C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C1BF7-A827-472A-82DF-4BE4AF21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E49AA-1BC8-4128-BF8C-825836532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C810-3C92-4FD8-B5C7-7615B22D10B3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8931-5E15-49C4-8201-424EE74E7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DBD9-662E-4742-B8AA-57B1E697C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FCF95-91A7-4EB2-A04E-24CE670634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058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402CC6-3A3A-417C-8658-8831D952697E}"/>
              </a:ext>
            </a:extLst>
          </p:cNvPr>
          <p:cNvSpPr txBox="1"/>
          <p:nvPr/>
        </p:nvSpPr>
        <p:spPr>
          <a:xfrm>
            <a:off x="1304925" y="238125"/>
            <a:ext cx="9582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#198 Let Thy Blood in Mercy Poured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E6C71-61B9-4BC6-A22A-7D4354FBE734}"/>
              </a:ext>
            </a:extLst>
          </p:cNvPr>
          <p:cNvSpPr txBox="1"/>
          <p:nvPr/>
        </p:nvSpPr>
        <p:spPr>
          <a:xfrm>
            <a:off x="1338262" y="1847850"/>
            <a:ext cx="95154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srgbClr val="222222"/>
                </a:solidFill>
              </a:rPr>
              <a:t>Let thy blood in mercy poured,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thy gracious body broken,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 to me, O gracious Lord,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of thy boundless love the token.</a:t>
            </a:r>
          </a:p>
          <a:p>
            <a:pPr marL="514350" lvl="0" indent="-514350" algn="ctr">
              <a:buFontTx/>
              <a:buAutoNum type="arabicPeriod"/>
            </a:pPr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didst give thyself for 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now I give myself to thee.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4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25F76F-667E-491A-BC9A-AE86E63B2D13}"/>
              </a:ext>
            </a:extLst>
          </p:cNvPr>
          <p:cNvSpPr txBox="1"/>
          <p:nvPr/>
        </p:nvSpPr>
        <p:spPr>
          <a:xfrm>
            <a:off x="1966912" y="1390650"/>
            <a:ext cx="82581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Thou didst die that I might live;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Lord, thou cam'st to save me;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that love of God could give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Jesus by his sorrows gave me.</a:t>
            </a:r>
          </a:p>
          <a:p>
            <a:pPr lvl="0" algn="ctr"/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didst give thyself for 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now I give myself to thee.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60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2021-01-15T23:45:44Z</dcterms:created>
  <dcterms:modified xsi:type="dcterms:W3CDTF">2021-01-15T23:45:44Z</dcterms:modified>
</cp:coreProperties>
</file>