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361" r:id="rId2"/>
    <p:sldId id="362" r:id="rId3"/>
    <p:sldId id="401" r:id="rId4"/>
    <p:sldId id="299" r:id="rId5"/>
    <p:sldId id="385" r:id="rId6"/>
    <p:sldId id="400" r:id="rId7"/>
    <p:sldId id="40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10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6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BA290A-F80E-4901-B74F-BF490C83E7B4}" type="datetimeFigureOut">
              <a:rPr lang="en-US" smtClean="0"/>
              <a:t>7/5/2024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D886D3-F9A7-41A4-8149-F7928AB197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5129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F6743-7AC7-4B42-B045-7B3C224499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BF4BD7-C7E7-4A0E-9903-C79A0DA338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B565A4-37BF-4478-A77D-DCD5F0DE3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E486B-B7C9-4DB7-8DBF-4A394C54618B}" type="datetime1">
              <a:rPr lang="en-US" smtClean="0"/>
              <a:t>7/5/2024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2FA787-072F-497D-AA0E-764F4E2C9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F0D5C0-4D53-4ED7-9AFD-5E590532E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96D63-D42E-4C54-81F8-2B4DD4515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092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964F8-F87C-48FF-AF95-D232C55B1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D6C19-D38F-4AB9-8756-0E8090ABDB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61BC4F-4A4B-4E1A-A080-24E15A20C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0A57E-6978-44A5-B667-3A7C23684F66}" type="datetime1">
              <a:rPr lang="en-US" smtClean="0"/>
              <a:t>7/5/2024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542127-B5DF-49D5-9790-395F7D334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2AA1C7-09F7-4D8E-A852-CAA325B3D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96D63-D42E-4C54-81F8-2B4DD4515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081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AA06B-AC6A-4AD8-AAA1-16570240E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DE16E7-2AF4-4166-A798-B7EA058460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A8305F-18CD-46E0-9AF0-8BBF00D57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45F49-5CD3-423E-94D9-4CA3067DFE76}" type="datetime1">
              <a:rPr lang="en-US" smtClean="0"/>
              <a:t>7/5/2024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9E6527-CB44-4687-B818-3C40C8AB3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1C2473-985A-438F-9A25-CEFC7FD6F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96D63-D42E-4C54-81F8-2B4DD4515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823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5F2E8-2639-4D9A-9D46-C4094ED99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23748F-5864-40C3-B07A-0C63325346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8B2396-7F95-4CA6-9E0B-737A3B58DC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5089BE-A2A4-4316-B31C-B362A8889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7B116-2AB0-4AFC-B2CB-2D59555C502D}" type="datetime1">
              <a:rPr lang="en-US" smtClean="0"/>
              <a:t>7/5/2024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A86993-1C2B-4848-B4D4-9B1FFF210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881383-D31A-4F15-A660-AD02CEDD5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96D63-D42E-4C54-81F8-2B4DD4515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341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2E379-4C9D-4364-969E-6564A6503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C5014E-CA4E-4283-9B6E-42AA673F7F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F5727D-495D-4B9A-8BBE-16EBD63263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0DF240-8781-4A94-B7B2-A7218194D5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EE2C5B-B611-4CA9-858B-F5C0373C78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26D47A-A169-4DAE-8BB5-81C249C02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F03C8-3CD7-4407-BA40-2DBE3AD8A4D0}" type="datetime1">
              <a:rPr lang="en-US" smtClean="0"/>
              <a:t>7/5/2024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1D8930-992F-4858-8D1A-ADF0478BF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1BAEC9-2144-407B-8F84-B6BCFB7CE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96D63-D42E-4C54-81F8-2B4DD4515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555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0B4F4-1758-44AE-95FF-D85268D0F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68FB74-356D-438F-863E-3476858A5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9E5A5-8508-44DA-8EB1-5D7C7097A0D7}" type="datetime1">
              <a:rPr lang="en-US" smtClean="0"/>
              <a:t>7/5/2024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E4A5A5-422C-48B6-9111-738B8108B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2D8719-49A3-4503-9EBB-7A96D6978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96D63-D42E-4C54-81F8-2B4DD4515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122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02DFB1-6E87-4CB1-B125-C0C9682EC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63F4D-35C9-49A3-B795-0286B768D672}" type="datetime1">
              <a:rPr lang="en-US" smtClean="0"/>
              <a:t>7/5/2024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F99A24-F4C6-41DE-9B57-36BB5866C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D4A2A0-F5EB-4F30-B2B0-F42770C7D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96D63-D42E-4C54-81F8-2B4DD4515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193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E234E-66EC-469E-9A73-F53DE509B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973284-1208-41B0-B9FC-2EA6AA7FE4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3FF56B-6A6C-4F2C-ADDE-A8ACF2A6CA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5BB81A-D5C1-41E4-BD6E-B98CEAA5C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DC34D-DE41-47E6-AC45-8FE955CC8EB1}" type="datetime1">
              <a:rPr lang="en-US" smtClean="0"/>
              <a:t>7/5/2024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23F978-7BE1-40C0-AEDE-A4AAF87F1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FCC700-E91F-4675-9A96-4FA5E06A6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96D63-D42E-4C54-81F8-2B4DD4515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334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6D07C-BF10-4673-8E0D-F22C46A17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A0971E-BC32-4C99-A353-AB5B1E8D9C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14FFF8-BE94-44B4-AA68-A9703030A2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705DBD-EAC1-4481-949F-D506AFDBC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0BBB4B-146D-4D65-9F3A-32E921C2C423}" type="datetime1">
              <a:rPr lang="en-US" smtClean="0"/>
              <a:t>7/5/2024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F20392-52ED-422F-A754-B40330A8A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B93E26-72F4-4222-B315-059CAD684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96D63-D42E-4C54-81F8-2B4DD4515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466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8262F-CB72-4969-B66E-6C14EF1E0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BF4555-88EB-402A-91C4-5905D90894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1CF14D-E6EC-4C87-A376-32C55A063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639A1-69CC-4D43-9A45-6DCC690F3727}" type="datetime1">
              <a:rPr lang="en-US" smtClean="0"/>
              <a:t>7/5/2024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0046C3-4581-4614-AF28-1603ABE9B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43DB28-F55C-4999-AABC-D46FC3959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96D63-D42E-4C54-81F8-2B4DD4515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7957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72344B-48C3-43B5-B4C8-A9625EC54A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9559B6-DA5E-4D88-8CFA-D055005DA8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4EBD39-90FA-4916-95A1-EAAC5EB3A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0E503-1844-4B0A-A99C-26EE87B4CA76}" type="datetime1">
              <a:rPr lang="en-US" smtClean="0"/>
              <a:t>7/5/2024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18FEF-943F-4612-A473-50CAB5EF7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E4B2CD-28EC-42EE-9C56-6CF39B7DA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96D63-D42E-4C54-81F8-2B4DD4515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089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A8F515-E8B6-48E6-843E-3796B643A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CF316-EC31-46DF-8077-1B8FEE6836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979F48-3830-41DE-8188-2F600F75D9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DDE34A-2535-4983-A291-52854E2977A6}" type="datetime1">
              <a:rPr lang="en-US" smtClean="0"/>
              <a:t>7/5/2024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83B670-E44E-4CC3-AB83-FB7A74997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B3C3AA-DAEF-43FF-ACC4-AED9DAC6FD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996D63-D42E-4C54-81F8-2B4DD45152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311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2183309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222222"/>
                </a:solidFill>
              </a:rPr>
              <a:t>1. Jesus, with thy church abide;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be her Savior, Lord, and Guide,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while on earth her faith is tried: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we beseech thee, hear us.</a:t>
            </a:r>
            <a:endParaRPr lang="en-US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 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9D6986-4CE5-4F7F-A069-B3381D1B61AA}"/>
              </a:ext>
            </a:extLst>
          </p:cNvPr>
          <p:cNvSpPr txBox="1">
            <a:spLocks/>
          </p:cNvSpPr>
          <p:nvPr/>
        </p:nvSpPr>
        <p:spPr>
          <a:xfrm>
            <a:off x="0" y="160422"/>
            <a:ext cx="12192000" cy="806116"/>
          </a:xfrm>
          <a:prstGeom prst="rect">
            <a:avLst/>
          </a:prstGeom>
          <a:ln w="95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i="1" dirty="0"/>
              <a:t>#406 Jesus, with Thy Church Abide </a:t>
            </a:r>
          </a:p>
        </p:txBody>
      </p:sp>
    </p:spTree>
    <p:extLst>
      <p:ext uri="{BB962C8B-B14F-4D97-AF65-F5344CB8AC3E}">
        <p14:creationId xmlns:p14="http://schemas.microsoft.com/office/powerpoint/2010/main" val="663048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209758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2. Keep her life and doctrine pure;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grant her patience to endure,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trusting in thy promise sure: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we beseech thee, hear us.</a:t>
            </a:r>
            <a:endParaRPr lang="en-CA" sz="2800" dirty="0">
              <a:solidFill>
                <a:prstClr val="black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6641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A193B-1297-687D-61C6-D94E9B2569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3B2ED9-710B-7D92-CE70-681DD1C0C9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</a:rPr>
              <a:t>3 May she one in doctrine be,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</a:rPr>
              <a:t>one in truth and charity,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</a:rPr>
              <a:t>winning all to faith in thee: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</a:rPr>
              <a:t>we beseech thee, hear us.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56130C-C819-5C0B-3FFC-71A39F5CC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 </a:t>
            </a:r>
          </a:p>
        </p:txBody>
      </p:sp>
    </p:spTree>
    <p:extLst>
      <p:ext uri="{BB962C8B-B14F-4D97-AF65-F5344CB8AC3E}">
        <p14:creationId xmlns:p14="http://schemas.microsoft.com/office/powerpoint/2010/main" val="2558357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2090172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srgbClr val="222222"/>
                </a:solidFill>
              </a:rPr>
              <a:t>4. May she guide the poor and blind,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seek the lost until she find,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and the broken-hearted bind: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we beseech thee, hear us.</a:t>
            </a:r>
            <a:endParaRPr lang="en-US" sz="2800" dirty="0">
              <a:solidFill>
                <a:prstClr val="black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25005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7FCADE5-31D9-4FC3-8FF2-A4B77C422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</a:t>
            </a:r>
          </a:p>
          <a:p>
            <a:endParaRPr lang="en-C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6938AC-8D8F-469A-B004-AB6A80B6BC46}"/>
              </a:ext>
            </a:extLst>
          </p:cNvPr>
          <p:cNvSpPr txBox="1"/>
          <p:nvPr/>
        </p:nvSpPr>
        <p:spPr>
          <a:xfrm>
            <a:off x="1771650" y="1819275"/>
            <a:ext cx="86487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222222"/>
                </a:solidFill>
              </a:rPr>
              <a:t>5. Judge her not for work undone,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judge her not for fields </a:t>
            </a:r>
            <a:r>
              <a:rPr lang="en-US" sz="2800" dirty="0" err="1">
                <a:solidFill>
                  <a:srgbClr val="222222"/>
                </a:solidFill>
              </a:rPr>
              <a:t>unwon</a:t>
            </a:r>
            <a:r>
              <a:rPr lang="en-US" sz="2800" dirty="0">
                <a:solidFill>
                  <a:srgbClr val="222222"/>
                </a:solidFill>
              </a:rPr>
              <a:t>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bless her work in thee begun: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we beseech thee, hear us.</a:t>
            </a: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33251588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74DCC47-6837-4CEF-B80F-D6D92063C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 </a:t>
            </a:r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2B5504-6325-45E5-B6F7-88A78F44DDA5}"/>
              </a:ext>
            </a:extLst>
          </p:cNvPr>
          <p:cNvSpPr txBox="1"/>
          <p:nvPr/>
        </p:nvSpPr>
        <p:spPr>
          <a:xfrm>
            <a:off x="1504950" y="2152650"/>
            <a:ext cx="91821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222222"/>
                </a:solidFill>
              </a:rPr>
              <a:t>6. Save her love from growing cold,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make her watchmen strong and bold,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fence her round, thy peaceful fold:</a:t>
            </a:r>
            <a:br>
              <a:rPr lang="en-US" sz="2800" dirty="0"/>
            </a:br>
            <a:r>
              <a:rPr lang="en-US" sz="2800" dirty="0">
                <a:solidFill>
                  <a:srgbClr val="222222"/>
                </a:solidFill>
              </a:rPr>
              <a:t>we beseech thee, hear us.</a:t>
            </a: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29952334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74DCC47-6837-4CEF-B80F-D6D92063C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 </a:t>
            </a:r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2B5504-6325-45E5-B6F7-88A78F44DDA5}"/>
              </a:ext>
            </a:extLst>
          </p:cNvPr>
          <p:cNvSpPr txBox="1"/>
          <p:nvPr/>
        </p:nvSpPr>
        <p:spPr>
          <a:xfrm>
            <a:off x="1504950" y="2152650"/>
            <a:ext cx="91821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</a:rPr>
              <a:t>7 May her lamp of truth be bright,</a:t>
            </a:r>
            <a:br>
              <a:rPr lang="en-US" sz="2800" dirty="0"/>
            </a:br>
            <a:r>
              <a:rPr lang="en-US" sz="28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</a:rPr>
              <a:t>bid her bear aloft its light</a:t>
            </a:r>
            <a:br>
              <a:rPr lang="en-US" sz="2800" dirty="0"/>
            </a:br>
            <a:r>
              <a:rPr lang="en-US" sz="28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</a:rPr>
              <a:t>through the realms of heathen night:</a:t>
            </a:r>
            <a:br>
              <a:rPr lang="en-US" sz="2800" dirty="0"/>
            </a:br>
            <a:r>
              <a:rPr lang="en-US" sz="2800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</a:rPr>
              <a:t>we beseech thee, hear us.</a:t>
            </a: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2112124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307</Words>
  <Application>Microsoft Office PowerPoint</Application>
  <PresentationFormat>Widescreen</PresentationFormat>
  <Paragraphs>15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Neil Tuininga</cp:lastModifiedBy>
  <cp:revision>2</cp:revision>
  <dcterms:created xsi:type="dcterms:W3CDTF">2020-11-14T23:06:58Z</dcterms:created>
  <dcterms:modified xsi:type="dcterms:W3CDTF">2024-07-06T02:44:40Z</dcterms:modified>
</cp:coreProperties>
</file>