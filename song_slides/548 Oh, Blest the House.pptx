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2306-4F74-4F27-9699-AEB795714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47BF2-E7C8-4540-A925-225225743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63890-CD84-4FF0-AAFA-53B8B754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2091E-1A5C-45AE-906E-91CDEDE8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2065-3059-4668-BD6F-F33651D5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6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5CB3-A918-4A4A-9196-184B2A88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0576-E7BE-4286-982F-2540EB621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0A2B3-1BB9-47DC-BBF8-76BCD6F0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B656-8D97-49FF-8F6C-F2CDA856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2B73-ADA4-4E08-8205-4081ED0E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1458-48BA-48A1-88C4-62C78392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2F6DA-D3B6-4FD2-A203-AE7760DB3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C4DF3-28E3-4A8E-B39A-5135B43D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CC24E-9A9A-4C21-9DC7-2EAF52A8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17D8F-B6D7-4987-B137-A1D7801E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3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0B85-3483-44C3-A952-18CF7F8D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1EC21-C452-424F-9682-910CE69B5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1F95E-6799-44F0-813B-E4ED57634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52F47-4377-46FD-95A1-DF6ABB44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CD332-8F39-4464-8CE4-B3D2ECBD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D13CC-DB00-4833-AA9B-861A03AB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E18B-6D45-42CC-8259-228820AF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1A062-A6BB-44A3-BE9F-11579BF7B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3ED78-5E3F-48DA-90C9-6DA2E35E0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C8836-9714-4CA1-899A-E0B43BB22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5DF48-4269-4755-BF05-413598E80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EA75B-4E4E-46D3-9813-0A94EAC0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0D1D5-5313-4A4E-B604-F3800A74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90F20-BE22-478B-B1FA-5BDB10A0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87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EC3B-0A13-44F0-9FCB-B808077D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8DCC6-0BF9-4DE5-9CBB-708DE83D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DE3FA-02D0-4909-AB2A-3623CB20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EB299-A7DF-4647-95F5-D3A32349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4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863B3-DD0C-4B58-8835-B21BD545E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054E0-DA41-414C-9134-8692E435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A1887-BFD5-440A-9BBC-C9F48886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96772-0B3F-427F-B466-B9748A74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B5D3-C38D-46C8-86FD-AB79481D4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379FE-4768-47AA-8E4E-FEB7BE92A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C03F6-C0EB-4A91-A7F6-70FFEB49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D90D1-6824-48FA-90FF-23DE3235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D49B9-CA8C-4615-AA93-EB348E73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5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E067-3416-4B38-910D-28472411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F9DDC-BAC7-430B-9566-3D2CE7262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A0CA4-E381-4889-91DC-252C2201E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0876B-8034-4224-B34E-DEDED351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F7EF3-A937-4333-A550-7C9A7394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F83BA-B919-4ACD-A243-A25A1340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5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6683-1B4D-4972-B776-6E84C5B7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E9C1E-98D4-47F8-A292-D9E6FD7D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FA7B9-56D1-42FA-8096-B3CF799F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DCFA-C1E5-4929-8E41-A71C1C9E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31DD5-C7BE-4775-A5CC-44328A07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9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B1CE3-F6A2-4AA2-8CA0-AE161EBEB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862E8-0F07-4945-8344-63286C940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4F19D-FB8B-4588-BED1-CD520FEC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22DEA-B870-426E-9427-E9F8A8A8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079CC-868D-4991-A904-F64243EB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8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1AF3A-FF4C-45BF-9F40-2E2A42126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0FF03-E2C9-452A-88BF-340E2DBD9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9CF9D-8C5E-4C4D-BCC6-4D2D43060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24885-3AF5-4E26-A903-953C895D0059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38066-3224-42E0-B3D9-09A676692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38D1F-2F2B-40C6-A0D5-327DC88CA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66091-9B9E-4474-ADA0-6E80C77B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6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1409700" y="409575"/>
            <a:ext cx="937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#548 Oh, Blest the House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257425" y="1762125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CA" sz="2800" dirty="0"/>
              <a:t>Oh, blest the house, whate’er befall,</a:t>
            </a:r>
          </a:p>
          <a:p>
            <a:pPr algn="ctr"/>
            <a:r>
              <a:rPr lang="en-CA" sz="2800" dirty="0"/>
              <a:t>where Jesus Christ is all in all!</a:t>
            </a:r>
          </a:p>
          <a:p>
            <a:pPr algn="ctr"/>
            <a:r>
              <a:rPr lang="en-CA" sz="2800" dirty="0"/>
              <a:t>For if he were not dwelling there,</a:t>
            </a:r>
          </a:p>
          <a:p>
            <a:pPr algn="ctr"/>
            <a:r>
              <a:rPr lang="en-CA" sz="2800" dirty="0"/>
              <a:t>how dark and poor and void it were!</a:t>
            </a: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C0E76-718E-4F2A-BD69-C27A61211F30}"/>
              </a:ext>
            </a:extLst>
          </p:cNvPr>
          <p:cNvSpPr txBox="1"/>
          <p:nvPr/>
        </p:nvSpPr>
        <p:spPr>
          <a:xfrm>
            <a:off x="2281237" y="1866900"/>
            <a:ext cx="7629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Oh, blest that house where faith is found,</a:t>
            </a:r>
          </a:p>
          <a:p>
            <a:pPr algn="ctr"/>
            <a:r>
              <a:rPr lang="en-CA" sz="2800" dirty="0"/>
              <a:t>and all in charity abound</a:t>
            </a:r>
          </a:p>
          <a:p>
            <a:pPr algn="ctr"/>
            <a:r>
              <a:rPr lang="en-CA" sz="2800" dirty="0"/>
              <a:t>to trust their God and serve him still,</a:t>
            </a:r>
          </a:p>
          <a:p>
            <a:pPr algn="ctr"/>
            <a:r>
              <a:rPr lang="en-CA" sz="2800" dirty="0"/>
              <a:t>and do in all his holy will!</a:t>
            </a: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762125"/>
            <a:ext cx="758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Oh, blest that house; it prospers well!</a:t>
            </a:r>
          </a:p>
          <a:p>
            <a:pPr algn="ctr"/>
            <a:r>
              <a:rPr lang="en-CA" sz="2800" dirty="0"/>
              <a:t>In peace and joy the parents dwell,</a:t>
            </a:r>
          </a:p>
          <a:p>
            <a:pPr algn="ctr"/>
            <a:r>
              <a:rPr lang="en-CA" sz="2800" dirty="0"/>
              <a:t>and in their children’s lives is shown</a:t>
            </a:r>
          </a:p>
          <a:p>
            <a:pPr algn="ctr"/>
            <a:r>
              <a:rPr lang="en-CA" sz="2800" dirty="0"/>
              <a:t>how richly God can bless his own.</a:t>
            </a: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C287A2-9E5D-4E38-8D6C-40E09A4E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C8810-E8DF-4B13-BC6A-3C776F344DEB}"/>
              </a:ext>
            </a:extLst>
          </p:cNvPr>
          <p:cNvSpPr txBox="1"/>
          <p:nvPr/>
        </p:nvSpPr>
        <p:spPr>
          <a:xfrm>
            <a:off x="2233612" y="1524000"/>
            <a:ext cx="7724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Then here will I and mine today</a:t>
            </a:r>
          </a:p>
          <a:p>
            <a:pPr algn="ctr"/>
            <a:r>
              <a:rPr lang="en-CA" sz="2800" dirty="0"/>
              <a:t>a solemn </a:t>
            </a:r>
            <a:r>
              <a:rPr lang="en-CA" sz="2800" dirty="0" err="1"/>
              <a:t>cov’nant</a:t>
            </a:r>
            <a:r>
              <a:rPr lang="en-CA" sz="2800" dirty="0"/>
              <a:t> make and say:</a:t>
            </a:r>
          </a:p>
          <a:p>
            <a:pPr algn="ctr"/>
            <a:r>
              <a:rPr lang="en-CA" sz="2800" dirty="0"/>
              <a:t>though all the world forsake his Word,</a:t>
            </a:r>
          </a:p>
          <a:p>
            <a:pPr algn="ctr"/>
            <a:r>
              <a:rPr lang="en-CA" sz="2800" dirty="0"/>
              <a:t>my house and I will serve the Lord.</a:t>
            </a:r>
          </a:p>
        </p:txBody>
      </p:sp>
    </p:spTree>
    <p:extLst>
      <p:ext uri="{BB962C8B-B14F-4D97-AF65-F5344CB8AC3E}">
        <p14:creationId xmlns:p14="http://schemas.microsoft.com/office/powerpoint/2010/main" val="2092752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2020-10-16T15:19:29Z</dcterms:created>
  <dcterms:modified xsi:type="dcterms:W3CDTF">2020-10-16T15:19:44Z</dcterms:modified>
</cp:coreProperties>
</file>