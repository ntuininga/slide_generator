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4" r:id="rId2"/>
    <p:sldId id="375" r:id="rId3"/>
    <p:sldId id="376" r:id="rId4"/>
    <p:sldId id="3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AE67-D893-4548-853D-380BA617C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77295-B8A8-4A57-8DBF-B6BA2404D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693F5-B779-47F0-ACA8-0F7E7A44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0D7D7-98B5-4E97-BE4B-E508C59A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24ABF-1EA8-4BEF-BBEB-4A050EB6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1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D4D4-60A8-49D1-9244-B03EB5EF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5D88-1A7E-46F9-A6E5-B702B885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B848F-FB1F-41DF-BA22-D8D7C7F1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34B29-BE08-436B-9615-08AA7EC58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88B8-9851-4EC2-BA83-75EAFE2C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0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3C44-E305-4D32-BB23-EBA700D0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052AA-8D56-4D5C-AA4A-0EA5B8C71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BAE9F-8470-44C9-8A2E-28D919373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E7BBB-5C84-4424-B15F-E82F0FA5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34D4A-C2A0-4001-8DE2-5E89BEF07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31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8973-FA15-4FB6-81E0-91156711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68B89-83A7-4C2A-9014-F28B16257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D7856-EC6A-4F1B-8F99-69AC508F6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81D83-E51B-4BDF-A385-88C42049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955E9-84E3-4B60-B841-367487A7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BA501-5036-42E4-B03E-85E31FC8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9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F057-6906-41BE-8A4F-857FE225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E55BB-165D-43F3-9D63-400203582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5893-23A3-4B14-9503-9F441266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4A47E4-FDBE-4D2B-A839-C2EBCDB13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12522A-879B-48E0-9151-D4472D63E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ADD24-8DCC-45CE-98EB-57E3BAF5E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672D0-DA85-4617-A05B-0F909F9F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F1153F-A7AC-49AB-9608-34AF4A79B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46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EA5A6-3310-4483-AD1C-78C46858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ABFBD-7D1B-44B9-930C-C3D5D98C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2E5FD-3F8B-49B4-800F-2E1DAEB6F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E7505-90B0-4AA8-BE19-2A38926C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6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77D88-F82F-4499-A129-BA70BA6B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75A6C-FD36-412B-9F2B-7CA9BB8D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A88BC-3897-4A7B-B6A8-646C9D34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76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DDD2-AC6E-42A5-AE0D-5FF47B56E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59364-A4B7-4D50-9C8A-FAF0BCD9D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A13D7-56A6-4B19-A131-DE875D022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86127-451F-4AD9-BE6D-E583C81C6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3F9CB-DCB4-42EA-BA6F-600336DD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46F03-BA43-468D-81C8-07268D78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6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6E742-3C29-4B85-8289-93C91FC12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19FC4-C3FB-432B-9E3A-A49ED815C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61831-B3E3-4529-BC5A-CC880A8B0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E4507-8713-4532-909E-831DEB75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1EF4D-E058-455D-AC71-13492A1C0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4D888-B568-4283-A5C4-EC00FFD7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99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FD125-83D7-4729-874D-8AE4E3F6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AE4CF-1C06-477E-859D-D7EB2A136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8F631-AFE6-4616-B365-01244BDD9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AC861-17BD-4C65-85FB-C8470E6A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7C518-7726-4E32-9EA9-E20DE846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A26A0-E65A-4150-AB73-4285C7049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D8FBA-41BA-4297-862E-C4CAABF6F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DB3ED-0637-4971-AE02-77345E8E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36B66-0A73-4FD9-AE29-670039C6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303F4-32C8-4DEE-9B1D-CC0D942A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8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20E22-CCC5-4723-A00F-26FA785D9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DA77E-38D1-437D-B084-D901113A1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8AAF-120D-42CD-A611-DC465D123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63DB7-E85C-4B2B-8550-F8BD24669769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88B0E-4AF6-4B7E-9001-FBAFA937D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508CB-36C6-4903-8D45-94B9E610C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98733-5D7E-4039-AF57-9D8A4E61F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#273 Break Thou the Bread of Life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FAEC3-71B2-4598-9F91-41CB79090F7F}"/>
              </a:ext>
            </a:extLst>
          </p:cNvPr>
          <p:cNvSpPr txBox="1"/>
          <p:nvPr/>
        </p:nvSpPr>
        <p:spPr>
          <a:xfrm>
            <a:off x="1824037" y="1891729"/>
            <a:ext cx="8543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Break thou the bread of life,</a:t>
            </a:r>
          </a:p>
          <a:p>
            <a:pPr algn="ctr"/>
            <a:r>
              <a:rPr lang="en-US" sz="2800" dirty="0"/>
              <a:t>dear Lord, to me,</a:t>
            </a:r>
          </a:p>
          <a:p>
            <a:pPr algn="ctr"/>
            <a:r>
              <a:rPr lang="en-US" sz="2800" dirty="0"/>
              <a:t>as thou didst break the loaves</a:t>
            </a:r>
          </a:p>
          <a:p>
            <a:pPr algn="ctr"/>
            <a:r>
              <a:rPr lang="en-US" sz="2800" dirty="0"/>
              <a:t>beside the sea;</a:t>
            </a:r>
          </a:p>
          <a:p>
            <a:pPr algn="ctr"/>
            <a:r>
              <a:rPr lang="en-CA" sz="2800" dirty="0"/>
              <a:t>throughout the sacred page</a:t>
            </a:r>
          </a:p>
          <a:p>
            <a:pPr algn="ctr"/>
            <a:r>
              <a:rPr lang="en-CA" sz="2800" dirty="0"/>
              <a:t>I seek thee, Lord,</a:t>
            </a:r>
          </a:p>
          <a:p>
            <a:pPr algn="ctr"/>
            <a:r>
              <a:rPr lang="en-CA" sz="2800" dirty="0"/>
              <a:t>my spirit pants for thee,</a:t>
            </a:r>
          </a:p>
          <a:p>
            <a:pPr algn="ctr"/>
            <a:r>
              <a:rPr lang="en-CA" sz="2800" dirty="0"/>
              <a:t>O living Word.</a:t>
            </a: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900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>
                <a:solidFill>
                  <a:prstClr val="black"/>
                </a:solidFill>
              </a:rPr>
              <a:t>2. </a:t>
            </a:r>
            <a:r>
              <a:rPr lang="en-CA" dirty="0">
                <a:solidFill>
                  <a:prstClr val="black"/>
                </a:solidFill>
              </a:rPr>
              <a:t>Bless thou the truth, dear Lord,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to me, to me,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as thou didst bless the bread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by Galilee;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then shall all bondage cease,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all fetters fall;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and I shall find my peace,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my All in all.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662815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>
                <a:solidFill>
                  <a:prstClr val="black"/>
                </a:solidFill>
              </a:rPr>
              <a:t>3. </a:t>
            </a:r>
            <a:r>
              <a:rPr lang="en-CA" dirty="0">
                <a:solidFill>
                  <a:prstClr val="black"/>
                </a:solidFill>
              </a:rPr>
              <a:t>Thou art the Bread of Life,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O Lord, to me,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thy holy Word the truth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that </a:t>
            </a:r>
            <a:r>
              <a:rPr lang="en-CA" dirty="0" err="1">
                <a:solidFill>
                  <a:prstClr val="black"/>
                </a:solidFill>
              </a:rPr>
              <a:t>saveth</a:t>
            </a:r>
            <a:r>
              <a:rPr lang="en-CA" dirty="0">
                <a:solidFill>
                  <a:prstClr val="black"/>
                </a:solidFill>
              </a:rPr>
              <a:t> me;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give me to eat and live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with thee above;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teach me to love thy truth,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for thou art love.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784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80569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>
                <a:solidFill>
                  <a:prstClr val="black"/>
                </a:solidFill>
              </a:rPr>
              <a:t>4. </a:t>
            </a:r>
            <a:r>
              <a:rPr lang="en-US" dirty="0">
                <a:solidFill>
                  <a:prstClr val="black"/>
                </a:solidFill>
              </a:rPr>
              <a:t>O send thy Spirit, Lord,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now unto me,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that he may touch mine eyes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and make me see: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show me the truth concealed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within thy Word,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and in thy Book revealed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I see the Lord.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96477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#273 Break Thou the Bread of Life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#273 Break Thou the Bread of Life</dc:title>
  <dc:creator>Eric Hoogendoorn</dc:creator>
  <cp:lastModifiedBy>Eric Hoogendoorn</cp:lastModifiedBy>
  <cp:revision>1</cp:revision>
  <dcterms:created xsi:type="dcterms:W3CDTF">2020-11-06T15:37:50Z</dcterms:created>
  <dcterms:modified xsi:type="dcterms:W3CDTF">2020-11-06T15:38:03Z</dcterms:modified>
</cp:coreProperties>
</file>