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  <p:sldId id="308" r:id="rId3"/>
    <p:sldId id="314" r:id="rId4"/>
    <p:sldId id="315" r:id="rId5"/>
    <p:sldId id="309" r:id="rId6"/>
    <p:sldId id="31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123B-BEDB-40A6-844E-358447CEA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7F714-997C-4D74-94CC-3E9EBDE64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0F356-F3B0-47C8-82ED-712AEC04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304EE-A464-4D7F-A9B3-5D5ACCD2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EBC25-18ED-4DCC-B638-5D5DBAA24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9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07E0-CD31-4F7E-BBDB-0AC37E25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9717-3BAC-42C2-9417-4943E9B7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9E798-7445-4AA7-AD4C-7415033D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DC128-CAE5-46E6-B076-9A337C36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A6A17-1893-47BC-816D-22720797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5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1074-1B5F-44CB-B4C3-6AF010D99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087F-7013-4138-B465-3E80A2E0C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74196-2A40-4969-868F-1B2AB912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0C540-D061-4518-ACAD-97F93AFEF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70446-0FDC-479C-B6DC-AD40EAF0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6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100D-996C-4FD5-B896-665419B8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A9F7-137D-44DE-8335-896833CC4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32BE3-CE63-4C37-BB45-908AD6857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DB063-FB41-461D-8843-1071A6B6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D567A-2FCC-494D-B132-CD83D25F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FB6A9-1EAF-4F2F-A6B7-6FC653B8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2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4260-00A7-4C9A-9272-41AE045B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039B6-FBC8-4848-A0E2-70FBDE016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DE977-B693-4D2B-92EE-368AA1C32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551DD-741F-4371-9580-062E431D8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DD19D-EDBB-46BA-B23F-FCDDC14CB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31474-E5DC-4089-AA75-9327B9D3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DFBEA-FF0F-4609-8413-2886F1A9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03581-1A7D-499A-8EA3-2EE3FF45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3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E179-F658-4E94-B25F-BA028459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6CA4-1EAD-4CF8-9817-45906149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2595A-52A4-4AD7-BA45-66263E61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43294-F375-4049-B69D-5059FAFE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1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E0660-3F84-422B-89E9-21E2A743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B6B9C-F0D3-48DF-AFB9-1D570D72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355A4-9B7A-4556-BEC9-1B00EC4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3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DAEB-DE30-4F95-86BE-FFA2EB44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3DB4-5A86-471C-9F6B-87DE2EBA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E57EA-6261-4E5A-BE26-7082EEA97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26C50-2C31-4B3E-A218-E837A059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A31A-0509-4DF2-A89A-FD497274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E975E-5D44-467F-A93D-45AF53E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9D89-C309-486B-BD05-2A706602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D624E-F744-4CED-81C5-275645B5D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31032-DD4E-42D8-8181-CBD7FD82F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0617C-A072-4489-B1AA-DD8B8D2E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239AA-FAA9-4E13-BA01-A2AE41D4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C0BD8-7FAB-4B2F-A1A0-9F89279A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2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9558-0D7D-4E7D-8C57-7F21EE84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50F0B-1B34-4143-9BD3-24D6DEB03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DB7A3-D068-4C85-BB8D-03A0BCA1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13C0F-AC63-472C-91B6-97437D4F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5E33-F608-4A71-8F18-3851F2DD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9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9481D-FEE8-40DF-B127-8E91F8FA1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253EE-2851-4293-AA37-B6FC987FE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A9BA1-5B00-4FE9-B515-C0796F15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D4C3-412A-41FE-8711-3B71793C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F4AB-6937-4017-8B6D-A1B9F578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8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9C19E-22CC-4F31-B9F4-787FCC3E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ACA7-D9E9-488E-B66C-B3FF52760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8FB66-77A0-4997-A820-B72CBDA07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E6F9D-7364-4C85-8BD5-AF0DE0D2E0C6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9C783-B060-421F-8E03-2DE14C3B7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1D1A-D1B7-4115-A321-5A38A601C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0F4DA-E382-46FA-B08A-5C054B23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5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#243 How Firm A Foundation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How firm a foundation, you saints of the Lord,</a:t>
            </a:r>
            <a:br>
              <a:rPr lang="en-US" sz="2800" dirty="0"/>
            </a:br>
            <a:r>
              <a:rPr lang="en-US" sz="2800" dirty="0"/>
              <a:t>is laid for your faith in his excellent Word!</a:t>
            </a:r>
            <a:br>
              <a:rPr lang="en-US" sz="2800" dirty="0"/>
            </a:br>
            <a:r>
              <a:rPr lang="en-US" sz="2800" dirty="0"/>
              <a:t>What more can he say than to you he has said,</a:t>
            </a:r>
            <a:br>
              <a:rPr lang="en-US" sz="2800" dirty="0"/>
            </a:br>
            <a:r>
              <a:rPr lang="en-US" sz="2800" dirty="0"/>
              <a:t>to you who for refuge to Jesus have fled?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65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"Fear not, I am with you, O be not dismayed;</a:t>
            </a:r>
            <a:br>
              <a:rPr lang="en-US" sz="2800" dirty="0"/>
            </a:br>
            <a:r>
              <a:rPr lang="en-US" sz="2800" dirty="0"/>
              <a:t>for I am your God, and will still give you aid;</a:t>
            </a:r>
            <a:br>
              <a:rPr lang="en-US" sz="2800" dirty="0"/>
            </a:br>
            <a:r>
              <a:rPr lang="en-US" sz="2800" dirty="0"/>
              <a:t>I'll strengthen you, help you, and cause you to stand,</a:t>
            </a:r>
            <a:br>
              <a:rPr lang="en-US" sz="2800" dirty="0"/>
            </a:br>
            <a:r>
              <a:rPr lang="en-US" sz="2800" dirty="0"/>
              <a:t>upheld by my righteous, omnipotent hand.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88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"When through the deep waters I call you to go,</a:t>
            </a:r>
            <a:br>
              <a:rPr lang="en-US" sz="2800" dirty="0"/>
            </a:br>
            <a:r>
              <a:rPr lang="en-US" sz="2800" dirty="0"/>
              <a:t>the rivers of sorrow shall not overflow;</a:t>
            </a:r>
            <a:br>
              <a:rPr lang="en-US" sz="2800" dirty="0"/>
            </a:br>
            <a:r>
              <a:rPr lang="en-US" sz="2800" dirty="0"/>
              <a:t>for I will be with you, your troubles to bless,</a:t>
            </a:r>
            <a:br>
              <a:rPr lang="en-US" sz="2800" dirty="0"/>
            </a:br>
            <a:r>
              <a:rPr lang="en-US" sz="2800" dirty="0"/>
              <a:t>and sanctify to you your deepest distress.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80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"When through fiery trials your pathway shall lie,</a:t>
            </a:r>
            <a:br>
              <a:rPr lang="en-US" sz="2800" dirty="0"/>
            </a:br>
            <a:r>
              <a:rPr lang="en-US" sz="2800" dirty="0"/>
              <a:t>my grace, all-sufficient, shall be your supply;</a:t>
            </a:r>
            <a:br>
              <a:rPr lang="en-US" sz="2800" dirty="0"/>
            </a:br>
            <a:r>
              <a:rPr lang="en-US" sz="2800" dirty="0"/>
              <a:t>the flame shall not hurt you; I only design</a:t>
            </a:r>
            <a:br>
              <a:rPr lang="en-US" sz="2800" dirty="0"/>
            </a:br>
            <a:r>
              <a:rPr lang="en-US" sz="2800" dirty="0"/>
              <a:t>your dross to consume and your gold to refine.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061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"</a:t>
            </a:r>
            <a:r>
              <a:rPr lang="en-US" sz="2800" dirty="0" err="1"/>
              <a:t>E'en</a:t>
            </a:r>
            <a:r>
              <a:rPr lang="en-US" sz="2800" dirty="0"/>
              <a:t> down to old age all my people shall prove</a:t>
            </a:r>
            <a:br>
              <a:rPr lang="en-US" sz="2800" dirty="0"/>
            </a:br>
            <a:r>
              <a:rPr lang="en-US" sz="2800" dirty="0"/>
              <a:t>my sovereign, eternal, unchangeable love;</a:t>
            </a:r>
            <a:br>
              <a:rPr lang="en-US" sz="2800" dirty="0"/>
            </a:br>
            <a:r>
              <a:rPr lang="en-US" sz="2800" dirty="0"/>
              <a:t>and when hoary hairs shall their temples adorn,</a:t>
            </a:r>
            <a:br>
              <a:rPr lang="en-US" sz="2800" dirty="0"/>
            </a:br>
            <a:r>
              <a:rPr lang="en-US" sz="2800" dirty="0"/>
              <a:t>like lambs they shall still in my bosom be borne.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82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</a:t>
            </a:r>
            <a:r>
              <a:rPr lang="en-CA" sz="2800" dirty="0"/>
              <a:t>. </a:t>
            </a:r>
            <a:r>
              <a:rPr lang="en-US" sz="2800" dirty="0"/>
              <a:t>"The soul that on Jesus has leaned for repose,</a:t>
            </a:r>
            <a:br>
              <a:rPr lang="en-US" sz="2800" dirty="0"/>
            </a:br>
            <a:r>
              <a:rPr lang="en-US" sz="2800" dirty="0"/>
              <a:t>I will not, I will not desert to his foes;</a:t>
            </a:r>
            <a:br>
              <a:rPr lang="en-US" sz="2800" dirty="0"/>
            </a:br>
            <a:r>
              <a:rPr lang="en-US" sz="2800" dirty="0"/>
              <a:t>that soul, though all hell should endeavor to shake,</a:t>
            </a:r>
            <a:br>
              <a:rPr lang="en-US" sz="2800" dirty="0"/>
            </a:br>
            <a:r>
              <a:rPr lang="en-US" sz="2800" dirty="0"/>
              <a:t>I'll never, no never, no never forsake."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97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#243 How Firm A Foundation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#243 How Firm A Foundation</dc:title>
  <dc:creator>Eric Hoogendoorn</dc:creator>
  <cp:lastModifiedBy>Eric Hoogendoorn</cp:lastModifiedBy>
  <cp:revision>1</cp:revision>
  <dcterms:created xsi:type="dcterms:W3CDTF">2020-06-13T02:10:46Z</dcterms:created>
  <dcterms:modified xsi:type="dcterms:W3CDTF">2020-06-13T02:11:12Z</dcterms:modified>
</cp:coreProperties>
</file>