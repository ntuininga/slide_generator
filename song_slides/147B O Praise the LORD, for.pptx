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2" r:id="rId2"/>
    <p:sldId id="292" r:id="rId3"/>
    <p:sldId id="293" r:id="rId4"/>
    <p:sldId id="291" r:id="rId5"/>
    <p:sldId id="3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2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7A6A4-C395-4981-9A1A-43F62C79D440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8198C-18CE-4992-9B8B-B1216DCD2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9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03AC-0299-45DC-A268-0D3C200D6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3E284-88B3-4932-AD42-7CDD23F8B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2FC09-FCA3-4E77-80F7-D1641FEE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7AC7-1D3D-45D3-B249-231423B9332E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BDBC3-1E01-41CD-B76F-F97BE085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575D5-A174-44C4-A19F-C4567D47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8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680B-8B86-449F-BEC2-F8EFE2BA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F0EF-6376-459C-8518-5FD9EBF7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E34D-30F2-4C2C-9EC5-00545349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5AEC-E738-4785-B5F7-B8C62E90ECBF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56EDF-D6FB-4630-97F8-C0777CAD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2C39-331E-4677-A218-661CAC5E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2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CABE-B716-4C6A-857A-38C416D6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9480-089B-4820-804D-1BBFD3CA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2B3DC-1D99-4E31-8BB6-E92EAC06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33EF-9A11-4BC1-8812-47E9E60F7A36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1400F-BA90-4CD3-8CA5-06424C81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C246D-A944-45DF-B427-C3AFC1BE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6EB6-533E-4975-8092-A4682D8D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260E-280B-4CA9-A0BF-C7F523715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6533B-489F-432F-AB52-A40106F72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0FC5A-C5A6-40A3-A75D-9E2D4608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C758-E8C4-4D6B-8A84-17F8711AA6E1}" type="datetime1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7EE8A-7FB6-489D-90A5-96090F66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56277-2BF2-4029-9940-088B162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3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8B8F-D995-4823-A521-2CEAABDA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59597-5F25-4EFA-9C0A-0D842CC4F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438C9-0E6E-4D10-9086-646449086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FA2D0-E41D-4D31-B832-C926A5BA3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3A0DC-9B89-41AA-90DE-24F465F86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DB96B-EBA1-4F29-9710-7199EC3E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5AE6-6BF0-41DD-97B1-AC322207C5CD}" type="datetime1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E2748-7D58-4416-8307-78F654B9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C5963-C6B1-4E7E-9760-DF087843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0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FCCA-2F59-43C1-BA29-29A648E8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A4D18-EE97-4C00-8CB8-363A8107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30F4-BC5B-4690-BC16-F70016036CAC}" type="datetime1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63008-0683-440B-90C9-2536EB18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A3E5B-3E5E-4AFC-9A37-734EA84ED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8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6991A-B5F6-4B9E-BBDC-F0877BC0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6ADCF-67FC-4171-B364-A6F2CA47B1C8}" type="datetime1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CC625-29C2-4E15-8070-9B87F16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407B3-2CCC-4745-A9D1-9DC76C83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83A6-3A84-42F1-BC86-3E3105C5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06DD5-C559-4EB6-BC58-3D3C1E1D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1A7D5-9392-4E21-B246-895D8F26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5B781-D8E8-4742-9B85-BB903472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AE9A7-7258-49AE-9427-E0CC3610D794}" type="datetime1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D5187-AFF2-482C-ABAC-DCC6BF46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1ADA7-074C-44F4-B9DC-61569048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1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F7D3-80D8-4196-A202-1DFBED75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9EF6E-0B99-4CB5-A06C-39888E2F2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E6628-1062-4511-8339-910038185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E1298-054E-4392-B29B-4B88538B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001F-11C4-4621-AD9D-22B94CF80E02}" type="datetime1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105DE-3C17-495D-8A87-47D9CF1B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2CFB2-5C3C-4212-ADEC-879DB47F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8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BEEB-6732-4235-9498-7460BE58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04E29-D6A4-4B82-9995-0F18D2278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8CACE-D6E0-4AE6-BC90-3900BFA4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091A-C9BA-4B2D-BB30-34447C61FDA9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AC586-3171-46CD-B3DD-9E89319D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8A5C9-0701-4DC5-A2FC-AB54FD47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7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D457D-BFD5-48DC-9177-4AD7B5350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236E1-5121-4F25-AE8C-8907BEACE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79A75-7763-4C3B-B724-01F77ACC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0F80C-91FA-458C-8611-4AF7AC134FF1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B505-B126-40EC-A794-9BB413BA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90A0-C392-48B5-944F-ADF2A3C0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3A4C4-EA41-4C08-A2A4-45CAAF0C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4C331-3E23-4AF2-8B96-C27D0B35E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D461-64F3-4B96-BE0E-D142E5EE7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112FD-FBA9-414E-AC8A-C6242AA7CE12}" type="datetime1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EBBA-75D3-48C6-92A2-FBE61865E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D0EDC-1626-4CF3-805E-CFCB7652B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5017C-A3C7-421A-905C-8D2238226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3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#147B O Praise the LORD, for It Is 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O praise the Lord, for it is good</a:t>
            </a:r>
          </a:p>
          <a:p>
            <a:pPr lvl="0" algn="ctr"/>
            <a:r>
              <a:rPr lang="en-CA" sz="2800" dirty="0"/>
              <a:t>to sing unto our God;</a:t>
            </a:r>
          </a:p>
          <a:p>
            <a:pPr lvl="0" algn="ctr"/>
            <a:r>
              <a:rPr lang="en-CA" sz="2800" dirty="0"/>
              <a:t>‘tis right and pleasant for his saints</a:t>
            </a:r>
          </a:p>
          <a:p>
            <a:pPr lvl="0" algn="ctr"/>
            <a:r>
              <a:rPr lang="en-CA" sz="2800" dirty="0"/>
              <a:t>to tell his praise abroad.</a:t>
            </a:r>
            <a:br>
              <a:rPr lang="en-CA" sz="2800" dirty="0"/>
            </a:br>
            <a:r>
              <a:rPr lang="en-CA" sz="2800" dirty="0"/>
              <a:t>The Lord builds up Jerusalem; </a:t>
            </a:r>
          </a:p>
          <a:p>
            <a:pPr lvl="0" algn="ctr"/>
            <a:r>
              <a:rPr lang="en-CA" sz="2800" dirty="0"/>
              <a:t>he seeks her exiled sons,</a:t>
            </a:r>
          </a:p>
          <a:p>
            <a:pPr lvl="0" algn="ctr"/>
            <a:r>
              <a:rPr lang="en-CA" sz="2800" dirty="0"/>
              <a:t>He binds their wounds and gently heals</a:t>
            </a:r>
          </a:p>
          <a:p>
            <a:pPr lvl="0" algn="ctr"/>
            <a:r>
              <a:rPr lang="en-CA" sz="2800" dirty="0"/>
              <a:t>the broken-hearted ones.</a:t>
            </a:r>
            <a:br>
              <a:rPr lang="en-CA" sz="2800" dirty="0"/>
            </a:b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Our Lord is great, he calls by name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counts the stars of night;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His wisdom is unsearchable,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wo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ndrous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is his might.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lifts up the poor and meek,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He brings the wicked low.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praise to him and give him thanks;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all his goodness show.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4344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3. </a:t>
            </a:r>
            <a:r>
              <a:rPr lang="en-CA" sz="2800" dirty="0"/>
              <a:t>O praise the Lord in joyful song,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harp your thanks proclaim.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heav’ns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above he fills with clouds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show’rs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earth with rain.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Lord adorns the hills with grass;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gives the beasts their food.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hears the ravens when they cry,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fills their young with good.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8251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4. </a:t>
            </a:r>
            <a:r>
              <a:rPr lang="en-CA" sz="2800" dirty="0"/>
              <a:t>No human might, no earthly pride, </a:t>
            </a:r>
          </a:p>
          <a:p>
            <a:pPr lvl="0" algn="ctr"/>
            <a:r>
              <a:rPr lang="en-CA" sz="2800" dirty="0"/>
              <a:t>delights the Lord above.</a:t>
            </a:r>
            <a:br>
              <a:rPr lang="en-CA" sz="2800" dirty="0"/>
            </a:br>
            <a:r>
              <a:rPr lang="en-CA" sz="2800" dirty="0"/>
              <a:t>In those who fear him he delights,</a:t>
            </a:r>
          </a:p>
          <a:p>
            <a:pPr lvl="0" algn="ctr"/>
            <a:r>
              <a:rPr lang="en-CA" sz="2800" dirty="0"/>
              <a:t>in those who trust his love.</a:t>
            </a:r>
          </a:p>
          <a:p>
            <a:pPr lvl="0" algn="ctr"/>
            <a:r>
              <a:rPr lang="en-CA" sz="2800" dirty="0"/>
              <a:t>O Zion, praise the Lord your God,</a:t>
            </a:r>
          </a:p>
          <a:p>
            <a:pPr lvl="0" algn="ctr"/>
            <a:r>
              <a:rPr lang="en-CA" sz="2800" dirty="0"/>
              <a:t>his wondrous love confess;</a:t>
            </a:r>
          </a:p>
          <a:p>
            <a:pPr lvl="0" algn="ctr"/>
            <a:r>
              <a:rPr lang="en-CA" sz="2800" dirty="0"/>
              <a:t>He is your glory and your strength,</a:t>
            </a:r>
          </a:p>
          <a:p>
            <a:pPr lvl="0" algn="ctr"/>
            <a:r>
              <a:rPr lang="en-CA" sz="2800" dirty="0"/>
              <a:t>he will your children bless.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186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B14F85-85B9-471A-9CD2-CE3677F6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05547-5B2D-4BB2-AEBA-F54008ECA66D}"/>
              </a:ext>
            </a:extLst>
          </p:cNvPr>
          <p:cNvSpPr txBox="1"/>
          <p:nvPr/>
        </p:nvSpPr>
        <p:spPr>
          <a:xfrm>
            <a:off x="2076450" y="1304925"/>
            <a:ext cx="8039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</a:t>
            </a:r>
            <a:r>
              <a:rPr lang="en-CA" sz="2800" dirty="0"/>
              <a:t>. His word to Jacob he declares,</a:t>
            </a:r>
          </a:p>
          <a:p>
            <a:pPr algn="ctr"/>
            <a:r>
              <a:rPr lang="en-CA" sz="2800" dirty="0"/>
              <a:t>to them his judgements show;</a:t>
            </a:r>
          </a:p>
          <a:p>
            <a:pPr algn="ctr"/>
            <a:r>
              <a:rPr lang="en-CA" sz="2800" dirty="0"/>
              <a:t>to Israel, his chosen race,</a:t>
            </a:r>
          </a:p>
          <a:p>
            <a:pPr algn="ctr"/>
            <a:r>
              <a:rPr lang="en-CA" sz="2800" dirty="0"/>
              <a:t>he makes his statues known.</a:t>
            </a:r>
          </a:p>
          <a:p>
            <a:pPr algn="ctr"/>
            <a:r>
              <a:rPr lang="en-CA" sz="2800" dirty="0"/>
              <a:t>No other nation is so blest;</a:t>
            </a:r>
          </a:p>
          <a:p>
            <a:pPr algn="ctr"/>
            <a:r>
              <a:rPr lang="en-CA" sz="2800" dirty="0"/>
              <a:t>they do not know his law;</a:t>
            </a:r>
          </a:p>
          <a:p>
            <a:pPr algn="ctr"/>
            <a:r>
              <a:rPr lang="en-CA" sz="2800" dirty="0"/>
              <a:t>O Zion, praise the LORD your God,</a:t>
            </a:r>
          </a:p>
          <a:p>
            <a:pPr algn="ctr"/>
            <a:r>
              <a:rPr lang="en-CA" sz="2800" dirty="0"/>
              <a:t>his praise proclaim with awe!</a:t>
            </a:r>
          </a:p>
        </p:txBody>
      </p:sp>
    </p:spTree>
    <p:extLst>
      <p:ext uri="{BB962C8B-B14F-4D97-AF65-F5344CB8AC3E}">
        <p14:creationId xmlns:p14="http://schemas.microsoft.com/office/powerpoint/2010/main" val="213363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352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#147B O Praise the LORD, for It Is Good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#147B O Praise the LORD, for It Is Good</dc:title>
  <dc:creator>Eric Hoogendoorn</dc:creator>
  <cp:lastModifiedBy>Eric Hoogendoorn</cp:lastModifiedBy>
  <cp:revision>3</cp:revision>
  <dcterms:created xsi:type="dcterms:W3CDTF">2020-04-25T02:27:48Z</dcterms:created>
  <dcterms:modified xsi:type="dcterms:W3CDTF">2020-10-16T15:18:22Z</dcterms:modified>
</cp:coreProperties>
</file>