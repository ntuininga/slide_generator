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69B2-E3CB-48DF-B921-C1588209E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5A550-1B65-4E46-A66B-3E88B0197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BE99A-7E5A-4608-9D50-05F7B650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DCE78-A607-4F66-B8F0-CC861E1C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4946-6D85-458D-A1FD-C0967202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568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9AA7-556E-415B-B93E-C5F2E316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9013-083F-4A13-AB89-280C4B00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37BC-A69B-4EF2-8ADB-4F7B9F21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4E99-15B5-4ADA-A23A-869DF195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C28C3-FB5C-4ED6-AEA0-C654DC80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834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4D15-819E-45DF-9DE9-0318E17A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D7DA-63F5-4363-AE78-620CD83E1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B0B0B-354A-4998-8783-81E619E1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8CA37-4541-49B3-A7E8-299FE72D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7A92-5870-4532-8923-1FED152C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35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B56-837C-4E1A-B533-C181E2AA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0127-8BE3-4B9A-9F5B-B5C62294A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D2E1E-C4F2-4B25-833F-0BDC26514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256F-E503-4A77-BBD8-E0938FD7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0493F-7EB4-4CEE-BC6C-10121E39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7793F-FC74-4CD9-BE85-650C3746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677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02AD-7ED1-462A-97A0-B47C4F5A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DA911-FA86-4797-9856-167122C5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E31ED-403E-465E-AE16-7E69508C4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A2B11-8446-427E-9D85-36BFA8FE3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F01AB-43A5-4D3A-8386-BE5B63C9A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8B73D-D0CC-4966-8A30-4C29D48E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65131-D3A6-4521-BA4D-14A109E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A94FA-424D-43CF-87AC-A3E8A2E4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040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4B26-9968-4A89-B641-900AAF1D1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1D087-DE11-4C3A-A586-367F9246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64A2F-E8BA-4EB0-9A08-637F3164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8A55C-B968-4E80-A5C4-374D0056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24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54E0E-E1C9-48BF-93DF-61654020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429E5-3628-4FAA-A6BE-91AFC831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379B3-C05F-42B9-BA21-B86AB9A6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609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1CBB-C4D5-4F34-8506-7824F329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EF86E-9F1C-4E9E-B0BE-C649608EF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3181-C2CD-49AC-BC22-CE538A994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576D8-E4C8-431E-B2E0-88E1C5A5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05FC8-C5EB-4EF9-993D-01536C26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B3C58-D566-4FFB-89B9-19E6EEB5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723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F490-3C81-4A0D-B24E-31E1E199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04F0A-2520-467F-B8E3-D3451F964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1E8AA-DF3A-429B-A0A5-5D054BE46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919FC-7EBE-47C0-B349-03DCD93A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D36E3-97E1-4455-A684-BE738809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E2842-CEFA-4D34-8904-199E6352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264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BFD7-B0A5-4AE3-97A7-8DB0F39D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01913-B394-45C3-89ED-DF4D001D6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DCBE4-2622-418E-A255-8262D25E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7F2F-EA80-414F-85BA-2B24CB07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C57A-A71A-4216-B93F-811683F1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8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AEE521-7A6B-4F62-836C-3590AA4BC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C8CD3-F4CE-4FA7-89AB-529F7ECE4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44751-A4A1-475E-A496-FAF36547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4C59-37C2-4A07-9B22-C1EE07A5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7C690-7417-4AAF-9F74-88ED8CDF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77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BD94A-3D25-4D95-B32C-FB56608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CAECB-5D2E-409D-A033-48B45E84E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14AC-C2C1-4153-A197-C91B5CD48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7885C-9CEC-4B7B-9D01-84BE98ACF348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C6F9-E684-472A-9958-745115822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354A-EB30-4D7B-8145-FC7A3D974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3D69F-B8CB-48E2-8F86-D75DB755F2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59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0BA03C-E590-439F-911F-6D22FC2FEF59}"/>
              </a:ext>
            </a:extLst>
          </p:cNvPr>
          <p:cNvSpPr txBox="1"/>
          <p:nvPr/>
        </p:nvSpPr>
        <p:spPr>
          <a:xfrm>
            <a:off x="1057275" y="314325"/>
            <a:ext cx="10077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i="1" dirty="0">
                <a:solidFill>
                  <a:prstClr val="black"/>
                </a:solidFill>
                <a:latin typeface="Calibri Light" panose="020F0302020204030204"/>
              </a:rPr>
              <a:t>#571 Gloria Patri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34518-537E-4E62-9552-4DAF26EBF73F}"/>
              </a:ext>
            </a:extLst>
          </p:cNvPr>
          <p:cNvSpPr txBox="1"/>
          <p:nvPr/>
        </p:nvSpPr>
        <p:spPr>
          <a:xfrm>
            <a:off x="2305050" y="2305615"/>
            <a:ext cx="7581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Glory be to the Father,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to the Son, and to the Holy Ghost;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it was in the beginning,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now, and ever shall be,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world without end. Amen,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46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2021-03-12T20:24:31Z</dcterms:created>
  <dcterms:modified xsi:type="dcterms:W3CDTF">2021-06-05T20:13:13Z</dcterms:modified>
</cp:coreProperties>
</file>