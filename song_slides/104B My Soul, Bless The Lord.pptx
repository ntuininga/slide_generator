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2" r:id="rId2"/>
    <p:sldId id="323" r:id="rId3"/>
    <p:sldId id="329" r:id="rId4"/>
    <p:sldId id="330" r:id="rId5"/>
    <p:sldId id="331" r:id="rId6"/>
    <p:sldId id="332" r:id="rId7"/>
    <p:sldId id="324" r:id="rId8"/>
    <p:sldId id="333" r:id="rId9"/>
    <p:sldId id="32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36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8B374-0B99-43C6-BE8B-849CE66446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75E4CA-4BFD-45D6-94C5-37951BD62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49619B-96F2-40C6-B5CD-A702D0654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3DDCF-0CE3-42BD-9782-3B6E732ECD6D}" type="datetimeFigureOut">
              <a:rPr lang="en-US" smtClean="0"/>
              <a:t>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0B7FA4-CF4F-47B1-8342-DC4636C06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934155-B004-4EA5-B119-4A4A785DB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FD4BC-7202-40CB-8A0C-66A77262F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854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CE283-7ACA-4DA0-8606-30CD1E900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4871C4-152B-47F2-A40D-D267518B53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5804FE-7B56-40FF-93F4-E59948583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3DDCF-0CE3-42BD-9782-3B6E732ECD6D}" type="datetimeFigureOut">
              <a:rPr lang="en-US" smtClean="0"/>
              <a:t>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FB6B5E-6BA1-4B9B-A0D9-54D87DD12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34F0AE-8AF1-4E7E-9963-24DA85490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FD4BC-7202-40CB-8A0C-66A77262F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264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8B7C7-19E9-4B52-8E53-52DE20D4A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E66B19-26DB-4BFA-A735-D2804F8525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F08A5C-7AD5-4174-BFAF-7B8A6C197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3DDCF-0CE3-42BD-9782-3B6E732ECD6D}" type="datetimeFigureOut">
              <a:rPr lang="en-US" smtClean="0"/>
              <a:t>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EFA6F5-926D-4473-86A2-47A9FA5F6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DF16C6-1062-48C7-A3CB-1C0F5E411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FD4BC-7202-40CB-8A0C-66A77262F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000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E432B-4C46-4BBA-90F6-0E0055202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74FA37-10BB-4575-81DD-1650BD5D00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189756-9688-44BB-8EA9-413A4BB260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2C6277-6FD8-40D7-B7FA-4B04D6605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3DDCF-0CE3-42BD-9782-3B6E732ECD6D}" type="datetimeFigureOut">
              <a:rPr lang="en-US" smtClean="0"/>
              <a:t>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32B3CF-14C8-4824-A7A2-FC0555A9D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F8DE77-A980-4620-99FC-B64856BC7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FD4BC-7202-40CB-8A0C-66A77262F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477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6AA96-407D-476B-91D2-F4F45E289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8C7C6A-068A-4455-A2D2-A1D947B7E0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342CC-A008-40DD-9416-0AE0797B9E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B54375-2CE7-4902-A24F-208EB04EAB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149EFB-96EE-44F2-9A4C-080FA3C82D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28EB09-F30D-42CA-B565-917F1E4B7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3DDCF-0CE3-42BD-9782-3B6E732ECD6D}" type="datetimeFigureOut">
              <a:rPr lang="en-US" smtClean="0"/>
              <a:t>1/26/2025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17E123-7A9A-49CA-8193-3C9755880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25C763-A374-4ACA-B280-DB5CA3730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FD4BC-7202-40CB-8A0C-66A77262F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51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1E81B-8950-47ED-9E99-F9A84967A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152CC-B7ED-4595-86F7-79F7B0DB1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3DDCF-0CE3-42BD-9782-3B6E732ECD6D}" type="datetimeFigureOut">
              <a:rPr lang="en-US" smtClean="0"/>
              <a:t>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51355E-9B1D-4D13-985A-F2E093D13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A9312D-A75B-4D4A-A485-850F29C77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FD4BC-7202-40CB-8A0C-66A77262F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915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818A3C-8752-4DF3-B550-91BBADCDC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3DDCF-0CE3-42BD-9782-3B6E732ECD6D}" type="datetimeFigureOut">
              <a:rPr lang="en-US" smtClean="0"/>
              <a:t>1/26/2025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C0C199-8E94-4B75-877B-837DD9A9B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AD041F-1E64-4804-9DA9-BEC9DA4BA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FD4BC-7202-40CB-8A0C-66A77262F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841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6AD44-336E-4E7C-B8C4-3688EBB80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B37E67-6F36-4D3C-8DFC-9ABD4753DA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A741C7-0D7D-41D0-8C78-F5DDB0B52F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7BB68F-FAF9-4A8F-BF79-DA83B0298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3DDCF-0CE3-42BD-9782-3B6E732ECD6D}" type="datetimeFigureOut">
              <a:rPr lang="en-US" smtClean="0"/>
              <a:t>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84FDE9-D030-4B88-937B-FB45E2234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855CF4-0978-4B95-8590-FF6C14A9C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FD4BC-7202-40CB-8A0C-66A77262F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844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67D80-C317-4320-ADBA-EECA682AE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BFEB13-DDAA-4EEF-B6DB-F135EBC7C5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D3A9ED-AAD8-48D6-AE07-372D15B037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91253F-62BA-4DF7-8672-A4F4979A6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3DDCF-0CE3-42BD-9782-3B6E732ECD6D}" type="datetimeFigureOut">
              <a:rPr lang="en-US" smtClean="0"/>
              <a:t>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6560B9-B074-416A-8AB0-858C3DB4E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39474C-D1CF-4EA1-865F-96028C9B9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FD4BC-7202-40CB-8A0C-66A77262F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710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7DDD2-E05C-462A-8FE3-6BE683543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F71F5D-FCAC-492F-9570-378082BFD2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74A55C-37C5-4BC0-9EE2-FBB95F618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3DDCF-0CE3-42BD-9782-3B6E732ECD6D}" type="datetimeFigureOut">
              <a:rPr lang="en-US" smtClean="0"/>
              <a:t>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A0D9A9-0C74-45C8-86E0-0A08BB3AB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E3AFB3-6A6A-4287-8541-6C751F5C2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FD4BC-7202-40CB-8A0C-66A77262F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180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8C8648-BF4F-4F2B-9B12-DEB107B97B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DF95F9-662E-4C71-9FD9-94248CE8E9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FCCD36-0FEC-4960-9AC9-0A556DDED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3DDCF-0CE3-42BD-9782-3B6E732ECD6D}" type="datetimeFigureOut">
              <a:rPr lang="en-US" smtClean="0"/>
              <a:t>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6E18E-4713-431C-AC1A-3BAF3C77A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0AAFAE-5173-4AF6-9C45-C7FADE652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FD4BC-7202-40CB-8A0C-66A77262F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210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683D5A-33DA-44D9-871F-BD53FF8C7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E2739E-03F3-48DA-AF58-F95FA7EF13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F96C6E-9914-40FD-8CA5-D43A185979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03DDCF-0CE3-42BD-9782-3B6E732ECD6D}" type="datetimeFigureOut">
              <a:rPr lang="en-US" smtClean="0"/>
              <a:t>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F4242-EA11-45EB-9D42-4DF9DA4015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DC351-0D55-4C92-9E83-5301D6C89C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FFD4BC-7202-40CB-8A0C-66A77262F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53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/>
              <a:t>#104B </a:t>
            </a:r>
            <a:r>
              <a:rPr lang="en-CA" sz="4400" i="1" dirty="0"/>
              <a:t>My Soul, Bless The Lord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1" y="1573596"/>
            <a:ext cx="1219199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 algn="ctr">
              <a:buAutoNum type="arabicPeriod"/>
            </a:pPr>
            <a:r>
              <a:rPr lang="en-US" sz="2800" dirty="0"/>
              <a:t>My soul, bless the LORD! My God, you are great!</a:t>
            </a:r>
          </a:p>
          <a:p>
            <a:pPr lvl="0" algn="ctr"/>
            <a:r>
              <a:rPr lang="en-US" sz="2800" dirty="0"/>
              <a:t>With </a:t>
            </a:r>
            <a:r>
              <a:rPr lang="en-US" sz="2800" dirty="0" err="1"/>
              <a:t>honour</a:t>
            </a:r>
            <a:r>
              <a:rPr lang="en-US" sz="2800" dirty="0"/>
              <a:t> arrayed, majestic in state,</a:t>
            </a:r>
          </a:p>
          <a:p>
            <a:pPr lvl="0" algn="ctr"/>
            <a:r>
              <a:rPr lang="en-US" sz="2800" dirty="0"/>
              <a:t>you cover yourself with a garment of light, </a:t>
            </a:r>
          </a:p>
          <a:p>
            <a:pPr lvl="0" algn="ctr"/>
            <a:r>
              <a:rPr lang="en-US" sz="2800" dirty="0"/>
              <a:t>and stretch out the sky as a curtain by night.</a:t>
            </a:r>
          </a:p>
          <a:p>
            <a:pPr lvl="0" algn="ctr"/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9FD1E3-C827-4B30-A983-F1F0071CB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Crown and Covenant Publications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40978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577607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 </a:t>
            </a:r>
            <a:r>
              <a:rPr lang="en-US" sz="2800" dirty="0"/>
              <a:t>The beams of your courts in waters you laid;</a:t>
            </a:r>
          </a:p>
          <a:p>
            <a:pPr algn="ctr"/>
            <a:r>
              <a:rPr lang="en-US" sz="2800" dirty="0"/>
              <a:t>On wings of the wind your pathway you made.</a:t>
            </a:r>
          </a:p>
          <a:p>
            <a:pPr algn="ctr"/>
            <a:r>
              <a:rPr lang="en-US" sz="2800" dirty="0"/>
              <a:t>The clouds are your chariot; the winds do your will;</a:t>
            </a:r>
          </a:p>
          <a:p>
            <a:pPr algn="ctr"/>
            <a:r>
              <a:rPr lang="en-US" sz="2800" dirty="0"/>
              <a:t>The flames and the lightnings your pleasure fulfill.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DF8F26-9D03-499C-A10E-B6219B0CD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Crown and Covenant Publications</a:t>
            </a:r>
          </a:p>
        </p:txBody>
      </p:sp>
    </p:spTree>
    <p:extLst>
      <p:ext uri="{BB962C8B-B14F-4D97-AF65-F5344CB8AC3E}">
        <p14:creationId xmlns:p14="http://schemas.microsoft.com/office/powerpoint/2010/main" val="3937316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577607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 </a:t>
            </a:r>
            <a:r>
              <a:rPr lang="en-US" sz="2800" dirty="0"/>
              <a:t>You set earth’s foundations firm and secure,</a:t>
            </a:r>
          </a:p>
          <a:p>
            <a:pPr algn="ctr"/>
            <a:r>
              <a:rPr lang="en-US" sz="2800" dirty="0"/>
              <a:t>that earth may, unshaken, ever endure. </a:t>
            </a:r>
          </a:p>
          <a:p>
            <a:pPr algn="ctr"/>
            <a:r>
              <a:rPr lang="en-US" sz="2800" dirty="0"/>
              <a:t>The deep like a garment about it you cast; </a:t>
            </a:r>
          </a:p>
          <a:p>
            <a:pPr algn="ctr"/>
            <a:r>
              <a:rPr lang="en-US" sz="2800" dirty="0"/>
              <a:t>The waters stood high; over mountains they passed.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DF8F26-9D03-499C-A10E-B6219B0CD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Crown and Covenant Publications</a:t>
            </a:r>
          </a:p>
        </p:txBody>
      </p:sp>
    </p:spTree>
    <p:extLst>
      <p:ext uri="{BB962C8B-B14F-4D97-AF65-F5344CB8AC3E}">
        <p14:creationId xmlns:p14="http://schemas.microsoft.com/office/powerpoint/2010/main" val="3338114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577607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7. </a:t>
            </a:r>
            <a:r>
              <a:rPr lang="en-US" sz="2800" dirty="0"/>
              <a:t>You water the hills with rain from your sky,</a:t>
            </a:r>
          </a:p>
          <a:p>
            <a:pPr algn="ctr"/>
            <a:r>
              <a:rPr lang="en-US" sz="2800" dirty="0"/>
              <a:t>With fruit of your works the earth is supplied.</a:t>
            </a:r>
          </a:p>
          <a:p>
            <a:pPr algn="ctr"/>
            <a:r>
              <a:rPr lang="en-US" sz="2800" dirty="0"/>
              <a:t>To nourish the cattle you make grass to grow;</a:t>
            </a:r>
          </a:p>
          <a:p>
            <a:pPr algn="ctr"/>
            <a:r>
              <a:rPr lang="en-US" sz="2800" dirty="0"/>
              <a:t>For man’s daily labor, the plants you bestow.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DF8F26-9D03-499C-A10E-B6219B0CD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Crown and Covenant Publications</a:t>
            </a:r>
          </a:p>
        </p:txBody>
      </p:sp>
    </p:spTree>
    <p:extLst>
      <p:ext uri="{BB962C8B-B14F-4D97-AF65-F5344CB8AC3E}">
        <p14:creationId xmlns:p14="http://schemas.microsoft.com/office/powerpoint/2010/main" val="755730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577607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8. </a:t>
            </a:r>
            <a:r>
              <a:rPr lang="en-US" sz="2800" dirty="0"/>
              <a:t>So man brings forth food by working the ground,</a:t>
            </a:r>
          </a:p>
          <a:p>
            <a:pPr algn="ctr"/>
            <a:r>
              <a:rPr lang="en-US" sz="2800" dirty="0"/>
              <a:t>And wine makes his heart with gladness abound;</a:t>
            </a:r>
          </a:p>
          <a:p>
            <a:pPr algn="ctr"/>
            <a:r>
              <a:rPr lang="en-US" sz="2800" dirty="0"/>
              <a:t>To make his face shine he extracts fragrant oil,</a:t>
            </a:r>
          </a:p>
          <a:p>
            <a:pPr algn="ctr"/>
            <a:r>
              <a:rPr lang="en-US" sz="2800" dirty="0"/>
              <a:t>Makes bread that will strengthen his heart for his toil.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DF8F26-9D03-499C-A10E-B6219B0CD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Crown and Covenant Publications</a:t>
            </a:r>
          </a:p>
        </p:txBody>
      </p:sp>
    </p:spTree>
    <p:extLst>
      <p:ext uri="{BB962C8B-B14F-4D97-AF65-F5344CB8AC3E}">
        <p14:creationId xmlns:p14="http://schemas.microsoft.com/office/powerpoint/2010/main" val="1637709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577607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12. </a:t>
            </a:r>
            <a:r>
              <a:rPr lang="en-US" sz="2800" dirty="0"/>
              <a:t>How many your works which fill all the world,</a:t>
            </a:r>
          </a:p>
          <a:p>
            <a:pPr algn="ctr"/>
            <a:r>
              <a:rPr lang="en-US" sz="2800" dirty="0"/>
              <a:t>All creatures you made in wisdom, O Lord,</a:t>
            </a:r>
          </a:p>
          <a:p>
            <a:pPr algn="ctr"/>
            <a:r>
              <a:rPr lang="en-US" sz="2800" dirty="0"/>
              <a:t>Consider the ocean, how great and how wide,</a:t>
            </a:r>
          </a:p>
          <a:p>
            <a:pPr algn="ctr"/>
            <a:r>
              <a:rPr lang="en-US" sz="2800" dirty="0"/>
              <a:t>Where small and great creatures unnumbered abide!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DF8F26-9D03-499C-A10E-B6219B0CD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Crown and Covenant Publications</a:t>
            </a:r>
          </a:p>
        </p:txBody>
      </p:sp>
    </p:spTree>
    <p:extLst>
      <p:ext uri="{BB962C8B-B14F-4D97-AF65-F5344CB8AC3E}">
        <p14:creationId xmlns:p14="http://schemas.microsoft.com/office/powerpoint/2010/main" val="780588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577607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15.</a:t>
            </a:r>
            <a:r>
              <a:rPr lang="en-CA" sz="2800" dirty="0"/>
              <a:t> O may the Lord’s glory evermore strand!</a:t>
            </a:r>
          </a:p>
          <a:p>
            <a:pPr algn="ctr"/>
            <a:r>
              <a:rPr lang="en-CA" sz="2800" dirty="0"/>
              <a:t>The Lord shall enjoy the works of his hand.</a:t>
            </a:r>
          </a:p>
          <a:p>
            <a:pPr algn="ctr"/>
            <a:r>
              <a:rPr lang="en-CA" sz="2800" dirty="0"/>
              <a:t>He looks on the earth and it trembles in fear;</a:t>
            </a:r>
          </a:p>
          <a:p>
            <a:pPr algn="ctr"/>
            <a:r>
              <a:rPr lang="en-CA" sz="2800" dirty="0"/>
              <a:t>He touches the mountains, the smoke then appears.</a:t>
            </a:r>
            <a:endParaRPr lang="en-US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DF8F26-9D03-499C-A10E-B6219B0CD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Crown and Covenant Publications</a:t>
            </a:r>
          </a:p>
        </p:txBody>
      </p:sp>
    </p:spTree>
    <p:extLst>
      <p:ext uri="{BB962C8B-B14F-4D97-AF65-F5344CB8AC3E}">
        <p14:creationId xmlns:p14="http://schemas.microsoft.com/office/powerpoint/2010/main" val="14738165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A5003-32CD-2314-4B0A-193CC8A7C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711166-DFC7-77B5-92C8-51D46872926F}"/>
              </a:ext>
            </a:extLst>
          </p:cNvPr>
          <p:cNvSpPr txBox="1"/>
          <p:nvPr/>
        </p:nvSpPr>
        <p:spPr>
          <a:xfrm>
            <a:off x="0" y="1577607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16. </a:t>
            </a:r>
            <a:r>
              <a:rPr lang="en-US" sz="2800" dirty="0"/>
              <a:t>As long as I live, the LORD I will praise;</a:t>
            </a:r>
          </a:p>
          <a:p>
            <a:pPr algn="ctr"/>
            <a:r>
              <a:rPr lang="en-US" sz="2800" dirty="0"/>
              <a:t>To God I will sing through all of my days.</a:t>
            </a:r>
          </a:p>
          <a:p>
            <a:pPr algn="ctr"/>
            <a:r>
              <a:rPr lang="en-US" sz="2800" dirty="0"/>
              <a:t>May my meditation be pleasing to him;</a:t>
            </a:r>
          </a:p>
          <a:p>
            <a:pPr algn="ctr"/>
            <a:r>
              <a:rPr lang="en-US" sz="2800" dirty="0"/>
              <a:t>my heart in the LORD then with gladness will brim.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EC2F42-BD9C-586E-0B29-A6BE3D429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Crown and Covenant Publications</a:t>
            </a:r>
          </a:p>
        </p:txBody>
      </p:sp>
    </p:spTree>
    <p:extLst>
      <p:ext uri="{BB962C8B-B14F-4D97-AF65-F5344CB8AC3E}">
        <p14:creationId xmlns:p14="http://schemas.microsoft.com/office/powerpoint/2010/main" val="38213895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577607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17. </a:t>
            </a:r>
            <a:r>
              <a:rPr lang="en-US" sz="2800" dirty="0"/>
              <a:t>Let wicked ones be consumed from the earth,</a:t>
            </a:r>
          </a:p>
          <a:p>
            <a:pPr algn="ctr"/>
            <a:r>
              <a:rPr lang="en-US" sz="2800" dirty="0"/>
              <a:t>may sinners exist no longer henceforth.</a:t>
            </a:r>
          </a:p>
          <a:p>
            <a:pPr algn="ctr"/>
            <a:r>
              <a:rPr lang="en-US" sz="2800" dirty="0"/>
              <a:t>My soul, bless the LORD! May his name be adored!</a:t>
            </a:r>
          </a:p>
          <a:p>
            <a:pPr algn="ctr"/>
            <a:r>
              <a:rPr lang="en-US" sz="2800" dirty="0"/>
              <a:t>O sing hallelujah! Give praise to the LORD!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DF8F26-9D03-499C-A10E-B6219B0CD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Crown and Covenant Publications</a:t>
            </a:r>
          </a:p>
        </p:txBody>
      </p:sp>
    </p:spTree>
    <p:extLst>
      <p:ext uri="{BB962C8B-B14F-4D97-AF65-F5344CB8AC3E}">
        <p14:creationId xmlns:p14="http://schemas.microsoft.com/office/powerpoint/2010/main" val="23105194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427</Words>
  <Application>Microsoft Office PowerPoint</Application>
  <PresentationFormat>Widescreen</PresentationFormat>
  <Paragraphs>46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#104B My Soul, Bless The Lord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#104 My Soul, Bless The Lord</dc:title>
  <dc:creator>Eric Hoogendoorn</dc:creator>
  <cp:lastModifiedBy>Neil Tuininga</cp:lastModifiedBy>
  <cp:revision>5</cp:revision>
  <dcterms:created xsi:type="dcterms:W3CDTF">2020-08-14T23:57:56Z</dcterms:created>
  <dcterms:modified xsi:type="dcterms:W3CDTF">2025-01-26T15:32:42Z</dcterms:modified>
</cp:coreProperties>
</file>