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0" r:id="rId2"/>
    <p:sldId id="351" r:id="rId3"/>
    <p:sldId id="352" r:id="rId4"/>
    <p:sldId id="35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D4992-0394-44B8-A829-F8514828B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477C1-3FAB-4086-935D-C8CAD3B6A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0642B-198B-46E8-A98C-5D7D96F81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8B25-5169-4712-A874-78AC97D6EF04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9651B-DCF4-427A-98E8-7F6C0139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11E26-B1D5-4390-9868-63BC6F51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363B4-9CA6-464F-8A6E-7A497F211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3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24A7F-578C-4474-84EA-755D3471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E16E3-6EAD-486C-9E94-ECAC2147E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58096-951D-4929-9CAC-300FB58F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8B25-5169-4712-A874-78AC97D6EF04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2461E-D40B-44B0-A6D9-3A2F7916B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7EBE6-DED4-46BB-88BF-36CF76AA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363B4-9CA6-464F-8A6E-7A497F211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7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3453-EC93-4A56-84D7-A35F82CC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CB5B7-1B2F-4D9A-B19A-B287E3DEE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9F16C-796C-4AF5-B627-F76BEF764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8B25-5169-4712-A874-78AC97D6EF04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45771-FE9A-4C7E-BD92-4A6858EC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85ED3-8AF5-47E6-96B1-FE4C7F72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363B4-9CA6-464F-8A6E-7A497F211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8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7D82-77CA-4489-8E8C-A10E16F92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1B27A-32F4-40DC-A089-CC3E4616E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B1DB15-7E7A-4DC0-AEAA-79B6D5651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71260-401D-49F2-9D41-B2EA7BFC2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8B25-5169-4712-A874-78AC97D6EF04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997B6-8CE0-4D5A-9866-78A58B48F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923EE-3018-4BF9-B1EB-68A481A6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363B4-9CA6-464F-8A6E-7A497F211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3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21B6A-FFEA-4752-8B80-200AE1FFC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118FA-28B5-44E6-AB69-F1CE150ED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C8DE2-CED3-4FE3-9D2F-763BA35E3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A04A3-75E1-4F2B-9841-AD18E4922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A2A6CD-16FD-44D8-8535-3D65042D7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AFF4CE-BF29-46D7-886F-B790903F7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8B25-5169-4712-A874-78AC97D6EF04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011D8-E572-422E-B9F9-E301B7B6A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35CDA9-D418-4F45-BCC4-0BA5F4F1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363B4-9CA6-464F-8A6E-7A497F211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56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9A2FE-3D33-4CF6-8D9C-595EB28B1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B9A620-4EB5-4BE7-8600-7B65A203A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8B25-5169-4712-A874-78AC97D6EF04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4D3794-8567-4CFE-A017-62707D2E6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B3D06-76C5-47D8-8CAF-E863FDF8D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363B4-9CA6-464F-8A6E-7A497F211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438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3F057-EA65-4794-8DAE-C238728A7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8B25-5169-4712-A874-78AC97D6EF04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3C6DA-BA42-4E3E-8245-9F508A8C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02013-B345-4162-8738-EE3FF78E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363B4-9CA6-464F-8A6E-7A497F211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38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157D-F98B-44A2-90AB-CBC40F7FC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99DEB-78F5-4300-9949-5A19D832B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F5003-5A46-4CA3-8A6D-E0B3967FF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C40C6-F7A6-49A7-BF27-FB9C35D83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8B25-5169-4712-A874-78AC97D6EF04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B08BC-31AF-4CF7-AE15-7BB084429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03B72-D386-44B5-8316-9D0DAD4D3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363B4-9CA6-464F-8A6E-7A497F211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2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47754-661F-4F63-9458-1CF83B62C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1B27C6-4A74-4A83-AA7F-4A7530DA9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310F5-D036-44A6-8F54-FDC8D948D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7CA1D-776D-4D33-AD9A-3647B2572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8B25-5169-4712-A874-78AC97D6EF04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0DE5F-1E98-46E9-BE55-F47BCB96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69DB0-E079-453E-90ED-AE877EE6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363B4-9CA6-464F-8A6E-7A497F211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81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5A12-C9BC-43FC-BCBD-13AC3BBD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A1E7A-1A77-4DE2-8779-5AFB3B7E0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2A2BA-3EE1-45A8-9794-59197460C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8B25-5169-4712-A874-78AC97D6EF04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E2AD-2C80-42E3-B9A9-4DF7496C8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9DE90-0F35-4A20-88DF-D6303A1F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363B4-9CA6-464F-8A6E-7A497F211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69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CD9F94-C9A0-46B1-83DC-8D5421B51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DFD92-C814-4B0C-A977-AB8089F43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0D3D0-9DF1-4455-AFC4-49C2D0DD0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8B25-5169-4712-A874-78AC97D6EF04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94262-8AB5-42B5-960A-012B61A1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CC6CB-477F-4A3D-A48E-281868A6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363B4-9CA6-464F-8A6E-7A497F211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03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4A5BA-7C75-4597-A137-CEEA80FE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FB7F6-B242-4BF7-A5F1-36D09A6A0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7148D-1F29-4017-BDBC-895FADB133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88B25-5169-4712-A874-78AC97D6EF04}" type="datetimeFigureOut">
              <a:rPr lang="en-US" smtClean="0"/>
              <a:t>8/29/2020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A9687-649D-4C47-886D-F695869B1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36727-D196-46AF-AACB-204A7D3EC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363B4-9CA6-464F-8A6E-7A497F211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1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Be still, my soul: the Lord is on your side;</a:t>
            </a:r>
            <a:br>
              <a:rPr lang="en-US" sz="2800" dirty="0"/>
            </a:br>
            <a:r>
              <a:rPr lang="en-US" sz="2800" dirty="0"/>
              <a:t>bear patiently the cross of grief or pain;</a:t>
            </a:r>
            <a:br>
              <a:rPr lang="en-US" sz="2800" dirty="0"/>
            </a:br>
            <a:r>
              <a:rPr lang="en-US" sz="2800" dirty="0"/>
              <a:t>leave to your God to order and provide;</a:t>
            </a:r>
            <a:br>
              <a:rPr lang="en-US" sz="2800" dirty="0"/>
            </a:br>
            <a:r>
              <a:rPr lang="en-US" sz="2800" dirty="0"/>
              <a:t>in </a:t>
            </a:r>
            <a:r>
              <a:rPr lang="en-US" sz="2800" dirty="0" err="1"/>
              <a:t>ev'ry</a:t>
            </a:r>
            <a:r>
              <a:rPr lang="en-US" sz="2800" dirty="0"/>
              <a:t> change he faithful will remain.</a:t>
            </a:r>
            <a:br>
              <a:rPr lang="en-US" sz="2800" dirty="0"/>
            </a:br>
            <a:r>
              <a:rPr lang="en-US" sz="2800" dirty="0"/>
              <a:t>Be still, my soul: your best, your </a:t>
            </a:r>
            <a:r>
              <a:rPr lang="en-US" sz="2800" dirty="0" err="1"/>
              <a:t>heav'nly</a:t>
            </a:r>
            <a:r>
              <a:rPr lang="en-US" sz="2800" dirty="0"/>
              <a:t> Friend</a:t>
            </a:r>
            <a:br>
              <a:rPr lang="en-US" sz="2800" dirty="0"/>
            </a:br>
            <a:r>
              <a:rPr lang="en-US" sz="2800" dirty="0"/>
              <a:t>through thorny ways leads to a joyful end.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Breitkopf &amp; Härtel, Wiesbaden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#532 Be Still, My Soul</a:t>
            </a:r>
          </a:p>
        </p:txBody>
      </p:sp>
    </p:spTree>
    <p:extLst>
      <p:ext uri="{BB962C8B-B14F-4D97-AF65-F5344CB8AC3E}">
        <p14:creationId xmlns:p14="http://schemas.microsoft.com/office/powerpoint/2010/main" val="655825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 </a:t>
            </a:r>
            <a:r>
              <a:rPr lang="en-US" sz="2800" dirty="0"/>
              <a:t>Be still, my soul: your God will undertake</a:t>
            </a:r>
            <a:br>
              <a:rPr lang="en-US" sz="2800" dirty="0"/>
            </a:br>
            <a:r>
              <a:rPr lang="en-US" sz="2800" dirty="0"/>
              <a:t>to guide the future as he has the past.</a:t>
            </a:r>
            <a:br>
              <a:rPr lang="en-US" sz="2800" dirty="0"/>
            </a:br>
            <a:r>
              <a:rPr lang="en-US" sz="2800" dirty="0"/>
              <a:t>Your hope, your confidence let nothing shake;</a:t>
            </a:r>
            <a:br>
              <a:rPr lang="en-US" sz="2800" dirty="0"/>
            </a:br>
            <a:r>
              <a:rPr lang="en-US" sz="2800" dirty="0"/>
              <a:t>all now mysterious shall be bright at last.</a:t>
            </a:r>
            <a:br>
              <a:rPr lang="en-US" sz="2800" dirty="0"/>
            </a:br>
            <a:r>
              <a:rPr lang="en-US" sz="2800" dirty="0"/>
              <a:t>Be still, my soul: the waves and winds still know</a:t>
            </a:r>
            <a:br>
              <a:rPr lang="en-US" sz="2800" dirty="0"/>
            </a:br>
            <a:r>
              <a:rPr lang="en-US" sz="2800" dirty="0"/>
              <a:t>his voice who ruled them while he dwelt below.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Breitkopf &amp; Härtel, Wiesbaden</a:t>
            </a:r>
          </a:p>
        </p:txBody>
      </p:sp>
    </p:spTree>
    <p:extLst>
      <p:ext uri="{BB962C8B-B14F-4D97-AF65-F5344CB8AC3E}">
        <p14:creationId xmlns:p14="http://schemas.microsoft.com/office/powerpoint/2010/main" val="358880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 </a:t>
            </a:r>
            <a:r>
              <a:rPr lang="en-US" sz="2800" dirty="0"/>
              <a:t>Be still, my soul: when dearest friends depart,</a:t>
            </a:r>
            <a:br>
              <a:rPr lang="en-US" sz="2800" dirty="0"/>
            </a:br>
            <a:r>
              <a:rPr lang="en-US" sz="2800" dirty="0"/>
              <a:t>and all is darkened in the vale of tears,</a:t>
            </a:r>
            <a:br>
              <a:rPr lang="en-US" sz="2800" dirty="0"/>
            </a:br>
            <a:r>
              <a:rPr lang="en-US" sz="2800" dirty="0"/>
              <a:t>then shall you better know his love, his heart,</a:t>
            </a:r>
            <a:br>
              <a:rPr lang="en-US" sz="2800" dirty="0"/>
            </a:br>
            <a:r>
              <a:rPr lang="en-US" sz="2800" dirty="0"/>
              <a:t>who comes to soothe your sorrow and your fears.</a:t>
            </a:r>
            <a:br>
              <a:rPr lang="en-US" sz="2800" dirty="0"/>
            </a:br>
            <a:r>
              <a:rPr lang="en-US" sz="2800" dirty="0"/>
              <a:t>Be still, my soul: your Jesus can repay</a:t>
            </a:r>
            <a:br>
              <a:rPr lang="en-US" sz="2800" dirty="0"/>
            </a:br>
            <a:r>
              <a:rPr lang="en-US" sz="2800" dirty="0"/>
              <a:t>from his own fullness all he takes away.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Breitkopf &amp; Härtel, Wiesbaden</a:t>
            </a:r>
          </a:p>
        </p:txBody>
      </p:sp>
    </p:spTree>
    <p:extLst>
      <p:ext uri="{BB962C8B-B14F-4D97-AF65-F5344CB8AC3E}">
        <p14:creationId xmlns:p14="http://schemas.microsoft.com/office/powerpoint/2010/main" val="2820999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 </a:t>
            </a:r>
            <a:r>
              <a:rPr lang="en-US" sz="2800" dirty="0"/>
              <a:t>Be still, my soul: the hour is </a:t>
            </a:r>
            <a:r>
              <a:rPr lang="en-US" sz="2800" dirty="0" err="1"/>
              <a:t>hast'ning</a:t>
            </a:r>
            <a:r>
              <a:rPr lang="en-US" sz="2800" dirty="0"/>
              <a:t> on</a:t>
            </a:r>
            <a:br>
              <a:rPr lang="en-US" sz="2800" dirty="0"/>
            </a:br>
            <a:r>
              <a:rPr lang="en-US" sz="2800" dirty="0"/>
              <a:t>when we shall be forever with the Lord,</a:t>
            </a:r>
            <a:br>
              <a:rPr lang="en-US" sz="2800" dirty="0"/>
            </a:br>
            <a:r>
              <a:rPr lang="en-US" sz="2800" dirty="0"/>
              <a:t>when disappointment, grief, and fear are gone,</a:t>
            </a:r>
            <a:br>
              <a:rPr lang="en-US" sz="2800" dirty="0"/>
            </a:br>
            <a:r>
              <a:rPr lang="en-US" sz="2800" dirty="0"/>
              <a:t>sorrow forgot, love's purest joys restored.</a:t>
            </a:r>
            <a:br>
              <a:rPr lang="en-US" sz="2800" dirty="0"/>
            </a:br>
            <a:r>
              <a:rPr lang="en-US" sz="2800" dirty="0"/>
              <a:t>Be still, my soul: when change and tears are past,</a:t>
            </a:r>
            <a:br>
              <a:rPr lang="en-US" sz="2800" dirty="0"/>
            </a:br>
            <a:r>
              <a:rPr lang="en-US" sz="2800" dirty="0"/>
              <a:t>all safe and blessed we shall meet at last.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Breitkopf &amp; Härtel, Wiesbaden</a:t>
            </a:r>
          </a:p>
        </p:txBody>
      </p:sp>
    </p:spTree>
    <p:extLst>
      <p:ext uri="{BB962C8B-B14F-4D97-AF65-F5344CB8AC3E}">
        <p14:creationId xmlns:p14="http://schemas.microsoft.com/office/powerpoint/2010/main" val="656314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2020-08-29T15:16:29Z</dcterms:created>
  <dcterms:modified xsi:type="dcterms:W3CDTF">2020-08-29T15:16:49Z</dcterms:modified>
</cp:coreProperties>
</file>