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2" r:id="rId2"/>
    <p:sldId id="323" r:id="rId3"/>
    <p:sldId id="324" r:id="rId4"/>
    <p:sldId id="32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BD744-8654-44EA-883B-3D9B017BDF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87C88-9808-4CC1-BECF-485DDEDAC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AA1AE-A605-484A-8D02-7BB24E818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0452-C180-4D66-B8EB-F300D4BD5101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86747-0DC0-4280-8BF8-0EA2D2E11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964BF-71D4-4311-83E2-3B2416AA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8E5C7-E9D4-4623-8DCD-0A7CEA383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786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507A6-3489-4EB7-97E2-2FFB8A58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07640-BB68-4351-BB8D-3CDBF5A53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1DA1B-88D6-4CE7-A1E2-43AFC8927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0452-C180-4D66-B8EB-F300D4BD5101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401BF-74F7-466D-BB9A-6EC0678DA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EBDD6-7E18-45A4-9C42-123E1BE6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8E5C7-E9D4-4623-8DCD-0A7CEA383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20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2DE0A-9102-4557-AC97-A4A30C79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E7821-A7E5-426A-B89C-A01208AAD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6AB16-6077-4ED0-9981-003CD73F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0452-C180-4D66-B8EB-F300D4BD5101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C810-3970-4EC0-A6C0-FDD63CB52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E9950-41FF-46DF-8186-E2280850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8E5C7-E9D4-4623-8DCD-0A7CEA383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17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11A63-AA1B-4B8D-9525-909EFE756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57FAA-2C4E-41AD-A803-3492E049FF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D7C51-744B-4EB6-9354-C88304141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A7B92-2BBB-405F-A724-E8D58D83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0452-C180-4D66-B8EB-F300D4BD5101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7496E-D47D-4B12-AA8B-4602020C5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09868-0C1C-4238-86A5-7E18A163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8E5C7-E9D4-4623-8DCD-0A7CEA383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24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8CAD-F7E4-4518-8BE2-09B468747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83955-36A5-4F9D-8BBB-1F917E967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1FF5C-D6B0-4664-BF22-99AEAAF19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EEF64-0D92-4B8B-A2FD-D7B17BB6E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584A39-3B90-40BF-BD0C-293B53241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5C5779-6168-410E-8C40-9629E936A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0452-C180-4D66-B8EB-F300D4BD5101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CC01D-BD01-4A64-86FE-56AFB2F58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062ABD-F665-4B70-A62D-4B075A1F0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8E5C7-E9D4-4623-8DCD-0A7CEA383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58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6EDB-A790-461A-8895-275A3F6AD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BD11B2-C2FE-45D3-A4B3-29A04B9A5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0452-C180-4D66-B8EB-F300D4BD5101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D514A-F554-416B-AD3F-C8420FD5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68C54-0457-4E08-A33F-A41E37749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8E5C7-E9D4-4623-8DCD-0A7CEA383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96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E49246-F497-41A3-87B6-304070691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0452-C180-4D66-B8EB-F300D4BD5101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DCD6C-3F8D-477A-8CC4-A6C9EC368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49175-2EA1-4415-9ADF-78ABEC149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8E5C7-E9D4-4623-8DCD-0A7CEA383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80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3DC26-39EC-4154-A7D1-AE7C1C5F4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0915-B0AC-454E-8217-44B0955E9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0CC1C-0211-46B2-AA12-86E7D3D9B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D8144-8AA2-44B5-9446-1A3457A6B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0452-C180-4D66-B8EB-F300D4BD5101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C5063-7B7E-4851-84E3-710CC9FCF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E7A11-E621-4DA5-9261-6C2DFA052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8E5C7-E9D4-4623-8DCD-0A7CEA383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67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F524-41E6-44E2-9D9C-7AD779041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1C4550-4A21-438E-A24E-90E4CBDF8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2F0DF-598C-496E-8C00-5144CF57C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43038-BDEB-43D8-840A-E2C96A3DA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0452-C180-4D66-B8EB-F300D4BD5101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E7BBF-8CE6-4861-87B1-D0468CA6C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6F51E-4E9A-4DBB-BF69-84F7929D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8E5C7-E9D4-4623-8DCD-0A7CEA383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200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066BA-F251-4A61-9634-12DF47DA8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196B0-F791-4E1C-B901-1E5080FE1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1ED30-922C-4E1D-8D44-53745C318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0452-C180-4D66-B8EB-F300D4BD5101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A48D9-1A1E-44C8-9A85-428D18F64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0DC33-89A0-42B9-A368-AA2985B07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8E5C7-E9D4-4623-8DCD-0A7CEA383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8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2E1A0-5941-4D02-95B2-012A450B5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57787-A70C-42CD-BC8C-0312EC22F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A2964-7C00-4985-AEC9-C8526EE7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0452-C180-4D66-B8EB-F300D4BD5101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1F2ED-5DDC-4440-A29B-D0F5FF45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36C11-0119-45BF-90BF-A2DD1BD2A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8E5C7-E9D4-4623-8DCD-0A7CEA383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61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409C6E-F772-4BF8-89F5-E41E44E22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221C8-E87D-49F0-8C90-4F5D55267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46962-0820-4561-8BFB-0E3E409CD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30452-C180-4D66-B8EB-F300D4BD5101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334B3-D1EC-454A-96F9-E8900FD662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9AEC3-DB44-49A5-B87D-EA2432C79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8E5C7-E9D4-4623-8DCD-0A7CEA383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9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#391 Come, O Come, Thou Quickening Spirit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Come, O come, thou </a:t>
            </a:r>
            <a:r>
              <a:rPr lang="en-US" sz="2800" dirty="0" err="1"/>
              <a:t>quick'ning</a:t>
            </a:r>
            <a:r>
              <a:rPr lang="en-US" sz="2800" dirty="0"/>
              <a:t> Spirit,</a:t>
            </a:r>
            <a:br>
              <a:rPr lang="en-US" sz="2800" dirty="0"/>
            </a:br>
            <a:r>
              <a:rPr lang="en-US" sz="2800" dirty="0"/>
              <a:t>God from all eternity!</a:t>
            </a:r>
            <a:br>
              <a:rPr lang="en-US" sz="2800" dirty="0"/>
            </a:br>
            <a:r>
              <a:rPr lang="en-US" sz="2800" dirty="0"/>
              <a:t>May thy power never fail us;</a:t>
            </a:r>
            <a:br>
              <a:rPr lang="en-US" sz="2800" dirty="0"/>
            </a:br>
            <a:r>
              <a:rPr lang="en-US" sz="2800" dirty="0"/>
              <a:t>dwell within us constantly.</a:t>
            </a:r>
            <a:br>
              <a:rPr lang="en-US" sz="2800" dirty="0"/>
            </a:br>
            <a:r>
              <a:rPr lang="en-US" sz="2800" dirty="0"/>
              <a:t>Then shall truth and life and light</a:t>
            </a:r>
            <a:br>
              <a:rPr lang="en-US" sz="2800" dirty="0"/>
            </a:br>
            <a:r>
              <a:rPr lang="en-US" sz="2800" dirty="0"/>
              <a:t>banish all the gloom of night.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FD1E3-C827-4B30-A983-F1F0071C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0978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Grant our hearts in fullest measure</a:t>
            </a:r>
            <a:br>
              <a:rPr lang="en-US" sz="2800" dirty="0"/>
            </a:br>
            <a:r>
              <a:rPr lang="en-US" sz="2800" dirty="0"/>
              <a:t>wisdom, counsel, purity,</a:t>
            </a:r>
            <a:br>
              <a:rPr lang="en-US" sz="2800" dirty="0"/>
            </a:br>
            <a:r>
              <a:rPr lang="en-US" sz="2800" dirty="0"/>
              <a:t>that we ever may be seeking</a:t>
            </a:r>
            <a:br>
              <a:rPr lang="en-US" sz="2800" dirty="0"/>
            </a:br>
            <a:r>
              <a:rPr lang="en-US" sz="2800" dirty="0"/>
              <a:t>only that which </a:t>
            </a:r>
            <a:r>
              <a:rPr lang="en-US" sz="2800" dirty="0" err="1"/>
              <a:t>pleaseth</a:t>
            </a:r>
            <a:r>
              <a:rPr lang="en-US" sz="2800" dirty="0"/>
              <a:t> thee.</a:t>
            </a:r>
            <a:br>
              <a:rPr lang="en-US" sz="2800" dirty="0"/>
            </a:br>
            <a:r>
              <a:rPr lang="en-US" sz="2800" dirty="0"/>
              <a:t>Let thy knowledge spread and grow,</a:t>
            </a:r>
            <a:br>
              <a:rPr lang="en-US" sz="2800" dirty="0"/>
            </a:br>
            <a:r>
              <a:rPr lang="en-US" sz="2800" dirty="0"/>
              <a:t>working error's overthrow.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37316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Show us, Lord, the path of blessing;</a:t>
            </a:r>
            <a:br>
              <a:rPr lang="en-US" sz="2800" dirty="0"/>
            </a:br>
            <a:r>
              <a:rPr lang="en-US" sz="2800" dirty="0"/>
              <a:t>when we trespass on our way,</a:t>
            </a:r>
            <a:br>
              <a:rPr lang="en-US" sz="2800" dirty="0"/>
            </a:br>
            <a:r>
              <a:rPr lang="en-US" sz="2800" dirty="0"/>
              <a:t>cast, O Lord, our sins behind thee</a:t>
            </a:r>
            <a:br>
              <a:rPr lang="en-US" sz="2800" dirty="0"/>
            </a:br>
            <a:r>
              <a:rPr lang="en-US" sz="2800" dirty="0"/>
              <a:t>and be with us day by day.</a:t>
            </a:r>
            <a:br>
              <a:rPr lang="en-US" sz="2800" dirty="0"/>
            </a:br>
            <a:r>
              <a:rPr lang="en-US" sz="2800" dirty="0"/>
              <a:t>Should we stray, O Lord, recall;</a:t>
            </a:r>
            <a:br>
              <a:rPr lang="en-US" sz="2800" dirty="0"/>
            </a:br>
            <a:r>
              <a:rPr lang="en-US" sz="2800" dirty="0"/>
              <a:t>work repentance when we fall.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73816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Holy Spirit, strong and mighty,</a:t>
            </a:r>
            <a:br>
              <a:rPr lang="en-US" sz="2800" dirty="0"/>
            </a:br>
            <a:r>
              <a:rPr lang="en-US" sz="2800" dirty="0"/>
              <a:t>thou who </a:t>
            </a:r>
            <a:r>
              <a:rPr lang="en-US" sz="2800" dirty="0" err="1"/>
              <a:t>makest</a:t>
            </a:r>
            <a:r>
              <a:rPr lang="en-US" sz="2800" dirty="0"/>
              <a:t> all things new,</a:t>
            </a:r>
            <a:br>
              <a:rPr lang="en-US" sz="2800" dirty="0"/>
            </a:br>
            <a:r>
              <a:rPr lang="en-US" sz="2800" dirty="0"/>
              <a:t>make thy work within us perfect</a:t>
            </a:r>
            <a:br>
              <a:rPr lang="en-US" sz="2800" dirty="0"/>
            </a:br>
            <a:r>
              <a:rPr lang="en-US" sz="2800" dirty="0"/>
              <a:t>and the evil foe subdue.</a:t>
            </a:r>
            <a:br>
              <a:rPr lang="en-US" sz="2800" dirty="0"/>
            </a:br>
            <a:r>
              <a:rPr lang="en-US" sz="2800" dirty="0"/>
              <a:t>Grant us weapons for the strife</a:t>
            </a:r>
            <a:br>
              <a:rPr lang="en-US" sz="2800" dirty="0"/>
            </a:br>
            <a:r>
              <a:rPr lang="en-US" sz="2800" dirty="0"/>
              <a:t>and with </a:t>
            </a:r>
            <a:r>
              <a:rPr lang="en-US" sz="2800" dirty="0" err="1"/>
              <a:t>vict'ry</a:t>
            </a:r>
            <a:r>
              <a:rPr lang="en-US" sz="2800" dirty="0"/>
              <a:t> crown our life.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10519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#391 Come, O Come, Thou Quickening Spirit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#391 Come, O Come, Thou Quickening Spirit</dc:title>
  <dc:creator>Eric Hoogendoorn</dc:creator>
  <cp:lastModifiedBy>Eric Hoogendoorn</cp:lastModifiedBy>
  <cp:revision>1</cp:revision>
  <dcterms:created xsi:type="dcterms:W3CDTF">2020-06-13T02:41:49Z</dcterms:created>
  <dcterms:modified xsi:type="dcterms:W3CDTF">2020-06-13T02:42:06Z</dcterms:modified>
</cp:coreProperties>
</file>