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2EBF3-FB35-40A5-B3B4-7824EB434141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13A73-9095-47AC-84E1-D1E12EA0A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626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E7AEA-1D8B-637F-E23A-839D42487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A9376-F452-EF9D-8224-D11BCCC00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FD0B-A160-09DD-4260-3EC19FB2C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37EAB-10D7-4478-9B95-1CBBF6FE3B6D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1AB0D-0FBF-507A-75CD-847E69162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1912; alt; mod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B567E-0216-96CC-CEB9-02EF7595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0303-C1D9-4AB2-AE49-6DF6A1B97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49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ED7D-A52B-8D04-4A2D-169E5A98B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7F64D-3417-7BE7-F015-E5B7EF989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9C6E-C758-DE59-462B-584B2CBDE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2393B-954D-414D-8296-0058536D656D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2F85-6148-BEEA-E199-8039F760C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1912; alt; mod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6895B-D1EA-DDCC-D03D-0595ED2E4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0303-C1D9-4AB2-AE49-6DF6A1B97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17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3D54A-8350-4FE6-F500-EF519BD3B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10A77-04BA-DA9D-EC24-9346F2BD1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E0258-A984-F300-A11B-9E3FFD05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B024E-7E97-4007-87F3-625D7EA6AAC7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E4D56-EE8B-AF6C-79C2-DB4F74BBA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1912; alt; mod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653BC-3E79-1F5A-E02A-EACD037C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0303-C1D9-4AB2-AE49-6DF6A1B97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11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4E85-1A5B-93BA-4293-CE2954292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F92C3-053F-F2B3-2257-5C2AD73CC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5F3AB-BB7F-8A05-B88D-8A732FE65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0FA23-586E-FFB6-7C07-D5518EFAD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BE74-4099-4201-9240-D62C0E6121C5}" type="datetime1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B1B62-86F7-DBE5-4AD8-9D84F9194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1912; alt; mod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60F63-9BEE-01CB-6D5D-F52C33FFF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0303-C1D9-4AB2-AE49-6DF6A1B97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7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E4E21-01EE-8B32-C58B-BECAA662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1DB32-A7F6-0768-7D0E-959C5F658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CD0D2-1C32-15EE-C2D2-14DD8BA6A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4940C5-756E-06B5-68A2-E54E7A5A38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B69BCE-97D2-AD7A-4B57-A0A6EE570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6C18FF-5DF0-E6C8-BD94-8A174602E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B2B36-A062-4E56-BDFA-EFED2072EF6D}" type="datetime1">
              <a:rPr lang="en-US" smtClean="0"/>
              <a:t>3/31/2023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7B681E-1CA5-B392-5AAD-8D6E2EAB4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1912; alt; mod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493369-DB53-8497-5763-BD4266A6D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0303-C1D9-4AB2-AE49-6DF6A1B97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18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15B58-11D2-8EE4-0004-9598B2FD7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238DB7-C3F0-113B-4E68-F0105CFB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9E695-88AE-42F3-93B1-7BE8F7A0B5F8}" type="datetime1">
              <a:rPr lang="en-US" smtClean="0"/>
              <a:t>3/31/2023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B9F680-2F85-DF9A-6A48-B3F08EAB5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1912; alt; mod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E0FD5-A18A-067E-35D6-595F1C9F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0303-C1D9-4AB2-AE49-6DF6A1B97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57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1915E2-5217-0E6D-C60D-2684357B0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3F23-B9FE-4393-8E77-9373EF541BCD}" type="datetime1">
              <a:rPr lang="en-US" smtClean="0"/>
              <a:t>3/31/2023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1306F-26C9-8F55-DDF8-EB2E941D1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1912; alt; mod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5C550-B6E1-1C5E-DE10-A4102333A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0303-C1D9-4AB2-AE49-6DF6A1B97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736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2CF30-9F3B-8C31-918C-D0B863488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842E2-F523-6985-73EA-2DCE4B1BD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EF381-0D41-5224-DB52-7674E5791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5ECA7-17E0-1E4A-34EE-FB1ED7C2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4EA67-4216-41FC-84DA-E8C2A0D7093D}" type="datetime1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EFC07-0BAB-273C-378C-DB1F7B3D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1912; alt; mod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32F08-70C7-3E64-2C4B-324FA785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0303-C1D9-4AB2-AE49-6DF6A1B97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0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83160-8D44-0908-D36D-27886EDA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CA26A9-9E88-BB54-CD8F-EFE9BED11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2F9473-B0D5-10E7-8F9C-B6CDCAD95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55AC4-6B3D-5646-CABB-EEDF69EF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3894-2327-4DF7-85F8-3FC714866CC0}" type="datetime1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6BBDF-C63F-6323-8BA3-27EF4EFB2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1912; alt; mod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AC9D9-2CAE-8733-D769-4426B590C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0303-C1D9-4AB2-AE49-6DF6A1B97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40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8197-B4F2-DF49-CFAB-A044213E3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302E2-53D8-1E24-6FFF-047EF3495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5CA88-79CA-AC98-F5E4-B9AB6B573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EF282-CCEB-45C9-A6A5-6F754DB9A7E4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D44DC-DBA0-4624-9C15-07F7D2B1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1912; alt; mod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6614D-647A-6401-E103-716067363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0303-C1D9-4AB2-AE49-6DF6A1B97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7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D33F7-5168-26A2-6231-AEE6461488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6921B-162B-2ED4-898C-D8C7810B7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225FE-E78D-7C56-D14C-308A81877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EAC45-C4BF-49DD-B945-C95194DB467A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F07D3-43D8-FCDC-CE43-3561C32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1912; alt; mod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2B628-F824-BD88-CD24-8FAB773A4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0303-C1D9-4AB2-AE49-6DF6A1B97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368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2868F5-C994-B5D5-6B55-C848F038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F04FD-C288-3EDC-6761-455092AAE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C0500-7A74-6997-1D9C-08747263FD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3E312-C167-485B-BC1F-BFB1CA31E0C1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88ED8-A2D9-00E7-3A93-8171F04B7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a-DK"/>
              <a:t>The Psalter, 1912; alt; mod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9C137-E214-A424-1341-893FB36D1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E0303-C1D9-4AB2-AE49-6DF6A1B97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0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EA526-D2E6-62BF-2575-985E08135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#199N </a:t>
            </a:r>
            <a:r>
              <a:rPr lang="en-US" i="1" dirty="0"/>
              <a:t>Your Word Sheds Light Upon My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28316-A8CB-FEB3-2C74-8D263D2D3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Your word sheds light upon my path;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 shining lamp, it guides my feet;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your righteous judgments to observe,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my solemn vow I now repeat.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E47F0-0763-4136-BF77-FC0D79AC2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1912; alt; mod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23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BCF3D-A08E-6062-4CF1-814B742AC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Severe affliction, LORD, is mine;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send help according to your word.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Accept my sacrifice of praise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make me know your judgments, LORD.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058D8-5ED1-AD12-5E67-0C29F3809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1912; alt; mod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57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BCF3D-A08E-6062-4CF1-814B742AC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In constant danger is my life,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your righteous law I'll not forget.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have not from your precepts strayed,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despite the snares the wicked set.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28F4AB-42EA-194C-1750-83894472F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1912; alt; mod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17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BCF3D-A08E-6062-4CF1-814B742AC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Your precepts are my heritage;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they daily make my heart rejoice.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keep your statutes faithfully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shall ever be my willing choice.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F2AE3D-913B-E12D-1A5F-1A094630B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1912; alt; mod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1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170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#199N Your Word Sheds Light Upon My Path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199N Your Word Sheds Light Upon My Path</dc:title>
  <dc:creator>Neil</dc:creator>
  <cp:lastModifiedBy>Neil</cp:lastModifiedBy>
  <cp:revision>2</cp:revision>
  <dcterms:created xsi:type="dcterms:W3CDTF">2023-03-31T15:50:45Z</dcterms:created>
  <dcterms:modified xsi:type="dcterms:W3CDTF">2023-03-31T15:54:24Z</dcterms:modified>
</cp:coreProperties>
</file>