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7" r:id="rId2"/>
    <p:sldId id="368" r:id="rId3"/>
    <p:sldId id="369" r:id="rId4"/>
    <p:sldId id="3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19EC-DB19-4BD9-9E71-3713D6519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9D8C6-BDB2-4071-A35C-6AF20B895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B87AB-1BAD-4C38-9F45-88C24F63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E22DC-10B5-43DB-838A-1124265B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95026-5FC7-4BFC-BD33-EBDAF7CB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9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6E541-CE58-41A2-B80E-80DB4A69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C855-197C-4E08-AAD3-06A30B32D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27424-9983-4EBA-BEF4-5BCEF7A2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5BDB-D5AC-4CE0-B51A-3C1F7161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7459-1195-4BF1-9D82-BA727839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1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A7BEB-B0D3-4C3D-84AA-56FBE574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C4FBB-6850-4E89-B608-A2274A62C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81B07-296E-4BB4-8D1D-6BBE750F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5E280-7A90-41DA-BCF1-39AD12C7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CF8D-5D1B-45A3-B12A-F68BFC5B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7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6881-8E9D-441E-822B-FB50C7AD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E023B-792D-410A-A5C9-7B62645DC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00D16-370C-4DE6-8283-38BF898B2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5C36D-7A95-48E0-BE30-8B99EC3E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458E7-D546-4DEE-ACCB-13343C7F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C2166-6D0A-418D-96BB-ED7EB3CC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9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7563-9FAE-4BAB-BE0F-30A040671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7C0CB-85B0-479E-BC98-A31896961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67A40-4865-49C7-9824-E7A73BBE5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D0ACEA-A554-4896-87F5-085B13659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95389-8C97-4FD8-BB58-4566AF01B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19C79-C575-4D20-A4BA-7E61278D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09F39-178F-46F1-BB50-CBA52E2F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7575E-53CE-4366-A198-1F7D5DED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5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650D-39CB-4FD9-9F7C-D128DC31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D6EE1-FFF7-47C2-96AB-CD0177F7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2E781-BDD2-47F5-A143-AA52D95A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0BC33-8C8F-4C4F-BDDE-07D9C45A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C55F5-EB13-40D3-942A-E6D2C67D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C5CF4-2481-471A-93CD-5FD48C37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990C0-BD66-4BB1-927B-7F572F0B5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AFC1-EFC1-45EB-B1AD-4022E72A2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8244D-DB8F-49F5-9464-90903421A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E896D-BB06-4800-B0FD-1B9E7CABF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2DABE-5EEF-49AB-A898-FB9E21A9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3C03D-9B32-4949-A70B-5C7E1F16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9CC82-EB6F-4B5E-BDF0-2AA903FA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7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4F4B-C895-4AAF-BDE9-F14C980D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1725D5-9E76-4369-987B-3C3B046FC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4E13F-B154-4142-8929-31B3FEEDA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34199-25C2-48AD-9167-61CE775F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90FE3-FE77-47D5-8326-948F9B60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914F7-861F-4A1A-B7C0-63FA0A33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F2A3-FC31-4503-B277-47175549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F1544-86BA-43F8-8503-EAF94ED21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A6028-2510-4481-A8A7-92B0309A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11C4E-F5F4-4D33-98FC-1B4818A1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3F80E-4065-4905-A503-4E656778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8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8D140-5CB7-4D12-BDB1-66390CB4E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D6923-4DAE-4706-949E-3FA030ED1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8DB11-6D6D-40B3-87E3-BAB553D2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25212-707E-4702-944A-B3149F97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95C43-1286-4CA3-ABB6-F5CED1C9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7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327D5-D49D-4752-B0FD-26E248FA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D2F7A-837F-4BBD-AA92-0056B6933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583D4-C333-4D40-9690-786DE5346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B8DD7-DABA-44B5-A620-1FAF1AEECFC5}" type="datetimeFigureOut">
              <a:rPr lang="en-US" smtClean="0"/>
              <a:t>9/3/2020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B8BC0-AECB-47B2-894A-58FEFCE43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64981-3CCC-455F-ADFC-9DBD3F6DD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4F17E-FE39-4386-9079-19619E2DD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65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Nearer, still nearer, close to thy heart,</a:t>
            </a:r>
            <a:br>
              <a:rPr lang="en-US" sz="2800" dirty="0"/>
            </a:br>
            <a:r>
              <a:rPr lang="en-US" sz="2800" dirty="0"/>
              <a:t>draw me, my Savior, so precious thou art.</a:t>
            </a:r>
            <a:br>
              <a:rPr lang="en-US" sz="2800" dirty="0"/>
            </a:br>
            <a:r>
              <a:rPr lang="en-US" sz="2800" dirty="0"/>
              <a:t>Fold me, O fold me close to thy breast;</a:t>
            </a:r>
            <a:br>
              <a:rPr lang="en-US" sz="2800" dirty="0"/>
            </a:br>
            <a:r>
              <a:rPr lang="en-US" sz="2800" dirty="0"/>
              <a:t>shelter me safe in that haven of rest,</a:t>
            </a:r>
            <a:br>
              <a:rPr lang="en-US" sz="2800" dirty="0"/>
            </a:br>
            <a:r>
              <a:rPr lang="en-US" sz="2800" dirty="0"/>
              <a:t>shelter me safe in that haven of rest.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#531 Nearer, Still Nearer</a:t>
            </a:r>
          </a:p>
        </p:txBody>
      </p:sp>
    </p:spTree>
    <p:extLst>
      <p:ext uri="{BB962C8B-B14F-4D97-AF65-F5344CB8AC3E}">
        <p14:creationId xmlns:p14="http://schemas.microsoft.com/office/powerpoint/2010/main" val="376407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 </a:t>
            </a:r>
            <a:r>
              <a:rPr lang="en-US" sz="2800" dirty="0"/>
              <a:t>Nearer, still nearer, nothing I bring,</a:t>
            </a:r>
            <a:br>
              <a:rPr lang="en-US" sz="2800" dirty="0"/>
            </a:br>
            <a:r>
              <a:rPr lang="en-US" sz="2800" dirty="0"/>
              <a:t>naught as an </a:t>
            </a:r>
            <a:r>
              <a:rPr lang="en-US" sz="2800" dirty="0" err="1"/>
              <a:t>off'ring</a:t>
            </a:r>
            <a:r>
              <a:rPr lang="en-US" sz="2800" dirty="0"/>
              <a:t> to Jesus my King--</a:t>
            </a:r>
            <a:br>
              <a:rPr lang="en-US" sz="2800" dirty="0"/>
            </a:br>
            <a:r>
              <a:rPr lang="en-US" sz="2800" dirty="0"/>
              <a:t>only my sinful, now contrite heart;</a:t>
            </a:r>
            <a:br>
              <a:rPr lang="en-US" sz="2800" dirty="0"/>
            </a:br>
            <a:r>
              <a:rPr lang="en-US" sz="2800" dirty="0"/>
              <a:t>grant me the cleansing thy blood doth impart,</a:t>
            </a:r>
            <a:br>
              <a:rPr lang="en-US" sz="2800" dirty="0"/>
            </a:br>
            <a:r>
              <a:rPr lang="en-US" sz="2800" dirty="0"/>
              <a:t>grant me the cleansing thy blood doth impart.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8838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Nearer, still nearer, Lord, to be thine,</a:t>
            </a:r>
            <a:br>
              <a:rPr lang="en-US" sz="2800" dirty="0"/>
            </a:br>
            <a:r>
              <a:rPr lang="en-US" sz="2800" dirty="0"/>
              <a:t>sin with its follies I gladly resign,</a:t>
            </a:r>
            <a:br>
              <a:rPr lang="en-US" sz="2800" dirty="0"/>
            </a:br>
            <a:r>
              <a:rPr lang="en-US" sz="2800" dirty="0"/>
              <a:t>all of its pleasures, pomp, and its pride;</a:t>
            </a:r>
            <a:br>
              <a:rPr lang="en-US" sz="2800" dirty="0"/>
            </a:br>
            <a:r>
              <a:rPr lang="en-US" sz="2800" dirty="0"/>
              <a:t>give me but Jesus, my Lord crucified,</a:t>
            </a:r>
            <a:br>
              <a:rPr lang="en-US" sz="2800" dirty="0"/>
            </a:br>
            <a:r>
              <a:rPr lang="en-US" sz="2800" dirty="0"/>
              <a:t>give me but Jesus, my Lord crucified.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1636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 </a:t>
            </a:r>
            <a:r>
              <a:rPr lang="en-US" sz="2800" dirty="0"/>
              <a:t>Nearer, still nearer, while life shall last,</a:t>
            </a:r>
            <a:br>
              <a:rPr lang="en-US" sz="2800" dirty="0"/>
            </a:br>
            <a:r>
              <a:rPr lang="en-US" sz="2800" dirty="0"/>
              <a:t>till safe in glory my anchor is cast;</a:t>
            </a:r>
            <a:br>
              <a:rPr lang="en-US" sz="2800" dirty="0"/>
            </a:br>
            <a:r>
              <a:rPr lang="en-US" sz="2800" dirty="0"/>
              <a:t>through endless ages, ever to be</a:t>
            </a:r>
            <a:br>
              <a:rPr lang="en-US" sz="2800" dirty="0"/>
            </a:br>
            <a:r>
              <a:rPr lang="en-US" sz="2800" dirty="0"/>
              <a:t>nearer, my Savior, still nearer to thee,</a:t>
            </a:r>
            <a:br>
              <a:rPr lang="en-US" sz="2800" dirty="0"/>
            </a:br>
            <a:r>
              <a:rPr lang="en-US" sz="2800" dirty="0"/>
              <a:t>nearer, my Savior, still nearer to thee.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38627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2020-09-04T03:16:53Z</dcterms:created>
  <dcterms:modified xsi:type="dcterms:W3CDTF">2020-09-04T03:17:14Z</dcterms:modified>
</cp:coreProperties>
</file>