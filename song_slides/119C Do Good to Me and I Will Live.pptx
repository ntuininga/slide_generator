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341D7-4E16-4A8D-8659-48CE4AAAF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AAF106-3472-4471-BF84-A71733FCF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18A9F-9AE9-4B12-BA26-88CBBD27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FD6ED-D015-4BAB-8745-FDDDADB78DF2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5FD2C-B4DC-42A6-B431-73A7B2AD3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78C8-7229-4FCE-9C59-F57877771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AA07-4E8E-4558-9A41-779DF058D7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367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A61B-8211-49FC-9EF1-9F45C9CAB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6982A-A6EA-44A6-A18E-9494AB826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DF79B-AA98-483A-B391-5064808FD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FD6ED-D015-4BAB-8745-FDDDADB78DF2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D5F43-DAB1-4893-A009-4B2ED07C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979A0-4550-47CE-9CC7-B8DABF85B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AA07-4E8E-4558-9A41-779DF058D7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1673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17E4-AA42-4190-8B59-A0B917464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BFFFC-A236-4D85-B1DE-1CC84C3C1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3AD54-4499-4B4C-94ED-17482804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FD6ED-D015-4BAB-8745-FDDDADB78DF2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1A380-2F91-4136-BF07-A93122D0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1199B-BF72-42C8-BB8C-30D5930C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AA07-4E8E-4558-9A41-779DF058D7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917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A9AAF-B12A-4010-B59A-E775B5F7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1EDBB-EAD9-401C-9F78-9F6DD6816C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83F30-BF6D-4A9E-9134-7969491B7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679AE-BE47-4CA8-A779-7E755B068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FD6ED-D015-4BAB-8745-FDDDADB78DF2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9D0A6-E168-4478-840E-710CD2ABF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F20C4-B1E8-43F3-815A-0A9C2923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AA07-4E8E-4558-9A41-779DF058D7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862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AE685-6AD4-4692-9378-A11FED2DE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27F1E-7703-41A1-B793-E9E4B3816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0FAB0-49A2-4227-8019-B0267255E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A9825-463E-43DB-8E01-4F7AC2A1B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C77EE1-0B9C-4552-8CF9-554056672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D21582-7FCC-4561-A6B5-C589F6CB6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FD6ED-D015-4BAB-8745-FDDDADB78DF2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18A82B-BED9-477F-A53A-56496B33E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47BAA3-8350-40CD-BDD8-505F5AEC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AA07-4E8E-4558-9A41-779DF058D7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9826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1246F-DC0B-42B9-B4A8-7B7F239FB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F0622-6569-4FA7-B7E5-287A7F942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FD6ED-D015-4BAB-8745-FDDDADB78DF2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E4F1E-3701-411B-89AE-7A93EFEE3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93896-96E5-4A46-8B1F-AEF1D333A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AA07-4E8E-4558-9A41-779DF058D7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2514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76C29B-1C48-4FBA-B8BC-2FD5AC93E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FD6ED-D015-4BAB-8745-FDDDADB78DF2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CF9249-CEE8-4E46-B9B3-48CC40203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8A6BA-95EC-42CE-A49F-63CAA4AF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AA07-4E8E-4558-9A41-779DF058D7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2134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0AAC7-8113-4136-8B8C-42C96EA3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D5A25-E2CB-4D70-854E-21163C167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77FB4-3E45-459D-88D5-6D7D808D7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93671-2E25-4B4B-BF14-7DA4B23DD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FD6ED-D015-4BAB-8745-FDDDADB78DF2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A6B3D-53E2-4522-8F3E-F409F1B2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D63DB-1B01-43C3-AB3C-7CF44CB87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AA07-4E8E-4558-9A41-779DF058D7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8733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991B-94F2-40A9-A3CC-92A29960D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CFC994-F035-49C5-BB75-8BDBDC4A6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0DDC5-784D-490F-91C3-DEE4CADAF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7BB4B-72AD-4B4D-89C3-F454C6BEB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FD6ED-D015-4BAB-8745-FDDDADB78DF2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56AB3-C1EC-4183-8A89-270A0EAE0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08493-2774-474E-801A-1D17F253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AA07-4E8E-4558-9A41-779DF058D7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5867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DD64-3C91-4C63-B0B7-BCF84CD8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BBF78-0038-4FDC-873B-D07C515B1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E6267-4B33-400F-BA51-E12F3524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FD6ED-D015-4BAB-8745-FDDDADB78DF2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B2F15-5070-4423-84FB-2C7323A64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2C47-941C-477A-BA2A-0B122704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AA07-4E8E-4558-9A41-779DF058D7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356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BA6B32-744E-4BD4-8B29-F8BE0C737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A1B38-3A09-4CC0-B01B-D17070590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67A55-29C2-4A6D-A492-33573F42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FD6ED-D015-4BAB-8745-FDDDADB78DF2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653BA-03D1-4D94-985F-B47F986EF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818CE-ECB9-4552-AC7B-87A83B81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AA07-4E8E-4558-9A41-779DF058D7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7344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F638AA-3B7F-4CCE-ADE3-7039352A4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981EC-99B3-416D-BB9E-5E21571A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C038D-0A5E-46FE-8CDE-CDECAB300E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FD6ED-D015-4BAB-8745-FDDDADB78DF2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9A419-083D-43DD-9B02-DC2941671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86E07-7471-45BA-91B4-821358F4D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6AA07-4E8E-4558-9A41-779DF058D7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1180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2CA21C-DF0F-435A-BBAC-E69B07409ED7}"/>
              </a:ext>
            </a:extLst>
          </p:cNvPr>
          <p:cNvSpPr txBox="1"/>
          <p:nvPr/>
        </p:nvSpPr>
        <p:spPr>
          <a:xfrm>
            <a:off x="295275" y="190500"/>
            <a:ext cx="116014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#119C Do Good to Me and I Will Live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A3964F-B113-47EA-BD46-779F8EE5BC49}"/>
              </a:ext>
            </a:extLst>
          </p:cNvPr>
          <p:cNvSpPr txBox="1"/>
          <p:nvPr/>
        </p:nvSpPr>
        <p:spPr>
          <a:xfrm>
            <a:off x="1914525" y="2521059"/>
            <a:ext cx="83629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good to me and I will live;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servant will obey your word.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eyes now open, let me see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great wonders in your law, O LORD.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632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875525-E63B-411F-80E4-3757A2E22317}"/>
              </a:ext>
            </a:extLst>
          </p:cNvPr>
          <p:cNvSpPr txBox="1"/>
          <p:nvPr/>
        </p:nvSpPr>
        <p:spPr>
          <a:xfrm>
            <a:off x="1895475" y="2521059"/>
            <a:ext cx="84010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A pilgrim on the earth am I;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hide not your good commands from 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Consumed with longing is my soul,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because your laws I yearn to see.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8304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32E9CA-DBC8-4E3E-B109-A4C7F5572D19}"/>
              </a:ext>
            </a:extLst>
          </p:cNvPr>
          <p:cNvSpPr txBox="1"/>
          <p:nvPr/>
        </p:nvSpPr>
        <p:spPr>
          <a:xfrm>
            <a:off x="2009775" y="2521059"/>
            <a:ext cx="81724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The proud and cursed ones you rebuke,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from your precepts go astray.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Remove contempt and scorn from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all your statutes I obey.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421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31CCBC-B2D7-49C1-A9F6-97CCDCA2DBAD}"/>
              </a:ext>
            </a:extLst>
          </p:cNvPr>
          <p:cNvSpPr txBox="1"/>
          <p:nvPr/>
        </p:nvSpPr>
        <p:spPr>
          <a:xfrm>
            <a:off x="1609725" y="2521059"/>
            <a:ext cx="89725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Though rulers sit and plot my harm,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meditate on your decree.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statutes bring me great delight,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they are advisors unto me.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894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137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2021-09-03T19:54:47Z</dcterms:created>
  <dcterms:modified xsi:type="dcterms:W3CDTF">2021-09-03T20:51:21Z</dcterms:modified>
</cp:coreProperties>
</file>