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9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55D79-8612-40DE-B7BE-A5B178D3F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9C26A-401A-4223-8DD9-319FB0442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20E67-3474-4889-A3DA-7BB55A9DA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6AE0-AE49-4FC0-890C-13BFA683574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CEF2F-A4A4-498F-BC99-76C7F436C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0CF8E-8269-4150-A64A-489EC3349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3CF7-49CB-42A4-8C05-EA5787DA2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5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859EE-6878-43D5-BD4F-8F1884FF8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53B4B-7888-47FC-A895-A54715DA5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F856D-2CA3-42FE-901E-145FE839F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6AE0-AE49-4FC0-890C-13BFA683574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0BE0C-0E82-41C7-AA7F-6E5EB1FE2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572FF-FEF6-47D9-B8DB-9AAE093E0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3CF7-49CB-42A4-8C05-EA5787DA2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84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2F929-7817-424A-9B75-595444CEF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3DA2B-AFD0-4652-ABD4-328D6D94D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AA75C-6AB2-42F7-9DE4-9D2695624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6AE0-AE49-4FC0-890C-13BFA683574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E467F-A676-417E-874B-2C5BA4EEA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64445-7391-4D21-89BC-A3CC806A6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3CF7-49CB-42A4-8C05-EA5787DA2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594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8D70C-2270-4DA3-B3AD-AE35BA5EF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6E620-7B47-41B2-ADF5-3EC143CC6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1E1047-CC0F-4859-8747-6C4BE4956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8AB1D-13E0-4056-A106-1C8BEDD2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6AE0-AE49-4FC0-890C-13BFA683574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A8ACC-B16A-4286-AA02-E65B53487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C5FC1-963D-4633-81F5-252BC732B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3CF7-49CB-42A4-8C05-EA5787DA2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06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AD279-CDED-44AE-A26F-D08D04E94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9D26C-1CFD-463C-B378-FEB09BA07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9FD60-D118-4098-B959-A92426C57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D5FBDF-2CBF-4867-9F1C-AF50922341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BE4034-C804-4C87-977E-A6F3F756C6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40DC26-CB99-4673-B9CB-0CC27221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6AE0-AE49-4FC0-890C-13BFA683574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3A2AA1-49C6-4623-A517-C560591A0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2B289-A053-4065-B4C1-D0A96DF42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3CF7-49CB-42A4-8C05-EA5787DA2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86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CB635-D1D9-4C59-80E5-E4B7716CE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506119-4343-4069-A593-5E0D0F2BA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6AE0-AE49-4FC0-890C-13BFA683574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F809D-287D-446A-A624-876EDC933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2A158-8795-4A6B-AFDA-ED5D30E7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3CF7-49CB-42A4-8C05-EA5787DA2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472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1794C7-AD96-42CC-90B0-93E1AE443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6AE0-AE49-4FC0-890C-13BFA683574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15E5C4-1C90-4064-9482-EEF53921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B26D8-DBA6-436A-9E64-82A26DCAE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3CF7-49CB-42A4-8C05-EA5787DA2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57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A7C2B-B2F3-4772-8F17-CF709FB9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F0C4-F2CA-47DD-A6CB-032B0DDCB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46506-F8E4-4434-9D33-23D4CF677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C036F-2E68-4702-9B9C-0228A02B5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6AE0-AE49-4FC0-890C-13BFA683574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7A1A4-A52D-4603-BE1D-B4173844F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5AEC2-CDAA-445A-B2AF-FAAB75B0F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3CF7-49CB-42A4-8C05-EA5787DA2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15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4DD56-5A45-4C88-AB96-8F50AC40C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00C9AD-5A15-4641-9773-022784A4C3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E2208-DDF1-4402-9A7B-CD8E8E272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73C0C-BD5F-4975-9CAA-53E69433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6AE0-AE49-4FC0-890C-13BFA683574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DB974-80DD-4F3C-BCD8-C24D36666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A786E-7D3D-48CF-A94E-0AD3C98A6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3CF7-49CB-42A4-8C05-EA5787DA2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81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27CE-8F06-497D-9F6C-268DE5A71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44A5D6-4D82-4B97-955D-CFA6D217A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8F3AC-D27B-48D1-A4BB-EE0C773F1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6AE0-AE49-4FC0-890C-13BFA683574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37C53-D0B1-4AE7-9B54-4363998A0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C3808-A5BC-4781-B94A-6E2CDCB64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3CF7-49CB-42A4-8C05-EA5787DA2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85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AD26C9-A624-4F91-95CF-8421F959FE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B03EB8-D8BE-43E9-A78C-F62C1AF52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DA0BF-102F-48A8-B61F-D2FD6C1B7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6AE0-AE49-4FC0-890C-13BFA683574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95EB4-25B3-4AD5-8608-67F2FF2C2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CE0EA-6582-4873-9DB1-2C3FD8686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53CF7-49CB-42A4-8C05-EA5787DA2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866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31A3C1-5A15-489F-AFB6-B46EAC166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B4308-1A9B-4720-8930-45C737670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7D983-7236-48E4-94D9-4C16B27DB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76AE0-AE49-4FC0-890C-13BFA6835744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5BF75-97E1-4831-A28F-313A3FE8B9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E6CB-6CAC-497E-8012-250990D28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53CF7-49CB-42A4-8C05-EA5787DA2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16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</a:t>
            </a:r>
            <a:r>
              <a:rPr lang="en-CA" sz="4400" i="1"/>
              <a:t>231 Whatever </a:t>
            </a:r>
            <a:r>
              <a:rPr lang="en-CA" sz="4400" i="1" dirty="0"/>
              <a:t>My God Ordains is Right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659285"/>
            <a:ext cx="121919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US" sz="2800" dirty="0"/>
              <a:t>Whate'er my God ordains is right:</a:t>
            </a:r>
            <a:br>
              <a:rPr lang="en-US" sz="2800" dirty="0"/>
            </a:br>
            <a:r>
              <a:rPr lang="en-US" sz="2800" dirty="0"/>
              <a:t>his holy will </a:t>
            </a:r>
            <a:r>
              <a:rPr lang="en-US" sz="2800" dirty="0" err="1"/>
              <a:t>abideth</a:t>
            </a:r>
            <a:r>
              <a:rPr lang="en-US" sz="2800" dirty="0"/>
              <a:t>;</a:t>
            </a:r>
            <a:br>
              <a:rPr lang="en-US" sz="2800" dirty="0"/>
            </a:br>
            <a:r>
              <a:rPr lang="en-US" sz="2800" dirty="0"/>
              <a:t>I will be still, whate'er he doth,</a:t>
            </a:r>
            <a:br>
              <a:rPr lang="en-US" sz="2800" dirty="0"/>
            </a:br>
            <a:r>
              <a:rPr lang="en-US" sz="2800" dirty="0"/>
              <a:t>and follow where he </a:t>
            </a:r>
            <a:r>
              <a:rPr lang="en-US" sz="2800" dirty="0" err="1"/>
              <a:t>guideth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He is my God; though dark my road,</a:t>
            </a:r>
            <a:br>
              <a:rPr lang="en-US" sz="2800" dirty="0"/>
            </a:br>
            <a:r>
              <a:rPr lang="en-US" sz="2800" dirty="0"/>
              <a:t>he holds me that I shall not fall:</a:t>
            </a:r>
            <a:br>
              <a:rPr lang="en-US" sz="2800" dirty="0"/>
            </a:br>
            <a:r>
              <a:rPr lang="en-US" sz="2800" dirty="0"/>
              <a:t>wherefore to him I leave it all.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08ED8-D9A7-42F2-8523-5918EA7D0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0523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Whate'er my God ordains is right:</a:t>
            </a:r>
            <a:br>
              <a:rPr lang="en-US" sz="2800" dirty="0"/>
            </a:br>
            <a:r>
              <a:rPr lang="en-US" sz="2800" dirty="0"/>
              <a:t>he never will deceive me;</a:t>
            </a:r>
            <a:br>
              <a:rPr lang="en-US" sz="2800" dirty="0"/>
            </a:br>
            <a:r>
              <a:rPr lang="en-US" sz="2800" dirty="0"/>
              <a:t>he leads me by the proper path;</a:t>
            </a:r>
            <a:br>
              <a:rPr lang="en-US" sz="2800" dirty="0"/>
            </a:br>
            <a:r>
              <a:rPr lang="en-US" sz="2800" dirty="0"/>
              <a:t>I know he will not leave me.</a:t>
            </a:r>
            <a:br>
              <a:rPr lang="en-US" sz="2800" dirty="0"/>
            </a:br>
            <a:r>
              <a:rPr lang="en-US" sz="2800" dirty="0"/>
              <a:t>I take, content, what he hath sent;</a:t>
            </a:r>
            <a:br>
              <a:rPr lang="en-US" sz="2800" dirty="0"/>
            </a:br>
            <a:r>
              <a:rPr lang="en-US" sz="2800" dirty="0"/>
              <a:t>his hand can turn my griefs away,</a:t>
            </a:r>
            <a:br>
              <a:rPr lang="en-US" sz="2800" dirty="0"/>
            </a:br>
            <a:r>
              <a:rPr lang="en-US" sz="2800" dirty="0"/>
              <a:t>and patiently I wait his day.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50423A-F235-4D72-85BA-F72C871F8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4992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Whate'er my God ordains is right:</a:t>
            </a:r>
            <a:br>
              <a:rPr lang="en-US" sz="2800" dirty="0"/>
            </a:br>
            <a:r>
              <a:rPr lang="en-US" sz="2800" dirty="0"/>
              <a:t>though now this cup, in drinking,</a:t>
            </a:r>
            <a:br>
              <a:rPr lang="en-US" sz="2800" dirty="0"/>
            </a:br>
            <a:r>
              <a:rPr lang="en-US" sz="2800" dirty="0"/>
              <a:t>may bitter seem to my faint heart,</a:t>
            </a:r>
            <a:br>
              <a:rPr lang="en-US" sz="2800" dirty="0"/>
            </a:br>
            <a:r>
              <a:rPr lang="en-US" sz="2800" dirty="0"/>
              <a:t>I take it, all unshrinking.</a:t>
            </a:r>
            <a:br>
              <a:rPr lang="en-US" sz="2800" dirty="0"/>
            </a:br>
            <a:r>
              <a:rPr lang="en-US" sz="2800" dirty="0"/>
              <a:t>My God is true; each morn anew</a:t>
            </a:r>
            <a:br>
              <a:rPr lang="en-US" sz="2800" dirty="0"/>
            </a:br>
            <a:r>
              <a:rPr lang="en-US" sz="2800" dirty="0"/>
              <a:t>sweet comfort yet shall fill my heart,</a:t>
            </a:r>
            <a:br>
              <a:rPr lang="en-US" sz="2800" dirty="0"/>
            </a:br>
            <a:r>
              <a:rPr lang="en-US" sz="2800" dirty="0"/>
              <a:t>and pain and sorrow shall depart.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17752E-7F8C-4F24-8533-56F43FAC1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78228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Whate'er my God ordains is right:</a:t>
            </a:r>
            <a:br>
              <a:rPr lang="en-US" sz="2800" dirty="0"/>
            </a:br>
            <a:r>
              <a:rPr lang="en-US" sz="2800" dirty="0"/>
              <a:t>here shall my stand be taken;</a:t>
            </a:r>
            <a:br>
              <a:rPr lang="en-US" sz="2800" dirty="0"/>
            </a:br>
            <a:r>
              <a:rPr lang="en-US" sz="2800" dirty="0"/>
              <a:t>though sorrow, need, or death be mine,</a:t>
            </a:r>
            <a:br>
              <a:rPr lang="en-US" sz="2800" dirty="0"/>
            </a:br>
            <a:r>
              <a:rPr lang="en-US" sz="2800" dirty="0"/>
              <a:t>yet am I not forsaken.</a:t>
            </a:r>
            <a:br>
              <a:rPr lang="en-US" sz="2800" dirty="0"/>
            </a:br>
            <a:r>
              <a:rPr lang="en-US" sz="2800" dirty="0"/>
              <a:t>My Father's care is round me there;</a:t>
            </a:r>
            <a:br>
              <a:rPr lang="en-US" sz="2800" dirty="0"/>
            </a:br>
            <a:r>
              <a:rPr lang="en-US" sz="2800" dirty="0"/>
              <a:t>he holds me that I shall not fall:</a:t>
            </a:r>
            <a:br>
              <a:rPr lang="en-US" sz="2800" dirty="0"/>
            </a:br>
            <a:r>
              <a:rPr lang="en-US" sz="2800" dirty="0"/>
              <a:t>and so to him I leave it all.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17752E-7F8C-4F24-8533-56F43FAC1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78052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#231 Whatever My God Ordains is Right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#231 Whate’er My God Ordains is Right</dc:title>
  <dc:creator>Eric Hoogendoorn</dc:creator>
  <cp:lastModifiedBy>Neil Tuininga</cp:lastModifiedBy>
  <cp:revision>2</cp:revision>
  <dcterms:created xsi:type="dcterms:W3CDTF">2020-04-25T02:24:05Z</dcterms:created>
  <dcterms:modified xsi:type="dcterms:W3CDTF">2023-08-20T02:37:54Z</dcterms:modified>
</cp:coreProperties>
</file>