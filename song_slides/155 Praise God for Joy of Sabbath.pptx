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56B4F4-E7AD-40F9-B073-550D7410AAF7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0BB1D-509B-4527-8ABD-4E2636EE4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0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96BA-259C-DD25-BFB9-C3E315F25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F2D42-0A59-0065-286D-C395AA64D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59B5B-D34E-1553-02A0-BB877326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6416-4E7B-4E18-932D-C5269D159CF3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D568C-0207-B4DD-5F6E-0230615B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9C4FE-E3E0-609D-52D3-456D6AA9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55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8C64-374E-992E-AD16-21AE37DD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0B6E1-9B58-F262-31B2-D3F08F8D2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D0E28-CAFA-AD38-780B-767BC255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4B4C-846B-4C27-B966-04217D9FDF84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117E6-4993-1F72-93FF-0DDF85D1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02CE3-6C01-F358-EA6E-3E0F2A74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5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2983-F35F-B526-C668-0BC9457CE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EDD79-8765-B8FC-9D83-15F0098D4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C9B86-6701-4AFB-2A3B-6610C917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023A-0A65-477D-B028-327CF9E0A77E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7EC2-82A5-6B55-C65D-ACABD14D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84188-E877-F3C7-F192-D40BCBA5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0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8E719-0B46-FE5A-56A5-EF783C77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50D43-5A0A-7523-1673-82F1D670A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23945-7A87-E50E-1FC0-BC9695AAA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8B201-3526-B031-6222-31B5B0F4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B9CB8-A5CD-4179-B289-700656FF563D}" type="datetime1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8C116-4FC6-46DE-4532-0354EA6F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2684A-29E1-8108-8DD0-62E06AC1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3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EA45-C1B7-9AE1-EA0C-E3BC7B7F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AC53A-392C-94B5-D507-3A93B410A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66015-9B96-D8BA-A3C0-1AB71DE24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A10DF-2DF6-26B7-2650-EDE3D5C1A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AC68C-BB75-B1DA-F787-4C9F9A177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0269C-8551-110E-AC8B-A1D49723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52CD-3362-4DF0-90C0-E03CEF56C181}" type="datetime1">
              <a:rPr lang="en-US" smtClean="0"/>
              <a:t>4/13/2024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BCBDB-F9F5-DD8C-C685-20B5D558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44DD9-E50F-43F8-0D68-A41F2DC9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9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5C87-67EB-DD8C-6C2F-73DAB4DF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BDD45-7593-F334-2D13-83FB7CAD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31A3-8A74-4EBC-BC0B-86716F38F161}" type="datetime1">
              <a:rPr lang="en-US" smtClean="0"/>
              <a:t>4/13/2024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6EACD-771E-2A44-75F6-EF1CB2A6C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E9511-2D99-C71B-3511-5645AFD9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5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C63A1-88A4-45BD-75AE-775474B5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70F3-5F18-4AC3-9F64-3682FFE986D3}" type="datetime1">
              <a:rPr lang="en-US" smtClean="0"/>
              <a:t>4/13/2024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E657F-3D2C-E04B-233F-B59BF968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EE54B-D419-DF21-FCD5-E1E21ED4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6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3788-BFEC-E4FB-ECA4-367249D2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BB54E-8CD5-7BAA-36FC-802AE52EC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E9268-BDF8-5C3C-FDD4-7B09412EE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46654-4CC0-9EF8-FFE2-0F456717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7F57-0527-4CCD-946C-1CC923CEA4D9}" type="datetime1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5E9CE-61B4-189E-3B62-DA0E7918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8C7A4-6B0E-A2DE-CE70-427CC0E0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1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4D3F-7F83-3A4C-B8B8-3993D698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87028-F36D-EC68-E308-9529A4EC0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2C038-FDDE-E31F-91C8-B9D6F885D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BCEEB-EEE6-09E1-CAE7-AC28775B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8320-AC30-4986-9674-F8677A822439}" type="datetime1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60795-23E6-08FA-8CFE-FD0EECE4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D92E4-AC4E-9379-3FF8-3D9518BB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70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1B4F-8965-9518-E27D-38DD3652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4998F-6D8D-1771-BC39-2836ECA14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EE3BB-451E-C379-A05D-553C77D3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0E0C3-E409-468F-80DA-FE56FA8CC366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22EB6-17E0-B65C-353D-CFA83B6C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8741A-8926-E4A8-1205-881EB519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2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9B5B4-878D-0666-824D-A09DF6AE1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4741B-33EC-51A7-DCCA-EBDFB924B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E9F40-72B1-6717-1FE1-E4DBB13D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66F7-CEC4-4050-B237-522C7FA3DF69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1DCA2-80F8-9E19-4B83-76BFC845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0FB52-18E1-3ED1-A0AF-499200BD2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7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17BCB-AB04-BE56-87C6-E73C9872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C8F38-5601-2A27-BF29-5F93E27A6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9A31D-8081-8CDD-6948-887D82626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9DBAB-72D8-4AB1-A1A9-E7613799A093}" type="datetime1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4F8C-6188-3BAB-F012-F217316AC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Scott M. Finch, 2008,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3F055-4B4A-EC84-A19F-AFC9A762F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A0E30-710B-4265-9586-265639F6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7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BCA13-05AB-0EA5-DCCB-A9C7BFE0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#155 Praise God for Joy of Sabbath Blest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DF962-21B1-4509-87B4-E7415EEB8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Praise God for joy of Sabbath blest;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from our toil have taken rest.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wondrous manna we have fed,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acts of mercy Spirit led.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6581E-5F88-C81C-5CD3-6B499846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5264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6045-F13B-D985-02F5-EEF50898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155F-99EF-17D9-1ADD-C6B70B5F6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We praise the Lord of Sabaoth,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full provision for the lost.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found us dead in depths of spite,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raised us up in glorious light.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CF666-5C21-2E8A-D74C-3B8EB3517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50878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6045-F13B-D985-02F5-EEF50898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155F-99EF-17D9-1ADD-C6B70B5F6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This day of worship we rejoice.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heed the Word of Sinai’s voice.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means of grace on day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sev’n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faith, receive true hope from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heav’n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AE68A-0DB0-69CF-89F2-B0966A21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1435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6045-F13B-D985-02F5-EEF50898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155F-99EF-17D9-1ADD-C6B70B5F6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Lord, tend, through us, the needy still;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feed, to clothe, to love the ill,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Befriend the ones who are alone,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bid the stranger “Welcome home.”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323F6-BCE0-CF61-4A28-66FF3BE7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1534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6045-F13B-D985-02F5-EEF50898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155F-99EF-17D9-1ADD-C6B70B5F6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Keep us, we pray, this week from sin;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Renew our minds, transform within.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holy thoughts our minds recall,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sleep our dreams with peace enthrall.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413DE-DFF7-3F7A-3EF2-0BF659D12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2439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6045-F13B-D985-02F5-EEF50898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155F-99EF-17D9-1ADD-C6B70B5F6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Pay homage now to Christ the King,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Father, Spirit, rise to hymn.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Lift up your hearts on this Lord’s Day;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forth to honor and obey!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4033B-13B4-227D-C288-FE5346E3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Scott M. Finch, 2008,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5272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282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Office Theme</vt:lpstr>
      <vt:lpstr>#155 Praise God for Joy of Sabbath Blest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#155 Praise God for Joy of Sabbath Blest</dc:title>
  <dc:creator>Neil Tuininga</dc:creator>
  <cp:lastModifiedBy>Neil Tuininga</cp:lastModifiedBy>
  <cp:revision>1</cp:revision>
  <dcterms:created xsi:type="dcterms:W3CDTF">2024-04-14T04:18:33Z</dcterms:created>
  <dcterms:modified xsi:type="dcterms:W3CDTF">2024-04-14T04:26:10Z</dcterms:modified>
</cp:coreProperties>
</file>