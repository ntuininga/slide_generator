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8196-A58E-E5E2-7004-3DAE8DFC1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1FEA1-A50A-B5E9-F528-24054F562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8272D-089E-07A2-8894-17DFFA0C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7B284-CE12-EED3-2236-ED8FAA2D6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8EA06-67CA-A5C5-90E6-2FA8A553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2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CB25-F968-0A8E-D483-B2E4CA4D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C3363-A8B0-3ECA-9BE4-644216AFA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CF96B-CFDA-C6E7-DD58-CB2A515F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6B726-90BE-C8C1-5410-C0CEC93B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FE8B9-5D7C-610D-2B18-0D1DBA1F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5676-9072-6A73-E9A9-CC5D7A62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EDFA7-FF25-9476-FB3F-40CA6362B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B0C0F-FFE7-51FA-A571-0DC1AB9D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7CD74-12BC-C291-23AD-1B582B22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0B15A-A445-37F0-7ED9-E876503B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48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A7DC-B035-0FD1-C55E-BCC07011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751A8-DC1A-5221-565A-5F74CE1FE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1A7F0-58F1-9753-B51C-840E989EA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3E4E4-3F6C-01F6-A752-D7741F78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548B1-310C-7ACB-4605-C0AD8414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7E123-4AA1-01B9-092A-403DBC08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0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E53A-B0A5-91C9-AEB1-C33DB122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5D19A-1F67-4BAA-7712-080D99F73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1A9F8-DBC0-1489-B685-EC079FAD4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3ABB6-B739-99B3-1001-774E4EDFA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9E958-C814-FA79-772C-B9E896553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D1B44F-2359-1863-BE88-75BE34626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B3078-B287-759E-4305-1F1B0404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9BF16-13E6-B52F-CBD2-1D9467F9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0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0C66-3306-196C-A56F-B08E13FB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A65F-4D64-1EE2-6894-7CCB548F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DCCA6-7769-5320-F096-6174A4B4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B2C08-EF3F-B633-080D-241E3AE7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6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7B83A-9294-D6FE-61BF-68075276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F1B15-30A1-CBDA-07E8-F8A05A1C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6E2A1-2335-4911-B0DF-1EF420F4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6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109C-2F5E-52A5-2D51-C6AB56EC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312C1-CF5B-AB1B-C2E9-56186A85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5B7F3-073D-DB8A-F225-83F3BB96F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79D20-B762-82D1-26A7-3A913F04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5676A-BFA3-9F2C-7833-530D167A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0CC1-83A0-EC62-7869-3F82D0F7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0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6502-5507-216C-2447-FFA6A591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DBCEF-E0F4-D767-2DA5-97C804104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76ADB-6A52-E4B4-620F-24FB95C17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DB5E7-80AF-6E07-6D40-719F25F8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02A1B-43B5-13F4-14B5-02F13573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C3757-8783-AB91-E4BA-8A66DE73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5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33E8-77B6-E1EF-10CD-E456D3D3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48404-BC61-BF51-02D8-EA2978F5A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679B1-2DA6-BE88-2155-FD174C52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196AA-9D8F-0D54-F777-53E2E175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AC1BF-8CF6-1455-5C33-CFC0D703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7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BCC12-7749-C357-4444-C8D08B3C4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A1CC4-DD28-2675-70C6-BA256AB58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E0CF7-2F0C-F9DB-C0E2-419B5F73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55884-58F9-71A7-21D8-CFFBA762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A610F-68B3-97EA-C53A-968380A2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3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DCE2C-7A02-7A07-2F37-B90D532EA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A198A-3866-42C8-FBEA-305DFDAE7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6FE2A-875A-7326-ADCE-B48E5AE54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1DB02-52B1-4C0D-A892-B09D80778658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910E7-1359-2717-D6CB-8F53C0F37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185D-62B1-229F-69A7-B5777170D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EDC08-D26B-4095-94FA-6FED83BC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91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1D7F-5F27-6D66-EA96-359D8422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#319 O Come, All Ye Faithful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0162A-D97B-BF2E-3A82-33B0CA0B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O come, all ye faithful, joyful and triumphant,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 ye, O come ye to Bethlehem;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come and behold him born the King of angels;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endParaRPr lang="en-US" b="0" i="0" dirty="0">
              <a:solidFill>
                <a:srgbClr val="222222"/>
              </a:solidFill>
              <a:effectLst/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him; O come, let us adore him;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him, Christ the Lord!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6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F2E0-BCF6-C019-3D2C-E11036F9D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God of God, Light of Light;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lo, he abhors not the virgin's womb;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very God, begotten not created; </a:t>
            </a:r>
          </a:p>
          <a:p>
            <a:pPr marL="0" indent="0" algn="ctr">
              <a:buNone/>
            </a:pPr>
            <a:endParaRPr lang="en-US" dirty="0">
              <a:solidFill>
                <a:srgbClr val="222222"/>
              </a:solidFill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him; O come, let us adore him;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him, Christ the Lord!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823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5092-D21C-6340-AF1B-14CE0B6B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029F0-BFBE-CF92-BD24-55387C56E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Sing, choirs of angels, sing in exultation,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sing, all ye citizens of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above;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glory to God, all glory in the highest; </a:t>
            </a:r>
          </a:p>
          <a:p>
            <a:pPr marL="0" indent="0" algn="ctr">
              <a:buNone/>
            </a:pPr>
            <a:endParaRPr lang="en-US" dirty="0">
              <a:solidFill>
                <a:srgbClr val="222222"/>
              </a:solidFill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him; O come, let us adore him;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him, Christ the Lord!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8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5B5B4-5B05-849F-FE19-C7CE53748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Yea, Lord, we greet thee, born this happy morning: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Jesus, to thee be all glory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giv'n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Word of the Father, late in flesh appearing; </a:t>
            </a:r>
          </a:p>
          <a:p>
            <a:pPr marL="0" indent="0" algn="ctr">
              <a:buNone/>
            </a:pPr>
            <a:endParaRPr lang="en-US" dirty="0">
              <a:solidFill>
                <a:srgbClr val="222222"/>
              </a:solidFill>
            </a:endParaRPr>
          </a:p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Refrain: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him; O come, let us adore him;</a:t>
            </a:r>
            <a:br>
              <a:rPr lang="en-US" b="0" i="0" dirty="0">
                <a:solidFill>
                  <a:srgbClr val="222222"/>
                </a:solidFill>
                <a:effectLst/>
              </a:rPr>
            </a:br>
            <a:r>
              <a:rPr lang="en-US" b="0" i="0" dirty="0">
                <a:solidFill>
                  <a:srgbClr val="222222"/>
                </a:solidFill>
                <a:effectLst/>
              </a:rPr>
              <a:t>O come, let us adore him, Christ the Lord!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89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265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#319 O Come, All Ye Faithful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#319 O Come, All Ye Faithful</dc:title>
  <dc:creator>Neil Tuininga</dc:creator>
  <cp:lastModifiedBy>Neil Tuininga</cp:lastModifiedBy>
  <cp:revision>2</cp:revision>
  <dcterms:created xsi:type="dcterms:W3CDTF">2022-12-22T23:13:09Z</dcterms:created>
  <dcterms:modified xsi:type="dcterms:W3CDTF">2022-12-22T23:22:10Z</dcterms:modified>
</cp:coreProperties>
</file>