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7" r:id="rId2"/>
    <p:sldId id="308" r:id="rId3"/>
    <p:sldId id="314" r:id="rId4"/>
    <p:sldId id="315" r:id="rId5"/>
    <p:sldId id="30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27888-CA88-4D95-BB3D-F9B0398CE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D33EFA-7191-47FA-8AFD-66C3329D23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332B9-FF6C-4A69-9949-40D63FED6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6602-AFCE-4E93-8643-D62B101D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4B7FF-4C5D-497C-8727-5A6CC2A9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864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2F5E8-F24F-4177-A9EA-621EEB690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19BCC-66A5-41D7-AA2B-3E46080B0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8A336-F80F-4B42-8BCB-62D9D4CC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52550-37E3-46AD-9317-844E92D7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8917E-35C0-4993-9649-CE965E02D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19107-DBE9-4A06-A621-1462F6666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19622-49A3-428E-966F-36C06B9E4B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5B789-E6B5-4BCC-A5E3-FE195BC74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88752-C90D-4670-8175-5B7D3102C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29F6C-CCE4-417D-A4DC-A44E93D5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9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1E8C-9F5A-4239-A96C-CD966F4FD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ADFD5-BD5F-4F2F-8D2B-2F4B345FE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194A0-11C8-4FD9-83FA-0541B084E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DF048-C9B4-403B-9191-2E7C60E5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36FBC-823D-4A93-A696-A364D17B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58758-566A-47C1-86DC-7CEAF5CC6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14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C442C-3951-4D00-9C2B-E39BF2FE0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8B48F-5E6F-403B-B30F-3376C84E5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937F29-B495-4433-8EF5-E986ABE4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2FFB5D-46B2-49E7-AA26-242CBE25D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124AAA-A743-4FFF-8B00-30C09A5A4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446699-EAEC-4E34-A372-DEC5645DA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E5F77D-88E1-49F3-9B22-40B681C09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72BB59-2BB2-4BA1-8C4E-CEE18C75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1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9133-F447-46E6-8626-0781AD66E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2D772-BB4C-4FB2-A8D3-E822972CE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42F39-808E-4838-8965-6C00F50C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22725-5896-41C6-8766-DD224579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614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86E38-19E8-46CE-B781-9EDF46FD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0FA7F8-ACF8-44B9-8CCD-DC95489B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444855-41BE-4B40-A282-E5409E471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0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76B65-C5BF-4363-98A3-D3DB2FB0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DD65C-8CBB-4E08-882F-DF3337B0A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15FB5-BD9B-42B2-AE4C-91F0CF0A2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AD2DA7-ABF5-4668-8EE9-0AD3FC0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C4F3A-65C4-48FD-8E2F-4F7EC612A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92949-1737-4E3C-B0B8-9C51F4AD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58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35B2B-0BF9-46DE-AA40-668F09E03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4E6A10-C2CE-455E-B7DF-C559540BE5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C5AF49-9CF2-4184-96B3-7A4680C05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537C0-DFB9-4F38-8A59-FDA6629B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E0E40-C85B-4E2F-BDFF-8BC55D756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D98D82-3C79-4B72-B736-039D4601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3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2F3B-9027-424A-83DD-92222A3EC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3DF23-9DA5-4285-B8DA-4A16E3053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78E89-3129-4461-85A8-CFBA8BD56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FE1BF-2197-4EF9-9FF9-55221590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D2867-499E-425A-91CF-0B37B1D7C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20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EBDE5-0489-44D3-A504-4ED61D12E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DB47D3-0B00-437F-819B-1B0B71B65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F1561-0B58-4296-90B2-C4CAB92E1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4ECAA-307F-47BE-AEC9-B3CBDBB13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2C29B-A57D-4F67-A47F-DE98518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2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B01E9D-B41A-42A9-AE1F-6D1D64E77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161BC-AD80-4A7F-AAA0-9543E4913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D7F7D-6D29-4221-AF54-349617979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3FF5A-77ED-4FDB-B318-1D319EAF2932}" type="datetimeFigureOut">
              <a:rPr lang="en-US" smtClean="0"/>
              <a:t>6/4/2020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523D1-AEDF-4645-B6E0-716AC5C12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7B92D-A46B-444A-BA81-7FB0CE476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7DA81-B1E0-47A1-A754-7E47802E3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04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#509 Why Should Cross and Trial Grieve Me?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Why should cross and trial grieve me?</a:t>
            </a:r>
            <a:br>
              <a:rPr lang="en-US" sz="2800" dirty="0"/>
            </a:br>
            <a:r>
              <a:rPr lang="en-US" sz="2800" dirty="0"/>
              <a:t>Christ is near </a:t>
            </a:r>
            <a:br>
              <a:rPr lang="en-US" sz="2800" dirty="0"/>
            </a:br>
            <a:r>
              <a:rPr lang="en-US" sz="2800" dirty="0"/>
              <a:t>with his cheer;</a:t>
            </a:r>
            <a:br>
              <a:rPr lang="en-US" sz="2800" dirty="0"/>
            </a:br>
            <a:r>
              <a:rPr lang="en-US" sz="2800" dirty="0"/>
              <a:t>never will he leave me.</a:t>
            </a:r>
            <a:br>
              <a:rPr lang="en-US" sz="2800" dirty="0"/>
            </a:br>
            <a:r>
              <a:rPr lang="en-US" sz="2800" dirty="0"/>
              <a:t>Who can rob me of the heaven</a:t>
            </a:r>
            <a:br>
              <a:rPr lang="en-US" sz="2800" dirty="0"/>
            </a:br>
            <a:r>
              <a:rPr lang="en-US" sz="2800" dirty="0"/>
              <a:t>that God's Son </a:t>
            </a:r>
            <a:br>
              <a:rPr lang="en-US" sz="2800" dirty="0"/>
            </a:br>
            <a:r>
              <a:rPr lang="en-US" sz="2800" dirty="0"/>
              <a:t>for my own</a:t>
            </a:r>
            <a:br>
              <a:rPr lang="en-US" sz="2800" dirty="0"/>
            </a:br>
            <a:r>
              <a:rPr lang="en-US" sz="2800" dirty="0"/>
              <a:t>to my faith hath given?</a:t>
            </a:r>
            <a:endParaRPr lang="en-CA" sz="28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3ECC7-3029-419F-8E35-BFC99583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9658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</a:t>
            </a:r>
            <a:r>
              <a:rPr lang="en-CA" sz="2800" dirty="0"/>
              <a:t>. </a:t>
            </a:r>
            <a:r>
              <a:rPr lang="en-US" sz="2800" dirty="0"/>
              <a:t>God oft gives me days of gladness;</a:t>
            </a:r>
            <a:br>
              <a:rPr lang="en-US" sz="2800" dirty="0"/>
            </a:br>
            <a:r>
              <a:rPr lang="en-US" sz="2800" dirty="0"/>
              <a:t>shall I grieve </a:t>
            </a:r>
            <a:br>
              <a:rPr lang="en-US" sz="2800" dirty="0"/>
            </a:br>
            <a:r>
              <a:rPr lang="en-US" sz="2800" dirty="0"/>
              <a:t>if he give</a:t>
            </a:r>
            <a:br>
              <a:rPr lang="en-US" sz="2800" dirty="0"/>
            </a:br>
            <a:r>
              <a:rPr lang="en-US" sz="2800" dirty="0"/>
              <a:t>seasons, too, of sadness?</a:t>
            </a:r>
            <a:br>
              <a:rPr lang="en-US" sz="2800" dirty="0"/>
            </a:br>
            <a:r>
              <a:rPr lang="en-US" sz="2800" dirty="0"/>
              <a:t>God is good and tempers ever</a:t>
            </a:r>
            <a:br>
              <a:rPr lang="en-US" sz="2800" dirty="0"/>
            </a:br>
            <a:r>
              <a:rPr lang="en-US" sz="2800" dirty="0"/>
              <a:t>all my ill, </a:t>
            </a:r>
            <a:br>
              <a:rPr lang="en-US" sz="2800" dirty="0"/>
            </a:br>
            <a:r>
              <a:rPr lang="en-US" sz="2800" dirty="0"/>
              <a:t>and he will</a:t>
            </a:r>
            <a:br>
              <a:rPr lang="en-US" sz="2800" dirty="0"/>
            </a:br>
            <a:r>
              <a:rPr lang="en-US" sz="2800" dirty="0"/>
              <a:t>wholly leave me never.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2886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</a:t>
            </a:r>
            <a:r>
              <a:rPr lang="en-CA" sz="2800" dirty="0"/>
              <a:t>. </a:t>
            </a:r>
            <a:r>
              <a:rPr lang="en-US" sz="2800" dirty="0"/>
              <a:t>Death cannot destroy forever;</a:t>
            </a:r>
            <a:br>
              <a:rPr lang="en-US" sz="2800" dirty="0"/>
            </a:br>
            <a:r>
              <a:rPr lang="en-US" sz="2800" dirty="0"/>
              <a:t>from our fears, </a:t>
            </a:r>
            <a:br>
              <a:rPr lang="en-US" sz="2800" dirty="0"/>
            </a:br>
            <a:r>
              <a:rPr lang="en-US" sz="2800" dirty="0"/>
              <a:t>cares, and tears</a:t>
            </a:r>
            <a:br>
              <a:rPr lang="en-US" sz="2800" dirty="0"/>
            </a:br>
            <a:r>
              <a:rPr lang="en-US" sz="2800" dirty="0"/>
              <a:t>it will us deliver.</a:t>
            </a:r>
            <a:br>
              <a:rPr lang="en-US" sz="2800" dirty="0"/>
            </a:br>
            <a:r>
              <a:rPr lang="en-US" sz="2800" dirty="0"/>
              <a:t>It will close life's mournful story;</a:t>
            </a:r>
            <a:br>
              <a:rPr lang="en-US" sz="2800" dirty="0"/>
            </a:br>
            <a:r>
              <a:rPr lang="en-US" sz="2800" dirty="0"/>
              <a:t>make a way </a:t>
            </a:r>
            <a:br>
              <a:rPr lang="en-US" sz="2800" dirty="0"/>
            </a:br>
            <a:r>
              <a:rPr lang="en-US" sz="2800" dirty="0"/>
              <a:t>that we may</a:t>
            </a:r>
            <a:br>
              <a:rPr lang="en-US" sz="2800" dirty="0"/>
            </a:br>
            <a:r>
              <a:rPr lang="en-US" sz="2800" dirty="0"/>
              <a:t>enter </a:t>
            </a:r>
            <a:r>
              <a:rPr lang="en-US" sz="2800" dirty="0" err="1"/>
              <a:t>heav'nly</a:t>
            </a:r>
            <a:r>
              <a:rPr lang="en-US" sz="2800" dirty="0"/>
              <a:t> glory.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4806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</a:t>
            </a:r>
            <a:r>
              <a:rPr lang="en-CA" sz="2800" dirty="0"/>
              <a:t>. </a:t>
            </a:r>
            <a:r>
              <a:rPr lang="en-US" sz="2800" dirty="0"/>
              <a:t>Lord, my Shepherd, take me to thee.</a:t>
            </a:r>
            <a:br>
              <a:rPr lang="en-US" sz="2800" dirty="0"/>
            </a:br>
            <a:r>
              <a:rPr lang="en-US" sz="2800" dirty="0"/>
              <a:t>Thou art mine; </a:t>
            </a:r>
            <a:br>
              <a:rPr lang="en-US" sz="2800" dirty="0"/>
            </a:br>
            <a:r>
              <a:rPr lang="en-US" sz="2800" dirty="0"/>
              <a:t>I was thine,</a:t>
            </a:r>
            <a:br>
              <a:rPr lang="en-US" sz="2800" dirty="0"/>
            </a:br>
            <a:r>
              <a:rPr lang="en-US" sz="2800" dirty="0"/>
              <a:t>even ere I knew thee.</a:t>
            </a:r>
            <a:br>
              <a:rPr lang="en-US" sz="2800" dirty="0"/>
            </a:br>
            <a:r>
              <a:rPr lang="en-US" sz="2800" dirty="0"/>
              <a:t>I am thine, for thou hast bought me;</a:t>
            </a:r>
            <a:br>
              <a:rPr lang="en-US" sz="2800" dirty="0"/>
            </a:br>
            <a:r>
              <a:rPr lang="en-US" sz="2800" dirty="0"/>
              <a:t>lost I stood, </a:t>
            </a:r>
            <a:br>
              <a:rPr lang="en-US" sz="2800" dirty="0"/>
            </a:br>
            <a:r>
              <a:rPr lang="en-US" sz="2800" dirty="0"/>
              <a:t>but thy blood</a:t>
            </a:r>
            <a:br>
              <a:rPr lang="en-US" sz="2800" dirty="0"/>
            </a:br>
            <a:r>
              <a:rPr lang="en-US" sz="2800" dirty="0"/>
              <a:t>free salvation brought me.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0610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</a:t>
            </a:r>
            <a:r>
              <a:rPr lang="en-CA" sz="2800" dirty="0"/>
              <a:t>. </a:t>
            </a:r>
            <a:r>
              <a:rPr lang="en-US" sz="2800" dirty="0"/>
              <a:t>Thou art mine; I love and own thee.</a:t>
            </a:r>
            <a:br>
              <a:rPr lang="en-US" sz="2800" dirty="0"/>
            </a:br>
            <a:r>
              <a:rPr lang="en-US" sz="2800" dirty="0"/>
              <a:t>Light of joy, </a:t>
            </a:r>
            <a:br>
              <a:rPr lang="en-US" sz="2800" dirty="0"/>
            </a:br>
            <a:r>
              <a:rPr lang="en-US" sz="2800" dirty="0"/>
              <a:t>ne'er shall I</a:t>
            </a:r>
            <a:br>
              <a:rPr lang="en-US" sz="2800" dirty="0"/>
            </a:br>
            <a:r>
              <a:rPr lang="en-US" sz="2800" dirty="0"/>
              <a:t>from my heart dethrone thee.</a:t>
            </a:r>
            <a:br>
              <a:rPr lang="en-US" sz="2800" dirty="0"/>
            </a:br>
            <a:r>
              <a:rPr lang="en-US" sz="2800" dirty="0"/>
              <a:t>Savior, let me soon behold thee</a:t>
            </a:r>
            <a:br>
              <a:rPr lang="en-US" sz="2800" dirty="0"/>
            </a:br>
            <a:r>
              <a:rPr lang="en-US" sz="2800" dirty="0"/>
              <a:t>face to face; </a:t>
            </a:r>
            <a:br>
              <a:rPr lang="en-US" sz="2800" dirty="0"/>
            </a:br>
            <a:r>
              <a:rPr lang="en-US" sz="2800" dirty="0"/>
              <a:t>may thy grace</a:t>
            </a:r>
            <a:br>
              <a:rPr lang="en-US" sz="2800" dirty="0"/>
            </a:br>
            <a:r>
              <a:rPr lang="en-US" sz="2800" dirty="0"/>
              <a:t>evermore enfold me.</a:t>
            </a:r>
            <a:endParaRPr lang="en-CA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5F2734-5FBD-4E3A-BAB3-D5307061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82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#509 Why Should Cross and Trial Grieve Me?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#509 Why Should Cross and Trial Grieve Me?</dc:title>
  <dc:creator>Eric Hoogendoorn</dc:creator>
  <cp:lastModifiedBy>Eric Hoogendoorn</cp:lastModifiedBy>
  <cp:revision>1</cp:revision>
  <dcterms:created xsi:type="dcterms:W3CDTF">2020-06-05T01:24:14Z</dcterms:created>
  <dcterms:modified xsi:type="dcterms:W3CDTF">2020-06-05T01:25:00Z</dcterms:modified>
</cp:coreProperties>
</file>