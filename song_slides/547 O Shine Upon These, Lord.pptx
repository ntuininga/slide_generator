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87DC-DCCC-4D0F-99F4-6ED564937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C0317-335D-483F-BF74-808CD9E8B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63B96-6D41-4B28-BF5B-FCD449E4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8AAD3-C9B3-4045-A573-9A486207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39F81-4844-42FF-948F-C579E8F7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5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F5F2-EDC2-4AD1-95FB-D91DE443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C81F-7B5F-46F1-99AA-DC80AD8AD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E8534-E5CB-4E3A-9CA2-9DDD8C22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BDC23-92D2-4752-834B-10B89D4B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AA271-3668-4502-BC62-4A7CCEB2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5D24-F5C9-49F3-B3D3-9FF05B643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2CE45-73DB-4160-B809-E88955BA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4E74A-67BD-4D17-BB86-992A407A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5A7F-31A8-48BA-B9E4-C06FD54C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05A85-4727-4722-91AE-0509A9DA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5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69C8-3DC9-4C0D-968F-F8EDD916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822C-8517-4A13-8800-8F57E907B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35D60-F8ED-45F2-A126-0CC15A04A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19D29-D912-4A6B-8E24-0AAF2714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2C573-43B1-4A09-BF6E-9B4B676C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6A1DF-2BE1-46CF-9FEB-68132138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7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81CA-6EA4-42B1-966F-1A983B86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E78B2-6D1A-44E3-AD60-0A80EB2D8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F4606-3180-4B72-9F22-CB058192A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9EFCA-13BC-44F7-ACE1-09E86CD13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31EC5-F204-4B2B-AC62-86631B19E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90AD8-8B32-427D-9907-E9186D78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1C15E-2C68-4044-81CD-8F10E06C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5692D4-B88F-42ED-BE4A-45E01ABB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7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3B99-23DE-45B2-B2BC-FAAAF2FB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D73A1-C20B-4348-9868-26D019BB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43B05-519B-4F63-B83F-47051C0B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560EE-A069-439E-9827-ABF88A7E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5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755D3-8BC5-455E-81DB-C5C27972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7BF78-2EA6-4BC5-87AA-E6561177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CAF0B-0382-4535-8950-FC4B0A13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0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A1C9-AC95-4BA8-AC60-265DC7AF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D75EF-C68C-4AE3-A83E-847EBE2C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106F1-F561-40D1-A061-1B27C9799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0DA6F-FCF3-4C53-A401-A89260F0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0EE0C-40D0-4750-81FA-961C7384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E7683-A398-465A-B7F5-40A6CF7C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0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B82E-5584-4960-8FF4-A2629A8E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DA708-B0EE-455A-A4BB-C55681A9B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4CE7C-EBA6-4D55-8783-C4DA6BF82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511C3-74E5-4959-BE1B-FE2559A5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E6345-BE95-4BA5-A97C-F0937ACC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876CA-7F3B-4B7A-8692-FE89E9A4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5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8851-7E4B-40D4-AFFA-A1511490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7288D-5A19-4727-90E4-B64AA6227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06E1D-D1CB-496A-91B8-FC716563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60A12-BEA3-407B-A47C-9212338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73E7F-AE92-42BB-92BE-C6AA5BAB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CB4A7-DD11-41AB-B76B-2246DE938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4EAD9-EEDB-4B14-AF93-95430FC52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D4946-B83F-4AE6-BA2D-ADD59ADD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E52A-13EC-40AA-A1F6-1A9023DB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F57D5-70BB-4B70-8F7E-14E6FFB7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1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EA134-8DA7-4CA1-80FA-34A9C947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543C8-C84A-4268-83BA-245E8F39A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E1E91-B958-4D0E-A471-D7ACE6134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784B8-A3E1-429D-9FAE-E88C27967C15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25465-220D-4FB4-8902-BE136ABCF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2904-6B8A-4E3C-A60B-1F1BD1C29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A81EE-1210-4C9B-80AA-DF0F0DCB4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7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O shine upon these, Lord,</a:t>
            </a:r>
            <a:br>
              <a:rPr lang="en-US" sz="2800" dirty="0"/>
            </a:br>
            <a:r>
              <a:rPr lang="en-US" sz="2800" dirty="0"/>
              <a:t>the men ordained today,</a:t>
            </a:r>
            <a:br>
              <a:rPr lang="en-US" sz="2800" dirty="0"/>
            </a:br>
            <a:r>
              <a:rPr lang="en-US" sz="2800" dirty="0"/>
              <a:t>that through the written Word,</a:t>
            </a:r>
            <a:br>
              <a:rPr lang="en-US" sz="2800" dirty="0"/>
            </a:br>
            <a:r>
              <a:rPr lang="en-US" sz="2800" dirty="0"/>
              <a:t>Christ Jesus they display.</a:t>
            </a:r>
            <a:br>
              <a:rPr lang="en-US" sz="2800" dirty="0"/>
            </a:br>
            <a:r>
              <a:rPr lang="en-US" sz="2800" dirty="0"/>
              <a:t>And from their hearts which burn</a:t>
            </a:r>
            <a:br>
              <a:rPr lang="en-US" sz="2800" dirty="0"/>
            </a:br>
            <a:r>
              <a:rPr lang="en-US" sz="2800" dirty="0"/>
              <a:t>with gazing on your face,</a:t>
            </a:r>
            <a:br>
              <a:rPr lang="en-US" sz="2800" dirty="0"/>
            </a:br>
            <a:r>
              <a:rPr lang="en-US" sz="2800" dirty="0"/>
              <a:t>that we, your people, learn</a:t>
            </a:r>
            <a:br>
              <a:rPr lang="en-US" sz="2800" dirty="0"/>
            </a:br>
            <a:r>
              <a:rPr lang="en-US" sz="2800" dirty="0"/>
              <a:t>the wonders of your grace.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57841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#547 O Shine Upon These, Lord</a:t>
            </a:r>
          </a:p>
        </p:txBody>
      </p:sp>
    </p:spTree>
    <p:extLst>
      <p:ext uri="{BB962C8B-B14F-4D97-AF65-F5344CB8AC3E}">
        <p14:creationId xmlns:p14="http://schemas.microsoft.com/office/powerpoint/2010/main" val="97208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 breathe upon them, Lord,</a:t>
            </a:r>
            <a:br>
              <a:rPr lang="en-US" sz="2800" dirty="0"/>
            </a:br>
            <a:r>
              <a:rPr lang="en-US" sz="2800" dirty="0"/>
              <a:t>your Spirit's living flame,</a:t>
            </a:r>
            <a:br>
              <a:rPr lang="en-US" sz="2800" dirty="0"/>
            </a:br>
            <a:r>
              <a:rPr lang="en-US" sz="2800" dirty="0"/>
              <a:t>so that with one accord</a:t>
            </a:r>
            <a:br>
              <a:rPr lang="en-US" sz="2800" dirty="0"/>
            </a:br>
            <a:r>
              <a:rPr lang="en-US" sz="2800" dirty="0"/>
              <a:t>their lips may tell your name.</a:t>
            </a:r>
            <a:br>
              <a:rPr lang="en-US" sz="2800" dirty="0"/>
            </a:br>
            <a:r>
              <a:rPr lang="en-US" sz="2800" dirty="0"/>
              <a:t>Give them the hearing ear,</a:t>
            </a:r>
            <a:br>
              <a:rPr lang="en-US" sz="2800" dirty="0"/>
            </a:br>
            <a:r>
              <a:rPr lang="en-US" sz="2800" dirty="0"/>
              <a:t>direct their </a:t>
            </a:r>
            <a:r>
              <a:rPr lang="en-US" sz="2800" dirty="0" err="1"/>
              <a:t>ev'ry</a:t>
            </a:r>
            <a:r>
              <a:rPr lang="en-US" sz="2800" dirty="0"/>
              <a:t> thought,</a:t>
            </a:r>
            <a:br>
              <a:rPr lang="en-US" sz="2800" dirty="0"/>
            </a:br>
            <a:r>
              <a:rPr lang="en-US" sz="2800" dirty="0"/>
              <a:t>that those they serve may hear</a:t>
            </a:r>
            <a:br>
              <a:rPr lang="en-US" sz="2800" dirty="0"/>
            </a:br>
            <a:r>
              <a:rPr lang="en-US" sz="2800" dirty="0"/>
              <a:t>the great things you have wrought.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1571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live within them, Lord,</a:t>
            </a:r>
            <a:br>
              <a:rPr lang="en-US" sz="2800" dirty="0"/>
            </a:br>
            <a:r>
              <a:rPr lang="en-US" sz="2800" dirty="0"/>
              <a:t>your mind and will be theirs.</a:t>
            </a:r>
            <a:br>
              <a:rPr lang="en-US" sz="2800" dirty="0"/>
            </a:br>
            <a:r>
              <a:rPr lang="en-US" sz="2800" dirty="0"/>
              <a:t>You, the </a:t>
            </a:r>
            <a:r>
              <a:rPr lang="en-US" sz="2800" dirty="0" err="1"/>
              <a:t>Belov'd</a:t>
            </a:r>
            <a:r>
              <a:rPr lang="en-US" sz="2800" dirty="0"/>
              <a:t>, adored,</a:t>
            </a:r>
            <a:br>
              <a:rPr lang="en-US" sz="2800" dirty="0"/>
            </a:br>
            <a:r>
              <a:rPr lang="en-US" sz="2800" dirty="0"/>
              <a:t>and served with all their </a:t>
            </a:r>
            <a:r>
              <a:rPr lang="en-US" sz="2800" dirty="0" err="1"/>
              <a:t>pow'rs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that so your lambs may know</a:t>
            </a:r>
            <a:br>
              <a:rPr lang="en-US" sz="2800" dirty="0"/>
            </a:br>
            <a:r>
              <a:rPr lang="en-US" sz="2800" dirty="0"/>
              <a:t>the one true Shepherd's voice.</a:t>
            </a:r>
            <a:br>
              <a:rPr lang="en-US" sz="2800" dirty="0"/>
            </a:br>
            <a:r>
              <a:rPr lang="en-US" sz="2800" dirty="0"/>
              <a:t>Where Christ leads, may they go,</a:t>
            </a:r>
            <a:br>
              <a:rPr lang="en-US" sz="2800" dirty="0"/>
            </a:br>
            <a:r>
              <a:rPr lang="en-US" sz="2800" dirty="0"/>
              <a:t>and in your call rejoice.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9367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2020-07-17T03:16:46Z</dcterms:created>
  <dcterms:modified xsi:type="dcterms:W3CDTF">2020-07-17T03:17:05Z</dcterms:modified>
</cp:coreProperties>
</file>