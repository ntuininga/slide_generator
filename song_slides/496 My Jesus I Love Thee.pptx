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E51530-B943-4747-8D0A-8F120C1C669A}" type="datetimeFigureOut">
              <a:rPr lang="en-US" smtClean="0"/>
              <a:t>5/17/2025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55FDA-FFD5-472D-91AC-EDD9088029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1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A4FF-1834-CB8C-EA68-22806339C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8336B-0DBC-9F28-3F0F-20794AC70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655FB0-86B9-5C49-173D-AE8F8EC7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018416-D638-47C1-B415-7153E16DB1EA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C98FA-92DD-84EA-DF8C-167B734F0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AEAF1-8050-C3EB-747A-1EFC4887C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463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367E1-0C76-6BE0-9270-A0A7CF0B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85404-2DB3-B8FB-2BBF-8F846B3EA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B7664-F3F1-6C19-63DA-1006B42A0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CAAA1-0D11-41B8-BA33-6330A264AE61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77AEA-B8AC-BD30-E425-7E8804B08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7A08E-C644-1858-572B-F110AE5DA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436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7B9FA-0CF7-C584-F150-E088E0E50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D48067-5D6C-12D5-EEBD-364A7D478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AC173F-D8CB-19B4-C683-F1115D71F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E7EC5-8A65-4DBA-AB5C-F4543404A51E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4DCF6-BCF9-05FF-2C30-7A7174C7E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2C58F-22B2-9D8B-EF45-989E9E965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2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6D3AB-6535-112B-2449-366060212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2522F-A124-607D-37AE-1983AADCF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4030B-23FE-990A-1003-E30B9767ED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EF990-0744-1EB8-5A38-BA9BFF17C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853023-E761-429A-994E-17D2E69608A7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D7763-AD21-EF3E-3FF5-43CD2A16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ED6AF8-9744-9CC7-E9A9-A86AEF2D9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56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B8940-0216-835D-D7CF-B3BEC97CF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3EE9C-F9DC-F749-FCDC-CF4E413E7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9C53F-020E-63C6-1A55-A1ED508F9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44822A-CAE0-B0D2-8719-06E97F25D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23A99-CB03-E7E6-B3BD-EE4BB58BA7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7F464-FA63-49C7-3DAF-219DE4DC5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19408-3052-4A63-B4AF-FE73E149AFF6}" type="datetime1">
              <a:rPr lang="en-US" smtClean="0"/>
              <a:t>5/17/2025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6A613F-67FE-DC5F-62A8-910DB99F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94D69-C675-1182-0462-9395926D3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21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5B41-5E5C-4141-5568-A63ABB66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1695E-2611-028C-7121-774EBE180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8191A-352D-4373-82E5-B7F32CEFFE26}" type="datetime1">
              <a:rPr lang="en-US" smtClean="0"/>
              <a:t>5/17/2025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4FAED-ED2C-DEFC-56C2-6C9AE195E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F234C-8168-6F2C-0178-99421E878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21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422BDE-7D1D-01DD-72A2-3B327ADF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3C547-65D7-437C-9B4C-6C8C0D44FAB4}" type="datetime1">
              <a:rPr lang="en-US" smtClean="0"/>
              <a:t>5/17/2025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C81D52-D2F7-8469-BA35-7114C9315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4A7F6-C806-069D-F5F9-D8AD213EB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86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3114-1930-FEAA-9045-9E88596E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3CF6D-E942-02EC-F136-4227C01A4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0127F8-41CD-4FDC-449C-7D128867D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0168D1-3F7C-A198-37B7-BA6E8CF0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F707A2-0C6F-49BA-BB1C-4C6BF04955BE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E6DD1-7BCC-8EAB-26FD-B8A5F4B7F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DCE5A-77EC-FBA0-AA9A-156499809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943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A186-4F3A-E3C9-6892-0A3718C2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AD608B-828B-1B2E-8001-448E9BA14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906EA-F49F-D957-A4B3-B615FFDD5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B4B01F-7EA4-58FA-343C-BA40B84A4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FE248F-0545-4F93-B314-E44C32209E3D}" type="datetime1">
              <a:rPr lang="en-US" smtClean="0"/>
              <a:t>5/17/2025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395948-D35D-FA2B-FC8A-6677D946B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19A1C-846A-B4AD-814A-3BB2CE119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701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01500-BC8B-DE25-8281-824E3551D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CD6D33-1DFA-0F8F-FA2A-F65E6D661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E20FC-9D86-CC3C-3869-703BB87FF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13C4D-4852-421B-9DA7-59253609AE9D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3CE5D-693F-9EDB-321B-41CF36F82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E3DFC-AC7D-8187-0AC2-CDA99C62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589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5CFCDC-74BB-C849-511E-510AE95C8E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E91478-9719-0D8F-CD5E-FF05DACB7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83E46-6551-AF94-3B15-9F41D6AA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EC9E3-159E-4079-9D1D-10C4E3D04F1C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E3A3D-B721-F3D6-4032-6D345FB7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29098-C8A6-06C4-1D2C-CEAD6CD59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51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0F23BB-DE3C-242B-9DA9-47BF595C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8EDB54-072E-3089-F9E3-48B8AEA38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D4EE7-3176-1DDF-C0F6-AB1AFEB0C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1E24E-3E6E-46D5-9545-607964833CCB}" type="datetime1">
              <a:rPr lang="en-US" smtClean="0"/>
              <a:t>5/17/2025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56CC8-72E8-9DAF-73ED-F3976160F8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3975E-79D4-82FE-1142-41F655910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699F5-47F3-4047-B649-77ACFC7D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33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6E14E-5347-A441-BC6A-EB26E3CCC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#496 My Jesus I Love Thee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DA534-6162-67DA-1DEF-02824BBB6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My Jesus, I love thee, I know thou art mine;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thee all the follies of sin I resign.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My gracious Redeemer, my Savior art thou;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ever I loved thee, my Jesus, 'tis now.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7633D9-85F4-8BE3-F994-90D641746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3041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D3B7F-5D30-B7D5-7AF2-5334C6FE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56749F-ABC8-DA56-3577-2C5BE8E14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I love thee because thou hast first loved me,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purchased my pardon on Calvary's tree.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love thee for wearing the thorns on thy brow;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ever I loved thee, my Jesus, 'tis now.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684AE5-A266-C8D1-7E35-5965BAE00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4621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FDD40-73D7-D538-4787-74CF7E3A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8A210E-2D95-621D-8DF8-52971F790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I'll love thee in life, I will love thee in death;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praise thee as long as thou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lendest</a:t>
            </a: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 breath;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say, when the death-dew lies cold on my brow: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ever I loved thee, my Jesus, 'tis now.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B4C08B-CCCF-FC8F-972D-E9838EE32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135121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666AA-9A3D-0C56-AF38-92A4310C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B4751-AF2E-2C9F-48B1-C7A29FADB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In mansions of glory and endless delight,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I'll ever adore thee in heaven so bright;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I'll sing with the glittering crown on my brow: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ever I loved thee, my Jesus, 'tis now.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B8AD6-4769-F1DA-8D99-82C6046A1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2238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Office Theme</vt:lpstr>
      <vt:lpstr>#496 My Jesus I Love Thee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Tuininga</dc:creator>
  <cp:lastModifiedBy>Neil Tuininga</cp:lastModifiedBy>
  <cp:revision>2</cp:revision>
  <dcterms:created xsi:type="dcterms:W3CDTF">2025-05-18T02:40:17Z</dcterms:created>
  <dcterms:modified xsi:type="dcterms:W3CDTF">2025-05-18T02:42:42Z</dcterms:modified>
</cp:coreProperties>
</file>