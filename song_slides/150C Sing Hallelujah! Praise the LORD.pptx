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83" r:id="rId3"/>
    <p:sldId id="49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47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5E8A4-8083-4312-8B3D-5AF734CB72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DFF8F4-55D7-430F-B877-D02DD68D81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97BEE-1FF5-4081-811C-B7E64DF95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4C34-AEAF-440A-A310-C86509B97035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DBA71-32D1-4890-B6E6-04056C7D8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A4510-9D5F-4EA7-83C6-CA86EBB8C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C770-1C6C-4D7E-AE76-6B613E0DA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229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D635B-8360-4FAF-BB37-DE0280E21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C54FF-99E5-484A-87A0-4F1A3A9DD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A353D-3731-492C-9092-63022FFDA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4C34-AEAF-440A-A310-C86509B97035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B91FD-67C0-4F68-9BF1-D80CC27AB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D444F-5415-4FC5-B7FA-C37758346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C770-1C6C-4D7E-AE76-6B613E0DA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362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1CA15-8B96-4767-88E1-269961CFA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F7A66-306E-48C3-8073-D43D23E1B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2D3BB-BE4B-461C-9216-05289F17C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4C34-AEAF-440A-A310-C86509B97035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76A09-5A5C-4E83-A110-24C9D3F36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0C084-65F7-4C17-BA1F-8589F6AF7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C770-1C6C-4D7E-AE76-6B613E0DA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740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8DB9E-5130-4E82-A267-61012FDCB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23F87-4E6A-4BA3-B8B4-8F28148CF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E3FA63-5D74-46A6-A675-7D61A3D1E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DCD0E7-9F44-435A-93DB-B72FBA3DF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4C34-AEAF-440A-A310-C86509B97035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A29607-8E75-464C-A5F3-89C7CAA0A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09599C-5BA0-47D2-AE5E-613FBA1F8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C770-1C6C-4D7E-AE76-6B613E0DA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20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4DE19-B4C7-479A-B865-52236D302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4346F-1AE7-4858-903B-4EE05E03B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B7EF4D-04AD-46AA-8D8C-193B687C5D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7F30A5-86E2-4D48-A115-09A2A3A446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5888B6-A23A-4B02-A339-53E087AF9C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BDF1FB-856D-41F1-8639-28249858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4C34-AEAF-440A-A310-C86509B97035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1E8EFD-659C-457F-ABF8-075C2206A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1280E0-0494-44B0-AE57-D3209886C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C770-1C6C-4D7E-AE76-6B613E0DA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817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74256-3D48-4977-8995-757C1B5CE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F94164-1B19-4A5F-941A-04BC537A9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4C34-AEAF-440A-A310-C86509B97035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980B68-65EE-4E36-A917-437F02ABD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053805-44EA-40BC-8AAF-3A5E715EE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C770-1C6C-4D7E-AE76-6B613E0DA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030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3BE78-12B2-4188-80A7-3C5DC3D71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4C34-AEAF-440A-A310-C86509B97035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1C5857-671D-47C9-836C-11A15D3CE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EE2FB-0F46-4E5B-A2DC-6CDD7BC86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C770-1C6C-4D7E-AE76-6B613E0DA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344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B6388-0A10-4892-8D74-7B4F425FC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DDD62-92EA-4300-B158-7E5201A01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2C8B81-2F1D-41E8-8942-6DA66A27CC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A6EFF1-3CCA-4866-8A98-BD8D0B463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4C34-AEAF-440A-A310-C86509B97035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B2A1E9-284E-4429-AB1E-BD094BBFC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0406D-1C03-4E40-A700-F285D1908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C770-1C6C-4D7E-AE76-6B613E0DA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932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C2F8A-2FC6-4929-9DDF-F15D1D163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6447EF-A54C-492A-94C6-A443BE607A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FD10F6-2C67-463C-B0B9-0E0E87759A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CF2E9-DFD6-449C-B478-4FDBB2DCE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4C34-AEAF-440A-A310-C86509B97035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ECB8F6-6610-4321-9C5D-1B38BFAB1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B64C1A-EDCB-4434-A4B8-0556651E4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C770-1C6C-4D7E-AE76-6B613E0DA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29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5A140-7C3C-4CCB-84A4-FC24CF731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30321-E9E4-4805-9B73-B5162937AF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53047-A743-4E79-B309-DEB9C3133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4C34-AEAF-440A-A310-C86509B97035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35B50-B1B4-497C-B44B-4FBAC99C5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B5991-BB7C-4634-86E2-28A7189E8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C770-1C6C-4D7E-AE76-6B613E0DA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668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76E576-30B8-43B8-948E-C915181CF2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CF3ABD-CF83-4D56-9C40-E2CAE2857D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1EEBF-CE02-4A81-9538-128272E4A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4C34-AEAF-440A-A310-C86509B97035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7841C-1AC9-4D82-BB34-3DFD187B3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D226E-6719-49E3-B14E-74C37F574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C770-1C6C-4D7E-AE76-6B613E0DA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29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1F3938-1A9F-4F40-BA32-CEB51A0CE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1342B-21C2-4BC1-9D8E-C6566480C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451C5-8BF9-4091-ADA2-6018EA2C2D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0E4C34-AEAF-440A-A310-C86509B97035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10CE7-BF8F-41C2-91FB-A5D9FEB737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68369-7F59-4193-B20E-F8D5922585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1C770-1C6C-4D7E-AE76-6B613E0DA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567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#150C Sing Hallelujah! Praise the LORD!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FontTx/>
              <a:buAutoNum type="arabicPeriod"/>
            </a:pPr>
            <a:r>
              <a:rPr lang="en-CA" sz="2800" dirty="0"/>
              <a:t>Sing hallelujah! Praise the Lord!</a:t>
            </a:r>
          </a:p>
          <a:p>
            <a:pPr lvl="0" algn="ctr"/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Praise Go</a:t>
            </a: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d within his sacred courts!</a:t>
            </a:r>
          </a:p>
          <a:p>
            <a:pPr lvl="0" algn="ctr"/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Hallelujah! Hallelujah!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Praise, praise him in his </a:t>
            </a:r>
            <a:r>
              <a:rPr lang="en-CA" sz="2800" dirty="0" err="1">
                <a:solidFill>
                  <a:prstClr val="black"/>
                </a:solidFill>
                <a:latin typeface="Calibri" panose="020F0502020204030204"/>
              </a:rPr>
              <a:t>heav’nly</a:t>
            </a: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 height!</a:t>
            </a:r>
          </a:p>
          <a:p>
            <a:pPr lvl="0" algn="ctr"/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Praise, praise him for his de</a:t>
            </a: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eds of might!</a:t>
            </a:r>
          </a:p>
          <a:p>
            <a:pPr lvl="0" algn="ctr"/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 algn="ctr"/>
            <a:r>
              <a:rPr lang="en-CA" sz="2800" i="1" dirty="0">
                <a:solidFill>
                  <a:prstClr val="black"/>
                </a:solidFill>
                <a:latin typeface="Calibri" panose="020F0502020204030204"/>
              </a:rPr>
              <a:t>Refrain:</a:t>
            </a:r>
            <a:endParaRPr lang="en-CA" sz="2800" dirty="0">
              <a:solidFill>
                <a:prstClr val="black"/>
              </a:solidFill>
              <a:latin typeface="Calibri" panose="020F0502020204030204"/>
            </a:endParaRPr>
          </a:p>
          <a:p>
            <a:pPr lvl="0" algn="ctr"/>
            <a:r>
              <a:rPr kumimoji="0" lang="en-CA" sz="28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praise him! O praise </a:t>
            </a: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him! Hallelujah!</a:t>
            </a:r>
          </a:p>
          <a:p>
            <a:pPr algn="ctr"/>
            <a:r>
              <a:rPr lang="en-CA" sz="2800" dirty="0">
                <a:solidFill>
                  <a:prstClr val="black"/>
                </a:solidFill>
              </a:rPr>
              <a:t>Hallelujah! Hallelujah!</a:t>
            </a:r>
            <a:endParaRPr kumimoji="0" lang="en-CA" sz="2800" b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3258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ctr">
              <a:buAutoNum type="arabicPeriod" startAt="2"/>
            </a:pPr>
            <a:r>
              <a:rPr lang="en-CA" sz="2800" dirty="0"/>
              <a:t>Praise God whose majesty abounds!</a:t>
            </a:r>
          </a:p>
          <a:p>
            <a:pPr algn="ctr"/>
            <a:r>
              <a:rPr lang="en-CA" sz="2800" dirty="0"/>
              <a:t>O praise him with the trumpet sound!</a:t>
            </a:r>
          </a:p>
          <a:p>
            <a:pPr algn="ctr"/>
            <a:r>
              <a:rPr lang="en-CA" sz="2800" dirty="0">
                <a:solidFill>
                  <a:prstClr val="black"/>
                </a:solidFill>
              </a:rPr>
              <a:t>Hallelujah! Hallelujah!</a:t>
            </a:r>
          </a:p>
          <a:p>
            <a:pPr algn="ctr"/>
            <a:r>
              <a:rPr lang="en-CA" sz="2800" dirty="0"/>
              <a:t>Praise God with lute and harp and strings,</a:t>
            </a:r>
          </a:p>
          <a:p>
            <a:pPr algn="ctr"/>
            <a:r>
              <a:rPr lang="en-CA" sz="2800" dirty="0"/>
              <a:t>With dance and pipe and tambourine!</a:t>
            </a:r>
          </a:p>
          <a:p>
            <a:pPr algn="ctr"/>
            <a:endParaRPr lang="en-CA" sz="2800" dirty="0"/>
          </a:p>
          <a:p>
            <a:pPr lvl="0" algn="ctr"/>
            <a:r>
              <a:rPr lang="en-CA" sz="2800" i="1" dirty="0">
                <a:solidFill>
                  <a:prstClr val="black"/>
                </a:solidFill>
              </a:rPr>
              <a:t>Refrain:</a:t>
            </a:r>
            <a:endParaRPr lang="en-CA" sz="2800" dirty="0">
              <a:solidFill>
                <a:prstClr val="black"/>
              </a:solidFill>
            </a:endParaRP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O praise him! O praise him! Hallelujah!</a:t>
            </a:r>
          </a:p>
          <a:p>
            <a:pPr algn="ctr"/>
            <a:r>
              <a:rPr lang="en-CA" sz="2800" dirty="0">
                <a:solidFill>
                  <a:prstClr val="black"/>
                </a:solidFill>
              </a:rPr>
              <a:t>Hallelujah! Hallelujah!</a:t>
            </a:r>
          </a:p>
        </p:txBody>
      </p:sp>
    </p:spTree>
    <p:extLst>
      <p:ext uri="{BB962C8B-B14F-4D97-AF65-F5344CB8AC3E}">
        <p14:creationId xmlns:p14="http://schemas.microsoft.com/office/powerpoint/2010/main" val="2631172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B5467F-E82E-45D3-84C5-18A5F5609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8D0A90-4289-4BED-9D00-9A7CAA588903}"/>
              </a:ext>
            </a:extLst>
          </p:cNvPr>
          <p:cNvSpPr txBox="1"/>
          <p:nvPr/>
        </p:nvSpPr>
        <p:spPr>
          <a:xfrm>
            <a:off x="1419225" y="1659285"/>
            <a:ext cx="93535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With sounding cymbals praise the LORD!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clashing cymbals praise aloud!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Hallelujah! Hallelujah!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Let all that breathes now praise the LORD!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praise the LORD forevermore!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praise him!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 praise him!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Hallelujah! Hallelujah!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Hallelujah!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201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</Words>
  <Application>Microsoft Office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#150C Sing Hallelujah! Praise the LORD!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#150C Sing Hallelujah! Praise the LORD!</dc:title>
  <dc:creator>Eric Hoogendoorn</dc:creator>
  <cp:lastModifiedBy>Neil Tuininga</cp:lastModifiedBy>
  <cp:revision>2</cp:revision>
  <dcterms:created xsi:type="dcterms:W3CDTF">2020-04-25T02:34:19Z</dcterms:created>
  <dcterms:modified xsi:type="dcterms:W3CDTF">2025-08-31T12:55:59Z</dcterms:modified>
</cp:coreProperties>
</file>