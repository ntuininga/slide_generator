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7" r:id="rId2"/>
    <p:sldId id="258" r:id="rId3"/>
    <p:sldId id="259" r:id="rId4"/>
    <p:sldId id="26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F8FD14-7E04-4062-AE3C-10DF26019C43}" type="datetimeFigureOut">
              <a:rPr lang="en-US" smtClean="0"/>
              <a:t>10/6/2023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CFB10C-E547-4415-A69B-8BF24E4893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12643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3FBC19-9305-3FAC-445F-938072EFE2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4F52020-3E87-6A62-8964-97E79A5C27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653CFE-4DD7-377B-ED4F-C9F248F1DC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546ADF-EF80-49E7-93EC-049DEF4C7605}" type="datetime1">
              <a:rPr lang="en-US" smtClean="0"/>
              <a:t>10/6/2023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12183C-62CA-34C6-176F-C4C190C9A7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5196FA-4C78-E991-2DFE-08137F00ED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A9A6E-6981-47BF-8A6C-A2FB70211A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63423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0869E3-8340-D395-C5BB-81D6478263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C6E29C-DEAF-6E2D-DF67-766FD57211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CCC753-6820-2227-600A-640C984A80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A13B16-2F23-498D-8DC8-EBB1DB9EAC52}" type="datetime1">
              <a:rPr lang="en-US" smtClean="0"/>
              <a:t>10/6/2023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1A7681-95D7-88A2-4990-C858E69E61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65EC5C-5DEB-B8C7-B3FE-C14FD102BB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A9A6E-6981-47BF-8A6C-A2FB70211A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11700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A96876-2713-C391-D1C6-9BD94C5D5F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AD34C8-C9D4-49C7-F046-7AE3D249BA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B59BF3-5CEE-2827-25D2-0483B83A04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97063-2EA6-4404-81EB-334A41827856}" type="datetime1">
              <a:rPr lang="en-US" smtClean="0"/>
              <a:t>10/6/2023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EB7629-1ED3-1E1D-46A8-2C30C0F46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9ACD80-7171-17A5-4790-9804CACA86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A9A6E-6981-47BF-8A6C-A2FB70211A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97859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735F37-4F49-04BC-1619-6D4A71E098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1ECFB0-D577-CCAA-4389-79EA8FC7D7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BAFD63-7EBC-ACD8-A606-FAD02DE590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5D50F2-F9E9-0EA7-8FC9-E1D1995526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2827AC-FA45-4A0B-BBAD-6E50FC76EC6A}" type="datetime1">
              <a:rPr lang="en-US" smtClean="0"/>
              <a:t>10/6/2023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254060-5070-5621-B76D-10D2BF6060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264A7E-8433-5CD3-61C8-C8814FA541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A9A6E-6981-47BF-8A6C-A2FB70211A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0483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E5ED37-23F4-EFE2-8E03-C4F7B1048F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E5076C-5CE2-73F4-981E-10AFCBC3FA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291A29-59F0-C7C4-BFCE-24955FEC8C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CD64473-BC02-E40B-FB8E-5C407494482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4928A6-93E8-A5BE-DCF0-0D53A47AC8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7C549DC-DF51-3846-3D58-26AE0F348A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64D468-752F-48B2-8245-17E2CD13C899}" type="datetime1">
              <a:rPr lang="en-US" smtClean="0"/>
              <a:t>10/6/2023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5133193-3E19-6D5B-18EF-7EC18934D2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7D97808-74A0-EBE1-23D6-365F32417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A9A6E-6981-47BF-8A6C-A2FB70211A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57771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8AC8C5-A0E5-8295-2E17-E75C6A434A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80CA7D2-17DD-36F3-2128-7FDC985D04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11C242-0928-4AF5-B33A-BDC013BA4195}" type="datetime1">
              <a:rPr lang="en-US" smtClean="0"/>
              <a:t>10/6/2023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8F8499-F807-A705-5CC9-F95300A8CE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BE93E2-A741-6FE2-F80D-CC34CB061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A9A6E-6981-47BF-8A6C-A2FB70211A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77888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501C391-B99E-C7C0-20CF-BD3379A07B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E82FB-6BE8-453E-8D13-492E4AE68416}" type="datetime1">
              <a:rPr lang="en-US" smtClean="0"/>
              <a:t>10/6/2023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2938F7-925D-D916-C330-60E561661D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450B0F-D079-FCDF-A2BE-37BEA9F3F8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A9A6E-6981-47BF-8A6C-A2FB70211A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26463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3EF62F-6D5F-A1B9-92F6-D3B1DEF32A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8D1592-3B6B-33D1-7447-F9DB995839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1AD2C4-EF83-971C-E831-F18DE477D5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A76E09-5AE8-4B12-623B-C1F0545592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E7893D-A6C5-4A21-911B-79EB9854B565}" type="datetime1">
              <a:rPr lang="en-US" smtClean="0"/>
              <a:t>10/6/2023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0E0245-ACD0-7BFC-8652-CBFD0DAF77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0A2644-FA95-248C-9170-22AC056CB2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A9A6E-6981-47BF-8A6C-A2FB70211A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34887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F40D94-114B-EC4C-4F96-73950D189B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C3DE12B-13BC-E7CB-9911-7C500EC2353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E5B72E-21C5-DB3D-F076-C4DD0EB087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0F9A4D-7436-20F0-0B41-E030A2247C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80D50F-38C4-43C9-9D41-B2EA6D67DAD1}" type="datetime1">
              <a:rPr lang="en-US" smtClean="0"/>
              <a:t>10/6/2023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94DB89-C4A8-D8CD-10EC-64CB867184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9D9155-4012-E537-596C-4F74F350AF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A9A6E-6981-47BF-8A6C-A2FB70211A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02289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A2DA33-BDD8-24DC-026F-285C657CA3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C5E39BB-1103-8196-CAEA-529C288984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C7A0E2-6379-79BF-0164-4C12AC2008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B34B90-F95B-4D32-9CCE-887DA1F0922C}" type="datetime1">
              <a:rPr lang="en-US" smtClean="0"/>
              <a:t>10/6/2023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337898-2F7A-02D7-2F13-544A74C9AF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9C753E-872D-0C81-A191-84BB24AB1E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A9A6E-6981-47BF-8A6C-A2FB70211A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93484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26C3B96-CBB3-BFF8-0E79-ECD71BE4844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8F911E-D7FE-7600-542E-28B40BCE1F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880CFC-0163-B115-44A6-10F246CE82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3B8EB-B5B6-410C-96F8-F37ED9909795}" type="datetime1">
              <a:rPr lang="en-US" smtClean="0"/>
              <a:t>10/6/2023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2249AF-21E8-5EBE-272E-81975C068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DB397C-101A-A951-2927-0A9D2BF377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A9A6E-6981-47BF-8A6C-A2FB70211A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85543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20AE00C-159A-EBEC-6711-EF71752119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9EE537-C945-54B6-09E1-FEA41B047D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9D3A47-39CA-4DE1-3B1C-E954C81C521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E95E37-E41B-4570-B921-3626524EDE4E}" type="datetime1">
              <a:rPr lang="en-US" smtClean="0"/>
              <a:t>10/6/2023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8E4F0D-ADC7-7754-2904-463F0E0268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2F8C6C-2170-38BA-2599-807259A24E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5A9A6E-6981-47BF-8A6C-A2FB70211A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02462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9CA5FA-A5C8-2E21-E666-98CEE6C592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/>
              <a:t>#145A  I Will Exalt You, O My God and King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C6E132-18F7-E947-93B7-0823C30828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 algn="ctr">
              <a:buAutoNum type="arabicPeriod"/>
            </a:pPr>
            <a:r>
              <a:rPr lang="en-US" dirty="0"/>
              <a:t>I will exalt you, O my God and king; </a:t>
            </a:r>
          </a:p>
          <a:p>
            <a:pPr marL="0" indent="0" algn="ctr">
              <a:buNone/>
            </a:pPr>
            <a:r>
              <a:rPr lang="en-US" dirty="0"/>
              <a:t>I will forever bless your holy name. </a:t>
            </a:r>
          </a:p>
          <a:p>
            <a:pPr marL="0" indent="0" algn="ctr">
              <a:buNone/>
            </a:pPr>
            <a:r>
              <a:rPr lang="en-US" dirty="0"/>
              <a:t>I will extol you, Lord, forevermore.</a:t>
            </a:r>
          </a:p>
          <a:p>
            <a:pPr marL="0" indent="0" algn="ctr">
              <a:buNone/>
            </a:pPr>
            <a:r>
              <a:rPr lang="en-US" dirty="0"/>
              <a:t>Day after day, I will your praise commend.</a:t>
            </a:r>
          </a:p>
          <a:p>
            <a:pPr marL="0" indent="0" algn="ctr">
              <a:buNone/>
            </a:pPr>
            <a:r>
              <a:rPr lang="en-US" dirty="0"/>
              <a:t>Great is the Lord and greatly to be praised.</a:t>
            </a:r>
          </a:p>
          <a:p>
            <a:pPr marL="0" indent="0" algn="ctr">
              <a:buNone/>
            </a:pPr>
            <a:r>
              <a:rPr lang="en-US" dirty="0"/>
              <a:t>His greatness none can ever comprehend.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90ECF7C-3EDF-2709-BA70-DA09BF11A7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5242955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FC03A-96D4-D4FA-CD88-F2AD8CD64B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7AEAF5-39F9-81A6-8C46-160AE8494E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/>
              <a:t>6. So shall the sons of man be taught your deeds,</a:t>
            </a:r>
          </a:p>
          <a:p>
            <a:pPr marL="0" indent="0" algn="ctr">
              <a:buNone/>
            </a:pPr>
            <a:r>
              <a:rPr lang="en-US" dirty="0"/>
              <a:t>That they may know the splendor of your reign.</a:t>
            </a:r>
          </a:p>
          <a:p>
            <a:pPr marL="0" indent="0" algn="ctr">
              <a:buNone/>
            </a:pPr>
            <a:r>
              <a:rPr lang="en-US" dirty="0"/>
              <a:t>Through </a:t>
            </a:r>
            <a:r>
              <a:rPr lang="en-US" dirty="0" err="1"/>
              <a:t>ev’ry</a:t>
            </a:r>
            <a:r>
              <a:rPr lang="en-US" dirty="0"/>
              <a:t> age shall your dominion stand;</a:t>
            </a:r>
          </a:p>
          <a:p>
            <a:pPr marL="0" indent="0" algn="ctr">
              <a:buNone/>
            </a:pPr>
            <a:r>
              <a:rPr lang="en-US" dirty="0"/>
              <a:t>Your everlasting kingdom will remain..</a:t>
            </a:r>
          </a:p>
          <a:p>
            <a:pPr marL="0" indent="0" algn="ctr">
              <a:buNone/>
            </a:pPr>
            <a:r>
              <a:rPr lang="en-US" dirty="0"/>
              <a:t>Kind is the Lord in all his mighty works,</a:t>
            </a:r>
          </a:p>
          <a:p>
            <a:pPr marL="0" indent="0" algn="ctr">
              <a:buNone/>
            </a:pPr>
            <a:r>
              <a:rPr lang="en-US" dirty="0"/>
              <a:t>And faithful </a:t>
            </a:r>
            <a:r>
              <a:rPr lang="en-US" dirty="0" err="1"/>
              <a:t>ev’ry</a:t>
            </a:r>
            <a:r>
              <a:rPr lang="en-US" dirty="0"/>
              <a:t> word which he proclaims.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BCE9642-5A5C-A16C-86CD-8F8891B8C4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27177088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E2753-4956-72F7-709F-C99E9DB557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E0D618-B34D-A570-1B35-506445F82A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/>
              <a:t>7. Kind is the Lord in all his wondrous works,</a:t>
            </a:r>
          </a:p>
          <a:p>
            <a:pPr marL="0" indent="0" algn="ctr">
              <a:buNone/>
            </a:pPr>
            <a:r>
              <a:rPr lang="en-US" dirty="0"/>
              <a:t>Righteous and true is he in all his ways.</a:t>
            </a:r>
          </a:p>
          <a:p>
            <a:pPr marL="0" indent="0" algn="ctr">
              <a:buNone/>
            </a:pPr>
            <a:r>
              <a:rPr lang="en-US" dirty="0"/>
              <a:t>Near is the Lord to all who on him call –</a:t>
            </a:r>
          </a:p>
          <a:p>
            <a:pPr marL="0" indent="0" algn="ctr">
              <a:buNone/>
            </a:pPr>
            <a:r>
              <a:rPr lang="en-US" dirty="0"/>
              <a:t>All those who call on him in truth for aid.</a:t>
            </a:r>
          </a:p>
          <a:p>
            <a:pPr marL="0" indent="0" algn="ctr">
              <a:buNone/>
            </a:pPr>
            <a:r>
              <a:rPr lang="en-US" dirty="0"/>
              <a:t>All those who fear him, he will fill their wants;</a:t>
            </a:r>
          </a:p>
          <a:p>
            <a:pPr marL="0" indent="0" algn="ctr">
              <a:buNone/>
            </a:pPr>
            <a:r>
              <a:rPr lang="en-US" dirty="0"/>
              <a:t>He hears their pleading cry and he will save.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272F3D6-F6B2-BBC6-292C-299EAF645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23469192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A643D7-80AF-4066-5110-B6EB73EFA7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CF4A14-04F5-4862-6E3F-9605E87F0E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/>
              <a:t>8. All those who love the Lord he will preserve,</a:t>
            </a:r>
          </a:p>
          <a:p>
            <a:pPr marL="0" indent="0" algn="ctr">
              <a:buNone/>
            </a:pPr>
            <a:r>
              <a:rPr lang="en-US" dirty="0"/>
              <a:t>But all the wicked he </a:t>
            </a:r>
            <a:r>
              <a:rPr lang="en-US"/>
              <a:t>will surely </a:t>
            </a:r>
            <a:r>
              <a:rPr lang="en-US" dirty="0"/>
              <a:t>slay.</a:t>
            </a:r>
          </a:p>
          <a:p>
            <a:pPr marL="0" indent="0" algn="ctr">
              <a:buNone/>
            </a:pPr>
            <a:r>
              <a:rPr lang="en-US" dirty="0"/>
              <a:t>Praise to the Lord my mouth will utter forth.</a:t>
            </a:r>
          </a:p>
          <a:p>
            <a:pPr marL="0" indent="0" algn="ctr">
              <a:buNone/>
            </a:pPr>
            <a:r>
              <a:rPr lang="en-US" dirty="0"/>
              <a:t>Praise to the Lord will I with joy proclaim.</a:t>
            </a:r>
          </a:p>
          <a:p>
            <a:pPr marL="0" indent="0" algn="ctr">
              <a:buNone/>
            </a:pPr>
            <a:r>
              <a:rPr lang="en-US" dirty="0"/>
              <a:t>Let </a:t>
            </a:r>
            <a:r>
              <a:rPr lang="en-US" dirty="0" err="1"/>
              <a:t>ev’ry</a:t>
            </a:r>
            <a:r>
              <a:rPr lang="en-US" dirty="0"/>
              <a:t> creature rise up to adore</a:t>
            </a:r>
          </a:p>
          <a:p>
            <a:pPr marL="0" indent="0" algn="ctr">
              <a:buNone/>
            </a:pPr>
            <a:r>
              <a:rPr lang="en-US" dirty="0"/>
              <a:t> and bless his holy name forevermore.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30A2C0B-443B-EDF5-1C55-B7832EF4A4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18775295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284</Words>
  <Application>Microsoft Office PowerPoint</Application>
  <PresentationFormat>Widescreen</PresentationFormat>
  <Paragraphs>29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#145A  I Will Exalt You, O My God and King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#145A  I Will Exalt You, O My God and King</dc:title>
  <dc:creator>Neil Tuininga</dc:creator>
  <cp:lastModifiedBy>Neil Tuininga</cp:lastModifiedBy>
  <cp:revision>1</cp:revision>
  <dcterms:created xsi:type="dcterms:W3CDTF">2023-10-06T16:46:36Z</dcterms:created>
  <dcterms:modified xsi:type="dcterms:W3CDTF">2023-10-06T16:52:48Z</dcterms:modified>
</cp:coreProperties>
</file>