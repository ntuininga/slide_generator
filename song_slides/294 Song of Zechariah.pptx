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29DF0-B275-4CBF-80B9-D89B7E404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BE35C-9ACF-45C7-B565-C12250EF1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B1E4C-F9B4-4C7B-B1B9-EAD3CC69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41473-291F-4F9C-8053-ADD5616D3936}" type="datetimeFigureOut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19E29-5BFE-456F-B85B-9D268F50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A3E60-8C2D-4F43-8C8A-F3E72CDAC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529F-2B86-48D2-A9D6-DB9E4B9E7E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2842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35FB7-4BD6-4371-B141-8F47C2CE2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4136A-D2ED-4695-8858-B9F89DE06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D31E5-8D9A-4BE1-9BD0-202ED20ED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41473-291F-4F9C-8053-ADD5616D3936}" type="datetimeFigureOut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B3DA8-DE59-4719-93E8-5A0B34040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6815E-109F-4FD2-974F-5F04C871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529F-2B86-48D2-A9D6-DB9E4B9E7E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4476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150D-3E70-4FED-8960-1424FD7C3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2A9E0-05E9-4C27-B4F9-73EB765CB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76296-BC6A-4373-87CF-C403C09A6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41473-291F-4F9C-8053-ADD5616D3936}" type="datetimeFigureOut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26489-545B-4A52-8F46-D57F74B37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31230-CF7F-4A71-A250-CEE1D4111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529F-2B86-48D2-A9D6-DB9E4B9E7E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441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09325-152F-4B1A-914D-82F5027B9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E93EB-D3ED-4D24-8BD9-BAB79D65C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DFC041-1627-45D4-9BE9-133FB5996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6A260-3A2F-458F-8EA3-40E3AB283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41473-291F-4F9C-8053-ADD5616D3936}" type="datetimeFigureOut">
              <a:rPr lang="en-CA" smtClean="0"/>
              <a:t>2021-12-04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CCC2B-7EE1-45C1-8E73-C0C5B76BA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45BEC-EC7C-4D14-86E7-A2C2A4135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529F-2B86-48D2-A9D6-DB9E4B9E7E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958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659FE-677E-4902-BF19-58101C9C8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64AEA-421D-401E-AB2F-D813BB669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90A70-32ED-4EE8-B25C-0626EFE2E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3D0E6-DB90-49B8-9060-A5EAD6E60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D2BD0F-91E9-4C8C-9CD3-992454EE7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32258A-30C1-4DAA-9289-FB81EF163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41473-291F-4F9C-8053-ADD5616D3936}" type="datetimeFigureOut">
              <a:rPr lang="en-CA" smtClean="0"/>
              <a:t>2021-12-04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48A46-63DC-4413-827C-00F611B76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C94BC6-B5E2-463E-B73D-45C9B5A45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529F-2B86-48D2-A9D6-DB9E4B9E7E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398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D671-D267-4414-B9C0-26C219B4F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1E5AA2-28FC-4286-A922-976A3467D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41473-291F-4F9C-8053-ADD5616D3936}" type="datetimeFigureOut">
              <a:rPr lang="en-CA" smtClean="0"/>
              <a:t>2021-12-04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000F06-991E-49C3-89B2-AEE1C72F2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046884-DE25-4667-B1CE-30815C3B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529F-2B86-48D2-A9D6-DB9E4B9E7E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398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E090B2-78A9-4914-B7C1-6221EB25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41473-291F-4F9C-8053-ADD5616D3936}" type="datetimeFigureOut">
              <a:rPr lang="en-CA" smtClean="0"/>
              <a:t>2021-12-04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F2EB12-66E3-4E1A-BD42-494CD9DAD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9473B-6295-4219-86CE-93CE635B0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529F-2B86-48D2-A9D6-DB9E4B9E7E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172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D3B4-7075-4FAF-90EE-378A5F1E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C8916-09AB-432D-B8CE-BFD37509A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CFADF-0CC4-4040-841B-1444DF976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4A007-C00B-47FF-BCD2-2E883F5CB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41473-291F-4F9C-8053-ADD5616D3936}" type="datetimeFigureOut">
              <a:rPr lang="en-CA" smtClean="0"/>
              <a:t>2021-12-04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247C4-AEA9-4DF3-9470-8571147FC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46616-AD7D-49F1-A8FB-A4C5ABD7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529F-2B86-48D2-A9D6-DB9E4B9E7E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703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936EB-4E04-45F4-860A-653A027C1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9D6DB5-7E86-4D47-A0B9-D47E29571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735FD-6877-422D-A41A-489078F16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487F4-C0C9-4CDB-9D0E-3F53645D6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41473-291F-4F9C-8053-ADD5616D3936}" type="datetimeFigureOut">
              <a:rPr lang="en-CA" smtClean="0"/>
              <a:t>2021-12-04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6914F-8C19-4C92-8B9E-DBCBEAAA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61879-F12E-4BBF-A8AC-285B56FE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529F-2B86-48D2-A9D6-DB9E4B9E7E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523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00A61-4D34-4310-88C8-1293F7601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F51FDE-70FA-4094-8715-E1BB4B3D1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C3BC4-AB2B-4ACD-BF6C-1D2164A18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41473-291F-4F9C-8053-ADD5616D3936}" type="datetimeFigureOut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CA633-E4C1-4B9B-A845-9F936D94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B51CD-4EEF-4F96-9DFE-3F5817563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529F-2B86-48D2-A9D6-DB9E4B9E7E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117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4221A9-1702-47EE-B924-72B829D807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91858-4189-4453-BD14-E223DF469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384CB-1B9C-4053-9FEF-2FA40F2F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41473-291F-4F9C-8053-ADD5616D3936}" type="datetimeFigureOut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DEE5D-0017-4AEF-A8B0-590A31AF1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B5639-E4B0-4991-B904-431CF372B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529F-2B86-48D2-A9D6-DB9E4B9E7E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8996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FE624E-EF6A-42ED-8CF3-3EDE6549A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40A7C-7743-48D4-9FBA-04CAB003D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3D8D-1815-4DED-B8A5-70D663AAB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41473-291F-4F9C-8053-ADD5616D3936}" type="datetimeFigureOut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F8630-1494-41D0-AAEE-300AFE022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8C58B-19CF-46C6-867F-D9B0E472A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D529F-2B86-48D2-A9D6-DB9E4B9E7E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327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7BBBED-174F-4476-AB60-537791033F20}"/>
              </a:ext>
            </a:extLst>
          </p:cNvPr>
          <p:cNvSpPr txBox="1"/>
          <p:nvPr/>
        </p:nvSpPr>
        <p:spPr>
          <a:xfrm>
            <a:off x="1333500" y="409575"/>
            <a:ext cx="9629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#294 Song of Zechariah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AF60D-5586-4E00-B63B-114DE231BDD2}"/>
              </a:ext>
            </a:extLst>
          </p:cNvPr>
          <p:cNvSpPr txBox="1"/>
          <p:nvPr/>
        </p:nvSpPr>
        <p:spPr>
          <a:xfrm>
            <a:off x="2105024" y="1676400"/>
            <a:ext cx="80867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1. Blest be God, the Lord of Israel;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he has come to set us free!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a horn of full salvation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he has raised from David’s seed.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God has visited his people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to redeem them as foretold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in the promise he had spoken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thro’ his prophets from of old.</a:t>
            </a:r>
          </a:p>
        </p:txBody>
      </p:sp>
    </p:spTree>
    <p:extLst>
      <p:ext uri="{BB962C8B-B14F-4D97-AF65-F5344CB8AC3E}">
        <p14:creationId xmlns:p14="http://schemas.microsoft.com/office/powerpoint/2010/main" val="258379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CB2F7F-61ED-4F3A-96CD-40141A306D6C}"/>
              </a:ext>
            </a:extLst>
          </p:cNvPr>
          <p:cNvSpPr txBox="1"/>
          <p:nvPr/>
        </p:nvSpPr>
        <p:spPr>
          <a:xfrm>
            <a:off x="2395537" y="1219200"/>
            <a:ext cx="74009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2. God has come in might to save us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from the hatred of our foes.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From their cruel hand he frees us,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his tender mercy shows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mercy promised in his </a:t>
            </a:r>
            <a:r>
              <a:rPr lang="en-CA" sz="2800" dirty="0" err="1">
                <a:solidFill>
                  <a:prstClr val="black"/>
                </a:solidFill>
              </a:rPr>
              <a:t>cov’nant</a:t>
            </a:r>
            <a:endParaRPr lang="en-CA" sz="2800" dirty="0">
              <a:solidFill>
                <a:prstClr val="black"/>
              </a:solidFill>
            </a:endParaRP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to our fathers whom he chose.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He will keep his oath to </a:t>
            </a:r>
            <a:r>
              <a:rPr lang="en-CA" sz="2800" dirty="0" err="1">
                <a:solidFill>
                  <a:prstClr val="black"/>
                </a:solidFill>
              </a:rPr>
              <a:t>Abr’am</a:t>
            </a:r>
            <a:endParaRPr lang="en-CA" sz="2800" dirty="0">
              <a:solidFill>
                <a:prstClr val="black"/>
              </a:solidFill>
            </a:endParaRP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to release us from our woes.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84407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C2950D-F558-46B5-BB26-8F8CEC1E0B2F}"/>
              </a:ext>
            </a:extLst>
          </p:cNvPr>
          <p:cNvSpPr txBox="1"/>
          <p:nvPr/>
        </p:nvSpPr>
        <p:spPr>
          <a:xfrm>
            <a:off x="2162175" y="1228725"/>
            <a:ext cx="78676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3. God has sworn to grant </a:t>
            </a:r>
            <a:r>
              <a:rPr lang="en-CA" sz="2800" dirty="0" err="1">
                <a:solidFill>
                  <a:prstClr val="black"/>
                </a:solidFill>
              </a:rPr>
              <a:t>deliv’rance</a:t>
            </a:r>
            <a:endParaRPr lang="en-CA" sz="2800" dirty="0">
              <a:solidFill>
                <a:prstClr val="black"/>
              </a:solidFill>
            </a:endParaRP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restore us to our place: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serving boldly in his presence,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just and holy all our days.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You, my child, will be his Prophet,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called and sent by God Most High.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You must go before the Lord now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to prepare his ways aright.</a:t>
            </a:r>
          </a:p>
        </p:txBody>
      </p:sp>
    </p:spTree>
    <p:extLst>
      <p:ext uri="{BB962C8B-B14F-4D97-AF65-F5344CB8AC3E}">
        <p14:creationId xmlns:p14="http://schemas.microsoft.com/office/powerpoint/2010/main" val="2194987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17323D-448B-43DA-B003-8199FFA0EC5D}"/>
              </a:ext>
            </a:extLst>
          </p:cNvPr>
          <p:cNvSpPr txBox="1"/>
          <p:nvPr/>
        </p:nvSpPr>
        <p:spPr>
          <a:xfrm>
            <a:off x="2362200" y="1119187"/>
            <a:ext cx="7467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4. Bring the knowledge of salvation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to God’s people in their sin.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Preach that God is tender-hearted,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by him are sins </a:t>
            </a:r>
            <a:r>
              <a:rPr lang="en-CA" sz="2800" dirty="0" err="1">
                <a:solidFill>
                  <a:prstClr val="black"/>
                </a:solidFill>
              </a:rPr>
              <a:t>forgiv’n</a:t>
            </a:r>
            <a:r>
              <a:rPr lang="en-CA" sz="2800" dirty="0">
                <a:solidFill>
                  <a:prstClr val="black"/>
                </a:solidFill>
              </a:rPr>
              <a:t>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His great mercy, like the sunrise,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brightly shines in deepest night,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guiding those who sit in darkness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to the way of peace and light.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5213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231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2020-12-19T05:19:32Z</dcterms:created>
  <dcterms:modified xsi:type="dcterms:W3CDTF">2021-12-05T00:29:08Z</dcterms:modified>
</cp:coreProperties>
</file>