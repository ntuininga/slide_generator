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6" r:id="rId2"/>
    <p:sldId id="367" r:id="rId3"/>
    <p:sldId id="499" r:id="rId4"/>
    <p:sldId id="502" r:id="rId5"/>
    <p:sldId id="5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250191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1524966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3711534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935079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7542101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0639253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4432419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503909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8473929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28679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96238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00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2" y="2090172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is my Shepherd;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want shall I know.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makes me lie down where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green pastures grow;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leads me to rest where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calm waters flow.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used with permission of Crown and Covenant Publications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AC429-FE8F-40DE-A40A-2E019332B9CA}"/>
              </a:ext>
            </a:extLst>
          </p:cNvPr>
          <p:cNvSpPr txBox="1"/>
          <p:nvPr/>
        </p:nvSpPr>
        <p:spPr>
          <a:xfrm>
            <a:off x="61911" y="116929"/>
            <a:ext cx="12068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#23C The LORD Is My Shepherd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2300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used with permission of Crown and Covenant Publications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F3E90-FB09-4176-910C-8E45B734CDDB}"/>
              </a:ext>
            </a:extLst>
          </p:cNvPr>
          <p:cNvSpPr txBox="1"/>
          <p:nvPr/>
        </p:nvSpPr>
        <p:spPr>
          <a:xfrm>
            <a:off x="1804986" y="2090172"/>
            <a:ext cx="85820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My wandering steps 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back to his way,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straight paths of righteousness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making me stay;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this he has done his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name to display.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CC19C5-C8A2-4D1C-B078-9E63B646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used with permission of Crown and Covenant Publications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2E53B-B783-452C-89EC-166F61F07CC3}"/>
              </a:ext>
            </a:extLst>
          </p:cNvPr>
          <p:cNvSpPr txBox="1"/>
          <p:nvPr/>
        </p:nvSpPr>
        <p:spPr>
          <a:xfrm>
            <a:off x="1671637" y="2090172"/>
            <a:ext cx="8848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Though I walk in death’s valley,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darkness is near,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ecause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you are with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evil I’ll fear;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rod and your staff bring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 comfort and cheer.</a:t>
            </a:r>
          </a:p>
        </p:txBody>
      </p:sp>
    </p:spTree>
    <p:extLst>
      <p:ext uri="{BB962C8B-B14F-4D97-AF65-F5344CB8AC3E}">
        <p14:creationId xmlns:p14="http://schemas.microsoft.com/office/powerpoint/2010/main" val="1899255681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1FB8C0-670B-43A8-8B81-678DC54A8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used with permission of Crown and Covenant Publications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0598B-7E64-49A2-B43C-14926F3E00B0}"/>
              </a:ext>
            </a:extLst>
          </p:cNvPr>
          <p:cNvSpPr txBox="1"/>
          <p:nvPr/>
        </p:nvSpPr>
        <p:spPr>
          <a:xfrm>
            <a:off x="2009775" y="2305615"/>
            <a:ext cx="81724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In the sight of my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en’mies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table you spread.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oil of rejoicing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pour on my head;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cup overflows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I’m graciously fed.</a:t>
            </a:r>
          </a:p>
        </p:txBody>
      </p:sp>
    </p:spTree>
    <p:extLst>
      <p:ext uri="{BB962C8B-B14F-4D97-AF65-F5344CB8AC3E}">
        <p14:creationId xmlns:p14="http://schemas.microsoft.com/office/powerpoint/2010/main" val="2329233380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2DDA2C-24DF-4D28-A434-07D963726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used with permission of Crown and Covenant Publications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AB334-F5D6-429F-93DC-1B08F2992DB5}"/>
              </a:ext>
            </a:extLst>
          </p:cNvPr>
          <p:cNvSpPr txBox="1"/>
          <p:nvPr/>
        </p:nvSpPr>
        <p:spPr>
          <a:xfrm>
            <a:off x="1909762" y="2090172"/>
            <a:ext cx="83724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So surely your covenant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mercy and grace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follow me closely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all of my ways;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dwell in the house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all my days.</a:t>
            </a:r>
          </a:p>
        </p:txBody>
      </p:sp>
    </p:spTree>
    <p:extLst>
      <p:ext uri="{BB962C8B-B14F-4D97-AF65-F5344CB8AC3E}">
        <p14:creationId xmlns:p14="http://schemas.microsoft.com/office/powerpoint/2010/main" val="2078484614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217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2021-11-13T04:31:20Z</dcterms:created>
  <dcterms:modified xsi:type="dcterms:W3CDTF">2021-11-13T04:32:57Z</dcterms:modified>
</cp:coreProperties>
</file>