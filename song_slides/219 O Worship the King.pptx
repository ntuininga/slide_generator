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343" r:id="rId4"/>
    <p:sldId id="344" r:id="rId5"/>
    <p:sldId id="341" r:id="rId6"/>
    <p:sldId id="34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FF2CF-9EF4-4B68-A98D-8D5FB3920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3C1D4-B3B5-4E49-A0DF-297869A4D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9A624-4A02-4ADE-A723-3405777C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767F90-6745-450D-AB06-63F6ED55C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63589-6639-4F62-B9D3-D491015BC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26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2E01C-ED3E-466F-8E0F-52FC91D7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EB76B-74EE-4A5F-A521-811E569AD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9C609-BDC0-4541-9F8E-556CE8C60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A8468-2A17-4C38-9A6B-42648B9CE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F3A41-C4B7-4B61-A669-0CE92653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90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84CE-5FF8-41F8-A4CF-1C3FDE28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6C95C-1AEB-4CAB-977A-BF8126D72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FADF-AC00-4F9A-9731-27FC4526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22DDF-009B-49B7-9114-95D2ECB9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A3FAE-5335-4C3D-BAC3-75B14672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1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E692B-FE95-4B16-BDD9-56927B98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BA7CE-2B02-42D8-8386-A9931A3DB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5E3CD-947E-4B92-84EA-F9C3921DBD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0F2694-EFDE-4F71-8A79-7C8CC2EA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7F54E0-E470-4AB1-9EB0-FC31B34B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2A328B-C0AB-42D4-8375-7E3E4CFA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6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C6822-0046-4C24-A497-2DEE6C8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F9DB4-61B4-4310-AF2B-4B8CA8461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02E90-B05C-4D83-BB8D-8F9BE0DB5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FC90CC-2385-485C-BCB6-CBE3ADB798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1B18E-E052-434A-A061-1BAC45D3F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F0E6A-E540-4852-8246-D1AD03B6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17FC5-FAA8-4E40-B5AA-5F9405B44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A9643E-8B81-4B31-BB6C-CD3AF5A2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88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FB61C-8506-4B2D-B949-2B04B82A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2F119-C86F-4AA1-9D25-AA348E091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204716-26B0-4CA8-BE95-37872B8B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BD771-4221-4D68-851A-8334ACB0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663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9A5F3A-F301-492D-9D58-F4756A2E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F51E0F-4432-4439-8C12-81B799D9C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EA951-F885-4ED4-964A-6535C6289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2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84C5-69D3-4372-B8B7-B2E3143EF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FC9D6-0DF9-4362-929E-C738CF6CC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2DCF75-73AE-4252-B1F2-9EC07382C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1D422-94B7-4C94-8A66-D5C9972D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B40A5-C37C-4C62-9413-6017E7E7A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6D809-7994-455E-B21E-12112D99B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2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4B1A-602D-47B4-ABE5-4BB9E6833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6BE3B2-C5B1-4BB0-8F7E-6B8ED99B80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BE201-F4CB-4FD5-AA8D-9BEB50E27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908172-4465-409D-8A95-F11A2937D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C8DE79-3C7A-40F0-81FA-D8FAF910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BECA6-F877-44D4-BED6-F82EE84F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4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D244A-8692-44F5-9651-44CEBC40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076A9-8077-43DE-83D5-E2B14EEA4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6515A-991A-4DCC-90E2-84EBA2AB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81FA6-71A1-453B-8D89-D2BCF0654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567B8-E357-422B-8D6A-38E1E17F9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2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5CC15-E0EF-43F9-AAC4-41EA65EEB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65712-A389-4CAF-8FA5-E673104B4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FCC10-7AAA-4989-844B-C05553D94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F52F8-C603-49DA-BAE7-8D180037C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FAF97-6A0B-4F2F-9AB9-9801590DA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9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4A6F7-AED1-4A1C-A24E-DA830F81F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4C560-6BD9-40DF-9141-51641A0E7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362EE-7AA0-4E83-AC12-9E0E639EE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12AE7-9034-4728-A94B-0F33E1E1B4E4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C3FFD-38AD-4C8D-BCB3-25CF1966E1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87E97-C825-4908-8B43-156E2D8E73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420B74-F3BC-4A68-870E-C8EFB1AAF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16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O worship the King, all glorious above,</a:t>
            </a:r>
            <a:br>
              <a:rPr lang="en-US" sz="2800" dirty="0"/>
            </a:br>
            <a:r>
              <a:rPr lang="en-US" sz="2800" dirty="0"/>
              <a:t>O gratefully sing his </a:t>
            </a:r>
            <a:r>
              <a:rPr lang="en-US" sz="2800" dirty="0" err="1"/>
              <a:t>pow'r</a:t>
            </a:r>
            <a:r>
              <a:rPr lang="en-US" sz="2800" dirty="0"/>
              <a:t> and his love;</a:t>
            </a:r>
            <a:br>
              <a:rPr lang="en-US" sz="2800" dirty="0"/>
            </a:br>
            <a:r>
              <a:rPr lang="en-US" sz="2800" dirty="0"/>
              <a:t>our Shield and Defender, the Ancient of Days,</a:t>
            </a:r>
            <a:br>
              <a:rPr lang="en-US" sz="2800" dirty="0"/>
            </a:br>
            <a:r>
              <a:rPr lang="en-US" sz="2800" dirty="0"/>
              <a:t>pavilioned in splendor and girded with praise.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#219 O Worship the King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 tell of his might, O sing of his grace,</a:t>
            </a:r>
            <a:br>
              <a:rPr lang="en-US" sz="2800" dirty="0"/>
            </a:br>
            <a:r>
              <a:rPr lang="en-US" sz="2800" dirty="0"/>
              <a:t>whose robe is the light, whose canopy space.</a:t>
            </a:r>
            <a:br>
              <a:rPr lang="en-US" sz="2800" dirty="0"/>
            </a:br>
            <a:r>
              <a:rPr lang="en-US" sz="2800" dirty="0"/>
              <a:t>His chariots of wrath the deep thunderclouds form,</a:t>
            </a:r>
            <a:br>
              <a:rPr lang="en-US" sz="2800" dirty="0"/>
            </a:br>
            <a:r>
              <a:rPr lang="en-US" sz="2800" dirty="0"/>
              <a:t>and dark is his path on the wings of the storm.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The earth with its store of wonders untold,</a:t>
            </a:r>
            <a:br>
              <a:rPr lang="en-US" sz="2800" dirty="0"/>
            </a:br>
            <a:r>
              <a:rPr lang="en-US" sz="2800" dirty="0"/>
              <a:t>Almighty, your </a:t>
            </a:r>
            <a:r>
              <a:rPr lang="en-US" sz="2800" dirty="0" err="1"/>
              <a:t>pow'r</a:t>
            </a:r>
            <a:r>
              <a:rPr lang="en-US" sz="2800" dirty="0"/>
              <a:t> has founded of old;</a:t>
            </a:r>
            <a:br>
              <a:rPr lang="en-US" sz="2800" dirty="0"/>
            </a:br>
            <a:r>
              <a:rPr lang="en-US" sz="2800" dirty="0"/>
              <a:t>has 'stablished it fast by a changeless decree,</a:t>
            </a:r>
            <a:br>
              <a:rPr lang="en-US" sz="2800" dirty="0"/>
            </a:br>
            <a:r>
              <a:rPr lang="en-US" sz="2800" dirty="0"/>
              <a:t>And round it has cast, like a mantle, the sea.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34022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Your bountiful care, what tongue can recite?</a:t>
            </a:r>
            <a:br>
              <a:rPr lang="en-US" sz="2800" dirty="0"/>
            </a:br>
            <a:r>
              <a:rPr lang="en-US" sz="2800" dirty="0"/>
              <a:t>It breathes in the air, it shines in the light;</a:t>
            </a:r>
            <a:br>
              <a:rPr lang="en-US" sz="2800" dirty="0"/>
            </a:br>
            <a:r>
              <a:rPr lang="en-US" sz="2800" dirty="0"/>
              <a:t>it streams from the hills, it descends to the plain,</a:t>
            </a:r>
            <a:br>
              <a:rPr lang="en-US" sz="2800" dirty="0"/>
            </a:br>
            <a:r>
              <a:rPr lang="en-US" sz="2800" dirty="0"/>
              <a:t>and sweetly distils in the dew and the rain.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49581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Frail children of dust, and feeble as frail,</a:t>
            </a:r>
            <a:br>
              <a:rPr lang="en-US" sz="2800" dirty="0"/>
            </a:br>
            <a:r>
              <a:rPr lang="en-US" sz="2800" dirty="0"/>
              <a:t>in you do we trust, nor find you to fail;</a:t>
            </a:r>
            <a:br>
              <a:rPr lang="en-US" sz="2800" dirty="0"/>
            </a:br>
            <a:r>
              <a:rPr lang="en-US" sz="2800" dirty="0"/>
              <a:t>your mercies how tender, how firm to the end,</a:t>
            </a:r>
            <a:br>
              <a:rPr lang="en-US" sz="2800" dirty="0"/>
            </a:br>
            <a:r>
              <a:rPr lang="en-US" sz="2800" dirty="0"/>
              <a:t>our Maker, Defender, Redeemer, and Friend!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112682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O measureless Might! Ineffable Love!</a:t>
            </a:r>
            <a:br>
              <a:rPr lang="en-US" sz="2800" dirty="0"/>
            </a:br>
            <a:r>
              <a:rPr lang="en-US" sz="2800" dirty="0"/>
              <a:t>While angels delight to hymn you above,</a:t>
            </a:r>
            <a:br>
              <a:rPr lang="en-US" sz="2800" dirty="0"/>
            </a:br>
            <a:r>
              <a:rPr lang="en-US" sz="2800" dirty="0"/>
              <a:t>the humbler creation, though feeble their lays,</a:t>
            </a:r>
            <a:br>
              <a:rPr lang="en-US" sz="2800" dirty="0"/>
            </a:br>
            <a:r>
              <a:rPr lang="en-US" sz="2800" dirty="0"/>
              <a:t>with true adoration shall lisp to your praise.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5747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</Words>
  <Application>Microsoft Office PowerPoint</Application>
  <PresentationFormat>Widescreen</PresentationFormat>
  <Paragraphs>13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2020-07-24T02:01:04Z</dcterms:created>
  <dcterms:modified xsi:type="dcterms:W3CDTF">2020-07-24T02:02:06Z</dcterms:modified>
</cp:coreProperties>
</file>