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1B68A-98C4-47CD-B0E7-41FDA78B46DD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B1F81-8E0B-404B-8F6A-14812AE47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D7DF-8FCA-30DA-6522-2E434209C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DA8D0-6C42-BA65-43A1-D00D8E55B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18F0A-9BDB-2730-EEC9-08C02D755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618D4-EF6C-4629-8011-9AA75DA051B4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F0EC1-1795-951F-BEDC-BE29B1A0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F45F5-A7D3-2DF5-B4DD-AE37B8920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9DB2-A24D-495F-8CB3-25CA81C64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9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0D573-7713-299B-07B3-85DDD17E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609AA-831F-71FA-8648-F267BAEA0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8EDC3-949D-DF3D-4DB4-6FFADBD34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65906-B1B4-4EB4-9E96-C1FF31180787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71750-8D20-7989-7E6A-C68C091F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44CEA-3567-7C74-BA3D-6C7C6970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9DB2-A24D-495F-8CB3-25CA81C64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9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76E5D-9A55-9B5F-C559-5A246A49A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42264-7A48-6CBF-C842-A71E2372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8ADC8-39F9-1520-7E1A-AE524AF62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DCE8A-CDF3-4179-9028-51778163413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AD991-D61C-F691-D225-5786A008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A9D02-25B4-7E3A-C894-CACB1C7A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9DB2-A24D-495F-8CB3-25CA81C64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2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570F-0D8C-E4C3-D47E-1740F0F37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94A3C-769A-22CE-45DD-7610030B80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02394-F048-1952-0D77-56FB94A60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5D363-A074-C366-4353-F6FF4B052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0D1A-4B7A-43AE-BED9-FF5200AB0E18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C8FFB-768A-1B05-7477-49A5AED5E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B1809-24CB-6E5A-2F9A-A4D4F3E7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9DB2-A24D-495F-8CB3-25CA81C64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59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BF279-7A1C-7FB5-F3AE-B4B4D018C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2A587-4805-D3B2-EAA2-E7D628A73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3F359-721B-557C-A7F2-1F99E577D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436435-BEA9-3C06-DAC1-18070AA53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92B38-05F8-7455-531F-ADD7DE2AA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682883-C19F-47FA-2CF5-D09F4A903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052DA-EFC4-46FC-B8D7-9963FFB904D9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E78DA-6CD5-5611-B460-DDA8F004B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8DBADD-84AD-889F-753F-F1EA14E5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9DB2-A24D-495F-8CB3-25CA81C64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9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EEF71-39F6-A316-B146-83531386F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837DD-B3B7-70FC-46BD-41F3B140C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AAAD-627E-45BC-900F-190ECEBF9F51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44EDBA-882B-E1E9-4CF0-4CC5AFF40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93CB0-DA3B-4548-8B82-ABA202E7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9DB2-A24D-495F-8CB3-25CA81C64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33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AD6F8C-5795-D406-61B1-8F13282CD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BBF6-C51F-47EC-BBA6-CF5B16B4DF28}" type="datetime1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B00465-7076-5B29-6105-E084860C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7F5E0-1495-D65E-C7F7-D7A03FC3D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9DB2-A24D-495F-8CB3-25CA81C64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57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836BA-D6CA-9802-9F66-169293EA1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9CC84-6F83-E316-9225-A94E9081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13132-E5C5-EC49-9FB5-3D35FE899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0148A-E058-69D4-EFCF-6BD5777BC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5284-9395-4B75-BB02-E410F28DD216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AB7D2-F5B3-134C-0F28-67382A9A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7449B-30D6-61BC-FD85-51C8F1C0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9DB2-A24D-495F-8CB3-25CA81C64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59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497A1-D3CF-6941-3142-D150B6E8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7DA1A6-F4D2-2BDD-90FE-E2A8F8EDF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5BB51-4C17-5455-532B-8EE44B37F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078CD-A96B-07BB-0906-9129A9E1E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62B9-4077-4A54-8828-E781453B739D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E4DC6-B4C0-CFC0-7022-898D1E8A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83AB7-155B-03D9-C0BE-5319004F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9DB2-A24D-495F-8CB3-25CA81C64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55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1E6F8-D657-6DB8-6D4F-B709DE85E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2E0B4-A4BA-8BC9-ABE3-0E901DCC5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9BFDE-3EF5-9E9C-81DA-B95BF9786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24C4-D9BF-498F-9A3F-15D5C73178D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2CE52-DDFD-B8F8-CC65-3748CEED4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9614B-4A03-7F9E-5226-A1C476AB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9DB2-A24D-495F-8CB3-25CA81C64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11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20883B-D500-B89C-7818-C31F44E44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2E388-D0A8-4D78-1D89-05FE255E7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89481-417D-5517-97EE-ECF308E0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854C-B6D0-4C9C-9B3A-D8CC9EF2E263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6567F-819F-73A1-9613-83082DA9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EA64A-816E-D752-5C18-BB0715E2F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9DB2-A24D-495F-8CB3-25CA81C64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9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EA3D7-498D-20B1-6ADC-1457AD484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89A99-727C-EDF1-1C4B-890842E38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CC2AA-A749-D10A-C82C-295AE3D4B5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5158F-1EDC-4198-B8AC-98C2B1F08127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B1DC7-89FD-D883-6507-A3FA26326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2016 Derrick and Debbie Vander Meulen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5A381-6CF2-15EE-7195-ED072125A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79DB2-A24D-495F-8CB3-25CA81C64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2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01AA-D41A-7D76-3B92-CB3A1AFBA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#175 Your Law, O God, Is Our Delight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2A2D0-4818-532E-8D54-CD22CD533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Your law, O God, is our delight;</a:t>
            </a:r>
          </a:p>
          <a:p>
            <a:pPr marL="0" indent="0" algn="ctr">
              <a:buNone/>
            </a:pPr>
            <a:r>
              <a:rPr lang="en-US" dirty="0"/>
              <a:t>Your statutes faithful, true and right.</a:t>
            </a:r>
          </a:p>
          <a:p>
            <a:pPr marL="0" indent="0" algn="ctr">
              <a:buNone/>
            </a:pPr>
            <a:r>
              <a:rPr lang="en-US" dirty="0"/>
              <a:t>It guides our feet and shines as light,</a:t>
            </a:r>
          </a:p>
          <a:p>
            <a:pPr marL="0" indent="0" algn="ctr">
              <a:buNone/>
            </a:pPr>
            <a:r>
              <a:rPr lang="en-US" dirty="0"/>
              <a:t>That we may walk with you aright.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BB957-5A5A-5436-8381-1B11C23E5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</p:spTree>
    <p:extLst>
      <p:ext uri="{BB962C8B-B14F-4D97-AF65-F5344CB8AC3E}">
        <p14:creationId xmlns:p14="http://schemas.microsoft.com/office/powerpoint/2010/main" val="3233581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25AB-2CF7-C92F-8DC0-1C34D511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9F3F5-7051-660C-0820-1C63D41BF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Your law, O God, reveals our sin,</a:t>
            </a:r>
          </a:p>
          <a:p>
            <a:pPr marL="0" indent="0" algn="ctr">
              <a:buNone/>
            </a:pPr>
            <a:r>
              <a:rPr lang="en-US" dirty="0"/>
              <a:t>How foul and stained are we within.</a:t>
            </a:r>
          </a:p>
          <a:p>
            <a:pPr marL="0" indent="0" algn="ctr">
              <a:buNone/>
            </a:pPr>
            <a:r>
              <a:rPr lang="en-US" dirty="0"/>
              <a:t>O cleanse us from iniquity, </a:t>
            </a:r>
          </a:p>
          <a:p>
            <a:pPr marL="0" indent="0" algn="ctr">
              <a:buNone/>
            </a:pPr>
            <a:r>
              <a:rPr lang="en-US" dirty="0"/>
              <a:t>and train our hearts from sin to flee.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4A642-DEF6-4A8B-6AB7-FBD13D424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</p:spTree>
    <p:extLst>
      <p:ext uri="{BB962C8B-B14F-4D97-AF65-F5344CB8AC3E}">
        <p14:creationId xmlns:p14="http://schemas.microsoft.com/office/powerpoint/2010/main" val="624850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F646B-BCD6-D2AB-4DA3-74A02289A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E68F-AFBB-DD5C-BE70-52402349B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Lord, we have failed your law’s demands</a:t>
            </a:r>
          </a:p>
          <a:p>
            <a:pPr marL="0" indent="0" algn="ctr">
              <a:buNone/>
            </a:pPr>
            <a:r>
              <a:rPr lang="en-US" dirty="0"/>
              <a:t>With impure hearts and unclean hand.</a:t>
            </a:r>
          </a:p>
          <a:p>
            <a:pPr marL="0" indent="0" algn="ctr">
              <a:buNone/>
            </a:pPr>
            <a:r>
              <a:rPr lang="en-US" dirty="0"/>
              <a:t>But One has kept them perfectly –</a:t>
            </a:r>
          </a:p>
          <a:p>
            <a:pPr marL="0" indent="0" algn="ctr">
              <a:buNone/>
            </a:pPr>
            <a:r>
              <a:rPr lang="en-US" dirty="0"/>
              <a:t>Our Savior, Jesus Christ, is he.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81C0AC-A3BB-7651-06E0-294AA56F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</p:spTree>
    <p:extLst>
      <p:ext uri="{BB962C8B-B14F-4D97-AF65-F5344CB8AC3E}">
        <p14:creationId xmlns:p14="http://schemas.microsoft.com/office/powerpoint/2010/main" val="3446493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4895D-0CA0-630A-2C9E-1DA27CD0A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7D2C6-7FAF-867F-1757-1F3B4F4B3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Our sins were placed upon his head;</a:t>
            </a:r>
          </a:p>
          <a:p>
            <a:pPr marL="0" indent="0" algn="ctr">
              <a:buNone/>
            </a:pPr>
            <a:r>
              <a:rPr lang="en-US" dirty="0"/>
              <a:t>He suffered anguish in our stead,</a:t>
            </a:r>
          </a:p>
          <a:p>
            <a:pPr marL="0" indent="0" algn="ctr">
              <a:buNone/>
            </a:pPr>
            <a:r>
              <a:rPr lang="en-US" dirty="0"/>
              <a:t>Now his obedience is our own;</a:t>
            </a:r>
          </a:p>
          <a:p>
            <a:pPr marL="0" indent="0" algn="ctr">
              <a:buNone/>
            </a:pPr>
            <a:r>
              <a:rPr lang="en-US" dirty="0"/>
              <a:t>Our righteousness is Christ alone.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38847-B502-F172-C82D-362C5FDD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</p:spTree>
    <p:extLst>
      <p:ext uri="{BB962C8B-B14F-4D97-AF65-F5344CB8AC3E}">
        <p14:creationId xmlns:p14="http://schemas.microsoft.com/office/powerpoint/2010/main" val="1155087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B8845-5653-4F1B-AF5D-3B8789623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3ED1B-7C29-1083-8179-AFA82FE4C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We show our thankfulness and love</a:t>
            </a:r>
          </a:p>
          <a:p>
            <a:pPr marL="0" indent="0" algn="ctr">
              <a:buNone/>
            </a:pPr>
            <a:r>
              <a:rPr lang="en-US" dirty="0"/>
              <a:t>By keeping precepts from above</a:t>
            </a:r>
          </a:p>
          <a:p>
            <a:pPr marL="0" indent="0" algn="ctr">
              <a:buNone/>
            </a:pPr>
            <a:r>
              <a:rPr lang="en-US" dirty="0"/>
              <a:t>So teach us Lord, Your statues well;</a:t>
            </a:r>
          </a:p>
          <a:p>
            <a:pPr marL="0" indent="0" algn="ctr">
              <a:buNone/>
            </a:pPr>
            <a:r>
              <a:rPr lang="en-US" dirty="0"/>
              <a:t>Incline our hearts on them to dwell.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80365A-4293-E12F-E881-3FC37E1C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</p:spTree>
    <p:extLst>
      <p:ext uri="{BB962C8B-B14F-4D97-AF65-F5344CB8AC3E}">
        <p14:creationId xmlns:p14="http://schemas.microsoft.com/office/powerpoint/2010/main" val="3912532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ACE10-7E24-B5F8-2CB4-92D23921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760D-DA2E-E2DA-E270-C811E3E1B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21D07-5F24-5BDE-E7CD-A5BF11198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6. Have mercy on your wayward sheep;</a:t>
            </a:r>
          </a:p>
          <a:p>
            <a:pPr marL="0" indent="0" algn="ctr">
              <a:buNone/>
            </a:pPr>
            <a:r>
              <a:rPr lang="en-US" dirty="0"/>
              <a:t>From us the devil safely keep.</a:t>
            </a:r>
          </a:p>
          <a:p>
            <a:pPr marL="0" indent="0" algn="ctr">
              <a:buNone/>
            </a:pPr>
            <a:r>
              <a:rPr lang="en-US" dirty="0"/>
              <a:t>Cause us to walk upon your way,</a:t>
            </a:r>
          </a:p>
          <a:p>
            <a:pPr marL="0" indent="0" algn="ctr">
              <a:buNone/>
            </a:pPr>
            <a:r>
              <a:rPr lang="en-US" dirty="0"/>
              <a:t>And sanctify us more each day.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28343-B37D-A545-27C1-D187AE5AE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</p:spTree>
    <p:extLst>
      <p:ext uri="{BB962C8B-B14F-4D97-AF65-F5344CB8AC3E}">
        <p14:creationId xmlns:p14="http://schemas.microsoft.com/office/powerpoint/2010/main" val="4285266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1949E-C1A6-C9A0-3BB2-C7FCD4539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0D87-6CA6-356D-45C2-7F505ABB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92DEC-3F5A-A189-1752-1FC48ED25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7. Your law, O God, is our delight;</a:t>
            </a:r>
          </a:p>
          <a:p>
            <a:pPr marL="0" indent="0" algn="ctr">
              <a:buNone/>
            </a:pPr>
            <a:r>
              <a:rPr lang="en-US" dirty="0"/>
              <a:t>Your statues faithful, true and right.</a:t>
            </a:r>
          </a:p>
          <a:p>
            <a:pPr marL="0" indent="0" algn="ctr">
              <a:buNone/>
            </a:pPr>
            <a:r>
              <a:rPr lang="en-US" dirty="0"/>
              <a:t>Confirm your word within our hearts</a:t>
            </a:r>
          </a:p>
          <a:p>
            <a:pPr marL="0" indent="0" algn="ctr">
              <a:buNone/>
            </a:pPr>
            <a:r>
              <a:rPr lang="en-US" dirty="0"/>
              <a:t>That we may not from you depart.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034A1-A69F-23DE-C259-82C6441BC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 Derrick and Debbie Vander Meulen</a:t>
            </a:r>
          </a:p>
        </p:txBody>
      </p:sp>
    </p:spTree>
    <p:extLst>
      <p:ext uri="{BB962C8B-B14F-4D97-AF65-F5344CB8AC3E}">
        <p14:creationId xmlns:p14="http://schemas.microsoft.com/office/powerpoint/2010/main" val="1244093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288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#175 Your Law, O God, Is Our Delight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#175 Your Law, O God, Is Our Delight</dc:title>
  <dc:creator>Neil Tuininga</dc:creator>
  <cp:lastModifiedBy>Neil Tuininga</cp:lastModifiedBy>
  <cp:revision>2</cp:revision>
  <dcterms:created xsi:type="dcterms:W3CDTF">2024-02-17T17:41:16Z</dcterms:created>
  <dcterms:modified xsi:type="dcterms:W3CDTF">2025-08-24T13:33:29Z</dcterms:modified>
</cp:coreProperties>
</file>