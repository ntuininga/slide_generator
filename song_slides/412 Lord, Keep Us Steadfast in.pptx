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E695-F252-AF9F-689E-37EB0CD38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EC04D-E3FC-31E9-9C44-7F2947D15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A5C2-3804-8B02-2C17-C9607AA9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02F64-4615-C1CC-7880-45DB0A02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8558B-F447-DF18-3385-6A252783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8504-3672-C650-B7EB-4108357A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AA479-2034-059D-1570-07CA3D97A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9B738-A2F2-CC18-78FD-DB0DCC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4C10-ACC1-D170-2FA3-E3E8F388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AB5DC-E205-0C8A-E9E6-90EC34B1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4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6740-27EF-B1A8-AA6B-7B4FC97E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D4D72-2EB2-59F9-2026-25537AFC0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7946-4523-4807-88CD-EAE407F6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49FC0-78BB-C511-7FD0-6AFB7FB8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314D8-2619-2FDD-1EC1-235B8B55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7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4421-DBFC-D4EB-D022-4CF22EF3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8174-89E6-39D3-8625-A3DAC2372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4D911-3DE7-CFE0-1F86-8B1D608BD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2C22A-A317-424E-03EF-84BE56299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57F34-5EC5-52BF-AFB6-5F24508B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07E8D-B9D8-3079-5F23-AD32B256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7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8F75-BA42-1315-0CDE-B298EF21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CE194-A55F-569F-CDD8-21AA4F2E6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1A504-205D-47D8-7E15-87DA1E8F5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CCE32-CE7E-8F70-6DA2-DFACEFF72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58287-479C-EF26-E497-D895A01EA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56C63-2FAE-6EAB-33CA-1A84C14B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F42F2-ACDF-38B8-C439-C593F2A1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05D58-C164-8769-BD2C-0F9D4F13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8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380E-725B-20CD-9260-E1C71651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A8360-9367-D331-A6C8-0CF331BA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ED0FB-D327-8FF2-CC6D-67C17A890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C2085-2445-4785-28AA-6C0A2112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4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14ABC-9E3F-E280-1F0B-BB1D20D0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A67213-36AA-D15D-EC04-4483AC04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FF915-B272-98D6-22CC-0C9122B4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4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AFE5-A6DF-ACF2-4477-D467C497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C931F-6C91-018A-93DE-1AA03C067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47837-FB91-933E-4EC7-E95C9D1B1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AEA75-E86B-AAF8-4D7D-81461E4F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84861-9EDC-B6D2-83CD-719A01B1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6B797-93C6-D2A7-5143-D61666EC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7F76-4F8F-5F47-4C50-D99B869A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9F46D-5591-F7AE-2371-FEAA00B15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29AC8-5249-0788-1A71-5EF34DB23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8D6A8-C2F1-945D-667B-D3A798CD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9E8B3-8794-6FBB-C84D-0569859C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DB580-E92F-521E-455A-E66BAEC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4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FC20-3FE6-4A53-97E4-D54899EF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DFE65-E8D8-9D55-DE33-F10A3426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6874-D3A9-FD81-0C96-5B70AD04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62F6C-6642-9F84-958D-5CA63DF5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E727-95D7-4A53-D93B-1B187A25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BBB30-00AA-489F-CCCF-7C5D9C521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B187B-6378-DA78-0D8E-0470B0A0D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F0642-8CF8-A39C-FCED-65125287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3DADA-BE05-9A7B-B6B6-1694F642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9C44E-E595-35D9-E9D7-3B945ABF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E71B4-37FC-9B1F-35FC-1AAB48DD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A92F2-2607-009B-267A-8FB812B4E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67610-D12F-F11C-22E6-5E82A43FC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D9C83-988D-4AFA-9B6A-EFE70B2B850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99A4-FFEC-94CC-F5B2-AA8A3B853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8D73-294A-47BB-C178-188D37D59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60087-9059-4941-B338-9623FBA8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FC6E-862F-85A0-09FD-8ADD492C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#412 Lord, Keep Us </a:t>
            </a:r>
            <a:r>
              <a:rPr lang="en-US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Steadfast in Your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8C1F7-DE78-F678-A216-BA928190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Lord, keep us steadfast in your Word;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curb those who by deceit or sword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would wrest the kingdom from your Son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bring to naught all he has done.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73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6AE3-34A9-FDAF-3027-03A94BD2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9FCC-FAC0-6AC8-2498-643465DF9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Lord Jesus Christ, your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make known,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you are Lord of lords alone;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defend your holy church, that we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sing your praise triumphantly.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91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4C16-86C4-FC7E-71F9-3F2226F6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7129-70BD-2EE2-FE2D-32033A600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O Comforter of priceless worth,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peace and unity on earth;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us in our final strife,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lead us out of death to life.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1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#412 Lord, Keep Us Steadfast in Your Word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2024-11-17T02:35:47Z</dcterms:created>
  <dcterms:modified xsi:type="dcterms:W3CDTF">2024-11-17T02:40:55Z</dcterms:modified>
</cp:coreProperties>
</file>