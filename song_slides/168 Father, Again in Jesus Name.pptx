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5016-D338-4306-9ACD-5133CFE35EE4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0AFD-62C8-4136-B56B-3F6613A81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62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2847-414F-409C-AA87-AED551239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891B-3EED-4915-8A83-6C0255A90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FB5A5-FAEB-41B4-9CB5-D4F36BD8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8CF9-6461-4232-BD03-EDECA21E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235B7-18E2-482A-9012-9287C70E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7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1DA0-D960-4EB4-B72D-4E0732A4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B422-8AEC-4630-8EFA-D6C5692A3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835F0-E5B7-4227-A5CC-3427258B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8EEC9-42D0-4D87-B1A2-01DB39A4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37BE-A806-4610-BA37-FB9F860C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1DB2-AF8B-4E25-B364-BBBA443A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762CE-8A08-4F63-8DB3-27340C00D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F2F21-A7E4-497A-AD97-419C601C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AF416-F2A2-49B5-991A-1F2345A9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89DAA-E604-4094-A301-5DFEC5FA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7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D6FF-E2BC-47A1-A33F-3A7FEE25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8813D-8A71-44E6-B7D1-EA7B38877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E24D2-1C7C-46E2-8BC4-B57FEF011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1F5F4-6666-42C4-AF9D-D3C54538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149DE-1D57-4676-AC43-0A7F57F8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AD567-1003-4A33-B80A-32BBC114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3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A2D0-C038-469A-8C6C-917AC7B36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E159A-4DCE-4D6E-9DA8-70073FA24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F7680-704E-4A69-89AE-880B713DB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3F969-0BDB-4B3B-B3D3-F6470D0F8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162977-B598-4A26-A893-921720C9D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A5F21-6DF4-4BC8-B36C-768476AB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0000D3-802D-4625-95C6-6E0A9A5F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ADBE4-4FE5-47FC-BFDF-B384EF5C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1040-296B-4BB7-A52F-31969187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A1B47-A88F-4C58-9A8B-A09F1BA5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8199A-8E33-42C5-8055-4EA26045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1D0CB-55B6-4558-8919-739FE128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6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4E554-31FB-4E7F-90EC-712D7B9D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7300C-5B17-486D-AED1-4AB1E064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78AB1-5BB5-4937-B627-8BA2D531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4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BA0-9CC3-4B39-8B9B-E359A406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D94F-5939-4331-9034-B45CBF98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7ABC2-C7C5-4B2C-A021-C8B5F3A38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C9E69-DEDC-4F14-9B0A-5905D8E5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08863-DEE3-4397-BFB3-C6ECF060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2BC8C-D51C-430C-B5CF-F8136ECC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4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9C87-CEF4-4ADC-9BAD-A7C65997A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85162-F776-4D88-ACF4-864900C30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32D44-53BD-4DC2-882C-75DEEABB2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15578-0435-4F72-BDCC-68BB2B4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DE666-9E2F-41CC-9392-96FCC93A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52EFC-B7CB-4F42-86F4-CAEC8F22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0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7276-454F-493A-9966-D002CA84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49A9A-C51A-4D92-B7A6-224313558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13379-BC22-4377-92A3-297A34BA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C412-7925-4B32-AE02-CE4011903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28EC1-8371-412B-A5EE-E6DD3A7F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7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880B9-A167-49DB-8203-C4EB56287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24125-CDDC-47E9-9CEF-973CF4A90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1CF83-FA68-4AE3-9D7B-8D5596F6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3CB7E-3F4B-4688-BDAE-64A75E36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A3150-369C-4FEF-B87C-FE56406C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3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F8236-093B-425D-8652-B41C1A21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6E598-0AC8-40D4-A112-72A6B3B65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DA68D-C1C3-4AED-84EC-B74063D80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1E335-DEEF-4DB5-9567-1D27C537231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21FE-69FE-496A-89F9-FBED8F37C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FE5CE-00F1-4E0B-A334-C62E0A76E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97763-B1A9-41C0-8DFC-45DB296D9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1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#168 Father, Again in Jesus Name We Meet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Father, again in Jesus' name we meet</a:t>
            </a:r>
            <a:br>
              <a:rPr lang="en-CA" sz="2800" dirty="0"/>
            </a:br>
            <a:r>
              <a:rPr lang="en-CA" sz="2800" dirty="0"/>
              <a:t>and bow in penitence beneath thy feet;</a:t>
            </a:r>
            <a:br>
              <a:rPr lang="en-CA" sz="2800" dirty="0"/>
            </a:br>
            <a:r>
              <a:rPr lang="en-CA" sz="2800" dirty="0"/>
              <a:t>again to thee our feeble voices raise</a:t>
            </a:r>
            <a:br>
              <a:rPr lang="en-CA" sz="2800" dirty="0"/>
            </a:br>
            <a:r>
              <a:rPr lang="en-CA" sz="2800" dirty="0"/>
              <a:t>to sue for mercy and to sing thy praise.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C4A9E-0C54-450E-8D20-9DA6241C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1940432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CA" dirty="0"/>
              <a:t>O we would bless thee for thy ceaseless care</a:t>
            </a:r>
            <a:br>
              <a:rPr lang="en-CA" dirty="0"/>
            </a:br>
            <a:r>
              <a:rPr lang="en-CA" dirty="0"/>
              <a:t>and all thy works from day to day declare.</a:t>
            </a:r>
            <a:br>
              <a:rPr lang="en-CA" dirty="0"/>
            </a:br>
            <a:r>
              <a:rPr lang="en-CA" dirty="0"/>
              <a:t>Is not our life with hourly mercies crowned?</a:t>
            </a:r>
            <a:br>
              <a:rPr lang="en-CA" dirty="0"/>
            </a:br>
            <a:r>
              <a:rPr lang="en-CA" dirty="0"/>
              <a:t>Does not thine arm encircle us around?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C9B569-74FA-4296-A666-AA36FC6A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26621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i="1" dirty="0"/>
              <a:t>3</a:t>
            </a:r>
            <a:r>
              <a:rPr lang="en-CA" dirty="0"/>
              <a:t>. Alas, unworthy of thy boundless love,</a:t>
            </a:r>
            <a:br>
              <a:rPr lang="en-CA" dirty="0"/>
            </a:br>
            <a:r>
              <a:rPr lang="en-CA" dirty="0"/>
              <a:t>too oft our feet from thee, our Father, rove;</a:t>
            </a:r>
            <a:br>
              <a:rPr lang="en-CA" dirty="0"/>
            </a:br>
            <a:r>
              <a:rPr lang="en-CA" dirty="0"/>
              <a:t>but now, encouraged by thy voice, we come,</a:t>
            </a:r>
            <a:br>
              <a:rPr lang="en-CA" dirty="0"/>
            </a:br>
            <a:r>
              <a:rPr lang="en-CA" dirty="0"/>
              <a:t>returning sinners, to a Father's home.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28E68A-B3DF-470F-B177-7EDDBAF6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26621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i="1" dirty="0"/>
              <a:t>4</a:t>
            </a:r>
            <a:r>
              <a:rPr lang="en-CA" dirty="0"/>
              <a:t>. O by that name in whom all fullness dwells,</a:t>
            </a:r>
            <a:br>
              <a:rPr lang="en-CA" dirty="0"/>
            </a:br>
            <a:r>
              <a:rPr lang="en-CA" dirty="0"/>
              <a:t>O by that love which </a:t>
            </a:r>
            <a:r>
              <a:rPr lang="en-CA" dirty="0" err="1"/>
              <a:t>ev'ry</a:t>
            </a:r>
            <a:r>
              <a:rPr lang="en-CA" dirty="0"/>
              <a:t> love excels,</a:t>
            </a:r>
            <a:br>
              <a:rPr lang="en-CA" dirty="0"/>
            </a:br>
            <a:r>
              <a:rPr lang="en-CA" dirty="0"/>
              <a:t>O by that blood so freely shed for sin,</a:t>
            </a:r>
            <a:br>
              <a:rPr lang="en-CA" dirty="0"/>
            </a:br>
            <a:r>
              <a:rPr lang="en-CA" dirty="0"/>
              <a:t>open blest mercy's gate and take us in.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F00F3D-D0D5-4DEA-8581-B251FADF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6147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#168 Father, Again in Jesus Name We Meet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#168 Father, Again in Jesus Name We Meet</dc:title>
  <dc:creator>Eric Hoogendoorn</dc:creator>
  <cp:lastModifiedBy>Eric Hoogendoorn</cp:lastModifiedBy>
  <cp:revision>2</cp:revision>
  <dcterms:created xsi:type="dcterms:W3CDTF">2020-04-25T02:28:32Z</dcterms:created>
  <dcterms:modified xsi:type="dcterms:W3CDTF">2020-05-16T03:05:03Z</dcterms:modified>
</cp:coreProperties>
</file>