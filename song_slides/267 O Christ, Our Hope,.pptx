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81" r:id="rId3"/>
    <p:sldId id="279" r:id="rId4"/>
    <p:sldId id="28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FD2ED-8903-4C32-A933-CEBA9982E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FBE681-6041-4E3D-9982-59C12BBE8A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0F6CAC-6712-4DDD-901B-EFF56B45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4CB4F-FF4A-4F22-A600-0779ED899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61241-4DA7-4BCA-AE7A-FBB4F3CD9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32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B8F2E-E24A-4599-9E8A-2B3B5595C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37105A-C19F-42C5-90C3-C86EC096AF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8FF67D-E8C7-426F-AF65-0D4D6C279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147EC6-01FF-4FE5-96E5-4885354E9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8BF89F-007E-4DC8-BD31-24FD357F8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042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B4518-57D2-4CAB-A78B-3C1DB2AFA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8132F-D92D-4C81-9FF3-D1F6D428D0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B489F-4199-4E76-BD0F-1F3906728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048EE-7F92-45B3-944C-4A2435C51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277E-90A1-439B-8CCF-CECBA3268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1825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835CD6-8E4E-4949-BEB4-1CEBA8D7E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BEE5F-EF12-4029-834D-3C2D894687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5978F9-749D-4D2D-AF2B-9E10A73F48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D3F809-0D85-4E16-9EAF-1167CEF97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79B41F-12F9-466D-AE00-A217B9356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F12F3-0203-4489-BF4F-B6AF95A23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395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9B4D-C54D-4E24-8998-873F84992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E99AD4-DFFB-445E-A564-646BD3CF1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E40BE3-8E00-4E98-BFED-974BF6E0A9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671845-A5BC-421C-965D-6052618DBB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8A01DA-D02A-4229-BA63-C8EA01B480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49E6A3-BE35-4984-AFEA-4F364FC4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F7AB2D-CFF3-4139-BFFF-C326A5B02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5B056A-356C-42B4-A5C8-D61AFE0B2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01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1E9CE-20CC-4C39-AAB5-3A6AAB4B2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EE582D-910A-4338-8B33-DBAE27FB2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67813B-2919-4792-841D-E265AFCDA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27002F-888D-4FB9-A586-D8A292D1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306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F1A6CE-64C6-4557-88CA-33A8BA6F4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8C4783-744B-444F-87B5-25C03EF25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E9BD5-0988-464A-8793-8F880332D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80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E904C-6B57-44A7-ACB0-9E906722B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F9BDCE-CD5D-42C8-B049-EF85E0C0F7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E675E4-E967-4264-8FC6-360F38113A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F3789-022F-4593-8B38-63163B986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AB361-7921-4396-9D60-E02B70A98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2A0CB-7266-4ED3-B7D5-5977D1327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787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39DC5-8032-4305-A84B-1B50B262D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E17535-3474-44AA-9283-33861D971D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19B74E-6BBC-4D76-B279-24BE71032C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ABA31A-F236-4F27-B5AD-27FD68612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48E86A-9327-4A75-8BD9-60F83843B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E6F39D-557F-4B0F-8A15-57D7C5F4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538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2CC69-FF17-40D5-9331-49FFF6A48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E0799F-4AB3-45C0-8031-8A23BE04BC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D005E-B48D-40E8-BA7B-509844374F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DE1689-3392-4E8D-9D62-6F3B3DEB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66E986-3B95-4425-94CB-E271337A8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044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A92829-E938-4C3C-8C4D-7CED3A02552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A0C3-C6D4-4604-B252-3F2F57B65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16A4B5-3518-4627-A410-D2CDEFE21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ACF5B-CB0C-49F8-98EB-315757C61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91D60-C9AF-4C86-9186-BCDD37D84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4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F0864A-3BDC-4171-892E-C8E57B8E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530E5E-5B8F-46DE-8F47-EDC4BE95C9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38AF6E-1FC4-4D41-AAC7-36E6E3602F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EF3221-A943-4F22-96F2-6B69E04F7449}" type="datetimeFigureOut">
              <a:rPr lang="en-US" smtClean="0"/>
              <a:t>4/24/2020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B0F708-0CD6-43AE-B96A-C8456E159A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80C8E8-F8B9-4FC5-BCBF-E5E7D1F92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6FBA11-CAAB-4D64-9486-4DD727C364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61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#267 O Christ, Our Hope, Our Hearts Desire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582553"/>
            <a:ext cx="1219199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 i="1" dirty="0"/>
              <a:t>1. </a:t>
            </a:r>
            <a:r>
              <a:rPr lang="en-CA" sz="2800" dirty="0"/>
              <a:t>O Christ, our hope, our heart's desire,</a:t>
            </a:r>
            <a:br>
              <a:rPr lang="en-CA" sz="2800" dirty="0"/>
            </a:br>
            <a:r>
              <a:rPr lang="en-CA" sz="2800" dirty="0"/>
              <a:t>redemption's only spring!</a:t>
            </a:r>
            <a:br>
              <a:rPr lang="en-CA" sz="2800" dirty="0"/>
            </a:br>
            <a:r>
              <a:rPr lang="en-CA" sz="2800" dirty="0"/>
              <a:t>Creator of the world art thou,</a:t>
            </a:r>
            <a:br>
              <a:rPr lang="en-CA" sz="2800" dirty="0"/>
            </a:br>
            <a:r>
              <a:rPr lang="en-CA" sz="2800" dirty="0"/>
              <a:t>its Savior and its King.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BCEB73-BA06-4BFC-BBB1-7F898AB2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885732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How vast the mercy and the love</a:t>
            </a:r>
            <a:br>
              <a:rPr lang="en-CA" sz="2800" dirty="0"/>
            </a:br>
            <a:r>
              <a:rPr lang="en-CA" sz="2800" dirty="0"/>
              <a:t>which laid our sins on thee,</a:t>
            </a:r>
            <a:br>
              <a:rPr lang="en-CA" sz="2800" dirty="0"/>
            </a:br>
            <a:r>
              <a:rPr lang="en-CA" sz="2800" dirty="0"/>
              <a:t>and led thee to a cruel death,</a:t>
            </a:r>
            <a:br>
              <a:rPr lang="en-CA" sz="2800" dirty="0"/>
            </a:br>
            <a:r>
              <a:rPr lang="en-CA" sz="2800" dirty="0"/>
              <a:t>to set thy people free.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955BFE-551B-4EE3-B4D4-4AC7BAC9C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518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But now the bands of death are burst,</a:t>
            </a:r>
            <a:br>
              <a:rPr lang="en-CA" sz="2800" dirty="0"/>
            </a:br>
            <a:r>
              <a:rPr lang="en-CA" sz="2800" dirty="0"/>
              <a:t>the ransom has been paid;</a:t>
            </a:r>
            <a:br>
              <a:rPr lang="en-CA" sz="2800" dirty="0"/>
            </a:br>
            <a:r>
              <a:rPr lang="en-CA" sz="2800" dirty="0"/>
              <a:t>and thou art on thy Father's throne,</a:t>
            </a:r>
            <a:br>
              <a:rPr lang="en-CA" sz="2800" dirty="0"/>
            </a:br>
            <a:r>
              <a:rPr lang="en-CA" sz="2800" dirty="0"/>
              <a:t>in glorious robes arrayed.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5610FB-7AAD-4499-BE95-E26E1C53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977713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O Christ, be thou our lasting joy,</a:t>
            </a:r>
            <a:br>
              <a:rPr lang="en-CA" sz="2800" dirty="0"/>
            </a:br>
            <a:r>
              <a:rPr lang="en-CA" sz="2800" dirty="0"/>
              <a:t>our ever great reward!</a:t>
            </a:r>
            <a:br>
              <a:rPr lang="en-CA" sz="2800" dirty="0"/>
            </a:br>
            <a:r>
              <a:rPr lang="en-CA" sz="2800" dirty="0"/>
              <a:t>Our only glory may it be</a:t>
            </a:r>
            <a:br>
              <a:rPr lang="en-CA" sz="2800" dirty="0"/>
            </a:br>
            <a:r>
              <a:rPr lang="en-CA" sz="2800" dirty="0"/>
              <a:t>to glory in the Lord.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13F0C6-1657-4098-AB49-852CD77EB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82132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#267 O Christ, Our Hope, Our Hearts Desire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#267 O Christ, Our Hope, Our Hearts Desire</dc:title>
  <dc:creator>Eric Hoogendoorn</dc:creator>
  <cp:lastModifiedBy>Eric Hoogendoorn</cp:lastModifiedBy>
  <cp:revision>1</cp:revision>
  <dcterms:created xsi:type="dcterms:W3CDTF">2020-04-25T02:26:54Z</dcterms:created>
  <dcterms:modified xsi:type="dcterms:W3CDTF">2020-04-25T02:27:15Z</dcterms:modified>
</cp:coreProperties>
</file>