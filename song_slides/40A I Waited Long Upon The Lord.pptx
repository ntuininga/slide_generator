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8" r:id="rId2"/>
    <p:sldId id="281" r:id="rId3"/>
    <p:sldId id="291" r:id="rId4"/>
    <p:sldId id="293" r:id="rId5"/>
    <p:sldId id="292" r:id="rId6"/>
    <p:sldId id="294" r:id="rId7"/>
    <p:sldId id="279" r:id="rId8"/>
    <p:sldId id="29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47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0FD1F-54BC-4457-8C1E-805DABC2E8AA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98EE0-59C7-4F1E-8304-BBDE11B92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67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C815-18B1-474A-A2BD-32B5900B4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350447-B5B3-4009-9B20-8C52829A0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9D5C3-5639-4B76-A9C9-C5669FD3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63032-6F89-46F7-A2CD-18C9FEC363BD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5DAC2-D139-47DA-A0E9-36A02B439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ABC79-64D0-44F9-87D3-3143E9C43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FE47-9360-478B-8CA6-0C3466364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1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9C7-40E8-42CC-BAB4-89C4A046D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EB751-D1E3-41DC-AE97-EDE9F327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6B5A5-1CAD-4828-9441-7A0BE675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9906-FEB8-4686-851D-96812834EDDE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7491E-740C-4283-8785-FCACEF97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01671-25AF-410D-B53E-613435EB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FE47-9360-478B-8CA6-0C3466364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2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574D-93EB-425F-999E-09C059FAD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4D369-E5D7-4EA2-9A1D-28186C843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88892-9B5C-482F-8A1A-12577922F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12077-762B-4E4D-BAFC-CF976B949E94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7A370-8E67-42E0-B625-9EDFC060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BB97-DF6A-4CA6-B76C-E0DADDD9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FE47-9360-478B-8CA6-0C3466364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55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DC6E-0966-4216-9A72-08D5F63A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7815D-62ED-4B57-9E4E-7D0F6F58F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EFED3-2869-41EB-A608-B2BF8131B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9150-DDE2-408B-A1D0-4A7A79401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7FE2-DF63-445F-9905-D7B35506EAE4}" type="datetime1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348F3-F634-45AF-A2B7-37F68DF56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6FC47-2E5B-4070-88DF-059943C8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FE47-9360-478B-8CA6-0C3466364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87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7D48A-0E2A-407E-A143-7D2D5E3A1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35B61-E74C-4F7A-902F-F8D26B363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8BB5A-2A69-4CF5-98F1-67C8D8901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7354BF-5CD9-4752-87D8-9B8F78241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AC181-A036-4A34-9281-A0AEF632A4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EC52FB-F7EA-4F6A-AB6A-3DDA4F95B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B5493-EA5C-4C9D-A278-5F52D51D3369}" type="datetime1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39A55-F19C-42C8-8D6E-1992C8BD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C27AF-2B47-4422-8113-6F01F6DF3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FE47-9360-478B-8CA6-0C3466364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8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4B79-9E8A-4041-B77D-7D3B75F13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8D201F-8DBD-40E9-997F-7A794B5D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CD62-2489-424C-B006-5CD09C920900}" type="datetime1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E2026-2298-46BB-BAA4-BFECDBC7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12F39-96B4-4221-AEFB-B1C183DB3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FE47-9360-478B-8CA6-0C3466364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7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4167A3-E084-4859-B409-2D4A3808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9822-ED81-45D4-BF77-BD13C13E4BBD}" type="datetime1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77F6A-9EEE-414B-801C-643A29871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635AB-642E-4EE0-B530-CFE913F4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FE47-9360-478B-8CA6-0C3466364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0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663F2-F9AF-43F7-A007-AB4A22E84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3564D-7241-40DC-A5AB-7C637DAC3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249E7-756E-4A76-AFA1-7E01B9F5A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17C44-E64C-49ED-B3DD-51AC92C4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694E8-E408-4493-B511-F8954F385E0F}" type="datetime1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3A349-4354-4AE7-9A06-7330CB5C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465C4-A0C4-4B92-B169-A2956C9D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FE47-9360-478B-8CA6-0C3466364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14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FB4B-C484-4CF3-B1E9-AC8C086CF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BB30AE-57EE-4160-B4C7-754E2EFE3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3D1BF-B9B9-463A-BAEF-27CCF099E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5AAE8-58FE-42D6-BE02-5C79C1CC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AF2B-3066-45D0-8B69-B5A51E84FCA5}" type="datetime1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F70DA-2447-42A3-BFAC-9725152C8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AC7D2-C308-4484-81CF-A48D3309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FE47-9360-478B-8CA6-0C3466364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37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C25A-32F8-41A6-BDE8-45E38595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6DB84-B5BB-4534-8A51-C729B87D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3E17F-31CE-4AA5-B8C4-13998CF80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EE62-5245-42ED-AAAA-BEB3EDD70D51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5646C-6718-4B09-A94B-60B030D28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9A920-3E26-4192-943C-3AFEE209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FE47-9360-478B-8CA6-0C3466364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3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0320C0-021F-4FD8-AF97-E2DE33B0E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BD4F7-3219-4B13-AE6A-645581F11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EFEAD-9979-46A2-9F65-1CE9CADA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0641-E24F-41C8-966E-20F3634ABC39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1D8D6-19A8-4997-9311-AF80DE545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91A06-E934-4DD6-85E1-FCF7155A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FE47-9360-478B-8CA6-0C3466364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9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808740-6B72-41A8-B656-7A1D6B08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295AD-551B-4D83-BDF4-0C778EFA6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43202-88DB-476B-986B-178116A8CC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DCF61-E47D-4004-AA87-58C11C4CEC08}" type="datetime1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8B4BD-1934-46C9-B967-2C435EDB3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2BEB9-D2CC-4E03-B7C6-EF66A263B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BFE47-9360-478B-8CA6-0C3466364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36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#40A I Waited Long Upon The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 </a:t>
            </a:r>
            <a:r>
              <a:rPr lang="en-CA" sz="2800" dirty="0"/>
              <a:t>I waited long upon the Lord;</a:t>
            </a:r>
            <a:br>
              <a:rPr lang="en-CA" sz="2800" dirty="0"/>
            </a:br>
            <a:r>
              <a:rPr lang="en-CA" sz="2800" dirty="0"/>
              <a:t>he stooped and heard my cry.</a:t>
            </a:r>
          </a:p>
          <a:p>
            <a:pPr lvl="0" algn="ctr"/>
            <a:r>
              <a:rPr lang="en-CA" sz="2800" dirty="0"/>
              <a:t>He drew me from destruction’s pit</a:t>
            </a:r>
          </a:p>
          <a:p>
            <a:pPr lvl="0" algn="ctr"/>
            <a:r>
              <a:rPr lang="en-CA" sz="2800" dirty="0"/>
              <a:t>And from the boggy mire.</a:t>
            </a:r>
          </a:p>
          <a:p>
            <a:pPr lvl="0" algn="ctr"/>
            <a:r>
              <a:rPr lang="en-CA" sz="2800" dirty="0"/>
              <a:t>He set my feet upon a rock,</a:t>
            </a:r>
          </a:p>
          <a:p>
            <a:pPr lvl="0" algn="ctr"/>
            <a:r>
              <a:rPr lang="en-CA" sz="2800" dirty="0"/>
              <a:t>And steadfast made my ways.</a:t>
            </a:r>
            <a:br>
              <a:rPr lang="en-CA" sz="2800" dirty="0"/>
            </a:br>
            <a:r>
              <a:rPr lang="en-CA" sz="2800" dirty="0"/>
              <a:t>He put with my mouth a new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joyful song of praise.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D1F1C-AC4F-C22F-CEDA-225F0035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8573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And many, seeing me restored,</a:t>
            </a:r>
          </a:p>
          <a:p>
            <a:pPr algn="ctr"/>
            <a:r>
              <a:rPr lang="en-CA" sz="2800" dirty="0"/>
              <a:t>Will trust the LORD and fear.</a:t>
            </a:r>
          </a:p>
          <a:p>
            <a:pPr algn="ctr"/>
            <a:r>
              <a:rPr lang="en-CA" sz="2800" dirty="0"/>
              <a:t>How blest the man who makes</a:t>
            </a:r>
          </a:p>
          <a:p>
            <a:pPr algn="ctr"/>
            <a:r>
              <a:rPr lang="en-CA" sz="2800" dirty="0"/>
              <a:t> the Lord his trust and refuge sure.</a:t>
            </a:r>
          </a:p>
          <a:p>
            <a:pPr algn="ctr"/>
            <a:r>
              <a:rPr lang="en-CA" sz="2800" dirty="0"/>
              <a:t>Who turns not to the arrogant,</a:t>
            </a:r>
          </a:p>
          <a:p>
            <a:pPr algn="ctr"/>
            <a:r>
              <a:rPr lang="en-CA" sz="2800" dirty="0"/>
              <a:t>To those who follow lies,</a:t>
            </a:r>
          </a:p>
          <a:p>
            <a:pPr algn="ctr"/>
            <a:r>
              <a:rPr lang="en-CA" sz="2800" dirty="0"/>
              <a:t>To those who turn away from truth,</a:t>
            </a:r>
          </a:p>
          <a:p>
            <a:pPr algn="ctr"/>
            <a:r>
              <a:rPr lang="en-CA" sz="2800" dirty="0"/>
              <a:t>But on the Lord relies.</a:t>
            </a: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87667-B3E6-5878-3B13-E596DC67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18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O LORD our God, how many are</a:t>
            </a:r>
          </a:p>
          <a:p>
            <a:pPr algn="ctr"/>
            <a:r>
              <a:rPr lang="en-CA" sz="2800" dirty="0"/>
              <a:t> the wonders you have done!</a:t>
            </a:r>
          </a:p>
          <a:p>
            <a:pPr algn="ctr"/>
            <a:r>
              <a:rPr lang="en-CA" sz="2800" dirty="0"/>
              <a:t>How many are the gracious thoughts</a:t>
            </a:r>
          </a:p>
          <a:p>
            <a:pPr algn="ctr"/>
            <a:r>
              <a:rPr lang="en-CA" sz="2800"/>
              <a:t> </a:t>
            </a:r>
            <a:r>
              <a:rPr lang="en-CA" sz="2800" dirty="0"/>
              <a:t>which you </a:t>
            </a:r>
            <a:r>
              <a:rPr lang="en-CA" sz="2800"/>
              <a:t>to us </a:t>
            </a:r>
            <a:r>
              <a:rPr lang="en-CA" sz="2800" dirty="0"/>
              <a:t>have shown!</a:t>
            </a:r>
          </a:p>
          <a:p>
            <a:pPr algn="ctr"/>
            <a:r>
              <a:rPr lang="en-CA" sz="2800" dirty="0"/>
              <a:t>You gave to me an open ear, </a:t>
            </a:r>
          </a:p>
          <a:p>
            <a:pPr algn="ctr"/>
            <a:r>
              <a:rPr lang="en-CA" sz="2800" dirty="0"/>
              <a:t>And then I said, “Behold,</a:t>
            </a:r>
          </a:p>
          <a:p>
            <a:pPr algn="ctr"/>
            <a:r>
              <a:rPr lang="en-CA" sz="2800" dirty="0"/>
              <a:t>I come, O Lord, as in the book</a:t>
            </a:r>
          </a:p>
          <a:p>
            <a:pPr algn="ctr"/>
            <a:r>
              <a:rPr lang="en-CA" sz="2800" dirty="0"/>
              <a:t>Was written and foretold.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A44071-4E32-FA99-99BA-5ABA2A23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54679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In sacrifice and offering</a:t>
            </a:r>
          </a:p>
          <a:p>
            <a:pPr algn="ctr"/>
            <a:r>
              <a:rPr lang="en-CA" sz="2800" dirty="0"/>
              <a:t> you take no great delight.</a:t>
            </a:r>
          </a:p>
          <a:p>
            <a:pPr algn="ctr"/>
            <a:r>
              <a:rPr lang="en-CA" sz="2800" dirty="0"/>
              <a:t>You seek no sacrifice for sin,</a:t>
            </a:r>
          </a:p>
          <a:p>
            <a:pPr algn="ctr"/>
            <a:r>
              <a:rPr lang="en-CA" sz="2800" dirty="0"/>
              <a:t> no </a:t>
            </a:r>
            <a:r>
              <a:rPr lang="en-CA" sz="2800" dirty="0" err="1"/>
              <a:t>off’ring</a:t>
            </a:r>
            <a:r>
              <a:rPr lang="en-CA" sz="2800" dirty="0"/>
              <a:t> is required.</a:t>
            </a:r>
          </a:p>
          <a:p>
            <a:pPr algn="ctr"/>
            <a:r>
              <a:rPr lang="en-CA" sz="2800" dirty="0"/>
              <a:t>You gave to me an open ear,</a:t>
            </a:r>
          </a:p>
          <a:p>
            <a:pPr algn="ctr"/>
            <a:r>
              <a:rPr lang="en-CA" sz="2800" dirty="0"/>
              <a:t>And then I said, “Behold, </a:t>
            </a:r>
          </a:p>
          <a:p>
            <a:pPr algn="ctr"/>
            <a:r>
              <a:rPr lang="en-CA" sz="2800" dirty="0"/>
              <a:t>I come, O Lord, as in the book </a:t>
            </a:r>
          </a:p>
          <a:p>
            <a:pPr algn="ctr"/>
            <a:r>
              <a:rPr lang="en-CA" sz="2800" dirty="0"/>
              <a:t>was written and foretold.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A21DC-303C-F254-0F02-AE704178D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7217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To do your will, O Lord my God,</a:t>
            </a:r>
            <a:br>
              <a:rPr lang="en-CA" sz="2800" dirty="0"/>
            </a:br>
            <a:r>
              <a:rPr lang="en-CA" sz="2800" dirty="0"/>
              <a:t>is surely  my delight.</a:t>
            </a:r>
            <a:br>
              <a:rPr lang="en-CA" sz="2800" dirty="0"/>
            </a:br>
            <a:r>
              <a:rPr lang="en-CA" sz="2800" dirty="0"/>
              <a:t>Your law is deep within my heart</a:t>
            </a:r>
            <a:br>
              <a:rPr lang="en-CA" sz="2800" dirty="0"/>
            </a:br>
            <a:r>
              <a:rPr lang="en-CA" sz="2800" dirty="0"/>
              <a:t>and precious in my sight.</a:t>
            </a:r>
            <a:br>
              <a:rPr lang="en-CA" sz="2800" dirty="0"/>
            </a:br>
            <a:r>
              <a:rPr lang="en-CA" sz="2800" dirty="0"/>
              <a:t>Within your great assembly</a:t>
            </a:r>
          </a:p>
          <a:p>
            <a:pPr algn="ctr"/>
            <a:r>
              <a:rPr lang="en-CA" sz="2800" dirty="0"/>
              <a:t>Your </a:t>
            </a:r>
            <a:r>
              <a:rPr lang="en-CA" sz="2800" dirty="0" err="1"/>
              <a:t>deliv’rance</a:t>
            </a:r>
            <a:r>
              <a:rPr lang="en-CA" sz="2800" dirty="0"/>
              <a:t> I’ve proclaimed;</a:t>
            </a:r>
          </a:p>
          <a:p>
            <a:pPr algn="ctr"/>
            <a:r>
              <a:rPr lang="en-CA" sz="2800" dirty="0"/>
              <a:t>You know, O Lord in praising your</a:t>
            </a:r>
          </a:p>
          <a:p>
            <a:pPr algn="ctr"/>
            <a:r>
              <a:rPr lang="en-CA" sz="2800" dirty="0"/>
              <a:t>My lips are not restrained.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AA07F-161B-83B0-3AAC-39077969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47420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269EC-95B2-8824-20BA-05E7E0059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0FDF73-BE92-7BF5-93B7-4ECF7B261D10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</a:t>
            </a:r>
            <a:r>
              <a:rPr lang="en-CA" sz="2800" dirty="0"/>
              <a:t> My heart has never hidden, Lord, </a:t>
            </a:r>
          </a:p>
          <a:p>
            <a:pPr algn="ctr"/>
            <a:r>
              <a:rPr lang="en-CA" sz="2800" dirty="0"/>
              <a:t>Your </a:t>
            </a:r>
            <a:r>
              <a:rPr lang="en-CA" sz="2800"/>
              <a:t>great deliverance</a:t>
            </a:r>
            <a:r>
              <a:rPr lang="en-CA" sz="2800" dirty="0"/>
              <a:t>;</a:t>
            </a:r>
          </a:p>
          <a:p>
            <a:pPr algn="ctr"/>
            <a:r>
              <a:rPr lang="en-CA" sz="2800" dirty="0"/>
              <a:t>Your faithfulness, O Lord, </a:t>
            </a:r>
          </a:p>
          <a:p>
            <a:pPr algn="ctr"/>
            <a:r>
              <a:rPr lang="en-CA" sz="2800" dirty="0"/>
              <a:t>And your salvation I announce.</a:t>
            </a:r>
          </a:p>
          <a:p>
            <a:pPr algn="ctr"/>
            <a:r>
              <a:rPr lang="en-CA" sz="2800" dirty="0"/>
              <a:t>Your steadfast love and faithfulness</a:t>
            </a:r>
          </a:p>
          <a:p>
            <a:pPr algn="ctr"/>
            <a:r>
              <a:rPr lang="en-CA" sz="2800" dirty="0"/>
              <a:t>I always have revealed,</a:t>
            </a:r>
          </a:p>
          <a:p>
            <a:pPr algn="ctr"/>
            <a:r>
              <a:rPr lang="en-CA" sz="2800" dirty="0"/>
              <a:t>And from the great assembly</a:t>
            </a:r>
          </a:p>
          <a:p>
            <a:pPr algn="ctr"/>
            <a:r>
              <a:rPr lang="en-CA" sz="2800" dirty="0"/>
              <a:t>They have never been concealed.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5C95D4-7301-F694-FC6D-E0283FA85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91082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8.</a:t>
            </a:r>
            <a:r>
              <a:rPr lang="en-CA" sz="2800" dirty="0"/>
              <a:t> My sins have overtaken me</a:t>
            </a:r>
            <a:br>
              <a:rPr lang="en-CA" sz="2800" dirty="0"/>
            </a:br>
            <a:r>
              <a:rPr lang="en-CA" sz="2800" dirty="0"/>
              <a:t>my heart within me fades,</a:t>
            </a:r>
            <a:br>
              <a:rPr lang="en-CA" sz="2800" dirty="0"/>
            </a:br>
            <a:r>
              <a:rPr lang="en-CA" sz="2800" dirty="0"/>
              <a:t>Be pleased, O Lord to rescue me!</a:t>
            </a:r>
          </a:p>
          <a:p>
            <a:pPr algn="ctr"/>
            <a:r>
              <a:rPr lang="en-CA" sz="2800" dirty="0"/>
              <a:t>O help me, Lord, make haste.</a:t>
            </a:r>
          </a:p>
          <a:p>
            <a:pPr algn="ctr"/>
            <a:r>
              <a:rPr lang="en-CA" sz="2800" dirty="0"/>
              <a:t>Bring shame on all my enemies,</a:t>
            </a:r>
          </a:p>
          <a:p>
            <a:pPr algn="ctr"/>
            <a:r>
              <a:rPr lang="en-CA" sz="2800" dirty="0"/>
              <a:t>Who seek to take my life.</a:t>
            </a:r>
          </a:p>
          <a:p>
            <a:pPr algn="ctr"/>
            <a:r>
              <a:rPr lang="en-CA" sz="2800" dirty="0"/>
              <a:t>Let those be turned and brought to shame</a:t>
            </a:r>
          </a:p>
          <a:p>
            <a:pPr algn="ctr"/>
            <a:r>
              <a:rPr lang="en-CA" sz="2800" dirty="0"/>
              <a:t>Who in my woe delight.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BCFFE-CEF7-085E-7690-AE53774C9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7771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10.</a:t>
            </a:r>
            <a:r>
              <a:rPr lang="en-CA" sz="2800" dirty="0"/>
              <a:t> My lowly state and bitter need</a:t>
            </a:r>
          </a:p>
          <a:p>
            <a:pPr algn="ctr"/>
            <a:r>
              <a:rPr lang="en-CA" sz="2800" dirty="0"/>
              <a:t>Have come before the Lord.</a:t>
            </a:r>
          </a:p>
          <a:p>
            <a:pPr algn="ctr"/>
            <a:r>
              <a:rPr lang="en-CA" sz="2800" dirty="0"/>
              <a:t>He graciously takes thought of me;</a:t>
            </a:r>
          </a:p>
          <a:p>
            <a:pPr algn="ctr"/>
            <a:r>
              <a:rPr lang="en-CA" sz="2800" dirty="0"/>
              <a:t>My cry for help he heard.</a:t>
            </a:r>
          </a:p>
          <a:p>
            <a:pPr algn="ctr"/>
            <a:r>
              <a:rPr lang="en-CA" sz="2800" dirty="0"/>
              <a:t>My helper and deliverer,</a:t>
            </a:r>
          </a:p>
          <a:p>
            <a:pPr algn="ctr"/>
            <a:r>
              <a:rPr lang="en-CA" sz="2800" dirty="0"/>
              <a:t>To you I plead and pray.</a:t>
            </a:r>
          </a:p>
          <a:p>
            <a:pPr algn="ctr"/>
            <a:r>
              <a:rPr lang="en-CA" sz="2800" dirty="0"/>
              <a:t>My help, My Saviour, come to me!</a:t>
            </a:r>
          </a:p>
          <a:p>
            <a:pPr algn="ctr"/>
            <a:r>
              <a:rPr lang="en-CA" sz="2800" dirty="0"/>
              <a:t>My God, do not delay!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23EF3B-80F3-9124-65DB-4DA2FF86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7412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536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#40A I Waited Long Upon The Lord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#40A I Waited Long Upon The Lord</dc:title>
  <dc:creator>Eric Hoogendoorn</dc:creator>
  <cp:lastModifiedBy>Neil Tuininga</cp:lastModifiedBy>
  <cp:revision>5</cp:revision>
  <dcterms:created xsi:type="dcterms:W3CDTF">2020-04-25T02:29:18Z</dcterms:created>
  <dcterms:modified xsi:type="dcterms:W3CDTF">2025-07-06T03:50:48Z</dcterms:modified>
</cp:coreProperties>
</file>