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133E3-F637-4FA5-A429-2B4C453FF324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AE29C-EC9D-4032-8357-227721955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5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939B-ED67-5107-E687-9DB76D0A8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8F4BB-9373-3095-1326-6C43DB2FE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3B2A8-02A7-9F21-0056-C637D37A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69887-A337-44C7-A746-D43FF971018B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EA751-F119-60C6-9DB6-6721918E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8F44-8088-E001-B712-2A29F62F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0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8546-59C3-5F18-DF30-63016E3E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E8D6B-F34C-B893-FE03-1E9248D47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A9928-E258-BB5B-A0FC-EEB95981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5F92B-2515-4B1A-8B58-7CD57FE69502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E100-9E7A-BEB3-AB2B-5FE240AA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4181E-F23A-061A-E55C-6F2419B6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4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082C1-B1AE-1FBA-498D-EEDF15C86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9F12C-DBD9-3238-2E77-8977BD6F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96569-C4C4-20A0-E202-F7C7BF0F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7F44-D83C-463B-92D6-A49B6D61AD08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08DD-6430-1A5B-B208-FC3EC6D4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5AA0F-6068-1937-F52F-D65EF7A1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38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6CF5-E57C-4F84-DDE5-AED3242D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7815E-8FE9-B9BD-9D26-DE4588402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7A38-C98C-370E-50CC-46484FFA8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24272-0A9B-E7EC-C7FF-242BDCF2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5A96-F7EC-4446-BF8D-FBA623F7B025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17554-F22E-947B-9222-2417FD8D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56DE8-0273-0C75-0F7A-02F96CFA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5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FA05-B4D2-650C-B79D-BC83F20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B4F3D-0DD4-5F80-96E9-3E8D5F73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4CE63-1710-AEC7-A4A5-5583B53FE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48D09-A209-B66E-8F80-7A72F652E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059B8-6117-3441-4162-5F3A71526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29F6E-B9EB-422F-D0F2-0DC88C0E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358-6886-4A52-BD8C-BCE796E566F0}" type="datetime1">
              <a:rPr lang="en-US" smtClean="0"/>
              <a:t>7/23/2022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90F22-C582-5D3C-5DB6-44E36B6E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CF5DD-90B0-CE0A-F2FF-5F07CC0C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D8FE-47F2-91C9-6039-8D696162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35CF0-0CDC-9B5C-7DA0-AF4A043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8BFF-3142-43D3-8A11-61D839D2BE31}" type="datetime1">
              <a:rPr lang="en-US" smtClean="0"/>
              <a:t>7/23/2022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2AD67-0B65-A38C-40E4-BDD18A6F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014A0-6313-1985-EA10-2C5B7EA3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C4C4B-5E0B-98F9-588B-5073FF15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31363-CAD9-43AC-887D-B0950A501794}" type="datetime1">
              <a:rPr lang="en-US" smtClean="0"/>
              <a:t>7/23/2022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8378B-1E6E-BDD9-5355-57EB8FE1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F7654-0CF6-D0A9-BC35-A9452702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8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6A84-CBC8-04A4-0703-068515D9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24CFC-8CF0-DD9F-4F43-B251D680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C7C9A-C1A0-D044-5B13-9A997E3B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1E357-1CFE-A318-D149-537626CB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6009-40D6-4D05-8B70-6A661F53DF41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1AD9A-FFA1-FE90-299B-34C2EDC7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43CD2-90AF-9487-A907-34B75A0F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8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737D-C530-0E93-F995-EAEC1A33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444C5-A8A8-7C8A-5EBA-99C6C6FC7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04B41-DAA0-E72E-1FB7-53655D24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3C764-DB25-DC43-4D99-C899B9F6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02DF-401B-43B1-A75C-A9E1327FDD82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6FBDE-15AD-7443-7E1B-635A39318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4A049-B64C-07D7-1B8D-C98A7BB0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13C4-B832-428A-3EDE-FD69D898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D8207-E667-0463-9D51-1130F684A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83E2-7238-9CAB-76B0-1F9FB718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364D2-50DA-491E-BFB1-DF9C33DE30BF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9D18-C0B3-13CF-1F6E-9A1C79D4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BA59A-252F-6748-D763-BEED6C51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8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2E4FF-AF6B-E5BC-F49C-19E722EE5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8C0DE-2A78-D15F-ECA9-B4A9921FF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F05DE-D7DD-0BFC-9E17-5241CDE8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22CE-9026-4C20-95D0-124954DF8C80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9A28-12FC-A21E-0081-83BFDB66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7773-FC2E-5B31-DDDE-8008DA01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5C2D5-1499-81CC-1A1F-B0677B6C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753AA-2BA4-2287-BD9A-43B513C9D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EB224-4491-B861-724F-B518367BC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48F0D-C108-4423-9212-B3E6328E85ED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E72B-FD6E-28D6-DD2B-7BCF3A9FE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79FD-5158-958F-EDBE-33889F66A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47811-6C4D-433F-84CA-6BEDF6EBD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2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E433-C000-0C66-F02F-E1D56664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#379 Come, Christians, Join to 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CC98-7F16-4BFB-1A6A-C74C1598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Come, Christians, join to sing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loud praise to Christ our King;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all, with heart and voice,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before his throne rejoice;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 is his gracious choice.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49307-11CF-4076-3148-3C1F2DDD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7933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0638D-2ADB-83C5-3C80-14F199938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Come, lift your hearts on high,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praises fill the sky;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is our Guide and Friend;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us he’ll condescend;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love shall never end.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34E12-E5E0-44A7-2BE1-09B2E08F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063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35EA-70C8-CE25-A030-4BA68C87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Praise yet our Christ again,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life shall not end the strain;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Alleluia! Amen!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 heaven’s blissful shore,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goodness we’ll adore,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singing forevermore,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"Alleluia! Amen!”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7DEFC-7911-B96F-6600-EB3BD1C3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1828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#379 Come, Christians, Join to Sing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#379 Come, Christians, Join to Sing</dc:title>
  <dc:creator>Neil Tuininga</dc:creator>
  <cp:lastModifiedBy>Neil Tuininga</cp:lastModifiedBy>
  <cp:revision>2</cp:revision>
  <dcterms:created xsi:type="dcterms:W3CDTF">2022-07-23T16:46:54Z</dcterms:created>
  <dcterms:modified xsi:type="dcterms:W3CDTF">2022-07-23T16:49:24Z</dcterms:modified>
</cp:coreProperties>
</file>