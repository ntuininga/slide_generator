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205AC-A6A0-483F-AB5D-D91F2B940942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C8F63-D0D6-4960-9A92-E2D896DA8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7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6560-DA6C-9809-7059-BB15EA4F1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F27C9-0FD2-00BB-12C8-49CC5C675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840C6-942C-F4B5-E0FE-67D7F4E6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5B619-D6D5-4D5B-AB7E-96B625D42B3A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E7D3-D474-C4EB-BBA0-301445FD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F1D1-A35E-2AAA-AC59-610D56BA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5090-3B26-7414-E891-78423180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908F8-4C06-1AB9-4E43-EB430C24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3B1FF-6191-5588-DF72-362CF52E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93444-7549-41FA-B942-2210D3BA5CD3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6D0D0-1F40-E5DB-F29A-D61A4926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F82C-9E88-60B5-D554-514E3CE4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3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6981-E8D2-B014-5DC7-F6D9085A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0423D-EA35-DF8C-0E8A-FD5ACF3A5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96DE-B21E-AF4B-4EBC-358CF688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67FF-4FCE-460B-A034-A3A1022B4AA1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B954B-EEAF-2672-4CF7-678F11A7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DC347-37CA-D5E1-8832-1A2E3826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2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1FE1-817A-1B0A-0DB6-B6117070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9671-8B17-3C57-8B63-658213BC7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E561D-CCCC-20D5-36E2-04032DC67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B30DC-C1B7-2FB1-B984-A7BFB184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575F-1C72-4496-8407-EC069B986A25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420E8-1D4E-32DE-EF16-FA690A34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3D46B-526A-E396-E31A-5E83662E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8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388E-933B-FE2C-5600-92D465E9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A5D8-883B-311B-914D-0F514D6AA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18F55-9E21-E887-78FD-3D18F5C53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46548-6D83-0856-4BD6-2C95B7852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D2BAE-B281-A8AA-2E5F-90AF4B04B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D20F0-2C70-28E3-C0F0-56CB8C5A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8CA-FA84-4C9B-899D-C288F6B3E051}" type="datetime1">
              <a:rPr lang="en-US" smtClean="0"/>
              <a:t>8/5/2022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B8315-52A9-9205-4CF3-C084B5FC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113F1-A7F8-B25B-8897-FF8AC53F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9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4C96B-749F-FBD1-DD97-4BF4DE23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9792B-DE78-D9B8-5763-1AF0C124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62EF3-F7EA-40AB-BDD3-2BDF669ABD69}" type="datetime1">
              <a:rPr lang="en-US" smtClean="0"/>
              <a:t>8/5/2022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780D4-7C45-597B-501B-C48494E4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26D90-596B-181F-24B4-1F5F212C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3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B8035-4B31-4C97-F3E2-8BDD001F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6B9D-7AA1-44B7-93C8-0144A4CAD932}" type="datetime1">
              <a:rPr lang="en-US" smtClean="0"/>
              <a:t>8/5/2022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3B919-6D48-A90C-7135-9F3EFB2B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65D2C-5F3B-B164-1401-A281F04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0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4D7D-476A-0571-8404-B628EB22C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10AE-D7CA-78B9-1BCE-BD1B4E51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6B12-B467-E02F-E145-E2186D07F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DD4B6-98DC-A96E-3FAD-542FA976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B96F-D101-47F1-933B-F95628592817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B4913-DA7C-B546-2B7D-5FFB0BF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54C09-F358-C91F-BE68-22B754FF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2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E7C4-B6BF-286F-1615-EAACFDBF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CB6DE-B46D-CDAA-997E-F78F04CC5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0D220-51F1-3539-FC6E-EBA5BECD0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F42F7-D78F-657F-8893-C0FC6E34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2BB1F-ED6B-46D2-80C5-8B48EE096FBF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9713D-7113-7F51-D4CE-788D1208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5274D-18FB-A335-F9D4-7A88209C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1B38-B2EC-FAA2-B690-3ECF82D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6099B-DEED-4E75-E0A7-CCFC5213B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35EB-5818-EDEA-943F-098CEE2B9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4C566-CF83-4385-8CAE-A81CC720312E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30478-5799-7AA0-A5C4-E7B59AD9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72A87-F750-FAD5-7AB8-FAD43B5E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0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7A7A5-7C93-268B-2B39-7D6A9D94E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F1CB4-1EED-07F2-B5B1-16BDF69A7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2CA6A-54E7-1276-B192-67571FA3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A8D8-42D3-4FA0-A7D6-CD0170EFE7C5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9EE5-CF12-2C3C-CD8C-FA9AFD08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75E2-C22B-F3B9-2326-BAB2DA25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6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9EF62-D0D6-28F0-F3AE-E0B0B8FA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5A5C6-55D5-B7A8-9E7F-F290AC8DF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16F9C-4675-3333-2B95-750BF46E5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8CFA4-C93A-42FA-B304-9E10BA9EA55A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D386C-4F88-7827-7886-5EB960E74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DF57F-470A-D15A-21C6-1A2051728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4A341-BBFD-4B71-88CD-2E7D72A7C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8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C433-2F10-6183-F5CB-ECE5EE81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#439 Come, Ye Sinners, Poor and Needy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B38DC-416A-6577-A30A-6E77FBFEB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Come, ye sinners, poor and needy,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weak and wounded, sick and sore;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 ready stands to save you,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full of pity, love, and power.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3B813-FCAB-A5F6-51C6-3D2576E6F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1282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9BC6A-9636-5046-D269-61B910050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Come, ye thirsty, come and welcome,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God's free bounty glorify;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true belief and true repentance,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grace that brings you nigh.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24B6A-930D-BED8-8CEB-9634B255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515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08D3-2FB6-0D21-DC2C-DF0576D5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Let not conscience make you linger,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nor of fitness fondly dream;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 the fitness 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requireth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to feel your need of him.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2C6F9-BDEA-759F-5ED6-356E4B06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3418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E019-1DD5-DC54-1C8E-16509AE37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Come, ye weary, heavy laden,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lost and ruined by the fall;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if you tarry till you're better,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 will never come at all.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EDF08-6D7D-4967-AD87-2DF35FD56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4483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1E511-C394-C42C-A6C0-A378E79F8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I will rise and go to Jesus!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will save me from my sin.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the riches of his merit,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there is joy and life in him.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F891C-02E1-5BF8-44C4-A1BB7EF8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708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226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#439 Come, Ye Sinners, Poor and Needy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#439 Come, Ye Sinners, Poor and Needy</dc:title>
  <dc:creator>Neil Tuininga</dc:creator>
  <cp:lastModifiedBy>Neil Tuininga</cp:lastModifiedBy>
  <cp:revision>2</cp:revision>
  <dcterms:created xsi:type="dcterms:W3CDTF">2022-08-05T21:06:45Z</dcterms:created>
  <dcterms:modified xsi:type="dcterms:W3CDTF">2022-08-05T21:14:01Z</dcterms:modified>
</cp:coreProperties>
</file>