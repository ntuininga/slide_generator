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3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2C0DB-F886-41FA-8CF7-C1CC0D8B6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ED30D-95D0-4C94-A430-6687B1DFBC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A877D-2514-404F-86BB-1EF0D12C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4EC-259B-40B3-A7AB-C75A9359E75A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35F2E-7807-4CAD-A91A-2A3CBC33D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89B3F-48BC-4E5A-BD1F-6CC09F8F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4353-4EFD-41F7-954E-5BD6A0649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1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AE7CF-157F-4968-80F3-BFAD3DF41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31874-67F7-42EB-A126-1678C5865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549CB-48B6-492F-930F-207759EB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4EC-259B-40B3-A7AB-C75A9359E75A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B8C9A-8603-4BD0-B671-EE99D3E1D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01994-ED20-452D-9FC0-EA606AFF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4353-4EFD-41F7-954E-5BD6A0649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FD4F-E71F-4994-8306-3385D2178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75007-879B-4DBF-AE3B-DA31E3007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92316-6724-43A9-BFAD-020DCABB6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4EC-259B-40B3-A7AB-C75A9359E75A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E5980-3DE0-4912-B4A0-426B199F8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921FB-E83E-4A52-ABA2-FCBA7898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4353-4EFD-41F7-954E-5BD6A0649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33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8AE3-9D21-4EF3-AB05-B0298FFF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8D5FB-21EC-4EE9-BBA1-D5F2188FB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416A0-18D3-4B00-9B3D-22488B6CE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7FD25-63B5-42D0-9518-83D825B40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4EC-259B-40B3-A7AB-C75A9359E75A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85179-FF6A-46EE-9F3B-E45B9320F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388BD-CC17-4A1D-8064-7FF2233D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4353-4EFD-41F7-954E-5BD6A0649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47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3BBA-EC87-41F4-9561-EE380CD3B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C04EB-C7FD-4E7F-AB57-9E268E64D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0940D-35DA-4F51-86ED-0BA2DA0B3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B84B5-428F-4C05-830E-696EF8EF3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308C9B-EB71-40BB-B6A9-A6CFA82728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33EC30-A815-4555-92DB-9C95FBAAD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4EC-259B-40B3-A7AB-C75A9359E75A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3F666-C478-436D-A875-BDD973DD5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DBA33-E920-4D1C-96D2-FEAC265DA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4353-4EFD-41F7-954E-5BD6A0649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8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24F5-C830-4106-8C19-8D56BF80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DF44C-5D62-46BF-BEBF-B8BCA73F1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4EC-259B-40B3-A7AB-C75A9359E75A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4EC43-0DE4-4A3A-BD66-04EC6725D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470B8-3188-4B25-8207-041A9783C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4353-4EFD-41F7-954E-5BD6A0649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1A2481-C397-4011-9D6A-2FE03D2E9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4EC-259B-40B3-A7AB-C75A9359E75A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07C3C-3B41-4CBC-A81A-EB31E0FA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56493-CCFD-40C0-BDD2-6280AFE1E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4353-4EFD-41F7-954E-5BD6A0649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6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F6ED-5B07-4401-8BAD-CCB7E641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078A9-9E20-460C-9DE6-8B391B5DB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15E74-EB21-47C6-B19E-1B683ACD1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F355A-9467-4A28-8094-354C63CD7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4EC-259B-40B3-A7AB-C75A9359E75A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53714-5F82-4D89-ACFD-670DBB48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BBC36-5605-467A-B19E-F852FB50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4353-4EFD-41F7-954E-5BD6A0649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94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381BF-E661-461B-AF18-58637CE4B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F48645-E6D0-4FDC-BD86-DC06B46713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EB86B-1F76-4331-A818-D70FB5F35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B7DCF-49D7-4E3E-9FFD-6B632AAA7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4EC-259B-40B3-A7AB-C75A9359E75A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1CB7F-EB63-4107-BD8B-F5BB4542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E71E9-90CD-4575-84B1-A86246711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4353-4EFD-41F7-954E-5BD6A0649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2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8DB4F-B5C1-4A0A-AAFB-746A013C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0DC1D-F118-4532-8C7F-CEF23A4F8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E93F6-7A64-4BDC-85B4-B45819988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4EC-259B-40B3-A7AB-C75A9359E75A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7B722-DD60-430A-A9E8-C5875A9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6C5F4-BF54-44A0-9F80-6398BD33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4353-4EFD-41F7-954E-5BD6A0649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82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345A3D-12F0-49DE-970E-52F152F14C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76DF7-C2A3-411B-AE94-1FEAFD83C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0AC81-12A3-4718-BD12-AF4864BD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4EC-259B-40B3-A7AB-C75A9359E75A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24E9D-3D5E-4870-A072-C819ECFB5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92707-3434-4284-AA50-4E7DCFA81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4353-4EFD-41F7-954E-5BD6A0649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2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C2D35F-D2C5-4C4E-948B-634181CC8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9F08A-9F5B-4029-A158-40A264607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2BAD2-41C2-40DF-9A17-59DC1616D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7F4EC-259B-40B3-A7AB-C75A9359E75A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3CE36-42AB-4F03-88D8-FA1582343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D3DB0-DE12-48F2-B8B2-EF936CFC3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E4353-4EFD-41F7-954E-5BD6A0649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92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093371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O God, show mercy to us,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bless us with your grace;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cause to shine upon us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brightness of your face;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so that the whole world over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may truly know your way,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so that your salvation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all nations see displayed.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 God, let peoples praise you;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let all the peoples praise.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Let nations come rejoicing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songs of gladness raise.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Used by permission of Crown and Covenant Publications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#67B O God, Show Mercy to Us</a:t>
            </a: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797510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For you will judge the peoples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with perfect equity;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nations of the whole earth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 governor you'll be.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 God, let peoples praise you;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let all the peoples praise.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earth has brought its bounty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throughout its harvest days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since God, our God, will bless us.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Yes, God will blessing send,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that all the earth may fear him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its remotest end.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Used by permission of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2020-12-29T22:41:32Z</dcterms:created>
  <dcterms:modified xsi:type="dcterms:W3CDTF">2020-12-29T22:42:02Z</dcterms:modified>
</cp:coreProperties>
</file>