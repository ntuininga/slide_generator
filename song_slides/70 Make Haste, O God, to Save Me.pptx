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170F-833E-4E1C-8F21-92A9D7FC3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471D3-0ED4-4A67-B9C9-51C876E6B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08362-960D-4FAB-811B-BE27F028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088B-F28A-4114-99ED-76A20230B3B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A7A6C-4710-4EC8-8201-E0B26BD9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129E5-8649-4648-80E0-BF134ED23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E54-F4BD-4BCA-91CA-9376D2ED4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35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570DD-06FA-4EA9-A92E-9611AF434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BD642-56DB-44CF-814A-68914483B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31587-78BC-46BE-8D36-1971BFB9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088B-F28A-4114-99ED-76A20230B3B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179A7-DA6D-4049-87C6-5A231A4E8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D3649-0679-4957-BCD5-F196CC83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E54-F4BD-4BCA-91CA-9376D2ED4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5456-444F-4644-9AF7-93CABBD5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D8296-8329-4BEE-B020-752645EA7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5EA66-5550-4974-AF29-A956BAC2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088B-F28A-4114-99ED-76A20230B3B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E4939-7BDE-4750-ADB1-5769938F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E0394-82CA-4515-BF2B-183BA24D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E54-F4BD-4BCA-91CA-9376D2ED4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2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1769-661B-4561-84AE-D2A18596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74AC1-0A46-45F2-989D-7473FE7579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6B2D2-DEE5-430C-8674-713805260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9D7D9-7CD8-48B4-8C44-07BD231C1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088B-F28A-4114-99ED-76A20230B3B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9FC61-48EC-499F-BCAA-CE7D9EF2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0394A-D79B-4ED2-AFA8-A1B135AA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E54-F4BD-4BCA-91CA-9376D2ED4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88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4C5F-7FE5-4020-819F-550E50288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61FDB-B015-4019-97F3-8E164132C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40974-057E-4821-A162-B82838367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EE827-CAE8-4F11-A984-DA3662D60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148D92-31B6-4205-A7AF-67F85DF442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15159-D017-45A7-80A7-072D559F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088B-F28A-4114-99ED-76A20230B3B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866A8-B234-4624-A654-C7F282982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B7CC7-A8D6-4DCF-B695-2ED56805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E54-F4BD-4BCA-91CA-9376D2ED4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0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5529-AD40-4D1C-BCB2-64E755708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6D2AA-83D3-4B3A-8442-A350508E1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088B-F28A-4114-99ED-76A20230B3B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DB4B99-C53C-4907-B2FF-3C6C9090D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0E3AF-46ED-4621-BD4F-FC4800E9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E54-F4BD-4BCA-91CA-9376D2ED4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58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A153B-0D4C-457A-A25D-277A9F263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088B-F28A-4114-99ED-76A20230B3B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A02041-314E-43BE-B962-3760BF38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44884-8737-4033-9B27-6A6A7E68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E54-F4BD-4BCA-91CA-9376D2ED4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9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7DA3-7CBE-46F9-AE66-A3B858846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93621-30D0-4D81-8247-1AF0877E7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D56CF-12F0-4B0D-AA06-EC1D49546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7BF63-C65D-42DC-8461-85A4EBD80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088B-F28A-4114-99ED-76A20230B3B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A8B49-27E3-437B-B204-4B603A82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5DAB9-61F2-49A7-83D3-C289A2C4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E54-F4BD-4BCA-91CA-9376D2ED4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55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76AC-90FE-42EC-A94E-3180484B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6300E-D278-43D8-A9D1-362ECAD0E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D2621-CAF0-4A26-B41C-45769AAEB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1412E-26CF-4539-AF59-4142F98A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088B-F28A-4114-99ED-76A20230B3B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3A7F1-8D29-4321-B411-3BB90CE32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6442A-FDB0-485F-B017-999ACB947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E54-F4BD-4BCA-91CA-9376D2ED4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69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10087-FCBE-414B-8FF0-776306E09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8C988-AEC5-4CA9-83D0-2296909B8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68D6B-5358-422A-80EC-14ED20FD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088B-F28A-4114-99ED-76A20230B3B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10B82-8A37-4CC0-941A-7C2C294D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DF61C-A44E-4B13-B269-B8ED5089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E54-F4BD-4BCA-91CA-9376D2ED4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430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A2CFE1-2240-4619-8743-66060DCE3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C18B2-2E76-4A95-9C1D-BD5AD55A4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B39BC-7723-4DB6-A928-E90429BB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088B-F28A-4114-99ED-76A20230B3B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23E99-202C-428A-963B-BC5ACE2B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EF810-BCC6-4CEC-9496-216DA5B6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A3E54-F4BD-4BCA-91CA-9376D2ED4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34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CE8C7-07D0-4864-8929-9E6646004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EF403-C682-4FA0-AEAD-9E46A88BD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04039-E8CF-44F7-81A8-E57FEDAC9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7088B-F28A-4114-99ED-76A20230B3B8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8DF48-C0C2-4E2B-A26A-6134BD90D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B8F64-D830-44A7-A0CC-2888EAF18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A3E54-F4BD-4BCA-91CA-9376D2ED4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6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#70 Make Haste, O God, to Save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891729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Make haste, O God, to save me;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Lord, hasten to my aid.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May those who seek to kill me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be shamed and sore dismayed.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May all who seek my hurt be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turned back in their disgrace.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May all who say “</a:t>
            </a:r>
            <a:r>
              <a:rPr lang="en-US" sz="2800" dirty="0" err="1">
                <a:solidFill>
                  <a:srgbClr val="222222"/>
                </a:solidFill>
              </a:rPr>
              <a:t>Aha!”turn</a:t>
            </a:r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in shame, their steps retrace.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3847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E2ECD-6B4A-42D9-BD24-128D9FD2ECE8}"/>
              </a:ext>
            </a:extLst>
          </p:cNvPr>
          <p:cNvSpPr txBox="1"/>
          <p:nvPr/>
        </p:nvSpPr>
        <p:spPr>
          <a:xfrm>
            <a:off x="0" y="1615403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But may all those who seek you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rejoice, in you be glad;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may those who love salvation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say, “God be magnified!”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Yet I am poor and needy;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come quickly , God, I pray.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O Lord, my help and </a:t>
            </a:r>
            <a:r>
              <a:rPr lang="en-US" sz="2800" dirty="0" err="1">
                <a:solidFill>
                  <a:srgbClr val="222222"/>
                </a:solidFill>
              </a:rPr>
              <a:t>Saviour</a:t>
            </a:r>
            <a:r>
              <a:rPr lang="en-US" sz="2800" dirty="0">
                <a:solidFill>
                  <a:srgbClr val="222222"/>
                </a:solidFill>
              </a:rPr>
              <a:t>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make haste. Do not delay.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074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#70 Make Haste, O God, to Save 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#70 Make Haste, O God, to Save Me</dc:title>
  <dc:creator>Eric Hoogendoorn</dc:creator>
  <cp:lastModifiedBy>Eric Hoogendoorn</cp:lastModifiedBy>
  <cp:revision>2</cp:revision>
  <dcterms:created xsi:type="dcterms:W3CDTF">2020-12-29T22:55:22Z</dcterms:created>
  <dcterms:modified xsi:type="dcterms:W3CDTF">2020-12-29T22:58:05Z</dcterms:modified>
</cp:coreProperties>
</file>