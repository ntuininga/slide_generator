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2" r:id="rId2"/>
    <p:sldId id="363" r:id="rId3"/>
    <p:sldId id="471" r:id="rId4"/>
    <p:sldId id="49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2842374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0450832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2211237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770482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2021-12-24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1875207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2021-12-24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5605759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2021-12-24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0229709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658978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3437411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6230629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2474123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5902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152399" y="1891729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O little town of Bethlehem,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still we see thee lie;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above thy deep and dreamless sleep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silent stars go by: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yet in thy dark streets shineth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everlasting Light;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hopes and fears of all the years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met in thee tonight.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A99AD-CDF1-4331-B1BA-3C30B339D361}"/>
              </a:ext>
            </a:extLst>
          </p:cNvPr>
          <p:cNvSpPr txBox="1"/>
          <p:nvPr/>
        </p:nvSpPr>
        <p:spPr>
          <a:xfrm>
            <a:off x="766761" y="160422"/>
            <a:ext cx="109632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#323 O Little Town of Bethlehem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For Christ is born of Mary,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gathered all above,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while mortals sleep, the angels keep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their watch of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wond'ring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love.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morning stars, together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proclaim the holy birth!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praises sing to God the King,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peace to men on earth.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D10FE2-BC6E-4E22-8528-97CC21E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31342-706D-40C0-9C06-598A77325C26}"/>
              </a:ext>
            </a:extLst>
          </p:cNvPr>
          <p:cNvSpPr txBox="1"/>
          <p:nvPr/>
        </p:nvSpPr>
        <p:spPr>
          <a:xfrm>
            <a:off x="1314450" y="1659285"/>
            <a:ext cx="9563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How silently, how silently,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wondrous gift is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 God imparts to human hearts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blessings of his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ear may hear his coming,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in this world of sin,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 meek souls will receive him still,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dear Christ enters in.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7412345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8D98B7-FE0A-49CA-9C15-AF860096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0AF2E-FEF2-4FE8-82AB-2641EFFE32E5}"/>
              </a:ext>
            </a:extLst>
          </p:cNvPr>
          <p:cNvSpPr txBox="1"/>
          <p:nvPr/>
        </p:nvSpPr>
        <p:spPr>
          <a:xfrm>
            <a:off x="2386012" y="1659285"/>
            <a:ext cx="74199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O holy child of Bethlehem,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descend to us, we pray;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cast out our sin and enter in;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born in us today.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hear the Christmas angels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great glad tidings tell;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come to us, abide with 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Lord Emmanuel!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725740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2021-12-24T23:30:33Z</dcterms:created>
  <dcterms:modified xsi:type="dcterms:W3CDTF">2021-12-24T23:31:22Z</dcterms:modified>
</cp:coreProperties>
</file>