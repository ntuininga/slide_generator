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98" r:id="rId2"/>
    <p:sldId id="299" r:id="rId3"/>
    <p:sldId id="3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3E68-FA16-47CC-A6B6-DE387530B8BB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E2190-47E0-44AE-8436-F7FC8647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8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4701-3051-41DB-87A2-8E23D5B6A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C37E6-28D8-420A-BFA7-227B2A2A3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BFBC7-CBF6-4606-A77C-80546216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A1DB-AA7A-4ADE-8B12-D12723132476}" type="datetime1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8E997-8D9D-4D9D-B2F8-D9A257E9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752AE-4EEA-49C7-9873-AF8F1D2B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1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8ED7-6DFD-4719-B10E-A2FF50C31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D1467-2963-4988-84AE-DFF27E51B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B1B81-35A5-4134-8295-30D9B26D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E761-ED60-4936-ADA9-790759E65E20}" type="datetime1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4E618-8F88-4936-90EF-ADC2FA947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612B0-BA0F-48D6-AE89-A88B2CBE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F39-1AD5-42BC-8582-A4623AC71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04D68-4C31-4F70-A724-D1FEA93C1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7C69F-2C9E-4B9B-95E4-37DE2715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C68D-B33F-4D25-BDC6-F3631E2DB60E}" type="datetime1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82811-0972-4BA4-A4D7-7148E6EE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3CB5E-98BB-455A-A674-E200BE9A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0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46DC-60BB-430A-A752-C8010188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CA4D-CAA7-4AF4-9321-F1D69A1ED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DE091-1F5F-4E85-AFF7-0EAC1E6A2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EADB6-03C7-4EC8-A674-46B864BA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5A5E7-6BB7-4070-B49F-8E02DB6E7F81}" type="datetime1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32A95-6081-4751-A1AC-BC379591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8AC6A-F16F-412F-9D88-E503F8B3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0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03B36-0861-4830-9DF0-D31C7ADB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21E6C-C83B-4DEF-9F64-7954CC8AC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C9C50-B7C1-4DC6-B6F6-13023F97F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269F2-F0EB-4C10-B1F6-5EBC518F8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6DC61-2ABA-4071-B002-E5C31B8D6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30759-8604-4EBE-8361-05E9E45B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40AFA-17B2-4B7C-BF2B-EC57226D98E8}" type="datetime1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B97C2-1AD2-4667-9AE4-604BE6E5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9D562-5129-4C8E-B929-B69BFB0A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2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05D3-9615-4F34-82D3-A60A7390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70A47-DF40-4187-873E-D7C97B15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5CBF4-43D8-4D44-9B99-0494B087EA93}" type="datetime1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67B07-EADE-4A2B-8202-F2875F7B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73E17-FC05-4141-B3E1-EADF80BB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46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EF39C-798D-4042-AA39-A59C2313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56D5E-0E30-4078-9E1A-ED5321AEA097}" type="datetime1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383B6-2ACD-45DB-B475-EDDBD262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426AF-8852-45F7-8FE2-800BCCA5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5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AB38-1063-4F01-B9EA-1AC5D0BF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C90C2-F174-4CE1-B53A-7BE3D761F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F5073-6EEC-4B93-BB69-B0CEBE45C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CB304-218A-4F75-81AD-FC4FE762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5CE9-B348-4F03-96C9-41E07754CABA}" type="datetime1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6AEF3-8D35-4D02-8BCC-7B11EEED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481A7-2EC2-433F-A3CE-126B9A37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234B-21BE-47F3-8EF4-2D86F7D8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98133-9553-43C3-9AC3-B0D28075E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4CC29-CB76-4587-9CA3-BF1476ED7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569E7-7A1A-4B69-B7AC-BDCB7299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2954-FABB-4442-9D10-B1B32ADB4C49}" type="datetime1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9A8C0-FD54-406B-8373-C0F2AC64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3D3D5-1C82-4739-A41B-62819732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1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D9A8-F23F-491F-96FB-00589850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996F3-4B5D-43EE-B7C3-4A20F8FA3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CF8C9-D8DE-4E8D-ADF5-49AD90B8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D3894-0CAB-4DAC-BD00-C8D695F13F0A}" type="datetime1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09F28-A674-4E45-8337-47301CF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AD1CF-F0EF-4F82-A3C3-128CF5A8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6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16B3E-A489-469A-8959-4F11E2707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74797-5F23-4377-A4B8-2F0425EA0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87457-CD21-4244-BC11-A036B907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B0DA-5C87-4538-875F-6846776EDE85}" type="datetime1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82CC3-FA9D-4A07-B35F-CA788282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F51F-F7F6-4BB2-A435-4437D26F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1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38D522-AADF-4B92-8BD8-17ACDEC9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6C47F-276A-4BFA-A04C-1510EA766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EEEC5-473C-4DF3-AB50-E227410C7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368A6-B874-4606-A30E-46D37E7458F4}" type="datetime1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A0A73-FA00-4909-BA9A-4F377DEAC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D36D-0732-4B03-8478-13CF4CEB9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7AAC6-126E-48D6-B50D-87AD8D62F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0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#524 Guide Me, O Thou Great Jehovah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360612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Guide me, O thou great Jehovah,</a:t>
            </a:r>
          </a:p>
          <a:p>
            <a:pPr algn="ctr"/>
            <a:r>
              <a:rPr lang="en-CA" sz="2800" dirty="0"/>
              <a:t>Pilgrim through this barren land;</a:t>
            </a:r>
          </a:p>
          <a:p>
            <a:pPr algn="ctr"/>
            <a:r>
              <a:rPr lang="en-CA" sz="2800" dirty="0"/>
              <a:t>I am weak, but thou art mighty;</a:t>
            </a:r>
          </a:p>
          <a:p>
            <a:pPr algn="ctr"/>
            <a:r>
              <a:rPr lang="en-CA" sz="2800" dirty="0"/>
              <a:t>Hold me with thy </a:t>
            </a:r>
            <a:r>
              <a:rPr lang="en-CA" sz="2800" dirty="0" err="1"/>
              <a:t>pow’rful</a:t>
            </a:r>
            <a:r>
              <a:rPr lang="en-CA" sz="2800" dirty="0"/>
              <a:t> hand;</a:t>
            </a:r>
          </a:p>
          <a:p>
            <a:pPr algn="ctr"/>
            <a:r>
              <a:rPr lang="en-CA" sz="2800" dirty="0"/>
              <a:t>Bread of heaven, bread of heaven,</a:t>
            </a:r>
          </a:p>
          <a:p>
            <a:pPr algn="ctr"/>
            <a:r>
              <a:rPr lang="en-CA" sz="2800" dirty="0"/>
              <a:t>Feed ‘til I want no more,</a:t>
            </a:r>
          </a:p>
          <a:p>
            <a:pPr algn="ctr"/>
            <a:r>
              <a:rPr lang="en-CA" sz="2800" dirty="0"/>
              <a:t>Feed me ‘til I want no more.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FAFA5-75B4-46A1-86AD-DDF91FA0B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03974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40596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Open now the crystal fountain,</a:t>
            </a:r>
          </a:p>
          <a:p>
            <a:pPr algn="ctr"/>
            <a:r>
              <a:rPr lang="en-US" sz="2800" dirty="0"/>
              <a:t>Whence the healing stream doth flow;</a:t>
            </a:r>
          </a:p>
          <a:p>
            <a:pPr algn="ctr"/>
            <a:r>
              <a:rPr lang="en-US" sz="2800" dirty="0"/>
              <a:t>Let the fire and cloudy pillar</a:t>
            </a:r>
          </a:p>
          <a:p>
            <a:pPr algn="ctr"/>
            <a:r>
              <a:rPr lang="en-US" sz="2800" dirty="0"/>
              <a:t>Lead me all my journey through;</a:t>
            </a:r>
          </a:p>
          <a:p>
            <a:pPr algn="ctr"/>
            <a:r>
              <a:rPr lang="en-US" sz="2800" dirty="0"/>
              <a:t>Strong </a:t>
            </a:r>
            <a:r>
              <a:rPr lang="en-US" sz="2800" dirty="0" err="1"/>
              <a:t>Deliv’rer</a:t>
            </a:r>
            <a:r>
              <a:rPr lang="en-US" sz="2800" dirty="0"/>
              <a:t>, strong </a:t>
            </a:r>
            <a:r>
              <a:rPr lang="en-US" sz="2800" dirty="0" err="1"/>
              <a:t>Deliv’rer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Be thou still my strength and shield,</a:t>
            </a:r>
          </a:p>
          <a:p>
            <a:pPr algn="ctr"/>
            <a:r>
              <a:rPr lang="en-US" sz="2800" dirty="0"/>
              <a:t>Be thou still my strength and shield.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A870C-48DE-424B-9A9A-637A06930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13551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296207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When I tread the verge of Jordan,</a:t>
            </a:r>
          </a:p>
          <a:p>
            <a:pPr algn="ctr"/>
            <a:r>
              <a:rPr lang="en-CA" sz="2800" dirty="0"/>
              <a:t>Bid my anxious fears subside;</a:t>
            </a:r>
          </a:p>
          <a:p>
            <a:pPr algn="ctr"/>
            <a:r>
              <a:rPr lang="en-CA" sz="2800" dirty="0"/>
              <a:t>Death of death, and hell’s Destruction,</a:t>
            </a:r>
          </a:p>
          <a:p>
            <a:pPr algn="ctr"/>
            <a:r>
              <a:rPr lang="en-CA" sz="2800" dirty="0"/>
              <a:t>Land me safe on Canaan’s side;</a:t>
            </a:r>
          </a:p>
          <a:p>
            <a:pPr algn="ctr"/>
            <a:r>
              <a:rPr lang="en-CA" sz="2800" dirty="0"/>
              <a:t>Songs of praises, songs of praises</a:t>
            </a:r>
          </a:p>
          <a:p>
            <a:pPr algn="ctr"/>
            <a:r>
              <a:rPr lang="en-CA" sz="2800" dirty="0"/>
              <a:t>I will ever give to thee,</a:t>
            </a:r>
          </a:p>
          <a:p>
            <a:pPr algn="ctr"/>
            <a:r>
              <a:rPr lang="en-CA" sz="2800" dirty="0"/>
              <a:t>I will ever give to thee.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04478-2369-4D86-A2DE-6E3AD945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03262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#524 Guide Me, O Thou Great Jehovah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#524 Guide Me, O Thou Great Jehovah</dc:title>
  <dc:creator>Eric Hoogendoorn</dc:creator>
  <cp:lastModifiedBy>Eric Hoogendoorn</cp:lastModifiedBy>
  <cp:revision>3</cp:revision>
  <dcterms:created xsi:type="dcterms:W3CDTF">2020-04-26T02:58:43Z</dcterms:created>
  <dcterms:modified xsi:type="dcterms:W3CDTF">2020-08-07T02:07:22Z</dcterms:modified>
</cp:coreProperties>
</file>