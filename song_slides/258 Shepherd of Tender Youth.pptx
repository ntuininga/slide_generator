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3" r:id="rId2"/>
    <p:sldId id="324" r:id="rId3"/>
    <p:sldId id="325" r:id="rId4"/>
    <p:sldId id="326" r:id="rId5"/>
    <p:sldId id="32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20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1BEB1-DC6E-4337-9967-A9FAF98E1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79C973-61B0-49CE-A0A2-FAE97579A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6BDC3-521A-4ACE-8A86-02BF9ADF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3D53-2E04-498E-A7CC-C78D5A0DB25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617D5-4CA6-4EE4-A16D-9476F1EB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5A72-902C-403D-AA2B-2D5BE064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5814A-8415-457A-925D-DC00725B1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81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AA61B-650E-4C29-8AD0-A733A6224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1EDD9-CBC9-4533-8DF4-503B6FAE6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F45FD-900F-4AED-B02E-5FFA7775E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3D53-2E04-498E-A7CC-C78D5A0DB25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191-744D-44CE-BD1F-7637FC61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89707-92C3-4EF0-AD93-4EEE04B5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5814A-8415-457A-925D-DC00725B1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2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BB51-4243-42D4-A5E4-F9787B06D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F3B76-B55D-4192-B65A-67D8D278D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DCAF9-046F-4AEF-98D3-AB01991A6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3D53-2E04-498E-A7CC-C78D5A0DB25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5E07C-784C-4194-867D-C829887F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86DDD-4A6C-4092-9D04-39FDAD8D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5814A-8415-457A-925D-DC00725B1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0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6659-2191-4853-B3BA-BDB47B3A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297D1-95E2-4E43-B1EE-3712A539D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099DA-AC2E-4757-9FDC-69BAC4FDD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C44B8-F3B6-4C7D-A46C-E7132F920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3D53-2E04-498E-A7CC-C78D5A0DB25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E9A5E-2A4E-4ABD-88DB-480DDC27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3E1F8-AA1A-40E8-B8BE-A086859F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5814A-8415-457A-925D-DC00725B1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3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B970-76B5-4717-AB12-5BC9CE4F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8AACA-9047-4305-A295-227D42C94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779800-222F-4488-A860-D444E2C0B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907609-0A2D-481A-9B1A-AA3D77E5F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3E1C19-9771-4436-850F-B37F7BF4D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7FF1A5-16AF-4049-A5D5-7AD1CB04C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3D53-2E04-498E-A7CC-C78D5A0DB25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F74CD5-DF05-4E66-B69D-0A3F1D5E2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E42CD5-E29B-45E6-B4EF-F362EA69D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5814A-8415-457A-925D-DC00725B1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9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EC88E-95A0-4124-8871-E0EED2A1B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C72A5-4757-4398-820D-594E6C2E1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3D53-2E04-498E-A7CC-C78D5A0DB25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2239B-3644-4F08-AF20-6468ADFC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9E7E13-4F74-41CD-92D3-0ADCEFC39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5814A-8415-457A-925D-DC00725B1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9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B1634B-FD86-4773-9EE3-5D18D01B0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3D53-2E04-498E-A7CC-C78D5A0DB25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D07451-44C2-4E2F-8CCB-0FDED855D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A909B-213D-4A77-B279-212E04BD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5814A-8415-457A-925D-DC00725B1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27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5D298-6C8F-4AE1-B067-0BB695D9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A188-93D8-4BCF-A790-B4EBA6CE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EE5CA-AB8B-48F8-B173-BA9E8B342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9FE0A-744E-4955-A341-54D28947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3D53-2E04-498E-A7CC-C78D5A0DB25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4AB0D-0DEF-4699-A258-C7EA4D05E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38FED-CDC4-4BD6-B2B2-4FAEF902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5814A-8415-457A-925D-DC00725B1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5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45CE7-4F96-4B05-800D-735E1E398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BEC95B-FF00-4E54-9710-A75ABB5EB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65F38-434E-479F-AF80-77C1856A4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8E63B-A6E0-4547-8BC4-D8DFCA389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3D53-2E04-498E-A7CC-C78D5A0DB25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5C97E-57C6-46B4-AAB4-19BBBD7C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2A175-23A5-4671-B6DE-8BBC0EAB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5814A-8415-457A-925D-DC00725B1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6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BEE00-B441-411B-A420-A75DC17F3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6C74F-9CF9-4354-A5D9-5DA109E79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A8EA4-0F2B-47C6-834C-B0C2FBFD2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3D53-2E04-498E-A7CC-C78D5A0DB25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AD76D-FE30-42C5-A690-F2DF9268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6C3B6-5A7A-4443-B5BC-BDFCB8E1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5814A-8415-457A-925D-DC00725B1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70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84744-E03D-4F6A-AB6B-5ECD43073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FEB5B6-C9CF-457B-8FAE-3E35DE8B9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DA408-D13C-439F-8DEE-31951DFC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3D53-2E04-498E-A7CC-C78D5A0DB25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E89F9-4775-4093-93D1-17F85F6EE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18338-35C7-4C8F-A0CE-DB8BECB16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5814A-8415-457A-925D-DC00725B1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6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826B4-985B-400C-8868-613A61CF2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81F1D-C15D-4A92-9009-108909BD9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E50A7-DE5D-444A-A53B-2E9D0921A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C3D53-2E04-498E-A7CC-C78D5A0DB25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13E37-73E1-4692-88D0-6E87D34CE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25196-8137-4EA3-B327-CAC14EDD7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5814A-8415-457A-925D-DC00725B1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6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#258 Shepherd of Tender Youth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US" sz="2800" dirty="0"/>
              <a:t> Shepherd of tender youth,</a:t>
            </a:r>
            <a:br>
              <a:rPr lang="en-US" sz="2800" dirty="0"/>
            </a:br>
            <a:r>
              <a:rPr lang="en-US" sz="2800" dirty="0"/>
              <a:t>guiding in love and truth</a:t>
            </a:r>
            <a:br>
              <a:rPr lang="en-US" sz="2800" dirty="0"/>
            </a:br>
            <a:r>
              <a:rPr lang="en-US" sz="2800" dirty="0"/>
              <a:t>through winding ways:</a:t>
            </a:r>
            <a:br>
              <a:rPr lang="en-US" sz="2800" dirty="0"/>
            </a:br>
            <a:r>
              <a:rPr lang="en-US" sz="2800" dirty="0"/>
              <a:t>Christ, our triumphant King,</a:t>
            </a:r>
            <a:br>
              <a:rPr lang="en-US" sz="2800" dirty="0"/>
            </a:br>
            <a:r>
              <a:rPr lang="en-US" sz="2800" dirty="0"/>
              <a:t>we come your name to sing;</a:t>
            </a:r>
            <a:br>
              <a:rPr lang="en-US" sz="2800" dirty="0"/>
            </a:br>
            <a:r>
              <a:rPr lang="en-US" sz="2800" dirty="0"/>
              <a:t>here we our children bring</a:t>
            </a:r>
            <a:br>
              <a:rPr lang="en-US" sz="2800" dirty="0"/>
            </a:br>
            <a:r>
              <a:rPr lang="en-US" sz="2800" dirty="0"/>
              <a:t>to shout your praise.</a:t>
            </a:r>
            <a:endParaRPr lang="en-C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ECC7-3029-419F-8E35-BFC9958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9949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CA" sz="2800" dirty="0"/>
              <a:t>. </a:t>
            </a:r>
            <a:r>
              <a:rPr lang="en-US" sz="2800" dirty="0"/>
              <a:t>You are our holy Lord,</a:t>
            </a:r>
            <a:br>
              <a:rPr lang="en-US" sz="2800" dirty="0"/>
            </a:br>
            <a:r>
              <a:rPr lang="en-US" sz="2800" dirty="0"/>
              <a:t>the all-subduing Word,</a:t>
            </a:r>
            <a:br>
              <a:rPr lang="en-US" sz="2800" dirty="0"/>
            </a:br>
            <a:r>
              <a:rPr lang="en-US" sz="2800" dirty="0"/>
              <a:t>healer of strife:</a:t>
            </a:r>
            <a:br>
              <a:rPr lang="en-US" sz="2800" dirty="0"/>
            </a:br>
            <a:r>
              <a:rPr lang="en-US" sz="2800" dirty="0"/>
              <a:t>you did yourself abase,</a:t>
            </a:r>
            <a:br>
              <a:rPr lang="en-US" sz="2800" dirty="0"/>
            </a:br>
            <a:r>
              <a:rPr lang="en-US" sz="2800" dirty="0"/>
              <a:t>that from sin's deep disgrace</a:t>
            </a:r>
            <a:br>
              <a:rPr lang="en-US" sz="2800" dirty="0"/>
            </a:br>
            <a:r>
              <a:rPr lang="en-US" sz="2800" dirty="0"/>
              <a:t>your might now save our race,</a:t>
            </a:r>
            <a:br>
              <a:rPr lang="en-US" sz="2800" dirty="0"/>
            </a:br>
            <a:r>
              <a:rPr lang="en-US" sz="2800" dirty="0"/>
              <a:t>and give us life.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970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</a:t>
            </a:r>
            <a:r>
              <a:rPr lang="en-US" sz="2800" dirty="0"/>
              <a:t>You are the great High Priest,</a:t>
            </a:r>
            <a:br>
              <a:rPr lang="en-US" sz="2800" dirty="0"/>
            </a:br>
            <a:r>
              <a:rPr lang="en-US" sz="2800" dirty="0"/>
              <a:t>you have prepared the feast</a:t>
            </a:r>
            <a:br>
              <a:rPr lang="en-US" sz="2800" dirty="0"/>
            </a:br>
            <a:r>
              <a:rPr lang="en-US" sz="2800" dirty="0"/>
              <a:t>of </a:t>
            </a:r>
            <a:r>
              <a:rPr lang="en-US" sz="2800" dirty="0" err="1"/>
              <a:t>heav'nly</a:t>
            </a:r>
            <a:r>
              <a:rPr lang="en-US" sz="2800" dirty="0"/>
              <a:t> love:</a:t>
            </a:r>
            <a:br>
              <a:rPr lang="en-US" sz="2800" dirty="0"/>
            </a:br>
            <a:r>
              <a:rPr lang="en-US" sz="2800" dirty="0"/>
              <a:t>while in our mortal pain,</a:t>
            </a:r>
            <a:br>
              <a:rPr lang="en-US" sz="2800" dirty="0"/>
            </a:br>
            <a:r>
              <a:rPr lang="en-US" sz="2800" dirty="0"/>
              <a:t>none calls on you in vain;</a:t>
            </a:r>
            <a:br>
              <a:rPr lang="en-US" sz="2800" dirty="0"/>
            </a:br>
            <a:r>
              <a:rPr lang="en-US" sz="2800" dirty="0"/>
              <a:t>help you do not disdain,</a:t>
            </a:r>
            <a:br>
              <a:rPr lang="en-US" sz="2800" dirty="0"/>
            </a:br>
            <a:r>
              <a:rPr lang="en-US" sz="2800" dirty="0"/>
              <a:t>help from above.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6096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</a:t>
            </a:r>
            <a:r>
              <a:rPr lang="en-US" sz="2800" dirty="0"/>
              <a:t>Forever be our Guide,</a:t>
            </a:r>
            <a:br>
              <a:rPr lang="en-US" sz="2800" dirty="0"/>
            </a:br>
            <a:r>
              <a:rPr lang="en-US" sz="2800" dirty="0"/>
              <a:t>our Shepherd and our pride,</a:t>
            </a:r>
            <a:br>
              <a:rPr lang="en-US" sz="2800" dirty="0"/>
            </a:br>
            <a:r>
              <a:rPr lang="en-US" sz="2800" dirty="0"/>
              <a:t>our staff and song:</a:t>
            </a:r>
            <a:br>
              <a:rPr lang="en-US" sz="2800" dirty="0"/>
            </a:br>
            <a:r>
              <a:rPr lang="en-US" sz="2800" dirty="0"/>
              <a:t>Jesus, O Christ of God,</a:t>
            </a:r>
            <a:br>
              <a:rPr lang="en-US" sz="2800" dirty="0"/>
            </a:br>
            <a:r>
              <a:rPr lang="en-US" sz="2800" dirty="0"/>
              <a:t>by your enduring Word,</a:t>
            </a:r>
            <a:br>
              <a:rPr lang="en-US" sz="2800" dirty="0"/>
            </a:br>
            <a:r>
              <a:rPr lang="en-US" sz="2800" dirty="0"/>
              <a:t>lead us where you have trod;</a:t>
            </a:r>
            <a:br>
              <a:rPr lang="en-US" sz="2800" dirty="0"/>
            </a:br>
            <a:r>
              <a:rPr lang="en-US" sz="2800" dirty="0"/>
              <a:t>make our faith strong.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40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</a:t>
            </a:r>
            <a:r>
              <a:rPr lang="en-US" sz="2800" dirty="0"/>
              <a:t>So now and till we die,</a:t>
            </a:r>
            <a:br>
              <a:rPr lang="en-US" sz="2800" dirty="0"/>
            </a:br>
            <a:r>
              <a:rPr lang="en-US" sz="2800" dirty="0"/>
              <a:t>sound we your praises high,</a:t>
            </a:r>
            <a:br>
              <a:rPr lang="en-US" sz="2800" dirty="0"/>
            </a:br>
            <a:r>
              <a:rPr lang="en-US" sz="2800" dirty="0"/>
              <a:t>and joyful sing:</a:t>
            </a:r>
            <a:br>
              <a:rPr lang="en-US" sz="2800" dirty="0"/>
            </a:br>
            <a:r>
              <a:rPr lang="en-US" sz="2800" dirty="0"/>
              <a:t>infants and the glad throng</a:t>
            </a:r>
            <a:br>
              <a:rPr lang="en-US" sz="2800" dirty="0"/>
            </a:br>
            <a:r>
              <a:rPr lang="en-US" sz="2800" dirty="0"/>
              <a:t>who to your church belong</a:t>
            </a:r>
            <a:br>
              <a:rPr lang="en-US" sz="2800" dirty="0"/>
            </a:br>
            <a:r>
              <a:rPr lang="en-US" sz="2800" dirty="0"/>
              <a:t>unite to swell the song</a:t>
            </a:r>
            <a:br>
              <a:rPr lang="en-US" sz="2800" dirty="0"/>
            </a:br>
            <a:r>
              <a:rPr lang="en-US" sz="2800" dirty="0"/>
              <a:t>to Christ our King.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1294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#258 Shepherd of Tender Youth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#258 Shepherd of Tender Youth</dc:title>
  <dc:creator>Eric Hoogendoorn</dc:creator>
  <cp:lastModifiedBy>Eric Hoogendoorn</cp:lastModifiedBy>
  <cp:revision>1</cp:revision>
  <dcterms:created xsi:type="dcterms:W3CDTF">2020-06-26T23:37:49Z</dcterms:created>
  <dcterms:modified xsi:type="dcterms:W3CDTF">2020-06-26T23:38:11Z</dcterms:modified>
</cp:coreProperties>
</file>