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s/slide1.xml" ContentType="application/vnd.openxmlformats-officedocument.presentationml.slide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</p:sldIdLst>
  <p:sldSz cx="12192000" cy="6858000"/>
  <p:notesSz cx="7772400" cy="10058400"/>
</p:presentation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CA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CA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 type="body"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 type="body"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 type="body"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 type="body"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 type="body"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CA" sz="3200" spc="-1" strike="noStrike">
              <a:latin typeface="Arial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CA" sz="3200" spc="-1" strike="noStrike">
              <a:latin typeface="Arial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2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3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4" name="PlaceHolder 5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 type="body"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 type="body"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9" name="PlaceHolder 5"/>
          <p:cNvSpPr>
            <a:spLocks noGrp="1"/>
          </p:cNvSpPr>
          <p:nvPr>
            <p:ph type="body"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0" name="PlaceHolder 6"/>
          <p:cNvSpPr>
            <a:spLocks noGrp="1"/>
          </p:cNvSpPr>
          <p:nvPr>
            <p:ph type="body"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1" name="PlaceHolder 7"/>
          <p:cNvSpPr>
            <a:spLocks noGrp="1"/>
          </p:cNvSpPr>
          <p:nvPr>
            <p:ph type="body"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anchor="ctr">
            <a:noAutofit/>
          </a:bodyPr>
          <a:p>
            <a:pPr>
              <a:lnSpc>
                <a:spcPct val="90000"/>
              </a:lnSpc>
            </a:pPr>
            <a:r>
              <a:rPr b="0" lang="en-US" sz="4400" spc="-1" strike="noStrike">
                <a:solidFill>
                  <a:srgbClr val="000000"/>
                </a:solidFill>
                <a:latin typeface="Calibri Light"/>
              </a:rPr>
              <a:t>Click to edit Master title style</a:t>
            </a:r>
            <a:endParaRPr b="0" lang="en-US" sz="4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</p:spPr>
        <p:txBody>
          <a:bodyPr>
            <a:noAutofit/>
          </a:bodyPr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Click to edit Master text styles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lvl="1" marL="685800" indent="-22824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  <a:p>
            <a:pPr lvl="2" marL="1143000" indent="-22824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3" marL="1600200" indent="-22824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  <a:p>
            <a:pPr lvl="4" marL="2057400" indent="-22824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</p:spPr>
        <p:txBody>
          <a:bodyPr anchor="ctr">
            <a:noAutofit/>
          </a:bodyPr>
          <a:p>
            <a:pPr>
              <a:lnSpc>
                <a:spcPct val="100000"/>
              </a:lnSpc>
            </a:pPr>
            <a:fld id="{D8E159B7-4B79-4CB8-9E06-3311DBCBE01E}" type="datetime">
              <a:rPr b="0" lang="en-US" sz="1200" spc="-1" strike="noStrike">
                <a:solidFill>
                  <a:srgbClr val="8b8b8b"/>
                </a:solidFill>
                <a:latin typeface="Calibri"/>
              </a:rPr>
              <a:t>6/17/23</a:t>
            </a:fld>
            <a:endParaRPr b="0" lang="en-CA" sz="12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</p:spPr>
        <p:txBody>
          <a:bodyPr anchor="ctr">
            <a:noAutofit/>
          </a:bodyPr>
          <a:p>
            <a:endParaRPr b="0" lang="en-CA" sz="2400" spc="-1" strike="noStrike"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</p:spPr>
        <p:txBody>
          <a:bodyPr anchor="ctr">
            <a:noAutofit/>
          </a:bodyPr>
          <a:p>
            <a:pPr algn="r">
              <a:lnSpc>
                <a:spcPct val="100000"/>
              </a:lnSpc>
            </a:pPr>
            <a:fld id="{674CF996-D8D7-4B1C-9C9C-705E7BDDB487}" type="slidenum">
              <a:rPr b="0" lang="en-US" sz="1200" spc="-1" strike="noStrike">
                <a:solidFill>
                  <a:srgbClr val="8b8b8b"/>
                </a:solidFill>
                <a:latin typeface="Calibri"/>
              </a:rPr>
              <a:t>&lt;number&gt;</a:t>
            </a:fld>
            <a:endParaRPr b="0" lang="en-CA" sz="12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dt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</p:spPr>
        <p:txBody>
          <a:bodyPr anchor="ctr">
            <a:noAutofit/>
          </a:bodyPr>
          <a:p>
            <a:pPr>
              <a:lnSpc>
                <a:spcPct val="100000"/>
              </a:lnSpc>
            </a:pPr>
            <a:fld id="{45DF385B-7596-40B2-8F36-FF94295B529D}" type="datetime">
              <a:rPr b="0" lang="en-US" sz="1200" spc="-1" strike="noStrike">
                <a:solidFill>
                  <a:srgbClr val="8b8b8b"/>
                </a:solidFill>
                <a:latin typeface="Calibri"/>
              </a:rPr>
              <a:t>6/17/23</a:t>
            </a:fld>
            <a:endParaRPr b="0" lang="en-CA" sz="1200" spc="-1" strike="noStrike">
              <a:latin typeface="Times New Roman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ftr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</p:spPr>
        <p:txBody>
          <a:bodyPr anchor="ctr">
            <a:noAutofit/>
          </a:bodyPr>
          <a:p>
            <a:endParaRPr b="0" lang="en-CA" sz="2400" spc="-1" strike="noStrike">
              <a:latin typeface="Times New Roman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sldNum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</p:spPr>
        <p:txBody>
          <a:bodyPr anchor="ctr">
            <a:noAutofit/>
          </a:bodyPr>
          <a:p>
            <a:pPr algn="r">
              <a:lnSpc>
                <a:spcPct val="100000"/>
              </a:lnSpc>
            </a:pPr>
            <a:fld id="{9F507B23-FB52-434D-8A57-75B48D693A5B}" type="slidenum">
              <a:rPr b="0" lang="en-US" sz="1200" spc="-1" strike="noStrike">
                <a:solidFill>
                  <a:srgbClr val="8b8b8b"/>
                </a:solidFill>
                <a:latin typeface="Calibri"/>
              </a:rPr>
              <a:t>&lt;number&gt;</a:t>
            </a:fld>
            <a:endParaRPr b="0" lang="en-CA" sz="1200" spc="-1" strike="noStrike"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5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Click to edit the outline text format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Second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CustomShape 1"/>
          <p:cNvSpPr/>
          <p:nvPr/>
        </p:nvSpPr>
        <p:spPr>
          <a:xfrm>
            <a:off x="0" y="1950480"/>
            <a:ext cx="12191760" cy="264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ctr">
              <a:lnSpc>
                <a:spcPct val="100000"/>
              </a:lnSpc>
            </a:pPr>
            <a:r>
              <a:rPr b="0" lang="en-US" sz="2800" spc="-1" strike="noStrike">
                <a:solidFill>
                  <a:srgbClr val="222222"/>
                </a:solidFill>
                <a:latin typeface="Calibri"/>
              </a:rPr>
              <a:t>1. Praise the LORD, for he is good,</a:t>
            </a:r>
            <a:br/>
            <a:r>
              <a:rPr b="0" lang="en-US" sz="2800" spc="-1" strike="noStrike">
                <a:solidFill>
                  <a:srgbClr val="222222"/>
                </a:solidFill>
                <a:latin typeface="Calibri"/>
              </a:rPr>
              <a:t>for his mercies ever sure</a:t>
            </a:r>
            <a:br/>
            <a:r>
              <a:rPr b="0" lang="en-US" sz="2800" spc="-1" strike="noStrike">
                <a:solidFill>
                  <a:srgbClr val="222222"/>
                </a:solidFill>
                <a:latin typeface="Calibri"/>
              </a:rPr>
              <a:t>from eternity have stood,</a:t>
            </a:r>
            <a:br/>
            <a:r>
              <a:rPr b="0" lang="en-US" sz="2800" spc="-1" strike="noStrike">
                <a:solidFill>
                  <a:srgbClr val="222222"/>
                </a:solidFill>
                <a:latin typeface="Calibri"/>
              </a:rPr>
              <a:t>to eternity endure;</a:t>
            </a:r>
            <a:br/>
            <a:r>
              <a:rPr b="0" lang="en-US" sz="2800" spc="-1" strike="noStrike">
                <a:solidFill>
                  <a:srgbClr val="222222"/>
                </a:solidFill>
                <a:latin typeface="Calibri"/>
              </a:rPr>
              <a:t>let his ransomed people raise</a:t>
            </a:r>
            <a:br/>
            <a:r>
              <a:rPr b="0" lang="en-US" sz="2800" spc="-1" strike="noStrike">
                <a:solidFill>
                  <a:srgbClr val="222222"/>
                </a:solidFill>
                <a:latin typeface="Calibri"/>
              </a:rPr>
              <a:t>songs to their Redeemer's praise.</a:t>
            </a:r>
            <a:endParaRPr b="0" lang="en-CA" sz="2800" spc="-1" strike="noStrike">
              <a:latin typeface="Arial"/>
            </a:endParaRPr>
          </a:p>
        </p:txBody>
      </p:sp>
      <p:sp>
        <p:nvSpPr>
          <p:cNvPr id="83" name="TextShape 2"/>
          <p:cNvSpPr txBox="1"/>
          <p:nvPr/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200" spc="-1" strike="noStrike">
                <a:solidFill>
                  <a:srgbClr val="8b8b8b"/>
                </a:solidFill>
                <a:latin typeface="Calibri"/>
              </a:rPr>
              <a:t>Copyright Trinity Psalter Hymnal, 2018, used by permission</a:t>
            </a:r>
            <a:endParaRPr b="0" lang="en-CA" sz="1200" spc="-1" strike="noStrike">
              <a:latin typeface="Times New Roman"/>
            </a:endParaRPr>
          </a:p>
        </p:txBody>
      </p:sp>
      <p:sp>
        <p:nvSpPr>
          <p:cNvPr id="84" name="CustomShape 3"/>
          <p:cNvSpPr/>
          <p:nvPr/>
        </p:nvSpPr>
        <p:spPr>
          <a:xfrm>
            <a:off x="0" y="160560"/>
            <a:ext cx="12191760" cy="80568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90000"/>
              </a:lnSpc>
            </a:pPr>
            <a:r>
              <a:rPr b="0" i="1" lang="en-CA" sz="4400" spc="-1" strike="noStrike">
                <a:solidFill>
                  <a:srgbClr val="000000"/>
                </a:solidFill>
                <a:latin typeface="Calibri Light"/>
              </a:rPr>
              <a:t>#107B Praise the LORD, for He Is Good</a:t>
            </a:r>
            <a:endParaRPr b="0" lang="en-CA" sz="4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extShape 1"/>
          <p:cNvSpPr txBox="1"/>
          <p:nvPr/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p>
            <a:pPr algn="ctr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2. From captivity released,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algn="ctr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From the south and from the north,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algn="ctr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From the west and from the east,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algn="ctr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In his love he brought them forth,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algn="ctr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Ransomed out of every land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algn="ctr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From the adversary’s hand. 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CustomShape 1"/>
          <p:cNvSpPr/>
          <p:nvPr/>
        </p:nvSpPr>
        <p:spPr>
          <a:xfrm>
            <a:off x="0" y="1811520"/>
            <a:ext cx="12191760" cy="264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ctr">
              <a:lnSpc>
                <a:spcPct val="100000"/>
              </a:lnSpc>
            </a:pPr>
            <a:r>
              <a:rPr b="0" lang="en-US" sz="2800" spc="-1" strike="noStrike">
                <a:solidFill>
                  <a:srgbClr val="222222"/>
                </a:solidFill>
                <a:latin typeface="Calibri"/>
              </a:rPr>
              <a:t>3. Wand'ring in the wilderness,</a:t>
            </a:r>
            <a:br/>
            <a:r>
              <a:rPr b="0" lang="en-US" sz="2800" spc="-1" strike="noStrike">
                <a:solidFill>
                  <a:srgbClr val="222222"/>
                </a:solidFill>
                <a:latin typeface="Calibri"/>
              </a:rPr>
              <a:t>far they roamed the desert way,</a:t>
            </a:r>
            <a:br/>
            <a:r>
              <a:rPr b="0" lang="en-US" sz="2800" spc="-1" strike="noStrike">
                <a:solidFill>
                  <a:srgbClr val="222222"/>
                </a:solidFill>
                <a:latin typeface="Calibri"/>
              </a:rPr>
              <a:t>found no settled dwelling place</a:t>
            </a:r>
            <a:br/>
            <a:r>
              <a:rPr b="0" lang="en-US" sz="2800" spc="-1" strike="noStrike">
                <a:solidFill>
                  <a:srgbClr val="222222"/>
                </a:solidFill>
                <a:latin typeface="Calibri"/>
              </a:rPr>
              <a:t>where in peace secure to stay,</a:t>
            </a:r>
            <a:br/>
            <a:r>
              <a:rPr b="0" lang="en-US" sz="2800" spc="-1" strike="noStrike">
                <a:solidFill>
                  <a:srgbClr val="222222"/>
                </a:solidFill>
                <a:latin typeface="Calibri"/>
              </a:rPr>
              <a:t>till with thirst and hunger pressed,</a:t>
            </a:r>
            <a:br/>
            <a:r>
              <a:rPr b="0" lang="en-US" sz="2800" spc="-1" strike="noStrike">
                <a:solidFill>
                  <a:srgbClr val="222222"/>
                </a:solidFill>
                <a:latin typeface="Calibri"/>
              </a:rPr>
              <a:t>courage sank within their breast.</a:t>
            </a:r>
            <a:endParaRPr b="0" lang="en-CA" sz="2800" spc="-1" strike="noStrike">
              <a:latin typeface="Arial"/>
            </a:endParaRPr>
          </a:p>
        </p:txBody>
      </p:sp>
      <p:sp>
        <p:nvSpPr>
          <p:cNvPr id="87" name="TextShape 2"/>
          <p:cNvSpPr txBox="1"/>
          <p:nvPr/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200" spc="-1" strike="noStrike">
                <a:solidFill>
                  <a:srgbClr val="8b8b8b"/>
                </a:solidFill>
                <a:latin typeface="Calibri"/>
              </a:rPr>
              <a:t>Copyright Trinity Psalter Hymnal, 2018, used by permission</a:t>
            </a:r>
            <a:endParaRPr b="0" lang="en-CA" sz="1200" spc="-1" strike="noStrike">
              <a:latin typeface="Times New Roman"/>
            </a:endParaRPr>
          </a:p>
          <a:p>
            <a:pPr algn="ctr">
              <a:lnSpc>
                <a:spcPct val="100000"/>
              </a:lnSpc>
            </a:pPr>
            <a:endParaRPr b="0" lang="en-CA" sz="12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CustomShape 1"/>
          <p:cNvSpPr/>
          <p:nvPr/>
        </p:nvSpPr>
        <p:spPr>
          <a:xfrm>
            <a:off x="0" y="1811520"/>
            <a:ext cx="12191760" cy="264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ctr">
              <a:lnSpc>
                <a:spcPct val="100000"/>
              </a:lnSpc>
            </a:pPr>
            <a:r>
              <a:rPr b="0" lang="en-US" sz="2800" spc="-1" strike="noStrike">
                <a:solidFill>
                  <a:srgbClr val="222222"/>
                </a:solidFill>
                <a:latin typeface="Calibri"/>
              </a:rPr>
              <a:t>4. Then to God the Lord they cried </a:t>
            </a:r>
            <a:endParaRPr b="0" lang="en-CA" sz="28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2800" spc="-1" strike="noStrike">
                <a:solidFill>
                  <a:srgbClr val="222222"/>
                </a:solidFill>
                <a:latin typeface="Calibri"/>
              </a:rPr>
              <a:t>in their trouble,and he saved; </a:t>
            </a:r>
            <a:endParaRPr b="0" lang="en-CA" sz="28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2800" spc="-1" strike="noStrike">
                <a:solidFill>
                  <a:srgbClr val="222222"/>
                </a:solidFill>
                <a:latin typeface="Calibri"/>
              </a:rPr>
              <a:t>he himself became their guide,</a:t>
            </a:r>
            <a:endParaRPr b="0" lang="en-CA" sz="28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2800" spc="-1" strike="noStrike">
                <a:solidFill>
                  <a:srgbClr val="222222"/>
                </a:solidFill>
                <a:latin typeface="Calibri"/>
              </a:rPr>
              <a:t>led them to the rest they craved</a:t>
            </a:r>
            <a:endParaRPr b="0" lang="en-CA" sz="28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2800" spc="-1" strike="noStrike">
                <a:solidFill>
                  <a:srgbClr val="222222"/>
                </a:solidFill>
                <a:latin typeface="Calibri"/>
              </a:rPr>
              <a:t>by a pathway straight and sure,</a:t>
            </a:r>
            <a:endParaRPr b="0" lang="en-CA" sz="28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2800" spc="-1" strike="noStrike">
                <a:solidFill>
                  <a:srgbClr val="222222"/>
                </a:solidFill>
                <a:latin typeface="Calibri"/>
              </a:rPr>
              <a:t>to a city strong, secure.</a:t>
            </a:r>
            <a:endParaRPr b="0" lang="en-CA" sz="2800" spc="-1" strike="noStrike">
              <a:latin typeface="Arial"/>
            </a:endParaRPr>
          </a:p>
        </p:txBody>
      </p:sp>
      <p:sp>
        <p:nvSpPr>
          <p:cNvPr id="89" name="TextShape 2"/>
          <p:cNvSpPr txBox="1"/>
          <p:nvPr/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200" spc="-1" strike="noStrike">
                <a:solidFill>
                  <a:srgbClr val="8b8b8b"/>
                </a:solidFill>
                <a:latin typeface="Calibri"/>
              </a:rPr>
              <a:t>Copyright Trinity Psalter Hymnal, 2018, used by permission</a:t>
            </a:r>
            <a:endParaRPr b="0" lang="en-CA" sz="1200" spc="-1" strike="noStrike">
              <a:latin typeface="Times New Roman"/>
            </a:endParaRPr>
          </a:p>
          <a:p>
            <a:pPr algn="ctr">
              <a:lnSpc>
                <a:spcPct val="100000"/>
              </a:lnSpc>
            </a:pPr>
            <a:endParaRPr b="0" lang="en-CA" sz="12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TextShape 1"/>
          <p:cNvSpPr txBox="1"/>
          <p:nvPr/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200" spc="-1" strike="noStrike">
                <a:solidFill>
                  <a:srgbClr val="8b8b8b"/>
                </a:solidFill>
                <a:latin typeface="Calibri"/>
              </a:rPr>
              <a:t>Copyright Trinity Psalter Hymnal, 2018, used by permission</a:t>
            </a:r>
            <a:endParaRPr b="0" lang="en-CA" sz="1200" spc="-1" strike="noStrike">
              <a:latin typeface="Times New Roman"/>
            </a:endParaRPr>
          </a:p>
        </p:txBody>
      </p:sp>
      <p:sp>
        <p:nvSpPr>
          <p:cNvPr id="91" name="CustomShape 2"/>
          <p:cNvSpPr/>
          <p:nvPr/>
        </p:nvSpPr>
        <p:spPr>
          <a:xfrm>
            <a:off x="2433600" y="1724040"/>
            <a:ext cx="7324200" cy="264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ctr">
              <a:lnSpc>
                <a:spcPct val="100000"/>
              </a:lnSpc>
            </a:pPr>
            <a:r>
              <a:rPr b="0" lang="en-US" sz="2800" spc="-1" strike="noStrike">
                <a:solidFill>
                  <a:srgbClr val="222222"/>
                </a:solidFill>
                <a:latin typeface="Calibri"/>
              </a:rPr>
              <a:t>5. Sons of men, awake to praise</a:t>
            </a:r>
            <a:br/>
            <a:r>
              <a:rPr b="0" lang="en-US" sz="2800" spc="-1" strike="noStrike">
                <a:solidFill>
                  <a:srgbClr val="222222"/>
                </a:solidFill>
                <a:latin typeface="Calibri"/>
              </a:rPr>
              <a:t>God the LORD who reigns above,</a:t>
            </a:r>
            <a:br/>
            <a:r>
              <a:rPr b="0" lang="en-US" sz="2800" spc="-1" strike="noStrike">
                <a:solidFill>
                  <a:srgbClr val="222222"/>
                </a:solidFill>
                <a:latin typeface="Calibri"/>
              </a:rPr>
              <a:t>gracious in his works and ways,</a:t>
            </a:r>
            <a:br/>
            <a:r>
              <a:rPr b="0" lang="en-US" sz="2800" spc="-1" strike="noStrike">
                <a:solidFill>
                  <a:srgbClr val="222222"/>
                </a:solidFill>
                <a:latin typeface="Calibri"/>
              </a:rPr>
              <a:t>wondrous in redeeming love;</a:t>
            </a:r>
            <a:br/>
            <a:r>
              <a:rPr b="0" lang="en-US" sz="2800" spc="-1" strike="noStrike">
                <a:solidFill>
                  <a:srgbClr val="222222"/>
                </a:solidFill>
                <a:latin typeface="Calibri"/>
              </a:rPr>
              <a:t>longing souls he satisfies,</a:t>
            </a:r>
            <a:br/>
            <a:r>
              <a:rPr b="0" lang="en-US" sz="2800" spc="-1" strike="noStrike">
                <a:solidFill>
                  <a:srgbClr val="222222"/>
                </a:solidFill>
                <a:latin typeface="Calibri"/>
              </a:rPr>
              <a:t>hungry hearts with good supplies.</a:t>
            </a:r>
            <a:endParaRPr b="0" lang="en-CA" sz="2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</TotalTime>
  <Application>LibreOffice/7.0.4.2$Linux_X86_64 LibreOffice_project/00$Build-2</Application>
  <AppVersion>15.0000</AppVersion>
  <Words>209</Words>
  <Paragraphs>13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2020-12-20T00:03:02Z</dcterms:created>
  <dc:creator>Eric Hoogendoorn</dc:creator>
  <dc:description/>
  <dc:language>en-CA</dc:language>
  <cp:lastModifiedBy/>
  <dcterms:modified xsi:type="dcterms:W3CDTF">2023-06-17T20:39:02Z</dcterms:modified>
  <cp:revision>3</cp:revision>
  <dc:subject/>
  <dc:title>PowerPoint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Widescreen</vt:lpwstr>
  </property>
  <property fmtid="{D5CDD505-2E9C-101B-9397-08002B2CF9AE}" pid="3" name="Slides">
    <vt:i4>4</vt:i4>
  </property>
</Properties>
</file>