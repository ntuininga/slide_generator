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5243B-2C4D-4C4F-ABDA-9B22A9D3B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366E8-A7A4-42E3-A88C-840E58A7B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5162D-0CF7-47C0-8D1A-E5C9D641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FAA6D-8BB1-4138-B777-E6421EB7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5C128-058E-4D16-9792-F69340D6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792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005B-BBC7-4C16-B7D7-49CB0C6A2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2D482-A91F-4B61-83DD-71A46D2E2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53141-6A53-47BB-A956-4366ABF0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CCA6B-20CA-47E4-888A-39C19591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F9465-7D34-42E6-817B-F6E3FBC6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728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91D6-4629-47FE-94BA-C79D2E4F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3C598-E2B2-4001-B0E3-8476A9640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A6CDE-DD03-4EB0-8D15-3136E999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679AB-8079-4D6D-8EB4-BB2E4F2E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28D10-2B0F-4D8D-9322-656F5EEA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809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15A8-E6CF-44BE-87BD-62FC5CE4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B9796-DB65-4052-8FF6-DD97B45E8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25E6A-4901-462A-A5CF-59F184B9D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9141D-7E22-41F7-A4BF-A7FB4DA05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8B4A6-2A89-4846-9588-A9EB0F2A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F4A34-6AEE-424C-A519-90DABB05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354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D2462-B033-43AE-8FB8-3695D190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DE0EC-6F47-4248-8D7B-E02C7C042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4910E-CCE0-40B5-84E2-4DC623570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9EA24-9B36-4E1A-846B-B8CBF981A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9E673-6A4F-4E2D-8769-8F85067BD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DA0C8B-C5B8-4AE7-9236-5ABAF556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20D7F-0171-4544-9842-1F80D3C6E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C460E-A41A-4D9C-B36A-AACAD473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22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FB33D-666F-4734-A8AC-0BDD1873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6C1B2-571C-44B6-8978-B51A9EFA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9FD6C-B238-448A-BB11-4043D62E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33606-E4DF-4BE1-9281-482C4FAA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99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3197A-47AA-438D-BDC8-13EDA70C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51E83A-DDD8-4967-870A-B2584423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ECC6E-1EBE-4C9D-9031-C7618554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9542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36CA-AAA1-445C-82FA-F89AA542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D1D37-A39B-48E9-B6AF-09CE430F8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74B9E-F9BE-4205-BE9F-FD8876561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C9252-0895-4637-B6DD-6EDC3FCE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65F6A-CC40-4C96-9679-BAC88282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AC723-8451-4469-B781-7D940C27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3488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DAF9-168A-43CF-A197-80F4394E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92027-AEED-4D62-B130-9126F8B6D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90543-E601-4292-B916-911867457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8E842-5C20-436B-B8AF-817C3A31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E46F0-122E-4EA3-A79A-B722D90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AA2FE-8590-418B-9FE8-B8B8ECE9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065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952F-8E8D-4121-A984-B22754F3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40E7E-B5F5-4071-9BC9-D40B30CA1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6C19F-6AF3-468F-97EF-16A29A0F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804B7-BDE3-41D7-87BD-53E0487B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05A5-BDC0-4EC8-B4BB-673AF97A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27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48CC1-7082-486E-B3AC-FFE5A17E2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4D882-449C-4ACD-8474-F51D954D3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16578-D461-4B92-A17C-022675E7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93C3D-F6E3-49F3-BB8E-E2EA44ED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66228-5822-4A25-A74A-D73D8EF6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375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71A75A-36D0-4C70-AF93-AB35F5DDF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2AB1A-1254-43A2-8F57-7A7C3F69C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80AD9-5102-42E7-8C29-5F916859B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2A966-EB5F-4CB9-9207-5B9AC4D7F6C0}" type="datetimeFigureOut">
              <a:rPr lang="en-CA" smtClean="0"/>
              <a:t>2021-10-01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1671E-2991-47F1-90AB-353CE6F89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D4DD-FFA7-411F-B1D4-14B1396B9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EC8FD-9277-4FBA-A5E0-98D70000F4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778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1833D-ED35-4EAD-9564-3BE1D8EF9CBC}"/>
              </a:ext>
            </a:extLst>
          </p:cNvPr>
          <p:cNvSpPr txBox="1"/>
          <p:nvPr/>
        </p:nvSpPr>
        <p:spPr>
          <a:xfrm>
            <a:off x="604837" y="257175"/>
            <a:ext cx="109823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#22C Amid the Thronging Worshipers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E4975-7DC1-431C-A3AE-F25DD404B8F7}"/>
              </a:ext>
            </a:extLst>
          </p:cNvPr>
          <p:cNvSpPr txBox="1"/>
          <p:nvPr/>
        </p:nvSpPr>
        <p:spPr>
          <a:xfrm>
            <a:off x="2281236" y="1659285"/>
            <a:ext cx="76295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Amid the thronging worshipers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Jehovah will I bless;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my brethren gathered there,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name will I confess.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Come, praise him, ye that fear the Lord,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 children of his grace;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rev'rence sound his glories forth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bow before his face.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313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CC798-677D-46B2-95B0-3428FA1757A2}"/>
              </a:ext>
            </a:extLst>
          </p:cNvPr>
          <p:cNvSpPr txBox="1"/>
          <p:nvPr/>
        </p:nvSpPr>
        <p:spPr>
          <a:xfrm>
            <a:off x="1685925" y="1659285"/>
            <a:ext cx="8820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The burden of the sorrowful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will not despise;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has not turned from those who mourn,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hearkens to their cries.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goodness makes me join the throng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saints his praise proclaim;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there will I fulfill my vows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'mid those who fear his name.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95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BC415-5365-462C-953B-6C5677B10662}"/>
              </a:ext>
            </a:extLst>
          </p:cNvPr>
          <p:cNvSpPr txBox="1"/>
          <p:nvPr/>
        </p:nvSpPr>
        <p:spPr>
          <a:xfrm>
            <a:off x="2147887" y="1659285"/>
            <a:ext cx="7896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He feeds with good the humble soul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satisfies the meek,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they shall live and praise the Lord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for his mercy seek.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ends of all the earth take thought,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nations seek the Lord;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worship him, the King of kings,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earth and heav'n adored.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81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2021-10-01T22:05:44Z</dcterms:created>
  <dcterms:modified xsi:type="dcterms:W3CDTF">2021-10-01T22:07:15Z</dcterms:modified>
</cp:coreProperties>
</file>