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369" r:id="rId3"/>
    <p:sldId id="372" r:id="rId4"/>
    <p:sldId id="373" r:id="rId5"/>
    <p:sldId id="371" r:id="rId6"/>
    <p:sldId id="318" r:id="rId7"/>
    <p:sldId id="319" r:id="rId8"/>
    <p:sldId id="337" r:id="rId9"/>
    <p:sldId id="3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4FBF-A21B-43AB-8D5B-61461739C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0AED2-7A38-49F2-B900-43BD5258D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980D1-83A4-4F5D-83B2-CF53C97D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1EC1-7E16-408D-9AC7-C6C61F02D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F707D-8F7B-46D7-A6B1-530E5616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5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4E08-0950-4ADD-82CB-F70F8639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D176A-47EF-4564-B2CA-817645580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C230D-3A67-483F-8EE5-6EF812867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304D0-1859-4C9A-850F-91B3D982E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B7695-F25C-421B-A2A1-EB07A2EC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1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C33F-1B13-42AE-81C1-AA19384B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950B8-86A5-46B1-BD1A-65312A3EC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B2739-B1D8-4229-A31F-E9B197910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A09FA-309C-402C-9ED7-82980A05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9EF5C-60E3-4F82-B8CA-2D879B80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2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B1C61-02CE-4C92-B4AA-33D3B38A9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F624-AB52-4C75-BA43-5104D6AC8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81697-2BBD-4F91-B4C1-AA7DDC4DE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74D40-D131-4EEC-B1D8-C199C45A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1B617-0A14-46BF-BFE7-6332D11F7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DB4C8-41AF-4D69-B492-F61F99D5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2F76-0FF9-4154-B63A-0DE4DF3F7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128DF-BD82-42F7-9224-1578826F1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E9ED6-1EAA-4C08-BC65-2E384C769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32CCB9-873A-4C1F-AB27-34550D33C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B16C-9B1A-41FF-870F-1A9E30D3D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403596-EC0E-4D39-A87B-CA011D75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FC665-6EA8-4CFF-A663-22A3BC4A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6CFB6-9E3F-41B2-89B5-0BC311B0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04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1ED39-7698-48DC-879D-CF838163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3EF90-1BA0-4BEB-B747-356DE301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8068B8-F334-4AE1-B54A-B4EB9DF9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3EE9C-3FFA-4164-BEB3-7E8785E2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4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AC822-1B59-4133-842A-E8938AE6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55B15-9B9C-4048-9CCA-BA0B5465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75F19-BEC9-4AA0-BB20-CC7E8693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3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ED92-FA7C-4C3F-8CC0-38C29AB8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98A84-CEFB-4D6E-BAC3-82EF8FAAB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D7B83-1CA0-491D-BC14-CE6F0AEC5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6E41C-E882-4B29-9A32-50E5E52E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7E732-5457-4197-8738-63C3DBC2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7D690-37C6-492D-B0AE-C2FB3797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2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E536-CB9C-4FFB-AF32-80EC279D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FCFFE1-A771-4BA8-9E0C-471FA4665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22A53-2959-40D1-9A3A-DD3BC76E1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7A9B5-FFD9-4B5A-9816-A932C889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539F3-929E-449D-A9CE-3EC6F7E1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7FCE8-2CDF-4DB6-9CA5-B1B6186A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7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DACF-B46C-41ED-ABB3-28136B960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B4166-8F03-46A4-82C6-7DD6BE86B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5BE9B-EC22-4A40-98BA-EBA1846D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18740-B186-4951-9EE2-BD5E33DD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68229-F938-4366-9C1B-7A360D8E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9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F82A10-5A6E-4453-BD8B-125A6CF55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744B8-1F6F-4AE1-9C9F-27F3D32D0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417A4-3AFF-4E43-B868-2A49C6AD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1C784-E376-4772-8A04-C3E9AC159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A5FA5-7E60-4250-A062-A10A819E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2D536E-D42A-4472-A420-BDD8BC9C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77C3F-00DD-484C-B53E-D5FA4702D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25F31-E554-4C28-8F9C-8B031483CE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E78F9-C606-4F4E-B5E0-764E2878FAE1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BB0C3-20BE-4544-A217-F5B60BAEA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29A7F-8670-4DCE-A4F2-8FA423377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5E005-9BAF-4CA2-AB63-C62840275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5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#107A O Thank the Lord, for He is Good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O thank the Lord, for he is good;</a:t>
            </a:r>
          </a:p>
          <a:p>
            <a:pPr lvl="0" algn="ctr"/>
            <a:r>
              <a:rPr lang="en-US" sz="2800" dirty="0"/>
              <a:t>His mercy </a:t>
            </a:r>
            <a:r>
              <a:rPr lang="en-US" sz="2800" dirty="0" err="1"/>
              <a:t>e’er</a:t>
            </a:r>
            <a:r>
              <a:rPr lang="en-US" sz="2800" dirty="0"/>
              <a:t> endures.</a:t>
            </a:r>
          </a:p>
          <a:p>
            <a:pPr lvl="0" algn="ctr"/>
            <a:r>
              <a:rPr lang="en-US" sz="2800" dirty="0"/>
              <a:t>So let the Lord’s redeemed ones say,</a:t>
            </a:r>
          </a:p>
          <a:p>
            <a:pPr lvl="0" algn="ctr"/>
            <a:r>
              <a:rPr lang="en-US" sz="2800" dirty="0"/>
              <a:t>The ones he saved from fear.</a:t>
            </a:r>
          </a:p>
          <a:p>
            <a:pPr lvl="0" algn="ctr"/>
            <a:r>
              <a:rPr lang="en-US" sz="2800" dirty="0"/>
              <a:t>He saved them from their enemies</a:t>
            </a:r>
          </a:p>
          <a:p>
            <a:pPr lvl="0" algn="ctr"/>
            <a:r>
              <a:rPr lang="en-US" sz="2800" dirty="0"/>
              <a:t>And brought them from the lands,</a:t>
            </a:r>
          </a:p>
          <a:p>
            <a:pPr lvl="0" algn="ctr"/>
            <a:r>
              <a:rPr lang="en-US" sz="2800" dirty="0"/>
              <a:t>From east and west, from north and south,</a:t>
            </a:r>
          </a:p>
          <a:p>
            <a:pPr lvl="0" algn="ctr"/>
            <a:r>
              <a:rPr lang="en-US" sz="2800" dirty="0"/>
              <a:t>From adversaries’ hands.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273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2. Some wandered in the desert wastes,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Not finding any way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To reach a city where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They might obtain a place to stay.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Their weary souls within grew faint,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When thirst and hunger pressed.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They cried then to the Lord in grief;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He saved them from distress.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3. He made the way before them straight,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And he became their guide,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That they might to a city go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In which they would abide.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Then let them thank the Lord for all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 his love and wondrous deeds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He fills the hungry soul with good,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Supplies the soul in need.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4472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4. He made the way before them straight,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And he became their guide,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That they might to a city go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In which they would abide.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Then let them thank the Lord for all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 his love and wondrous deeds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He fills the hungry soul with good,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Supplies the soul in need.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0224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5. They cried then to the LORD in grief;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he saved them from distress;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he broke their chains, he saved from death;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from darkness brought release.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Then let them thank the LORD for all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his love and wondrous deeds.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He breaks in two their iron bars,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destroys their metal gates.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9194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8.</a:t>
            </a:r>
            <a:r>
              <a:rPr lang="en-CA" sz="2800" dirty="0"/>
              <a:t> </a:t>
            </a:r>
            <a:r>
              <a:rPr lang="en-US" sz="2800" dirty="0"/>
              <a:t>Some set their sails for oceans deep</a:t>
            </a:r>
          </a:p>
          <a:p>
            <a:pPr algn="ctr"/>
            <a:r>
              <a:rPr lang="en-US" sz="2800" dirty="0"/>
              <a:t>And traded while at sea,</a:t>
            </a:r>
          </a:p>
          <a:p>
            <a:pPr algn="ctr"/>
            <a:r>
              <a:rPr lang="en-US" sz="2800" dirty="0"/>
              <a:t>They saw the great deeds of the Lord,</a:t>
            </a:r>
          </a:p>
          <a:p>
            <a:pPr algn="ctr"/>
            <a:r>
              <a:rPr lang="en-US" sz="2800" dirty="0"/>
              <a:t>His wonders in the deep.</a:t>
            </a:r>
          </a:p>
          <a:p>
            <a:pPr algn="ctr"/>
            <a:r>
              <a:rPr lang="en-US" sz="2800" dirty="0"/>
              <a:t>He gave command, a tempest rose</a:t>
            </a:r>
          </a:p>
          <a:p>
            <a:pPr algn="ctr"/>
            <a:r>
              <a:rPr lang="en-US" sz="2800" dirty="0"/>
              <a:t>And stirred the mighty sea.</a:t>
            </a:r>
          </a:p>
          <a:p>
            <a:pPr algn="ctr"/>
            <a:r>
              <a:rPr lang="en-US" sz="2800" dirty="0"/>
              <a:t>The ships were lifted up on high,</a:t>
            </a:r>
          </a:p>
          <a:p>
            <a:pPr algn="ctr"/>
            <a:r>
              <a:rPr lang="en-US" sz="2800" dirty="0"/>
              <a:t>Then plunged down in the deep.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6428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9.</a:t>
            </a:r>
            <a:r>
              <a:rPr lang="en-CA" sz="2800" dirty="0"/>
              <a:t> </a:t>
            </a:r>
            <a:r>
              <a:rPr lang="en-US" sz="2800" dirty="0"/>
              <a:t>Their courage quickly fled away</a:t>
            </a:r>
          </a:p>
          <a:p>
            <a:pPr algn="ctr"/>
            <a:r>
              <a:rPr lang="en-US" sz="2800" dirty="0"/>
              <a:t>For dreadful danger loomed.</a:t>
            </a:r>
          </a:p>
          <a:p>
            <a:pPr algn="ctr"/>
            <a:r>
              <a:rPr lang="en-US" sz="2800" dirty="0"/>
              <a:t>They reeled and lurched like drunken men;</a:t>
            </a:r>
          </a:p>
          <a:p>
            <a:pPr algn="ctr"/>
            <a:r>
              <a:rPr lang="en-US" sz="2800" dirty="0"/>
              <a:t>They knew not what to do.</a:t>
            </a:r>
          </a:p>
          <a:p>
            <a:pPr algn="ctr"/>
            <a:r>
              <a:rPr lang="en-US" sz="2800" dirty="0"/>
              <a:t>They cried then to the Lord in grief;</a:t>
            </a:r>
          </a:p>
          <a:p>
            <a:pPr algn="ctr"/>
            <a:r>
              <a:rPr lang="en-US" sz="2800" dirty="0"/>
              <a:t>He save them from distress.</a:t>
            </a:r>
          </a:p>
          <a:p>
            <a:pPr algn="ctr"/>
            <a:r>
              <a:rPr lang="en-US" sz="2800" dirty="0"/>
              <a:t>He stilled the storm,</a:t>
            </a:r>
            <a:r>
              <a:rPr lang="en-CA" sz="2800" dirty="0"/>
              <a:t> he calmed the waves,</a:t>
            </a:r>
          </a:p>
          <a:p>
            <a:pPr algn="ctr"/>
            <a:r>
              <a:rPr lang="en-CA" sz="2800" dirty="0"/>
              <a:t>And brought the sea to rest.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6345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10.</a:t>
            </a:r>
            <a:r>
              <a:rPr lang="en-CA" sz="2800" dirty="0"/>
              <a:t> </a:t>
            </a:r>
            <a:r>
              <a:rPr lang="en-US" sz="2800" dirty="0"/>
              <a:t>The quiet waters made them glad.</a:t>
            </a:r>
          </a:p>
          <a:p>
            <a:pPr algn="ctr"/>
            <a:r>
              <a:rPr lang="en-US" sz="2800" dirty="0"/>
              <a:t>Their port they safely reached.</a:t>
            </a:r>
          </a:p>
          <a:p>
            <a:pPr algn="ctr"/>
            <a:r>
              <a:rPr lang="en-US" sz="2800" dirty="0"/>
              <a:t>Then let them thank the Lord for</a:t>
            </a:r>
          </a:p>
          <a:p>
            <a:pPr algn="ctr"/>
            <a:r>
              <a:rPr lang="en-US" sz="2800" dirty="0"/>
              <a:t>All his wondrous deeds.</a:t>
            </a:r>
          </a:p>
          <a:p>
            <a:pPr algn="ctr"/>
            <a:r>
              <a:rPr lang="en-US" sz="2800" dirty="0"/>
              <a:t>Let all the congregation of</a:t>
            </a:r>
          </a:p>
          <a:p>
            <a:pPr algn="ctr"/>
            <a:r>
              <a:rPr lang="en-US" sz="2800" dirty="0"/>
              <a:t>The people lift his praise.</a:t>
            </a:r>
          </a:p>
          <a:p>
            <a:pPr algn="ctr"/>
            <a:r>
              <a:rPr lang="en-US" sz="2800" dirty="0"/>
              <a:t>Extol him in the council of</a:t>
            </a:r>
          </a:p>
          <a:p>
            <a:pPr algn="ctr"/>
            <a:r>
              <a:rPr lang="en-US" sz="2800" dirty="0"/>
              <a:t>The elders; give him praise.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029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13</a:t>
            </a:r>
            <a:r>
              <a:rPr lang="en-US" dirty="0"/>
              <a:t>. But God has raised the needy ones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from evil, grief, and woe.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 gathered them like flocks of sheep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made their </a:t>
            </a:r>
            <a:r>
              <a:rPr lang="en-US" dirty="0" err="1"/>
              <a:t>fam’lies</a:t>
            </a:r>
            <a:r>
              <a:rPr lang="en-US" dirty="0"/>
              <a:t> grow.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upright see and celebrate;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wicked speak no word.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Let all the wise consider well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mercy of the LORD.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6333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610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#107A O Thank the Lord, for He is Good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#107A O Thank the Lord, for He is Good</dc:title>
  <dc:creator>Eric Hoogendoorn</dc:creator>
  <cp:lastModifiedBy>Neil Tuininga</cp:lastModifiedBy>
  <cp:revision>5</cp:revision>
  <dcterms:created xsi:type="dcterms:W3CDTF">2020-07-04T16:03:30Z</dcterms:created>
  <dcterms:modified xsi:type="dcterms:W3CDTF">2023-08-25T21:22:28Z</dcterms:modified>
</cp:coreProperties>
</file>