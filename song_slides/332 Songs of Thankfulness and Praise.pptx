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2" r:id="rId2"/>
    <p:sldId id="469" r:id="rId3"/>
    <p:sldId id="4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40049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8150667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843663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850865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775240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53598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78181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787358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0774260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530596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580602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53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00E2AD-BDC9-47A1-B713-15DB6201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2CC2A-19A9-476A-9F5B-F261F9358586}"/>
              </a:ext>
            </a:extLst>
          </p:cNvPr>
          <p:cNvSpPr txBox="1"/>
          <p:nvPr/>
        </p:nvSpPr>
        <p:spPr>
          <a:xfrm>
            <a:off x="1019175" y="136525"/>
            <a:ext cx="10153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#332 Songs of Thankfulness and Praise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5B6AB-B4F4-4979-A229-F2DA8C090E23}"/>
              </a:ext>
            </a:extLst>
          </p:cNvPr>
          <p:cNvSpPr txBox="1"/>
          <p:nvPr/>
        </p:nvSpPr>
        <p:spPr>
          <a:xfrm>
            <a:off x="1243012" y="1430555"/>
            <a:ext cx="97059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Songs of thankfulness and praise,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Jesus, Lord, to you we raise,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manifested by the star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sages from afar;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Branch of royal David’s stem,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your birth at Bethlehem;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Christ,” by us confessed,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in flesh made manifest.</a:t>
            </a:r>
          </a:p>
        </p:txBody>
      </p:sp>
    </p:spTree>
    <p:extLst>
      <p:ext uri="{BB962C8B-B14F-4D97-AF65-F5344CB8AC3E}">
        <p14:creationId xmlns:p14="http://schemas.microsoft.com/office/powerpoint/2010/main" val="399355962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F0A744-DC80-4A31-894A-E1AD7E3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A4A7F-0F71-44EA-B6AA-F8315F48F43F}"/>
              </a:ext>
            </a:extLst>
          </p:cNvPr>
          <p:cNvSpPr txBox="1"/>
          <p:nvPr/>
        </p:nvSpPr>
        <p:spPr>
          <a:xfrm>
            <a:off x="2147887" y="1228397"/>
            <a:ext cx="78962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Manifest at Jordan’s stream,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Prophet, Priest, and King supreme;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at Cana, wedding guest,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your Godhead manifest,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revealed your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divine,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changing water into wine;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Christ,” by us confessed,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in flesh made manifest.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248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91F5BF-4B1E-4053-96DB-F78D295C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1FEF8-9275-40E1-A484-DF372ABFF061}"/>
              </a:ext>
            </a:extLst>
          </p:cNvPr>
          <p:cNvSpPr txBox="1"/>
          <p:nvPr/>
        </p:nvSpPr>
        <p:spPr>
          <a:xfrm>
            <a:off x="1462087" y="1228397"/>
            <a:ext cx="92678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Manifest in making whole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palsied limbs and fainting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manifest in valiant fight,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quelling all the devil’s might;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manifest in gracious will,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 bringing good from ill;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Christ,” by us confessed,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in flesh made manifest.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85758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199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2021-11-13T04:25:15Z</dcterms:created>
  <dcterms:modified xsi:type="dcterms:W3CDTF">2021-11-13T04:28:43Z</dcterms:modified>
</cp:coreProperties>
</file>