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0AE3-9172-4439-9219-25D4EE966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430DE-A614-49BE-97CB-D177C9DE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E93E1-B02E-4FB9-A7D5-901461B9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A4CED-7EC0-4AEB-9715-8ABEECD1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75B65-CE14-45BC-874A-F7B2EEDB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242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E370-F0C9-47D4-BA6F-E7589DA8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84986-FF7E-4109-90EA-1E403407F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01D04-1807-4340-8D5E-CB6D69CA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9D70-EF93-4C0D-86FA-55DA849D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E9861-EC4A-4DD2-9C81-93AABC0C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3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02F7-A529-4C8E-9C55-064269B4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729E-1E78-4248-9F49-1E3E68601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14885-4973-4F16-AC64-1763280D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B28AA-C44C-4490-84DD-EEF987A7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1EE9-ED8F-42D6-BDFB-F0EB41D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016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B1B9-0E69-4D68-A95A-0601BAD3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11624-AA26-4260-8E26-0069F154F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81FF1-FC95-4E28-867C-4003737BE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578D9-3539-40FC-B0A6-A92480F1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86DF5-731D-4B67-B684-553B580E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D01A-B3E0-4675-BE07-A673945A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253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2767-368B-49B9-A7DB-EFA0DAD28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EDAA7-8053-4A0F-8CF3-DA445F4A0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977D6-1677-4DE9-A066-A1506B35B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5B8C9-AE3C-4482-85A3-686EAA3FF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E90E3-AE6F-4953-851A-D44E66DEF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79102-CA27-4385-94BC-1CDAC2DD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FF630-F6A4-4543-A9AF-DD823143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B7A98-AA38-4402-AC1A-01C6B19D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36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54EB-4E98-4BAE-8090-333AF186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07CE02-80B1-4188-881D-57A29967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AD785-6F8A-4806-882E-7C0DE025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1C32E-C160-4D25-B418-5CFA1023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70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8CE58-6F87-451B-B386-800BCF40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8DE92-0E91-492E-A95C-72DD2DBB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7616F-A0CC-4B30-8138-5DBF6461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61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98D8-D666-443C-8040-6DEE17F2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B9982-02BE-4364-8776-3B02BC6BF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3FBF4-023D-4783-A05D-2C3C97721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884AB-DE32-4F12-9C97-6A873456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75AC4-CC44-45CF-949F-BFBAC74F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6C2B2-FB3D-45C6-82D3-D3DFD48C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50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3491-4C7A-4BAE-A250-6117C132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932F3-B8B9-4BB9-9898-2837393EF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909AD-0D69-4F62-A871-846C7DC60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380A-AD8D-4181-91F9-9F28247C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1E519-B0BB-45FA-A9BA-9038E584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223E1-E3EB-4F66-897C-BBED1728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679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B6E3-B70A-4070-956D-8CB0A674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62272-7A7B-45D3-9B01-7A5FBC511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C403-E0CC-4FEB-AAA9-82C365DB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7A7F8-1CDF-436A-AAFD-E6AF2E9B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B8168-4EF5-4B50-BD7B-0D7598BE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6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089F6-3025-4B5A-AB91-6CDA553ED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61DBF-425D-448C-8047-ACBD949A7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39278-095B-4F0C-BBF3-60843D39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02F10-71F9-40CA-8B3C-530C046A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97162-96E8-4432-B58C-9DB67817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90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67DDCF-A456-4885-B91D-CC0A624E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9E053-70D3-443A-8F51-059707007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BA441-A58D-40D2-80BB-8EB588B79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D3FC0-87D3-4F0D-9FD9-1CDF886B406A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F96C3-6A42-4F56-860C-CDD092688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B8EF6-665B-422A-A634-7D22B86CC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100B4-98F4-4045-8046-FFAD9B1301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649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5D4EBE-E429-4637-85E9-076B50159FB0}"/>
              </a:ext>
            </a:extLst>
          </p:cNvPr>
          <p:cNvSpPr txBox="1"/>
          <p:nvPr/>
        </p:nvSpPr>
        <p:spPr>
          <a:xfrm>
            <a:off x="833437" y="361950"/>
            <a:ext cx="10525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#163 Open Now Thy Gates of Beauty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224C2-5C13-410F-8E12-4BE10E7AA5E3}"/>
              </a:ext>
            </a:extLst>
          </p:cNvPr>
          <p:cNvSpPr txBox="1"/>
          <p:nvPr/>
        </p:nvSpPr>
        <p:spPr>
          <a:xfrm>
            <a:off x="1604961" y="2028825"/>
            <a:ext cx="89820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Open now thy gates of beauty,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Zion, let me enter there,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where my soul in joyful duty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waits for him who answers prayer.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Oh, how blessed is this place,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filled with solace, light, and grace!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38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7E10E-528C-4E3E-A930-6A06041E0CA2}"/>
              </a:ext>
            </a:extLst>
          </p:cNvPr>
          <p:cNvSpPr txBox="1"/>
          <p:nvPr/>
        </p:nvSpPr>
        <p:spPr>
          <a:xfrm>
            <a:off x="1876425" y="2344408"/>
            <a:ext cx="8439150" cy="216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200"/>
              </a:spcBef>
            </a:pPr>
            <a:r>
              <a:rPr lang="en-US" sz="2800" dirty="0">
                <a:solidFill>
                  <a:srgbClr val="222222"/>
                </a:solidFill>
              </a:rPr>
              <a:t>2. Lord, my God, I come before thee,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come thou also unto me;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where we find thee and adore thee,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there a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on earth must be.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my heart, O enter thou,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it be thy temple now!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2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62830-7C22-4854-AA9B-195098B0604F}"/>
              </a:ext>
            </a:extLst>
          </p:cNvPr>
          <p:cNvSpPr txBox="1"/>
          <p:nvPr/>
        </p:nvSpPr>
        <p:spPr>
          <a:xfrm>
            <a:off x="1876425" y="2344408"/>
            <a:ext cx="8439150" cy="216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srgbClr val="222222"/>
                </a:solidFill>
              </a:rPr>
              <a:t>3. Here thy praise is gladly chanted,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here thy seed is duly sown;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my soul, where it is planted,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bring forth precious sheaves alone,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so that all I hear may be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fruitful unto life in me.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30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28E569-1A1C-471C-B485-FAE3F7DB88E5}"/>
              </a:ext>
            </a:extLst>
          </p:cNvPr>
          <p:cNvSpPr txBox="1"/>
          <p:nvPr/>
        </p:nvSpPr>
        <p:spPr>
          <a:xfrm>
            <a:off x="1919287" y="2090172"/>
            <a:ext cx="8353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Thou my faith increase and quicken,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me keep thy gift divine,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howsoe'er</a:t>
            </a:r>
            <a:r>
              <a:rPr lang="en-US" sz="2800" dirty="0">
                <a:solidFill>
                  <a:srgbClr val="222222"/>
                </a:solidFill>
              </a:rPr>
              <a:t> temptations thicken;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may thy Word still o'er me shine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my guiding star through life,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my comfort in all strife.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3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9A587-054B-44D8-AA75-66FE2E43B17D}"/>
              </a:ext>
            </a:extLst>
          </p:cNvPr>
          <p:cNvSpPr txBox="1"/>
          <p:nvPr/>
        </p:nvSpPr>
        <p:spPr>
          <a:xfrm>
            <a:off x="1276350" y="1514475"/>
            <a:ext cx="9639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Speak, O God, and I will hear thee,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thy will be done indeed;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may I undisturbed draw near thee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while thou dost thy people feed.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Here of life the fountain flows,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here is balm for all our woes.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14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2021-02-13T23:08:23Z</dcterms:created>
  <dcterms:modified xsi:type="dcterms:W3CDTF">2021-11-27T21:34:54Z</dcterms:modified>
</cp:coreProperties>
</file>