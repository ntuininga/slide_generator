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  <p:sldId id="304" r:id="rId3"/>
    <p:sldId id="313" r:id="rId4"/>
    <p:sldId id="30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91A6D-C81A-43AB-AC92-FB745DC7B7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6D669-F0C8-4F1B-A1FE-6C1201E79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F2ED6-A452-4305-BB09-856D719D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29B4-9739-4C47-8CFE-37AEE19F672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9597F-4690-454B-AA63-63F316BD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A7561-AB0D-49EF-8F79-BDD555E0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21AC-A5CF-4E0B-8732-8561C8F3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93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57C97-9DB0-4671-8AE2-DB363DD9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AC437-D9D2-43AB-8BAC-83E5626F3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C1553-89DA-4646-A729-6CA6E6764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29B4-9739-4C47-8CFE-37AEE19F672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ACDDD-82BD-4E7D-9A0E-89D9E3467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40861-706A-4478-816D-6EA83B85A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21AC-A5CF-4E0B-8732-8561C8F3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72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60516-5DAA-4B43-BD6B-9B56332E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CEB20-0EAC-426A-B5DD-44A53BD9A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7AADB-BD0A-4C2E-A2D7-CE7938B68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29B4-9739-4C47-8CFE-37AEE19F672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B7649-06C3-42A9-8B7E-916C22052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CA323-3073-465B-9491-03C9C6F1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21AC-A5CF-4E0B-8732-8561C8F3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1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3F30-65B4-43A9-9180-C395D1AF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21FBF-ADDB-47CF-8351-4AC119434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208E0-7113-4E3C-A039-7E1865EF0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FBA17-ADC8-4EF9-A7D5-9F6E6111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29B4-9739-4C47-8CFE-37AEE19F672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41F10-7256-4E27-8A0A-BA494514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9CBF1-BC11-46F4-B075-927DD3FA2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21AC-A5CF-4E0B-8732-8561C8F3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4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C56A7-8692-43DF-A56B-88A9B3092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D0483-3E19-4082-A884-0458F5374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4C63D-DA6F-4619-8441-7EBB29DB4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1D9DA1-0C52-44B3-9FED-503F1DB07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7880A7-8E6F-4DFB-B1F5-FE062DAE9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AAB1BA-0751-44B7-830A-A9784FEE3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29B4-9739-4C47-8CFE-37AEE19F672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FA9A10-687B-46AB-973F-917E3286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958073-9FCA-4348-AEB6-E373B4525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21AC-A5CF-4E0B-8732-8561C8F3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54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2E3D2-0B46-4F2F-873C-A709B1B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57B37F-406C-4236-B1F5-784CDB3BF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29B4-9739-4C47-8CFE-37AEE19F672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A0AAD-E75B-41CE-BA99-5F584BBF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9866D-2DC7-4463-9B45-CFDB0EAB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21AC-A5CF-4E0B-8732-8561C8F3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04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1B2605-2A33-4C61-BF53-52B50825B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29B4-9739-4C47-8CFE-37AEE19F672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412F3-37ED-4D98-B885-3E761AD19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278BE-B930-4E1E-97BD-5139C7E2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21AC-A5CF-4E0B-8732-8561C8F3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65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C63BC-C1F0-4046-839A-994CD16A6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7BC25-FEEE-4DBD-A198-DDADB69B4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7F299-04D1-4A6E-A81C-A4473DC5E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2C527-9A4B-49B5-9761-967C18EE0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29B4-9739-4C47-8CFE-37AEE19F672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560EE-6138-4B4C-94BE-7C78D943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7A5FC-76C4-4D8B-A7C2-F4BCBA4E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21AC-A5CF-4E0B-8732-8561C8F3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43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A2BBF-46FD-42E4-BCAF-EF85D338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2BE5A-5513-4134-B62A-721E44756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BE7DF-709C-45B8-AF40-8D7FB36BD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48EA1-0B72-41CD-A2CD-720FDABB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29B4-9739-4C47-8CFE-37AEE19F672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A1836-7620-447C-8091-070492CC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FFDE2-C669-4956-8DBA-34A2F3079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21AC-A5CF-4E0B-8732-8561C8F3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3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4274-12B1-4240-81FE-800AC804F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AEED0-3F7F-4008-8FC8-EDDC93562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952E9-0326-4EF7-833A-513A8EB7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29B4-9739-4C47-8CFE-37AEE19F672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7D116-9CE9-49BC-BD26-054E2DDC5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8571F-8713-48F4-A101-3E2358902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21AC-A5CF-4E0B-8732-8561C8F3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2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DF46F9-389E-4CF3-B191-2D0F59BE5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BE099B-F537-49BC-A6C2-546D5E229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FF36B-A05E-4E91-AE6D-2568686F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29B4-9739-4C47-8CFE-37AEE19F672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B1A1E-70DE-4370-B96C-07178B46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272B2-ECC6-4B02-BD5F-76D0AD58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21AC-A5CF-4E0B-8732-8561C8F3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35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E6C62-0E0A-4156-B15D-AB10814EE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0DBD1-E525-4CB6-9F1E-98118BBD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111B5-22E6-4222-9084-F3350857F8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729B4-9739-4C47-8CFE-37AEE19F672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E9DFE-4588-4D03-91AE-73B111AA6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32DA2-62D5-42CD-8C5E-4FAB0E9BA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421AC-A5CF-4E0B-8732-8561C8F3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75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#142 I Cry For Mercy To The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 </a:t>
            </a:r>
            <a:r>
              <a:rPr lang="en-CA" sz="2800" dirty="0"/>
              <a:t>I cry for mercy to the Lord;</a:t>
            </a:r>
          </a:p>
          <a:p>
            <a:pPr algn="ctr"/>
            <a:r>
              <a:rPr lang="en-CA" sz="2800" dirty="0"/>
              <a:t>To him I lift my voice in prayer.</a:t>
            </a:r>
          </a:p>
          <a:p>
            <a:pPr algn="ctr"/>
            <a:r>
              <a:rPr lang="en-CA" sz="2800" dirty="0"/>
              <a:t>Before the Lord I bring my plea;</a:t>
            </a:r>
          </a:p>
          <a:p>
            <a:pPr algn="ctr"/>
            <a:r>
              <a:rPr lang="en-CA" sz="2800" dirty="0"/>
              <a:t>To him my trouble I declare.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3ECC7-3029-419F-8E35-BFC99583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1370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CA" sz="2800" dirty="0"/>
              <a:t>. </a:t>
            </a:r>
            <a:r>
              <a:rPr lang="en-US" sz="2800" dirty="0"/>
              <a:t>Each time my spirit faints in me,</a:t>
            </a:r>
          </a:p>
          <a:p>
            <a:pPr algn="ctr"/>
            <a:r>
              <a:rPr lang="en-US" sz="2800" dirty="0"/>
              <a:t>You know my path, you know my way;</a:t>
            </a:r>
          </a:p>
          <a:p>
            <a:pPr algn="ctr"/>
            <a:r>
              <a:rPr lang="en-US" sz="2800" dirty="0"/>
              <a:t>For hidden on the path I walk,</a:t>
            </a:r>
          </a:p>
          <a:p>
            <a:pPr algn="ctr"/>
            <a:r>
              <a:rPr lang="en-US" sz="2800" dirty="0"/>
              <a:t>A deadly snare for me they lay.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89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</a:t>
            </a:r>
            <a:r>
              <a:rPr lang="en-US" sz="2800" dirty="0"/>
              <a:t>I cry to you, O Lord, my God.</a:t>
            </a:r>
          </a:p>
          <a:p>
            <a:pPr algn="ctr"/>
            <a:r>
              <a:rPr lang="en-US" sz="2800" dirty="0"/>
              <a:t>I say to you amid the strife,</a:t>
            </a:r>
          </a:p>
          <a:p>
            <a:pPr algn="ctr"/>
            <a:r>
              <a:rPr lang="en-US" sz="2800" dirty="0"/>
              <a:t>“You are my trust and hiding place,</a:t>
            </a:r>
          </a:p>
          <a:p>
            <a:pPr algn="ctr"/>
            <a:r>
              <a:rPr lang="en-US" sz="2800" dirty="0"/>
              <a:t>My portion in the land of life.”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3490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</a:t>
            </a:r>
            <a:r>
              <a:rPr lang="en-CA" sz="2800" dirty="0"/>
              <a:t>. </a:t>
            </a:r>
            <a:r>
              <a:rPr lang="en-US" sz="2800" dirty="0"/>
              <a:t>Lord, out of bondage bring my soul,</a:t>
            </a:r>
          </a:p>
          <a:p>
            <a:pPr algn="ctr"/>
            <a:r>
              <a:rPr lang="en-US" sz="2800" dirty="0"/>
              <a:t>That I may give your name all praise.</a:t>
            </a:r>
          </a:p>
          <a:p>
            <a:pPr algn="ctr"/>
            <a:r>
              <a:rPr lang="en-US" sz="2800" dirty="0"/>
              <a:t>The righteous then will join with me,</a:t>
            </a:r>
          </a:p>
          <a:p>
            <a:pPr algn="ctr"/>
            <a:r>
              <a:rPr lang="en-US" sz="2800" dirty="0"/>
              <a:t>For you have shown to me your grace.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3593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#142 I Cry For Mercy To The Lord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#142 I Cry For Mercy To The Lord</dc:title>
  <dc:creator>Eric Hoogendoorn</dc:creator>
  <cp:lastModifiedBy>Eric Hoogendoorn</cp:lastModifiedBy>
  <cp:revision>1</cp:revision>
  <dcterms:created xsi:type="dcterms:W3CDTF">2020-06-05T01:17:32Z</dcterms:created>
  <dcterms:modified xsi:type="dcterms:W3CDTF">2020-06-05T01:18:05Z</dcterms:modified>
</cp:coreProperties>
</file>