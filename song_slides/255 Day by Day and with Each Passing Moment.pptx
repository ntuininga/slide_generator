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9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ABE6-F1D9-492B-A231-905579C86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57D0E-CDE6-4D87-877D-D60DBBE1C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0A4CB-BC53-48FF-93D0-DC7D5F312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4F028-E1A6-465E-9828-6B8D8486C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201F4-6BA6-4D5A-AD3F-29869ECF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7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1194-0A82-4B86-9E71-EFB02E82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B4E3B-54DE-4351-AA9C-F8A24CAA0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A5E10-0C3E-4283-A0D6-FF8DF06A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AD4B6-1A3B-410A-A8A2-E5276E56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4DCB8-64A0-423B-BAF3-E27178FD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9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372E1-1F44-495A-BE6A-674BDCA8B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15C6C-5752-41BF-B3A4-3C277E559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A2CA2-F10C-41B0-B484-96AD6534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85035-AB46-428A-B972-2CADDC00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224CE-D424-415F-B834-469C5920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64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B1B4-0155-41CB-B2EF-DCB71CED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FCA8B-BDEA-43C7-AFB3-6BBBBF188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627CA-20CA-44C2-AA95-643441139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9D64F-CA47-49AC-9AE4-DA7D0E9CE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15BC7-811E-4D8E-93C5-879CEB03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C0641-FA0B-4BD7-87E5-6A5390DF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06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ACFE-55F3-4378-B48B-8DC22C74B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1C0B7-A665-4A97-9080-6E16DCFC4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809A7-39A5-43A9-AE57-F1E36CFD2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E545A1-F02B-4590-9279-425C03876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F91C0-CBCE-40D2-AFF5-0682D6159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057253-B376-4E1D-9F6D-970F31CF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02AD63-3F2F-460D-8B7A-9738204D5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51E523-0086-4ADC-8D9A-EE91EBB37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8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99B11-D1F4-4053-975B-A4E45A08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A194E-4C13-47D2-B9DF-FE76043B6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28FAA-6A7E-42D8-BDA2-F537E145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6B287-F98F-429B-A548-0B834EFF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15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2EB0F9-7F71-4DD9-861F-312C9AFF7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5D8AD-3A25-432A-B58D-5E4279C6B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7771D-223F-4495-BB17-6A6B6942E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2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33212-3CDF-4BD0-94E5-C1B8E4ECA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3CF90-C999-49CC-817B-4CFA6DDFF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1439C-2F2F-4D9F-917C-CDAC68E28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6A620-F0B4-48E8-943A-0A2488A0A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F3386-273D-4B2B-92AC-6CECE319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B3156-7EE4-447D-BB13-20BAD2F49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06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DF95-4A8E-41D2-B443-16DA566F6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AAB7D0-CC36-4AB9-8F9E-FD8928684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FC0C4-EBD4-4794-B0FC-90CFBEBD4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8493A-9647-4FD1-ACE4-F839573D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AEE2E-7887-4E33-8963-9A128D77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EFC45-D129-4178-8A17-07F66607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62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6D6A-AA19-4AFB-BA5B-EDB15915F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F542E-2A5D-451D-BBAD-BF43B0502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53128-53CE-4A05-A657-70A95740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819A0-1F4C-4480-AABF-4B8A805D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5D999-4089-4102-BEF6-7F2DBF1D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71FE02-413D-42C7-9985-041C29352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2A7B2-CC1F-45E2-98A9-C1E168354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977FE-3B58-4CCA-9452-2295A39D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91E2-281D-497F-A29A-C503D4023C3D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A5F90-4995-448C-A85A-7F008ABD8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8C287-C7FA-4C2C-877C-E75E24C7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319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8394B-083A-4962-8B9B-99EBB259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2C92A-2A74-494A-94ED-B39E9DFF0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2547-621B-4055-BC7A-E82A6D1C9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E91E2-281D-497F-A29A-C503D4023C3D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CCAB1-7C70-4F8C-BD2D-E48D9E4F3C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3EC94-4E7A-4115-BAC5-9395E1716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2019-A955-43CF-90AA-24777FBA0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765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#255 Day by Day and with Each Passing Moment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59285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Day by day and with each passing moment,</a:t>
            </a:r>
            <a:br>
              <a:rPr lang="en-US" sz="2800" dirty="0"/>
            </a:br>
            <a:r>
              <a:rPr lang="en-US" sz="2800" dirty="0"/>
              <a:t>strength I find to meet my trials here;</a:t>
            </a:r>
            <a:br>
              <a:rPr lang="en-US" sz="2800" dirty="0"/>
            </a:br>
            <a:r>
              <a:rPr lang="en-US" sz="2800" dirty="0"/>
              <a:t>trusting in my Father’s wise bestowment,</a:t>
            </a:r>
            <a:br>
              <a:rPr lang="en-US" sz="2800" dirty="0"/>
            </a:br>
            <a:r>
              <a:rPr lang="en-US" sz="2800" dirty="0"/>
              <a:t>I’ve no cause for worry or for fear.</a:t>
            </a:r>
            <a:br>
              <a:rPr lang="en-US" sz="2800" dirty="0"/>
            </a:br>
            <a:r>
              <a:rPr lang="en-US" sz="2800" dirty="0"/>
              <a:t>He whose heart is kind beyond all measure</a:t>
            </a:r>
            <a:br>
              <a:rPr lang="en-US" sz="2800" dirty="0"/>
            </a:br>
            <a:r>
              <a:rPr lang="en-US" sz="2800" dirty="0"/>
              <a:t>gives unto each day what he deems best--</a:t>
            </a:r>
            <a:br>
              <a:rPr lang="en-US" sz="2800" dirty="0"/>
            </a:br>
            <a:r>
              <a:rPr lang="en-US" sz="2800" dirty="0"/>
              <a:t>lovingly, its part of pain and pleasure,</a:t>
            </a:r>
            <a:br>
              <a:rPr lang="en-US" sz="2800" dirty="0"/>
            </a:br>
            <a:r>
              <a:rPr lang="en-US" sz="2800" dirty="0"/>
              <a:t>mingling toil with peace and rest.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 err="1"/>
              <a:t>Ev'ry</a:t>
            </a:r>
            <a:r>
              <a:rPr lang="en-US" sz="2800" dirty="0"/>
              <a:t> day the Lord himself is near me</a:t>
            </a:r>
            <a:br>
              <a:rPr lang="en-US" sz="2800" dirty="0"/>
            </a:br>
            <a:r>
              <a:rPr lang="en-US" sz="2800" dirty="0"/>
              <a:t>with a special mercy for each hour;</a:t>
            </a:r>
            <a:br>
              <a:rPr lang="en-US" sz="2800" dirty="0"/>
            </a:br>
            <a:r>
              <a:rPr lang="en-US" sz="2800" dirty="0"/>
              <a:t>all my cares he fain would bear, and cheer me,</a:t>
            </a:r>
            <a:br>
              <a:rPr lang="en-US" sz="2800" dirty="0"/>
            </a:br>
            <a:r>
              <a:rPr lang="en-US" sz="2800" dirty="0"/>
              <a:t>he whose name is Counselor and </a:t>
            </a:r>
            <a:r>
              <a:rPr lang="en-US" sz="2800" dirty="0" err="1"/>
              <a:t>Pow'r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The protection of his child and treasure</a:t>
            </a:r>
            <a:br>
              <a:rPr lang="en-US" sz="2800" dirty="0"/>
            </a:br>
            <a:r>
              <a:rPr lang="en-US" sz="2800" dirty="0"/>
              <a:t>is a charge that on himself he laid;</a:t>
            </a:r>
            <a:br>
              <a:rPr lang="en-US" sz="2800" dirty="0"/>
            </a:br>
            <a:r>
              <a:rPr lang="en-US" sz="2800" dirty="0"/>
              <a:t>“As your days, your strength shall be in measure,”</a:t>
            </a:r>
            <a:br>
              <a:rPr lang="en-US" sz="2800" dirty="0"/>
            </a:br>
            <a:r>
              <a:rPr lang="en-US" sz="2800" dirty="0"/>
              <a:t>this the pledge to me he made.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Help me then in </a:t>
            </a:r>
            <a:r>
              <a:rPr lang="en-US" sz="2800" dirty="0" err="1"/>
              <a:t>ev'ry</a:t>
            </a:r>
            <a:r>
              <a:rPr lang="en-US" sz="2800" dirty="0"/>
              <a:t> tribulation</a:t>
            </a:r>
            <a:br>
              <a:rPr lang="en-US" sz="2800" dirty="0"/>
            </a:br>
            <a:r>
              <a:rPr lang="en-US" sz="2800" dirty="0"/>
              <a:t>so to trust your promises, O Lord,</a:t>
            </a:r>
            <a:br>
              <a:rPr lang="en-US" sz="2800" dirty="0"/>
            </a:br>
            <a:r>
              <a:rPr lang="en-US" sz="2800" dirty="0"/>
              <a:t>that I lose not faith’s sweet consolation</a:t>
            </a:r>
            <a:br>
              <a:rPr lang="en-US" sz="2800" dirty="0"/>
            </a:br>
            <a:r>
              <a:rPr lang="en-US" sz="2800" dirty="0"/>
              <a:t>offered me within your holy Word.</a:t>
            </a:r>
            <a:br>
              <a:rPr lang="en-US" sz="2800" dirty="0"/>
            </a:br>
            <a:r>
              <a:rPr lang="en-US" sz="2800" dirty="0"/>
              <a:t>Help me, Lord, when toil and trouble meeting,</a:t>
            </a:r>
            <a:br>
              <a:rPr lang="en-US" sz="2800" dirty="0"/>
            </a:br>
            <a:r>
              <a:rPr lang="en-US" sz="2800" dirty="0" err="1"/>
              <a:t>e'er</a:t>
            </a:r>
            <a:r>
              <a:rPr lang="en-US" sz="2800" dirty="0"/>
              <a:t> to take, as from a father’s hand,</a:t>
            </a:r>
            <a:br>
              <a:rPr lang="en-US" sz="2800" dirty="0"/>
            </a:br>
            <a:r>
              <a:rPr lang="en-US" sz="2800" dirty="0"/>
              <a:t>one by one, the days, the moments fleeting,</a:t>
            </a:r>
            <a:br>
              <a:rPr lang="en-US" sz="2800" dirty="0"/>
            </a:br>
            <a:r>
              <a:rPr lang="en-US" sz="2800" dirty="0"/>
              <a:t>'til I reach the promised land.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8561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#255 Day by Day and with Each Passing Moment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#255 Day by Day and with Each Passing Moment</dc:title>
  <dc:creator>Eric Hoogendoorn</dc:creator>
  <cp:lastModifiedBy>Eric Hoogendoorn</cp:lastModifiedBy>
  <cp:revision>1</cp:revision>
  <dcterms:created xsi:type="dcterms:W3CDTF">2020-08-07T02:41:38Z</dcterms:created>
  <dcterms:modified xsi:type="dcterms:W3CDTF">2020-08-07T02:41:57Z</dcterms:modified>
</cp:coreProperties>
</file>