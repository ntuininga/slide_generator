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6" r:id="rId2"/>
    <p:sldId id="367" r:id="rId3"/>
    <p:sldId id="38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B0261-5FA3-40D6-B060-027AE71292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4FDD08-1029-4B88-A7CC-1E6BFCE1FC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9321F-90B3-4C82-8736-CFE016901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36EB9-D1D1-46A3-8F0B-80A31FE1DC54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A3F63-CF00-44F6-936C-BF96484B9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1E487-94CA-4333-9AFE-5E9E8C0D4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856E-BE43-42C9-8E3E-46296FDB8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76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535F7-2C36-44C0-812A-98489C1AA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11C1B-4E39-4EE0-A50C-45A26A689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38E12-C537-43FA-84E5-68340B35C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36EB9-D1D1-46A3-8F0B-80A31FE1DC54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DA21F-48B4-491D-BF48-5A6415CFA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B1730-AB8F-4914-BC07-2B1E8ED50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856E-BE43-42C9-8E3E-46296FDB8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74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6CA86-7B71-440F-8482-BE69107E4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F5602-023C-4379-BBFB-ADF12D121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6B0AC-CEF7-42E0-8C6F-D13D65AC8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36EB9-D1D1-46A3-8F0B-80A31FE1DC54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EE0CA-A1E0-4152-8786-EFE4A2B81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C8CAF-0C2D-41A8-B483-1690CA196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856E-BE43-42C9-8E3E-46296FDB8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19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45476-B2F5-4596-A79D-2C75DF243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ED905-FD0B-45C7-B0D2-1C5408EE4A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A054A-742F-490E-AF22-2083994B3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89060-DC9E-4F49-A30C-EA405DABF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36EB9-D1D1-46A3-8F0B-80A31FE1DC54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A0ABE-1995-49AF-B872-A48D3865C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412A19-94ED-4F9A-BAB9-B383E1F98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856E-BE43-42C9-8E3E-46296FDB8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7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58455-54CA-40D7-909A-882F88404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CA818-E415-40B1-A8F1-6669B45AF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02D20E-6B0C-4D21-AE09-8DC5874A4D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366985-1665-4F98-AB38-3796CC3AAB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353B87-FD86-4FC8-86E3-D7E15702D6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87E7C4-F822-4214-A420-0515CD71C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36EB9-D1D1-46A3-8F0B-80A31FE1DC54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D1DF2-8998-4949-95A8-E71E7BF26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902D86-9ABC-4542-AEA3-BE9BAB574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856E-BE43-42C9-8E3E-46296FDB8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55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F9075-6C59-4D9B-A419-AC1E7B8ED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18B20F-4BBF-45C6-B82E-83B99B704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36EB9-D1D1-46A3-8F0B-80A31FE1DC54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CB4A6D-10F5-40EE-8CEC-CCE918BFC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DDB862-8EC3-4D74-A8DC-D6A659B80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856E-BE43-42C9-8E3E-46296FDB8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71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78A21-37A8-422E-9863-177D76A38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36EB9-D1D1-46A3-8F0B-80A31FE1DC54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4A38E4-3BB8-44D0-B580-F2B49B5C9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1558A-4FF6-48E9-A757-FFE2C320F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856E-BE43-42C9-8E3E-46296FDB8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73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A2AA3-33E5-4B2E-A3C1-2AFA348AC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2046F-6B12-40DB-8489-EF2DDE2D9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DC59F6-335D-4D60-8724-0474610539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427BD-9DC6-4B2F-B539-FEFEC2494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36EB9-D1D1-46A3-8F0B-80A31FE1DC54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3B2EF0-D59A-4151-90A0-9FFD41F9B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631AB-C3C8-46F0-AB47-CE6B6141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856E-BE43-42C9-8E3E-46296FDB8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977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07F07-A9DF-426A-A941-A1ECDB448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741B0A-EA8F-4AA8-8030-1FE35820BD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B410A4-6E44-4FC9-A577-4E1343B08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6A496-91F9-4A33-8F95-DA9EDB332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36EB9-D1D1-46A3-8F0B-80A31FE1DC54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271DD-EC20-4BD2-867E-EE0BE4563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BA9911-7AE0-4359-8628-CEAB67AA8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856E-BE43-42C9-8E3E-46296FDB8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884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C2884-08D3-4445-977F-46C6A4588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4595A8-B413-4E02-A90C-42BD50010B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93945-C539-4C5C-AB0F-113678540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36EB9-D1D1-46A3-8F0B-80A31FE1DC54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A9673-2BE3-457D-9F7C-3A982F731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ACD3A-2192-4B3A-8AAE-E358406A1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856E-BE43-42C9-8E3E-46296FDB8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784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8497C6-5075-457B-AFCE-8F7B52273F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3196EF-2AF3-4E1A-AC0D-17D7E0F34C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91182-E77C-460E-B418-65F2C80BF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36EB9-D1D1-46A3-8F0B-80A31FE1DC54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28722-7D66-4ABE-B694-9EDE0586E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F86FD-D25F-423D-9EC2-3EE1EE697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E856E-BE43-42C9-8E3E-46296FDB8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934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0DF2E9-3E17-453B-8236-375905C0B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C2619-DB85-40A6-85B2-88B941825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BDAC4-EBEE-4EC9-A7A8-F90E816A39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36EB9-D1D1-46A3-8F0B-80A31FE1DC54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6A741-6553-40FB-8746-7D3FEE098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E6034-B991-475B-8BE4-F4638C6DD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E856E-BE43-42C9-8E3E-46296FDB8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66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#133B How Good and Pleasant is the Sight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641684" y="1891729"/>
            <a:ext cx="1090863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How good and pleasant is the sight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when brethren make it their delight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to dwell in blest accord;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such love is like anointing oil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that consecrates for holy toil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the servants of the Lord.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38478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CE2ECD-6B4A-42D9-BD24-128D9FD2ECE8}"/>
              </a:ext>
            </a:extLst>
          </p:cNvPr>
          <p:cNvSpPr txBox="1"/>
          <p:nvPr/>
        </p:nvSpPr>
        <p:spPr>
          <a:xfrm>
            <a:off x="1788318" y="2030083"/>
            <a:ext cx="8615363" cy="2164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80000"/>
              </a:lnSpc>
              <a:spcBef>
                <a:spcPts val="1000"/>
              </a:spcBef>
            </a:pPr>
            <a:r>
              <a:rPr lang="en-US" sz="2800" dirty="0">
                <a:solidFill>
                  <a:srgbClr val="222222"/>
                </a:solidFill>
              </a:rPr>
              <a:t>2. Such love in peace and joy distills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as o’er the slopes of Hermon’s hills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refreshing dew descends;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the Lord commands his blessing there,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they that walk in love shall share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in life that never ends.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074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2B8289-E640-45A8-847A-046B7CE16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CB663D-89EC-4290-A342-185EF91FD5F9}"/>
              </a:ext>
            </a:extLst>
          </p:cNvPr>
          <p:cNvSpPr txBox="1"/>
          <p:nvPr/>
        </p:nvSpPr>
        <p:spPr>
          <a:xfrm>
            <a:off x="1519237" y="2222731"/>
            <a:ext cx="9153525" cy="2164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80000"/>
              </a:lnSpc>
              <a:spcBef>
                <a:spcPts val="1000"/>
              </a:spcBef>
            </a:pPr>
            <a:r>
              <a:rPr lang="en-US" sz="2800" dirty="0">
                <a:solidFill>
                  <a:srgbClr val="222222"/>
                </a:solidFill>
              </a:rPr>
              <a:t>3. How good and pleasant is the sight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when brethren make it their delight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to dwell in blest accord;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the Lord commands his blessing there,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they that walk in love shall share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in life that never ends.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322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#133B How Good and Pleasant is the Sight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#133B How Good and Pleasant is the Sight</dc:title>
  <dc:creator>Eric Hoogendoorn</dc:creator>
  <cp:lastModifiedBy>Eric Hoogendoorn</cp:lastModifiedBy>
  <cp:revision>1</cp:revision>
  <dcterms:created xsi:type="dcterms:W3CDTF">2020-12-24T00:05:35Z</dcterms:created>
  <dcterms:modified xsi:type="dcterms:W3CDTF">2020-12-24T00:05:54Z</dcterms:modified>
</cp:coreProperties>
</file>