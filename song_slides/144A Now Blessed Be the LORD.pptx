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72" r:id="rId4"/>
    <p:sldId id="3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6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72BE-A079-415E-B348-E85652D62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B690A-0EF7-4BDE-8F3A-BD3EE1A3C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C15EA-4B75-406F-B214-7D1DD088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45ADA-66E8-4182-9D76-C5CA9176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2BD04-F694-487F-BACE-573D9EE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2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105D-602E-4DB7-B778-38C6C4AA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AD56-2C37-4077-9F96-158FDF7B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445A-31E2-416E-9789-6C1038B6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1739C-870D-45D9-872E-783D12EC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E9DB9-BD36-484C-BBB4-C7E3AE85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1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A229-D6A6-469E-97C1-6EFE46A1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3E466-10C9-4D65-A504-078B306B1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42AE-2130-4DB0-AC2D-7DCD9FB7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6CD6-9E91-405B-A1C9-B37F8049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D8499-C443-4268-A40C-B3C5D083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BC0D-196F-4DB6-96A2-6DFD0662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B55E2-D053-4778-8388-2A822B589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A6553-1178-4329-B08E-16908E95B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6A2F5-82F6-45D9-998D-8F8014A10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2FC08-09E1-49BB-9C85-1F6634BC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A713A-E231-4246-A69F-4CB7EE70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0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7FE7-2951-430B-ACF5-99AE1A85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91FB0-1D53-406A-A905-381376737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AE3D6-EA22-4F9E-9E76-5355C31CE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A8C63-25FD-4073-ACCD-7A84F4613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A5FD2-1DCD-4D26-9F0C-164FA6EA6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CC920-A243-4BCF-91C5-7EC8B530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2A5A-00F2-44D2-9B7A-A22479CC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2DFFE-4287-4434-A8DF-1CC478E1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8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56EB-B1DF-4E05-B7B0-4F0BBF1A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30E4A-EFF7-4811-84D0-CB8AF929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61F0A-560E-445C-A473-8BD4BF4C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DB10D-773D-4EAA-A258-3040271F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84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FFD6A-4B3A-4FEA-8EA8-FD93428A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8D818-1894-46F3-9309-A2263CD8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30003-29CF-487B-B200-6BF76756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6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E60F-5F0C-401F-872B-5D6871AC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32A68-5FE1-4143-9149-18765A98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FC559-0324-45A0-A039-A498F67C6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E6241-3048-40D8-AD12-303A5C9F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01BA3-101B-4951-BEC3-02799A40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388F-BA5B-4441-96B0-24721666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2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C90DD-3A2D-4E19-A52A-9BD27353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4B50E-C250-4B3F-8AE3-A36C64AA7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443A1-3C97-4E87-8C0D-3C8D60584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59006-CA8F-4DEF-AF59-06233949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157C7-846B-4C46-A8A2-D7F9A957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A346A-E86B-48A0-801F-6F72D1A5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88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251D-12CD-4EA5-AF3A-DEC9E08D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D841E-1CBE-412C-B302-EB17A014F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D0C6A-71AF-462A-919F-47AA3C88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ECDA2-CB93-4A0D-9120-357DB3D5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42D7-49C2-4236-A89C-734A1B22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2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F355A-C016-4457-B875-2E520DEDC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B193-3C5F-4E88-9CD1-AC8394569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C9780-5A2B-49E7-8C38-C50753A8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435A-0F4D-4320-A6B2-CEDF5071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E28E-67E5-48A9-BF1E-C879B184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4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F69EDC-9F4D-46C6-BCAC-E7F16C86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12E47-8E2B-465E-81E5-77F08950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2518B-A989-4311-8A00-F47F7B9DB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1FDBB-FF1B-4826-B387-6841F54BD3EB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79346-F4CF-4827-AC75-990D29BB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D285B-9CBC-41B7-8303-CE039488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45385-63DF-437A-A473-719C7253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0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#144A Now Blessed Be the LORD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543050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Now blessed be the LORD,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rock of strength and might,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who trains my hands for war,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fingers for the fight.</a:t>
            </a:r>
            <a:endParaRPr lang="en-CA" sz="3000" dirty="0">
              <a:solidFill>
                <a:prstClr val="black"/>
              </a:solidFill>
            </a:endParaRPr>
          </a:p>
          <a:p>
            <a:pPr lvl="0" algn="ctr"/>
            <a:r>
              <a:rPr lang="en-CA" sz="3000" dirty="0">
                <a:solidFill>
                  <a:prstClr val="black"/>
                </a:solidFill>
              </a:rPr>
              <a:t>My saving love and fort is he,</a:t>
            </a:r>
          </a:p>
          <a:p>
            <a:pPr lvl="0" algn="ctr"/>
            <a:r>
              <a:rPr lang="en-CA" sz="3000" dirty="0">
                <a:solidFill>
                  <a:prstClr val="black"/>
                </a:solidFill>
              </a:rPr>
              <a:t>my </a:t>
            </a:r>
            <a:r>
              <a:rPr lang="en-CA" sz="3000" dirty="0" err="1">
                <a:solidFill>
                  <a:prstClr val="black"/>
                </a:solidFill>
              </a:rPr>
              <a:t>tow’r</a:t>
            </a:r>
            <a:r>
              <a:rPr lang="en-CA" sz="3000" dirty="0">
                <a:solidFill>
                  <a:prstClr val="black"/>
                </a:solidFill>
              </a:rPr>
              <a:t> and shield to whom I flee,</a:t>
            </a:r>
          </a:p>
          <a:p>
            <a:pPr lvl="0" algn="ctr"/>
            <a:r>
              <a:rPr lang="en-CA" sz="3000" dirty="0">
                <a:solidFill>
                  <a:prstClr val="black"/>
                </a:solidFill>
              </a:rPr>
              <a:t>subduing peoples under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2.</a:t>
            </a:r>
            <a:r>
              <a:rPr lang="en-CA" sz="2800" dirty="0">
                <a:solidFill>
                  <a:prstClr val="black"/>
                </a:solidFill>
              </a:rPr>
              <a:t> O LORD, what then is man,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that you consider him –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son of man, that you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should still remember him?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Man’s life is like a breath of wind;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days are quickly at an end,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as passing shadows soon are spent.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1485900" y="1495425"/>
            <a:ext cx="9220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From heaven stretch your hand;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reach down to rescue me,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save me from the floods,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from strangers set me free,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whose mouths are full of empty lies,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whose right hand falsehood will devise,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 hand which falsely testifies.</a:t>
            </a: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909E59-DBAC-4C2C-BAC3-169A4E21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829B3-F76A-40E8-81D6-F5E9C5EE1721}"/>
              </a:ext>
            </a:extLst>
          </p:cNvPr>
          <p:cNvSpPr txBox="1"/>
          <p:nvPr/>
        </p:nvSpPr>
        <p:spPr>
          <a:xfrm>
            <a:off x="1843087" y="1600200"/>
            <a:ext cx="85058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5. I sing to you, O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 new song I will raise;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upon a ten-stringed harp,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song for you I play.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You give to kings the victory;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you set your servant David free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from brutal swords of cruelty.</a:t>
            </a:r>
          </a:p>
        </p:txBody>
      </p:sp>
    </p:spTree>
    <p:extLst>
      <p:ext uri="{BB962C8B-B14F-4D97-AF65-F5344CB8AC3E}">
        <p14:creationId xmlns:p14="http://schemas.microsoft.com/office/powerpoint/2010/main" val="167765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2020-11-14T23:02:22Z</dcterms:created>
  <dcterms:modified xsi:type="dcterms:W3CDTF">2020-11-14T23:02:35Z</dcterms:modified>
</cp:coreProperties>
</file>