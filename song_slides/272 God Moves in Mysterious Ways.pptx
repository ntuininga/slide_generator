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2D8A9-5D31-49B9-9CF6-7C5DB6E24FC2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5FF4E-2A64-4710-8FA5-E4AAE6DF1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9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B4C4-56AD-357E-D18D-2FCD15345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BB491-0704-326D-7521-34CB88DBC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C7563-853A-040E-4E22-B51597B1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5D00-DE77-43B7-9430-99AA35442B8F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1BAF-EBAA-4EC0-CA33-542CAAB3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680DF-57B4-EEA7-8DB2-CE2B9F02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7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25A6-DF89-6F38-EDF3-AB508058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2365-6EE3-E760-BF33-A311E4A9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9BCE-6AAE-8530-49D2-189620E2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93B0-0178-490A-AF5C-4B4DB2693669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AF049-85D0-A6AB-18BD-5F15C316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357B-CFB1-5482-B578-8AE3950E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9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B1C5-36FA-C07B-6280-371C9FD4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22DA7-8DB7-F1DB-20DA-141BC951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B405D-FD16-D1E8-1501-F452913E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D0F72-C97B-4C5E-AD2A-F65B038EF572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3984-B402-971F-656A-B1722F360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8572F-8E76-36E3-B944-972CDFC1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5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6FC7-F2D5-A8C1-811C-4F8FA3BC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38AE6-5C55-A45E-02E5-2A8125AD4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9087B-6A39-1089-51C2-0B892AE07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9CCE1-3B67-402C-C87A-B1FA75E0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C18-DB5E-4683-925B-DF4BFBFDB8D8}" type="datetime1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5386B-2E75-F99D-A3E8-1B5842A8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59BF0-0F99-0EED-0444-945CDBD0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1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FBF-6868-50C7-313D-69258464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62827-A961-739B-BF76-FD940B476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83298-3599-A650-ED0A-3A7C0C8B2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85BC9-F4CB-38EC-EF8F-5BB63DD3B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DF353-2154-3F8E-F52C-B147766F8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838F1-7147-8D7C-B846-02A688C2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345DA-AFE4-4DED-8C36-E1079759C28A}" type="datetime1">
              <a:rPr lang="en-US" smtClean="0"/>
              <a:t>12/29/2023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CBFF3-3A4A-54A6-6B6D-10F156D7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04423-71A2-12AA-9798-3CB61601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9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35E0-403D-8CF2-24C1-CE447D8F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615D8-7B68-7006-58B7-12F59970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EB33-A40B-4F5E-8BC6-E4878C984BD3}" type="datetime1">
              <a:rPr lang="en-US" smtClean="0"/>
              <a:t>12/29/2023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A5EC6-936C-AE38-A4DC-2428EBFC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82C98-1E6B-F5F7-E343-491E9D2B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03D63-95F6-891D-BCD1-2D9361FF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95988-0494-4B2D-BF38-50E26EE85834}" type="datetime1">
              <a:rPr lang="en-US" smtClean="0"/>
              <a:t>12/29/2023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EE5E4-1255-8EB4-8132-508A006E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98F29-3D43-7726-233C-55F6FFDD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7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D8954-C133-122A-4338-4E7C8332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DE1D7-82FD-830A-E73E-DC8E507E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47A1C-14FF-BA80-2B2B-019B31BC1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4E09C-0E37-1E0D-3287-1B0F6F54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FEB6-49B7-4EE4-8B54-E50956FCE75B}" type="datetime1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FBB00-E0AA-56F9-14AB-E9EBA3D8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9E648-A397-B09F-0A40-054EFBAC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0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55A-A2C3-25D1-7760-883BE036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1C345-05B0-F599-47AF-554F129B1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58A34-BDBB-7490-A559-489FF773E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4F0D6-8D65-46DB-1697-640A247A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D1175-80D3-4DA5-954B-13250BDEFF53}" type="datetime1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D3675-AC1F-9FC9-8CE0-40BFF72F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80E2E-CBF7-7DC9-230D-AA03B74E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8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9109-D17C-3482-17AC-9235571B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9D99F-7CD6-658D-36C3-321374FBC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D243C-8609-B398-FEEB-1A7380EB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15CB-9FDA-4F6F-BAE2-11D2C04523AD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6CEF3-BB48-6D16-DA89-F373FBC9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931A-B6DA-678E-64E2-29D29F77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1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42FFED-2589-E2AC-36E2-ABBFA2C12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579B6-D3EE-E316-90FB-C855A6059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A3497-65F2-332C-2C35-97D6BF83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85E3-87BD-4F7C-9B4D-2AB3FB8D99DB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8303-3C3A-6EBD-490E-D5CFAC7F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F4F6F-5DB2-D0A8-A787-92B10DDA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6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3E5E6-89BB-6A9F-9593-D55E0878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CFDC6-D319-60DB-AEF5-055DCC8D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82B6A-4B98-95BC-D256-101BD05EB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71E7D-F871-40CA-A5C9-EE01B7F37C3A}" type="datetime1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CEA5-0B9B-366A-BA98-936337D17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81F34-2E26-0C4F-1E8E-8D08C7D27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8C404-5B30-49DE-8ED9-28FA357FB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9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FCCA-FDA6-5F7F-8DB0-1E91782D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#272 I Heard the Voice </a:t>
            </a:r>
            <a:r>
              <a:rPr lang="en-US" i="1"/>
              <a:t>of Jesus Say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9935-5C2A-1FDF-FF17-99D8DA7A7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I heard the voice of Jesus say,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"Come unto me and rest;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lay down, O weary one, lay down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head upon my breast."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came to Jesus as I was,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weary and worn and sad;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found in him a resting place,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he has made me glad.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98D34-807C-F59E-5996-5232DAC7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7991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EE02-C252-901D-3D96-1F3F8E35B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I heard the voice of Jesus say,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"Behold, I freely give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living water; thirsty 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stoop down and drink, and live."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came to Jesus, and I drank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that life-giving stream;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thirst was quenched, my soul revived,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now I live in him.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874DC-4597-BA7E-F57B-0764D916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9176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74950-7659-DEC7-1195-8DF392AC1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 heard the voice of Jesus say,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"I am this dark world's Light;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look unto me, your morn shall rise,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all your days be bright."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looked to Jesus and I found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him my Star, my Sun;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in that light of life I'll walk,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'til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trav'ling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days are done.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40CFC-9247-6F32-8400-99FD588E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318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#272 I Heard the Voice of Jesus Say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#272 God Moves in Mysterious Ways</dc:title>
  <dc:creator>Neil Tuininga</dc:creator>
  <cp:lastModifiedBy>Neil Tuininga</cp:lastModifiedBy>
  <cp:revision>2</cp:revision>
  <dcterms:created xsi:type="dcterms:W3CDTF">2023-08-25T21:08:23Z</dcterms:created>
  <dcterms:modified xsi:type="dcterms:W3CDTF">2023-12-30T03:27:49Z</dcterms:modified>
</cp:coreProperties>
</file>