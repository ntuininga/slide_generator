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41E48-552F-405C-B13D-52FC5321E174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8A528-9700-4B8A-BA07-8547C479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4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9EE8C-1ACF-AEF8-3DDE-C3E0E66B7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463C2-0DC0-2726-AF5B-43B782ECE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651BB-6F01-F819-B3E5-9C7BCA102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4FF5-5A24-46BD-9E4D-73606236BE51}" type="datetime1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13C2C-5EB8-EBCB-BE05-832F63424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Psaltker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BF8C8-8A38-1E79-A71D-1AF45E55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C689-7AD3-4E3E-B5E6-D03DE6FCB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60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2B97-4084-9231-A294-C2468AED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078DD-E94E-1B73-0CBA-0A78B1D2C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D25FF-35C0-A4EA-6CD4-568C146F7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BBD40-F1E1-4866-A2F0-E0228E6B661C}" type="datetime1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9E148-617E-2C7E-34C8-2DA590CA7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Psaltker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D7D6E-CD4D-6273-13AA-A9C68A75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C689-7AD3-4E3E-B5E6-D03DE6FCB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926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A46D-69E8-5B60-44E9-D1DD82CB5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07442-C27F-C990-2E76-B86C9878E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13237-AEA0-B1AD-9BB2-ECC550168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DD18-80E2-4F2F-9F70-39A394D3CA50}" type="datetime1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407D9-4026-4647-6E71-905EDA63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Psaltker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01B5F-FBBE-F680-DFCC-AAF4DA09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C689-7AD3-4E3E-B5E6-D03DE6FCB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7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16BB0-DA1C-1CE3-334F-2C0FA9DAB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65AB6-8111-249E-7DE6-069C2E5508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70456-B9D7-1EA1-27F6-1AD966431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17D7B-E174-2BF6-97EF-88857C90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FBC5-6794-4025-BC99-FF5A7B0EB87C}" type="datetime1">
              <a:rPr lang="en-US" smtClean="0"/>
              <a:t>10/14/2022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664FA-BA8F-DD3B-5F98-C35526DD7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Psaltker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F9CC5-A5F3-105B-BECE-92F3CB33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C689-7AD3-4E3E-B5E6-D03DE6FCB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24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9078-D00A-D86F-3E92-168A26452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79270-1A44-31DA-EAB3-19BF90939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5DB3C-EFAD-7BDD-8BB3-B7390875D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FDBB91-94DB-9449-FD3E-BB4AAFD29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A8C98C-DAC3-20AD-B7B9-9D90E0275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13C9D3-94A6-FEA8-5AD0-DF8253D67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07687-1488-4A31-902E-82A04B2DCEAA}" type="datetime1">
              <a:rPr lang="en-US" smtClean="0"/>
              <a:t>10/14/2022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F285FA-D664-B6C0-3E59-A3B5917C4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Psaltker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CE5EA-0D6D-7607-E0B4-6745E426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C689-7AD3-4E3E-B5E6-D03DE6FCB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5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67C98-1674-B5F9-867D-DBEBAC9AB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E21BBB-9858-C9A6-F2B3-3125521D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0FD12-4245-4BAD-B823-42002BE31A12}" type="datetime1">
              <a:rPr lang="en-US" smtClean="0"/>
              <a:t>10/14/2022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7FDC6-19E9-62B5-08DD-282537A10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Psaltker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1A5C3-A6B7-DC2B-F693-8D4D8BDB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C689-7AD3-4E3E-B5E6-D03DE6FCB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8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286BA-B1C8-CC1C-8470-2CC03FB7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48732-EAA8-4AF0-8ECF-72F11E99A714}" type="datetime1">
              <a:rPr lang="en-US" smtClean="0"/>
              <a:t>10/14/2022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32B0C7-17FD-7675-A28D-E954C85DD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Psaltker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68699-8657-6C14-CF5E-BA871610C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C689-7AD3-4E3E-B5E6-D03DE6FCB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8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40FC3-5AF3-1580-6813-B56E5827F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364E9-8E6C-8358-C826-35B3C6D65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D3A90-A0BC-F94A-175A-570FB3CAB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5BD29-E698-7545-9401-9D6643652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0767-4BD3-49EB-AE9D-FDB34259D93D}" type="datetime1">
              <a:rPr lang="en-US" smtClean="0"/>
              <a:t>10/14/2022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C0453-2B43-24FE-E851-90D93E202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Psaltker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C985C-B9AF-A929-1B0F-145DE584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C689-7AD3-4E3E-B5E6-D03DE6FCB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6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F5084-723A-6D18-F534-817AA53C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773003-C142-283A-3F00-E615D153C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44597-9AE6-BF0E-909A-82B5A1875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72F46-C999-B304-0BB6-6559DA895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F8E5C-9D66-4E64-9736-A2BEF8082345}" type="datetime1">
              <a:rPr lang="en-US" smtClean="0"/>
              <a:t>10/14/2022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4BBDE-C26E-7514-7183-4DB34B4FB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Psaltker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204E0-D70A-F3B8-F6DF-75D18042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C689-7AD3-4E3E-B5E6-D03DE6FCB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57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AD66-1AEC-0C4C-7B58-A068B541A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3CE87-7DA3-33F9-FE71-7EFE04F2F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9B6AC-4E31-F2CF-2F79-3A0A6BF3F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12A9-4522-48D9-A19C-E97C7D6B6A87}" type="datetime1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ED835-ED58-E142-890B-757AEB4F1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Psaltker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1079A-DA51-A7DD-6BDD-6AB980045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C689-7AD3-4E3E-B5E6-D03DE6FCB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90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513747-81B8-F0C0-0E83-A3E898606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D90DC-DB6E-EC72-A6B0-105DECA6D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32621-E3A1-2997-6CA8-D4F2F550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E38A5-27FD-4095-B62C-3101817D690D}" type="datetime1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887E1-6C2D-86E5-F9C3-56FEFD58A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Psaltker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FB3C5-A14D-41EA-A5A0-A3E9B2B0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C689-7AD3-4E3E-B5E6-D03DE6FCB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32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6F6B5F-AB49-E776-EC8C-6F71AE8CF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37361-5758-8E3D-23C5-0D797320F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72924-9C10-2991-A975-B864B69F6A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0772F-EFD4-4A94-8089-029E65391D1C}" type="datetime1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9FA03-2A09-F0C3-2AD2-E8B731081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Psaltker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A85BB-9969-3617-E522-8F4705541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8C689-7AD3-4E3E-B5E6-D03DE6FCB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7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3C90F-6C2A-138A-6A4F-57456A4EB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#240 O Love of God, How Strong and True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D03F5-788B-1A69-B303-387DF2DF6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O love of God, how strong and true,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eternal and yet ever new,</a:t>
            </a:r>
            <a:br>
              <a:rPr lang="en-US" dirty="0"/>
            </a:br>
            <a:r>
              <a:rPr lang="en-US" b="0" i="0" dirty="0" err="1">
                <a:solidFill>
                  <a:srgbClr val="222222"/>
                </a:solidFill>
                <a:effectLst/>
              </a:rPr>
              <a:t>uncomprehended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and unbought,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beyond all knowledge and all thought!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 love of God, how deep and great,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far deeper than man's deepest hate;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self-fed, self-kindled like the light,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changeless, eternal, infinite.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6175E-F0AB-AE44-C6DA-3D4942BAF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Psaltker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07706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B8345-A07E-ACD7-04AE-3046BA4F1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O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heav'nly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love, how precious still,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days of weariness and ill,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nights of pain and helplessness,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heal, to comfort, and to bless!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 wide-embracing, wondrous love!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 read you in the sky above,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 read you in the earth below,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seas that swell and streams that flow.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DEA4C-986D-D06E-FB2E-4DF33AA5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Psaltker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01379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0E38F-2EAE-1B59-60C2-B4317F802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We read you best in him who came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bearing for us the cross of shame;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sent by the Father from on high,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our life to live, our death to die.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 read your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to bless and save,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e'en in the darkness of the grave;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still more in resurrection light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 read the fullness of your might.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F4C26-08CF-9103-D146-0C2E935D7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Psaltker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109775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9C5DB-6F74-9668-7A2C-C589BAD9E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O love of God, our shield and stay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through all the perils of our way!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Eternal love, in you we rest,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forever safe, forever blest.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 will exalt you, God and King,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we will ever praise your name;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 will extol you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day,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evermore your praise proclaim.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18F2B-2FCE-C777-6650-10EA3C043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Psaltker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64419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328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#240 O Love of God, How Strong and True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#240 O Love of God, How Strong and True</dc:title>
  <dc:creator>Neil Tuininga</dc:creator>
  <cp:lastModifiedBy>Neil Tuininga</cp:lastModifiedBy>
  <cp:revision>1</cp:revision>
  <dcterms:created xsi:type="dcterms:W3CDTF">2022-10-14T23:16:37Z</dcterms:created>
  <dcterms:modified xsi:type="dcterms:W3CDTF">2022-10-14T23:22:13Z</dcterms:modified>
</cp:coreProperties>
</file>