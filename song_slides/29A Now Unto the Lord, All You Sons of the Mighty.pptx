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</p:sldIdLst>
  <p:sldSz cx="12192000" cy="6858000"/>
  <p:notesSz cx="7772400" cy="100584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CA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CA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anchor="ctr">
            <a:noAutofit/>
          </a:bodyPr>
          <a:p>
            <a:pPr>
              <a:lnSpc>
                <a:spcPct val="9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>
            <a:noAutofit/>
          </a:bodyPr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6858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1430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6002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4" marL="20574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pPr>
              <a:lnSpc>
                <a:spcPct val="100000"/>
              </a:lnSpc>
            </a:pPr>
            <a:fld id="{D1FB34EB-D0F1-4B83-A63B-B5B397589EF9}" type="datetime1">
              <a:rPr b="0" lang="en-US" sz="1200" spc="-1" strike="noStrike">
                <a:solidFill>
                  <a:srgbClr val="8b8b8b"/>
                </a:solidFill>
                <a:latin typeface="Calibri"/>
              </a:rPr>
              <a:t>08/05/2023</a:t>
            </a:fld>
            <a:endParaRPr b="0" lang="en-CA" sz="12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St. 1 The Psalter, 1912; alt St. 2-5, Book of Psalms, 1871; alt; rev 2004 used by permission</a:t>
            </a:r>
            <a:endParaRPr b="0" lang="en-CA" sz="12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0E7A5C3A-07AA-4996-AEC4-6A917A9D9D56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CA" sz="12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Shape 1"/>
          <p:cNvSpPr txBox="1"/>
          <p:nvPr/>
        </p:nvSpPr>
        <p:spPr>
          <a:xfrm>
            <a:off x="174960" y="365040"/>
            <a:ext cx="119264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9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#29A Now Unto the Lord, All You Sons of the Mighty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TextShape 2"/>
          <p:cNvSpPr txBox="1"/>
          <p:nvPr/>
        </p:nvSpPr>
        <p:spPr>
          <a:xfrm>
            <a:off x="838080" y="2113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p>
            <a:pPr algn="ctr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i="1" lang="en-US" sz="2800" spc="-1" strike="noStrike">
                <a:solidFill>
                  <a:srgbClr val="222222"/>
                </a:solidFill>
                <a:latin typeface="Calibri"/>
              </a:rPr>
              <a:t>1</a:t>
            </a:r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. Now unto the LORD, all you sons of the mighty,</a:t>
            </a:r>
            <a:br/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all glory and strength and dominion accord;</a:t>
            </a:r>
            <a:br/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ascribe to him glory, and render him honor.</a:t>
            </a:r>
            <a:br/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In beauty of holiness worship the LORD,</a:t>
            </a:r>
            <a:br/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in beauty of holiness worship the LORD.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TextShape 3"/>
          <p:cNvSpPr txBox="1"/>
          <p:nvPr/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St. 1 The Psalter, 1912; alt</a:t>
            </a:r>
            <a:endParaRPr b="0" lang="en-CA" sz="1200" spc="-1" strike="noStrike">
              <a:latin typeface="Times New Roman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St. 2-5, Book of Psalms, 1871; alt; rev 2004 used by permission</a:t>
            </a:r>
            <a:endParaRPr b="0" lang="en-CA" sz="12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Shape 1"/>
          <p:cNvSpPr txBox="1"/>
          <p:nvPr/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p>
            <a:pPr algn="ctr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i="1" lang="en-US" sz="2800" spc="-1" strike="noStrike">
                <a:solidFill>
                  <a:srgbClr val="222222"/>
                </a:solidFill>
                <a:latin typeface="Calibri"/>
              </a:rPr>
              <a:t>2</a:t>
            </a:r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. The voice of the LORD is above all the waters;</a:t>
            </a:r>
            <a:br/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in thunder the God of all glory draws nigh.</a:t>
            </a:r>
            <a:br/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Lo, over the waves of the billowing waters</a:t>
            </a:r>
            <a:br/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the LORD is enthroned in his glory on high!</a:t>
            </a:r>
            <a:br/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The LORD is enthroned in his glory on high!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5" name="TextShape 2"/>
          <p:cNvSpPr txBox="1"/>
          <p:nvPr/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St. 1 The Psalter, 1912; alt St. 2-5, Book of Psalms, 1871; alt; rev 2004 used by permission</a:t>
            </a:r>
            <a:endParaRPr b="0" lang="en-CA" sz="12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Shape 1"/>
          <p:cNvSpPr txBox="1"/>
          <p:nvPr/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p>
            <a:pPr algn="ctr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i="1" lang="en-US" sz="2800" spc="-1" strike="noStrike">
                <a:solidFill>
                  <a:srgbClr val="222222"/>
                </a:solidFill>
                <a:latin typeface="Calibri"/>
              </a:rPr>
              <a:t>3</a:t>
            </a:r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. The voice of the LORD is almighty in power;</a:t>
            </a:r>
            <a:br/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the voice of the LORD in full majesty speaks:</a:t>
            </a:r>
            <a:br/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the voice of the LORD breaks the Lebanon cedars,</a:t>
            </a:r>
            <a:br/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and like a young calf he makes Lebanon skip,</a:t>
            </a:r>
            <a:br/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and like a young ox he makes Sirion leap.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TextShape 2"/>
          <p:cNvSpPr txBox="1"/>
          <p:nvPr/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St. 1 The Psalter, 1912; alt St. 2-5, Book of Psalms, 1871; alt; rev 2004 used by permission</a:t>
            </a:r>
            <a:endParaRPr b="0" lang="en-CA" sz="12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Shape 1"/>
          <p:cNvSpPr txBox="1"/>
          <p:nvPr/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p>
            <a:pPr algn="ctr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i="1" lang="en-US" sz="2800" spc="-1" strike="noStrike">
                <a:solidFill>
                  <a:srgbClr val="222222"/>
                </a:solidFill>
                <a:latin typeface="Calibri"/>
              </a:rPr>
              <a:t>5</a:t>
            </a:r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. And all in his temple, in worship, cry "Glory!"</a:t>
            </a:r>
            <a:br/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The LORD rules the flood and his reign shall ne'er cease.</a:t>
            </a:r>
            <a:br/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O may the LORD strengthen his people forever:</a:t>
            </a:r>
            <a:br/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O may the LORD bless all his people with peace!</a:t>
            </a:r>
            <a:br/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The LORD blesses all of his people with peace!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TextShape 2"/>
          <p:cNvSpPr txBox="1"/>
          <p:nvPr/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St. 1 The Psalter, 1912; alt St. 2-5, Book of Psalms, 1871; alt; rev 2004 used by permission</a:t>
            </a:r>
            <a:endParaRPr b="0" lang="en-CA" sz="12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LibreOffice/7.0.4.2$Linux_X86_64 LibreOffice_project/00$Build-2</Application>
  <AppVersion>15.0000</AppVersion>
  <Words>338</Words>
  <Paragraphs>10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2022-11-18T17:10:58Z</dcterms:created>
  <dc:creator>Neil Tuininga</dc:creator>
  <dc:description/>
  <dc:language>en-CA</dc:language>
  <cp:lastModifiedBy/>
  <dcterms:modified xsi:type="dcterms:W3CDTF">2023-08-05T17:54:08Z</dcterms:modified>
  <cp:revision>4</cp:revision>
  <dc:subject/>
  <dc:title>#29A Now Unto the Lord, All You Sons of the Mighty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4</vt:i4>
  </property>
</Properties>
</file>