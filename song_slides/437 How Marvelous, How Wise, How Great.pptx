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C2F1-B204-42A3-99BC-0C931A6A7C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B807E6-CF20-4CB5-ACB9-B2B3167744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752CDE-A18B-4A7F-99F1-86522433C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81462B-5EED-4645-A5BD-D0C3010C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D1CEBA-BC30-41CB-B57C-48DE3D29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789890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9FA20-3582-4F72-9F12-1AC3B7E5E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A1649-4D1E-4D78-BE18-06288B728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D35C8C-E834-496D-990D-7B678ADC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6B02D3-480C-4E7B-A3BD-B74E2BBDC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084BA2-BB27-42CA-8593-F31746C6A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7787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3078C-D0AA-4660-A5B1-5E9A234E7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BD8E8-0166-474F-AE49-BC4C436CA2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D0D532-47E5-4902-9A30-B8A213E065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7074B-19F9-48DF-B5BE-7DEF2C6608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92C802-D2B0-42C1-A808-31363EB8C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92015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91389-E47A-43E2-97D6-CC54BC0DE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946214-82BE-4BCC-8F75-2CB7080720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CE82E5-0940-4310-B938-678CD2BAEC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53C8E-E9F6-42AF-9508-DC19248F0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8F7214-C378-4A4C-93FC-FE3F8CC75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AEB72-C513-4025-9DCE-D4838F8B5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66741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72406-6C82-4BC5-BF37-8D482DE37B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5F2A8A-A6F5-4916-B652-401D9DB5C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83E08A-005E-4BFD-9050-22F1D9E857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374A09-0CE2-46C3-B532-91F6C5AF08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80BBF9-4BDF-4F5A-9605-3B386C4C8C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A314F0-1CEF-45E3-92F8-ED3798405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0D2F3B-F33C-457C-B2D4-6ECCCD7EE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D7D545-048A-47F3-865C-7F443570E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45032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2541-6ED0-4523-97B9-367BA2BF1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34D359-5E36-43EF-B29C-179C1167D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5159794-EE12-47D4-85A9-A209E1813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206A3F-3B9E-4126-B505-844416469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56736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1E2B9E-A7CB-4EE0-91DB-D4A5FF2D1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334A6A-F41B-41F6-A22F-9CBDA3330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B7081-757A-4AA1-BB53-9C2B3E7E26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9701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52402-E809-4BCF-AB4E-507239F74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51C66B-97C0-49BE-A8E5-784B433C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B76753-713A-45CF-9BD8-07065E8753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E025A7-8FAE-42EB-B691-6B72F2CC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B44C4F-9756-4757-8CCD-74658FEF3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C2FFA-7A4A-4EF2-85CB-009344748C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81238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C58F1-655D-43ED-9056-47CCB9220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06407B-5597-4F1A-B7D3-C752B5AC7D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E04E1F-03D5-4DEA-8464-17132415E8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B8F0EE-C871-4F1A-BAFC-7EA664A6A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278C11-39F2-4FE5-8B53-2A1C5FF7C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BDAD94-34B8-4C20-A888-1A3461A72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012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30FD-FC7F-45F5-9B82-5F836B0EB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B28F47-2E18-4668-AD2B-72FA70EA39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AC8A4F-AEA8-4D68-BCA2-80086C9B8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134B3-057C-49A5-9E8D-3FDA5C0E2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155521-36B9-45CA-A76A-714507405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06669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2101FC-036A-4473-9124-8E67B59E8C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0EAF3F-86D3-4FBA-9B47-9880F382E2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6CA28-DF94-487D-BBDA-E9CB37071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022F4-1076-4329-83AB-5B45647AFE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FF7C3-8F8C-4644-9C91-8D9F0F293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40690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32FB6-F24C-4E04-9174-3DEB63433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21955B-F9E5-4E85-86C8-F3E9CDBBF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A33A78-B22E-429E-9126-3B0BC91311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8CDA1C-FC46-4C54-B0D5-8F566AE4F64D}" type="datetimeFigureOut">
              <a:rPr lang="en-CA" smtClean="0"/>
              <a:t>2021-09-03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EE2BC-FFDA-446B-A26D-B63E1D37E0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D135FA-363A-4BCE-980F-C48474DB3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B3802-1491-4DE8-A5F1-955440D36CD0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860681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D2713AF-52E8-4E78-B754-C10D07D3F312}"/>
              </a:ext>
            </a:extLst>
          </p:cNvPr>
          <p:cNvSpPr txBox="1"/>
          <p:nvPr/>
        </p:nvSpPr>
        <p:spPr>
          <a:xfrm>
            <a:off x="759618" y="171450"/>
            <a:ext cx="1067276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44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#437 How Marvelous, How Wise, How Great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325C04-2277-483C-8408-DC508206EB7F}"/>
              </a:ext>
            </a:extLst>
          </p:cNvPr>
          <p:cNvSpPr txBox="1"/>
          <p:nvPr/>
        </p:nvSpPr>
        <p:spPr>
          <a:xfrm>
            <a:off x="1176336" y="2090172"/>
            <a:ext cx="983932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marvelous, how wise, how great,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infinite to contemplate: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Jehovah’s saving plan.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saw me in my lost estate,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yet purposed to regenerate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this faithless, fallen man.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22666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310734F-30ED-4E87-BB06-2114C243086F}"/>
              </a:ext>
            </a:extLst>
          </p:cNvPr>
          <p:cNvSpPr txBox="1"/>
          <p:nvPr/>
        </p:nvSpPr>
        <p:spPr>
          <a:xfrm>
            <a:off x="1628775" y="2090172"/>
            <a:ext cx="893445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Foreknown before the world began,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according to his gracious plan,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destined I must be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conformed to Jesus Christ, the man,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lived and loved as no man can: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 glorious decree.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7165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3A8080C-86B6-4710-83B0-9CC6FE7C0E35}"/>
              </a:ext>
            </a:extLst>
          </p:cNvPr>
          <p:cNvSpPr txBox="1"/>
          <p:nvPr/>
        </p:nvSpPr>
        <p:spPr>
          <a:xfrm>
            <a:off x="1852612" y="2090172"/>
            <a:ext cx="84867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He bore my sin on Calvary’s tree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righteousness bestowed on 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that I might see his face.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God justified me, set me free,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glorified I soon will be: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marvelous this grace.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75446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A950F4B-9C4D-4E0D-862C-1CA9F73AFBAB}"/>
              </a:ext>
            </a:extLst>
          </p:cNvPr>
          <p:cNvSpPr txBox="1"/>
          <p:nvPr/>
        </p:nvSpPr>
        <p:spPr>
          <a:xfrm>
            <a:off x="2043112" y="2090172"/>
            <a:ext cx="810577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What have I now but to embrace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God who saved me from disgrace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love him evermore,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with contentment run my race,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my eyes fixed ever on his face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praise him and adore.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593365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169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2021-09-03T20:56:09Z</dcterms:created>
  <dcterms:modified xsi:type="dcterms:W3CDTF">2021-09-03T20:57:36Z</dcterms:modified>
</cp:coreProperties>
</file>