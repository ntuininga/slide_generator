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170B5-7AD8-4E2C-B89D-575DA56F28D5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4CF8C-35AE-4A03-BDCA-2ACBE6877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8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84B4-D89B-CB23-DA6B-E7AC3F7D2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F4EA-6AEC-B90F-6600-2562B37B9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2EFF3-3F0D-7339-2EE7-5C3C6A11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6A6AF-A016-4552-ABE8-439DB4789595}" type="datetime1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2CEB6-C707-7255-DB1A-1AC99B3B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C6B9-9A25-ECEC-F582-BFCC773D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3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0C82-940D-5C7E-B694-50235D53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F3A6C-38B3-9648-7A47-CDADF909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E063-1B6E-2A92-AA40-676D0194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87DC-9160-423E-A9C2-B96B6E9CEACE}" type="datetime1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F11B0-2C01-0CBF-5A64-C0034A36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0F489-9744-7454-0314-E4F7CE5C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3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223B-3667-D6D5-C8DC-2F5558BF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BD8DF-96B8-511C-0006-7DF47008C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400E9-E14F-2015-93DA-5A970F63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E74A-3BD8-4B48-A7C7-E220115A270B}" type="datetime1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298E2-F598-E8AA-01F2-31EC6E9E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63F9C-67EF-BADC-0C42-5F0056C7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7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6761-33FC-5062-65ED-1A0AEF88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AB29C-1A73-AF76-E4B0-398429AE2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853F6-39D4-DCC0-EBA8-144526BD0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87374-25DC-E96C-C59A-8F933A65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AF144-7513-4D70-AE23-0C9D3863E416}" type="datetime1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36D65-E2EE-B736-D5DB-95136DF4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CDDB0-634C-A39E-2248-07708053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8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CEC7-BD7C-5FA5-0AD0-82F556C1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20AC-87A9-10E9-2001-F34B84AC4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1BB3D-BFB2-FAF1-95A5-70948DAF7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7CCBD-0D9C-0530-5B3B-B059CF8C6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D4393-4B93-75C1-75E3-F392C5DF0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DA203-E5EE-775C-8003-7124715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776D-5046-45D1-A925-6FEF47E0D824}" type="datetime1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4D748-94D0-B010-6AC5-197C3FD8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923CBF-4232-A78D-1002-A8D9EB54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0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C96B-4C97-4EBE-708D-8233FABB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8EF61-46C2-F9EB-1AFF-39CEB424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4483-5660-4333-85A0-F0BE8331BEFA}" type="datetime1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1CCF1-B3C8-93B2-F3BB-899DADEF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A9512-EF45-3150-DF46-E1164E7A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8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E0AA1-9C97-09CC-11FA-F1FB8E89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05B4-3C8B-4697-813D-CF8D62B2F059}" type="datetime1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1DFEE-11D1-99EE-F740-D4A34D34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42FD9-6A74-FC56-E4EE-DB521146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2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D7A0-D1F1-5DC4-2BD7-DE1FA81B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9E2D-91CA-9B6A-83A5-FEF3A53CA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7B1C0-48DA-8B34-EA18-6B7A8CBE2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EC135-AAFE-735A-44E5-CB4F8650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CD3A-23AC-438D-8AFB-617815B94BA0}" type="datetime1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7AC5E-28DE-D574-0766-7AB461C6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59DC6-C52D-4B03-666E-54603C0E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CF63-B964-5C18-218D-E3564C09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737DB-90BA-9D68-10D6-AB898CCC0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52AB5-980E-1FB6-524D-D2F9FDEE7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EFC71-1909-010F-0C7C-23FC666F3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5291C-E5B8-4350-8502-DC72ECE066DF}" type="datetime1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2B7A-3B46-E04D-3308-F5D33EEB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14DF4-A113-4D4F-C392-D41EB83B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9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3687-F884-FB60-637F-AAEFF096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F0018-F52F-9B3D-542F-A20C0E1D2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0DD9-A590-7FA2-E747-BF431A5F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C44AC-951A-4DCE-ADB0-187076107931}" type="datetime1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5BC7-3162-3E2A-8C99-5A030FE0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95FCF-8451-3F1A-8E5A-D0379CD3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8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51DD1-47EF-8EB1-CD03-1864F6142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C8652-D74E-9E53-64F0-2769FF802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47F2D-B5F6-B14D-495D-CAB52432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0DB5-8EAA-4C27-ABB7-F0F0F3DC942D}" type="datetime1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40E4F-322C-A70D-B174-880B3ABF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B6C88-6403-F079-1C28-CC2262F4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0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F5ED5-6609-57EE-BFF1-A2C9E5BF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D8291-4F73-161C-7BEB-FC02F3C7B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D7418-57F2-3B0D-0004-354261F86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AF054-4AE4-4C4C-9B2B-4CCE854D8797}" type="datetime1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B447-7217-D866-D9C4-CF0A62AE4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A5EA3-957E-C207-BC86-9A53D64D8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66244-CD82-462B-AD81-C2BC86595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3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604C-3F54-6735-2EEB-4D59CEFD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#431 And Can It Be That I Should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CC1B-919B-6FF9-3816-D50171136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And can it be that I should gain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int'rest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in the Savior's blood?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Died he for me, who caused his pain?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For me, who him to death pursued?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Amazing love! How can it be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thou, my God,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shouldst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die for me?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Amazing love! How can it be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thou, my God,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shouldst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die for me?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050A5-1DAA-073F-B1FE-1F892596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36714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10AEC-BB53-E7AF-3123-295F0343E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He left his Father's throne above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(so free, so infinite his grace!),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humbled himself (so great his love!)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bled for all his chosen race.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mercy all, immense and free;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for, O my God, it found out me.</a:t>
            </a:r>
          </a:p>
          <a:p>
            <a:pPr marL="0" indent="0" algn="ctr">
              <a:buNone/>
            </a:pPr>
            <a:endParaRPr lang="en-US" dirty="0">
              <a:solidFill>
                <a:srgbClr val="222222"/>
              </a:solidFill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 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Amazing love! How can it be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thou, my God,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shouldst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die for me?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173B7-7E5C-900E-ECDC-308D8F93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95572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B000-9640-18D2-0828-698B6CE0A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Long my imprisoned spirit lay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fast bound in sin and nature's night;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thine eye diffused a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quick'ning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ray;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woke, the dungeon flamed with light;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chains fell off, my heart was free;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rose, went forth, and followed thee.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Amazing love! How can it be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thou, my God,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shouldst</a:t>
            </a:r>
            <a:r>
              <a:rPr lang="en-US" b="0" i="0">
                <a:solidFill>
                  <a:srgbClr val="222222"/>
                </a:solidFill>
                <a:effectLst/>
              </a:rPr>
              <a:t> die for me?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10D81-3970-02F2-B863-BD5FC92E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93907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BE63F-5E74-C406-B44D-38B2346E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No condemnation now I dread;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Jesus, and all in him, is mine!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Alive in him, my living Head,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clothed in righteousness divine,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bold I approach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th'eternal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throne,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claim the crown, through Christ, my own.</a:t>
            </a:r>
          </a:p>
          <a:p>
            <a:pPr marL="0" indent="0" algn="ctr">
              <a:buNone/>
            </a:pPr>
            <a:endParaRPr lang="en-US" dirty="0">
              <a:solidFill>
                <a:srgbClr val="222222"/>
              </a:solidFill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 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Amazing love! How can it be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thou, my God,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shouldst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die for me?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A95DF-33C8-9D1C-F47A-3ABCA561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524898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#431 And Can It Be That I Should Gain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#431 And Can It Be That I Should Gain</dc:title>
  <dc:creator>Neil Tuininga</dc:creator>
  <cp:lastModifiedBy>Neil</cp:lastModifiedBy>
  <cp:revision>3</cp:revision>
  <dcterms:created xsi:type="dcterms:W3CDTF">2022-10-14T23:11:04Z</dcterms:created>
  <dcterms:modified xsi:type="dcterms:W3CDTF">2023-03-03T18:53:57Z</dcterms:modified>
</cp:coreProperties>
</file>