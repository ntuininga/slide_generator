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1C821-8E02-46B3-AC1C-3676C962BBFF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5051-9D43-4AB7-A307-B539CB48A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FFD5-8E7B-4C42-8343-FB5CA4150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71398-C379-4512-892A-3EF82A3B0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976C-2E43-4BEF-873B-71E7C70E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C7BC-96FD-4E91-982E-39D2FBB395D3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D04AA-2FC7-4303-9775-077F6E2B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47EB-F1F6-44BE-895E-CFDFD45E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05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C952-2235-4CEB-8823-7449CDE7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5FFE-D91F-47C2-9EEB-AEF87A92C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F58D9-356F-4EC3-BE4F-17326F06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38B-B7CE-4681-8400-EA93E57EF1F6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26D5-7FB4-498D-8F36-435F5B15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13D4D-1679-428E-9118-7AC0A1D4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3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F5A8-4B6E-4CE9-8831-F789DBEA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BE1CB-5E51-4796-B0FB-3D557FEB8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4C67-18A7-4253-A372-ED7CEC0F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C6CA5-FFDC-4FB8-ADF1-C069C6A95AAA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D398D-6D69-49F2-87FC-215574E6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97024-9A8B-46D3-BDA8-2EBE3FC0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3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68A6-0D3F-4198-9DD0-65039204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00B00-1E31-4F7E-9CAF-53172B5F8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3991A-72ED-406C-9081-1CE805C68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2E862-E747-4D3A-8BDE-9B21BA14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FD14-9A2E-403B-AB7A-7E05B9CF9B79}" type="datetime1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D5436-334C-4527-8D42-E3333A36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DAF02-8105-4920-A0BD-43CA072A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11A-123E-4223-B719-D418C8A5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1AB56-1C90-425F-90AF-2AC7BACF7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37BCD-A85A-4CB7-AB4A-71BF106E3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1C10E-F0B3-4274-9A48-8B52FA90D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0BBFF-BDE1-4F0F-88EC-A91D0B092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30B4F-29B6-40EC-87BD-9F05DEDB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CCAC-75E2-4B4D-9F53-0FEE905896F4}" type="datetime1">
              <a:rPr lang="en-US" smtClean="0"/>
              <a:t>7/1/2022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0F4AF-B6C8-4083-9872-F265DB27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7E821-91C4-4BFF-93BA-4B4DFBD9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7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AA23-5701-4DC2-BE6D-EA648A79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4038A-8964-4A32-B030-147C0F4A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3113-2DC9-4665-907C-558A54E48FF7}" type="datetime1">
              <a:rPr lang="en-US" smtClean="0"/>
              <a:t>7/1/2022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9B4D3-88A0-427E-8D6D-CD7E3C02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68346-C4AC-43D1-AF98-62711270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6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741DA-2B27-40FA-B1C5-67B038C8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07B3-5354-497A-A2FB-9DAB785FCF72}" type="datetime1">
              <a:rPr lang="en-US" smtClean="0"/>
              <a:t>7/1/2022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5D990-E88E-49E8-841A-CE58611E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AFDE0-8197-46D9-A511-9DE4BA82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2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CB14-D7FF-47E6-A988-5731D990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2534-925B-4B16-A808-1909701FB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6FEE4-56B4-4661-93C8-E80320AD3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86EAE-E776-4A1F-B4A0-7A0380AC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9D3C-5DCC-4C39-B954-09BA35325744}" type="datetime1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E8D47-1CD9-4149-A519-6E6CA3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F9FF0-0F57-41FD-9B3C-11E5A21B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3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6A0E-546A-47F9-9EF8-C3FECF88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AD3C0-F28C-4846-B0AD-32012A02D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6378A-C5A0-4ABA-98DD-C7F145313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242E3-6D4E-4005-8C8F-8A66CE5F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792A-A1B6-4DA3-A3AF-D8131AB6ADAA}" type="datetime1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7AC98-C026-4BBC-9336-8302200D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6B65E-A365-435D-A197-A501180D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6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BF6E-12BA-4BD5-A869-8F2DC8B87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0422F-9440-4B01-98D7-6F0561CF4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3B82B-53DF-4C63-BB37-97564E36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520A8-D8C1-40A0-99AD-F389CA70D68C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8FBBF-CC81-4CC1-949D-708CC1E7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7878-7E4E-42FD-9E4C-4311D233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94A5E-C5F1-46F8-9DE7-D4CF8A035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18316-A86A-403C-A1DB-C33D2305F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1930E-AFA6-4D9F-97BA-7D7E0F8A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C676-D303-4930-9027-455ACFCDCA37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D4FB0-A0F2-4ECD-BFD2-416A11F6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DD7B4-4004-4A92-A899-4F0901C8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5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873C9-7152-405F-816C-0CAECE9C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7976F-F7DF-414E-8D60-9321CD674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29F7D-2301-4A54-AA9D-B78903E4F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AD0C-3F10-4AD1-AC89-73BA18063C3F}" type="datetime1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3CC1E-5293-4A46-9459-9BA297D2F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1987 CRC Publications/Faith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2419E-CB16-4BAA-AA66-559F82BDC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9FFF5-F1C7-47D9-AEFF-DD060FC5E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4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Almighty Lord God, </a:t>
            </a:r>
          </a:p>
          <a:p>
            <a:pPr algn="ctr"/>
            <a:r>
              <a:rPr lang="en-US" sz="2800" dirty="0"/>
              <a:t>who judges the earth,</a:t>
            </a:r>
          </a:p>
          <a:p>
            <a:pPr algn="ctr"/>
            <a:r>
              <a:rPr lang="en-US" sz="2800" dirty="0"/>
              <a:t>Arise, give the proud </a:t>
            </a:r>
          </a:p>
          <a:p>
            <a:pPr algn="ctr"/>
            <a:r>
              <a:rPr lang="en-US" sz="2800" dirty="0"/>
              <a:t>just what they deserve.</a:t>
            </a:r>
          </a:p>
          <a:p>
            <a:pPr algn="ctr"/>
            <a:r>
              <a:rPr lang="en-US" sz="2800" dirty="0"/>
              <a:t>How long will they boast </a:t>
            </a:r>
          </a:p>
          <a:p>
            <a:pPr algn="ctr"/>
            <a:r>
              <a:rPr lang="en-US" sz="2800" dirty="0"/>
              <a:t>and in arrogance mock,</a:t>
            </a:r>
          </a:p>
          <a:p>
            <a:pPr algn="ctr"/>
            <a:r>
              <a:rPr lang="en-US" sz="2800" dirty="0"/>
              <a:t>Oppressing the people </a:t>
            </a:r>
          </a:p>
          <a:p>
            <a:pPr algn="ctr"/>
            <a:r>
              <a:rPr lang="en-US" sz="2800" dirty="0"/>
              <a:t>you take as your flock?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#94B Almighty Lord God, Who Judges the Earth</a:t>
            </a:r>
          </a:p>
        </p:txBody>
      </p:sp>
    </p:spTree>
    <p:extLst>
      <p:ext uri="{BB962C8B-B14F-4D97-AF65-F5344CB8AC3E}">
        <p14:creationId xmlns:p14="http://schemas.microsoft.com/office/powerpoint/2010/main" val="288466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They say God will not </a:t>
            </a:r>
          </a:p>
          <a:p>
            <a:pPr algn="ctr"/>
            <a:r>
              <a:rPr lang="en-US" sz="2800" dirty="0"/>
              <a:t>observe what they do,</a:t>
            </a:r>
          </a:p>
          <a:p>
            <a:pPr algn="ctr"/>
            <a:r>
              <a:rPr lang="en-US" sz="2800" dirty="0"/>
              <a:t>That he will not see </a:t>
            </a:r>
          </a:p>
          <a:p>
            <a:pPr algn="ctr"/>
            <a:r>
              <a:rPr lang="en-US" sz="2800" dirty="0"/>
              <a:t>the sins they pursue.</a:t>
            </a:r>
          </a:p>
          <a:p>
            <a:pPr algn="ctr"/>
            <a:r>
              <a:rPr lang="en-US" sz="2800" dirty="0"/>
              <a:t>The widows they murder,</a:t>
            </a:r>
          </a:p>
          <a:p>
            <a:pPr algn="ctr"/>
            <a:r>
              <a:rPr lang="en-US" sz="2800" dirty="0"/>
              <a:t> the fatherless snare;</a:t>
            </a:r>
          </a:p>
          <a:p>
            <a:pPr algn="ctr"/>
            <a:r>
              <a:rPr lang="en-US" sz="2800" dirty="0"/>
              <a:t>And strangers they kill, </a:t>
            </a:r>
          </a:p>
          <a:p>
            <a:pPr algn="ctr"/>
            <a:r>
              <a:rPr lang="en-US" sz="2800" dirty="0"/>
              <a:t>thinking God does not care.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372507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Our God knows, you fool,</a:t>
            </a:r>
          </a:p>
          <a:p>
            <a:pPr algn="ctr"/>
            <a:r>
              <a:rPr lang="en-US" sz="2800" dirty="0"/>
              <a:t>How senseless you are!</a:t>
            </a:r>
          </a:p>
          <a:p>
            <a:pPr algn="ctr"/>
            <a:r>
              <a:rPr lang="en-US" sz="2800" dirty="0"/>
              <a:t>For he who made all </a:t>
            </a:r>
          </a:p>
          <a:p>
            <a:pPr algn="ctr"/>
            <a:r>
              <a:rPr lang="en-US" sz="2800" dirty="0"/>
              <a:t>can see near and far.</a:t>
            </a:r>
          </a:p>
          <a:p>
            <a:pPr algn="ctr"/>
            <a:r>
              <a:rPr lang="en-US" sz="2800" dirty="0"/>
              <a:t>Is God, who first fashioned </a:t>
            </a:r>
          </a:p>
          <a:p>
            <a:pPr algn="ctr"/>
            <a:r>
              <a:rPr lang="en-US" sz="2800" dirty="0"/>
              <a:t>your eye and your ear,</a:t>
            </a:r>
          </a:p>
          <a:p>
            <a:pPr algn="ctr"/>
            <a:r>
              <a:rPr lang="en-US" sz="2800" dirty="0"/>
              <a:t>Unable to see you, </a:t>
            </a:r>
          </a:p>
          <a:p>
            <a:pPr algn="ctr"/>
            <a:r>
              <a:rPr lang="en-US" sz="2800" dirty="0"/>
              <a:t>unable to hear?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139554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The people you teach </a:t>
            </a:r>
          </a:p>
          <a:p>
            <a:pPr algn="ctr"/>
            <a:r>
              <a:rPr lang="en-US" sz="2800" dirty="0"/>
              <a:t>and discipline Lord, </a:t>
            </a:r>
          </a:p>
          <a:p>
            <a:pPr algn="ctr"/>
            <a:r>
              <a:rPr lang="en-US" sz="2800" dirty="0"/>
              <a:t>Are happy and blest </a:t>
            </a:r>
          </a:p>
          <a:p>
            <a:pPr algn="ctr"/>
            <a:r>
              <a:rPr lang="en-US" sz="2800" dirty="0"/>
              <a:t>to learn from your word.</a:t>
            </a:r>
          </a:p>
          <a:p>
            <a:pPr algn="ctr"/>
            <a:r>
              <a:rPr lang="en-US" sz="2800" dirty="0"/>
              <a:t>For you grant relief </a:t>
            </a:r>
          </a:p>
          <a:p>
            <a:pPr algn="ctr"/>
            <a:r>
              <a:rPr lang="en-US" sz="2800" dirty="0"/>
              <a:t>to all those in despair,</a:t>
            </a:r>
          </a:p>
          <a:p>
            <a:pPr algn="ctr"/>
            <a:r>
              <a:rPr lang="en-US" sz="2800" dirty="0"/>
              <a:t>Allowing them peace </a:t>
            </a:r>
          </a:p>
          <a:p>
            <a:pPr algn="ctr"/>
            <a:r>
              <a:rPr lang="en-US" sz="2800" dirty="0"/>
              <a:t>till the wicked are snared.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18621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 </a:t>
            </a:r>
            <a:r>
              <a:rPr lang="en-US" sz="2800" dirty="0"/>
              <a:t>O Lord, you will not </a:t>
            </a:r>
          </a:p>
          <a:p>
            <a:pPr algn="ctr"/>
            <a:r>
              <a:rPr lang="en-US" sz="2800" dirty="0"/>
              <a:t>abandon your own</a:t>
            </a:r>
          </a:p>
          <a:p>
            <a:pPr algn="ctr"/>
            <a:r>
              <a:rPr lang="en-US" sz="2800" dirty="0"/>
              <a:t>Nor ever forsake them </a:t>
            </a:r>
          </a:p>
          <a:p>
            <a:pPr algn="ctr"/>
            <a:r>
              <a:rPr lang="en-US" sz="2800" dirty="0"/>
              <a:t>nor leave them alone.</a:t>
            </a:r>
          </a:p>
          <a:p>
            <a:pPr algn="ctr"/>
            <a:r>
              <a:rPr lang="en-US" sz="2800" dirty="0"/>
              <a:t>Your justice will dawn </a:t>
            </a:r>
          </a:p>
          <a:p>
            <a:pPr algn="ctr"/>
            <a:r>
              <a:rPr lang="en-US" sz="2800" dirty="0"/>
              <a:t>for all those who do right,</a:t>
            </a:r>
          </a:p>
          <a:p>
            <a:pPr algn="ctr"/>
            <a:r>
              <a:rPr lang="en-US" sz="2800" dirty="0"/>
              <a:t>And those who are upright</a:t>
            </a:r>
          </a:p>
          <a:p>
            <a:pPr algn="ctr"/>
            <a:r>
              <a:rPr lang="en-US" sz="2800" dirty="0"/>
              <a:t> will follow its light.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3922259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8E5B0-742D-D24F-ABE3-AB2583FBE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Whenever I fall, I pleadingly cry;</a:t>
            </a:r>
          </a:p>
          <a:p>
            <a:pPr marL="0" indent="0" algn="ctr">
              <a:buNone/>
            </a:pPr>
            <a:r>
              <a:rPr lang="en-US" dirty="0"/>
              <a:t>Your loving hand, LORD, then holds me up high,</a:t>
            </a:r>
          </a:p>
          <a:p>
            <a:pPr marL="0" indent="0" algn="ctr">
              <a:buNone/>
            </a:pPr>
            <a:r>
              <a:rPr lang="en-US" dirty="0"/>
              <a:t>If doubt fills my heart and makes me despair,</a:t>
            </a:r>
          </a:p>
          <a:p>
            <a:pPr marL="0" indent="0" algn="ctr">
              <a:buNone/>
            </a:pPr>
            <a:r>
              <a:rPr lang="en-US" dirty="0"/>
              <a:t>Your comfort brings joy, and I know that you care.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AE0E7-09B0-79F9-D191-A2ECAE08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428858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9D863-E347-4ECE-8269-79143D08F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9. The Lord is my rock, invincible, strong;</a:t>
            </a:r>
          </a:p>
          <a:p>
            <a:pPr marL="0" indent="0" algn="ctr">
              <a:buNone/>
            </a:pPr>
            <a:r>
              <a:rPr lang="en-US" dirty="0"/>
              <a:t>He punishes all who perpetrate wrong.</a:t>
            </a:r>
          </a:p>
          <a:p>
            <a:pPr marL="0" indent="0" algn="ctr">
              <a:buNone/>
            </a:pPr>
            <a:r>
              <a:rPr lang="en-US" dirty="0"/>
              <a:t>Our God will repay them for sins they have sown,</a:t>
            </a:r>
          </a:p>
          <a:p>
            <a:pPr marL="0" indent="0" algn="ctr">
              <a:buNone/>
            </a:pPr>
            <a:r>
              <a:rPr lang="en-US" dirty="0"/>
              <a:t>But he will have mercy and love for his own.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5B89C-7728-E9BA-6585-C79C9346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1987 CRC Publications/Faith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289933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357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3</cp:revision>
  <dcterms:created xsi:type="dcterms:W3CDTF">2020-08-29T15:09:15Z</dcterms:created>
  <dcterms:modified xsi:type="dcterms:W3CDTF">2022-07-02T02:32:24Z</dcterms:modified>
</cp:coreProperties>
</file>