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5CBB-2B4A-49A2-855F-9B4CE4FFC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56CFE-2878-4DFB-8DAF-AAF79F2AB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3BCA-6E34-486E-8A74-DA7F3D05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AD2A7-6538-4DFC-8D81-72983A2E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DE6E9-C478-4FDA-8F6E-88786D5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9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8002-F719-46CB-8E25-765509D8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6062D-5F0B-42CD-B823-0E8AF34EC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B201B-8896-4AF0-8631-492CF4B8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53766-1BC4-4ACB-B71A-7964A5D7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3DEC5-CAE4-41E0-AE5A-7FAE3BA6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8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E52B-F52F-43B0-B0E9-2E17715B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825E2-4FCB-438C-A336-441388579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5D197-4170-42F6-9F6C-68C1DCCC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92D46-21B1-46E8-B200-9FA3A58E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E1624-0B8A-450B-A947-0EB086BC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5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45C2-78AA-4E95-8F37-79AA943A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FCCB8-3513-41C1-9FAA-31AAB6154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349C1-52FA-4BE5-9333-D43CC5802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83639-88F4-45B0-8AC0-ABEE686F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F2886-8504-432B-B43F-8FA6EFD2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BEC80-9541-4B99-84DF-458F4AB6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9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9A8C-BAE7-4526-895E-7D3414F8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756C1-AECB-449A-A097-B3CB3AD0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212BA-2533-4F13-99C4-97A441E78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134FB-D385-4BA7-8894-F64FE621A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7C4A2-21EC-400D-BBBF-9423005E7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D3A73-9B81-4B41-B5F3-787A49E4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BAACD9-ED6A-4272-9E78-2FD5C1EE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906C7-8761-4448-A3C3-E2B381A80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1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C64E-9D03-4A4E-B1BD-852D84B6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4BC0C-5AD8-47B3-9234-2A07030B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14FC6-3EDC-4CC0-A49D-798C077A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69657-DDA4-40EF-960B-A2A585E7D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4BE6E-8165-4FB3-B875-B05C5DD6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3250F-84F0-47E8-805A-99FC40F0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55F4D-FB37-4B7C-A82E-EAABA301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7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FA07-5DB1-411B-BA31-312A866C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B2FF6-3C82-4813-A0A7-0FE4ABB7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15374-B61E-4CA1-B50B-E117168DF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B52B3-CB2D-4320-AA3C-500E21E7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65875-4A61-46F8-ABA7-0E4CBE0ED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DEC9C-056C-4186-B2E4-F77E747D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1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4713-23E0-450D-AA6C-4ADBBCEBF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6A320-9909-4D03-9925-9FBB3D6E7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D0DCB-E780-4E21-84E0-E8916896D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4202E-DA11-43E8-A599-03F3870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8DF46-421D-4DE9-8CB2-90AB16ED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C07E7-09E6-4DDF-8958-856EBCB2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0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BD1A-C580-4E63-97FF-BF809411E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4160D-AAA0-4940-AB4B-1CD97BC79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E97D9-38AA-4114-92BB-D9C327ED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3CCD0-CDC9-41C0-8DDF-CF5C852F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E15F1-DC8B-4479-BC54-0389461D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73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5AD00-E8AE-43B6-A155-7B87A1650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D4571-45CE-410F-B207-1FD548DD9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43B58-83FB-49B1-92BA-A142FD769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ACFDB-DA13-4EEE-A784-92A46E3A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14AF-AF21-4A83-B91C-A6D632CD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7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28891-2AE9-404C-A34D-57D82B6F6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DCBB0-1FC7-4870-9AA2-276A81C88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DA25D-0C6E-4757-9A37-DA5D1B298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475C2-E81B-43AC-940D-98DD9608804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35DC9-0F87-4F3B-8103-23C8AC1D8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06EE1-3A21-4FF0-B02B-D76A44BD4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2B117-C3C7-4624-A5EE-F3026A41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2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#121B To The Hills I Lift My Eyes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To the hills I lift my eyes;</a:t>
            </a:r>
            <a:br>
              <a:rPr lang="en-CA" sz="2800" dirty="0"/>
            </a:br>
            <a:r>
              <a:rPr lang="en-CA" sz="2800" dirty="0"/>
              <a:t>whence shall help for me arise?</a:t>
            </a:r>
            <a:br>
              <a:rPr lang="en-CA" sz="2800" dirty="0"/>
            </a:br>
            <a:r>
              <a:rPr lang="en-CA" sz="2800" dirty="0"/>
              <a:t>From the Lord shall come my aid,</a:t>
            </a:r>
            <a:br>
              <a:rPr lang="en-CA" sz="2800" dirty="0"/>
            </a:br>
            <a:r>
              <a:rPr lang="en-CA" sz="2800" dirty="0"/>
              <a:t>who the </a:t>
            </a:r>
            <a:r>
              <a:rPr lang="en-CA" sz="2800" dirty="0" err="1"/>
              <a:t>heav'n</a:t>
            </a:r>
            <a:r>
              <a:rPr lang="en-CA" sz="2800" dirty="0"/>
              <a:t> and earth has made.</a:t>
            </a:r>
            <a:br>
              <a:rPr lang="en-CA" sz="2800" dirty="0"/>
            </a:br>
            <a:r>
              <a:rPr lang="en-CA" sz="2800" dirty="0"/>
              <a:t>He will guide through dangers all,</a:t>
            </a:r>
            <a:br>
              <a:rPr lang="en-CA" sz="2800" dirty="0"/>
            </a:br>
            <a:r>
              <a:rPr lang="en-CA" sz="2800" dirty="0"/>
              <a:t>will not suffer thee to fall.</a:t>
            </a:r>
            <a:br>
              <a:rPr lang="en-CA" sz="2800" dirty="0"/>
            </a:br>
            <a:r>
              <a:rPr lang="en-CA" sz="2800" dirty="0"/>
              <a:t>He who safe his people keeps,</a:t>
            </a:r>
            <a:br>
              <a:rPr lang="en-CA" sz="2800" dirty="0"/>
            </a:br>
            <a:r>
              <a:rPr lang="en-CA" sz="2800" dirty="0"/>
              <a:t>slumbers not and never sleeps.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CA" dirty="0"/>
              <a:t>Thy protector is the Lord,</a:t>
            </a:r>
            <a:br>
              <a:rPr lang="en-CA" dirty="0"/>
            </a:br>
            <a:r>
              <a:rPr lang="en-CA" dirty="0"/>
              <a:t>shade for thee he will afford.</a:t>
            </a:r>
            <a:br>
              <a:rPr lang="en-CA" dirty="0"/>
            </a:br>
            <a:r>
              <a:rPr lang="en-CA" dirty="0"/>
              <a:t>Neither sun nor moon shall smite;</a:t>
            </a:r>
            <a:br>
              <a:rPr lang="en-CA" dirty="0"/>
            </a:br>
            <a:r>
              <a:rPr lang="en-CA" dirty="0"/>
              <a:t>God shall guard by day and night.</a:t>
            </a:r>
            <a:br>
              <a:rPr lang="en-CA" dirty="0"/>
            </a:br>
            <a:r>
              <a:rPr lang="en-CA" dirty="0"/>
              <a:t>He will ever keep thy soul;</a:t>
            </a:r>
            <a:br>
              <a:rPr lang="en-CA" dirty="0"/>
            </a:br>
            <a:r>
              <a:rPr lang="en-CA" dirty="0"/>
              <a:t>what would harm he will control.</a:t>
            </a:r>
            <a:br>
              <a:rPr lang="en-CA" dirty="0"/>
            </a:br>
            <a:r>
              <a:rPr lang="en-CA" dirty="0"/>
              <a:t>In the home and by the way</a:t>
            </a:r>
            <a:br>
              <a:rPr lang="en-CA" dirty="0"/>
            </a:br>
            <a:r>
              <a:rPr lang="en-CA" dirty="0"/>
              <a:t>he will keep thee day by day.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#121B To The Hills I Lift My Eyes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#121B To The Hills I Lift My Eyes</dc:title>
  <dc:creator>Eric Hoogendoorn</dc:creator>
  <cp:lastModifiedBy>Eric Hoogendoorn</cp:lastModifiedBy>
  <cp:revision>1</cp:revision>
  <dcterms:created xsi:type="dcterms:W3CDTF">2020-04-25T02:38:09Z</dcterms:created>
  <dcterms:modified xsi:type="dcterms:W3CDTF">2020-04-25T02:38:31Z</dcterms:modified>
</cp:coreProperties>
</file>