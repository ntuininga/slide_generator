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691645FB-86B2-475D-B9F3-0FB0BD381234}" type="slidenum">
              <a:t>&lt;#&gt;</a:t>
            </a:fld>
          </a:p>
        </p:txBody>
      </p:sp>
      <p:sp>
        <p:nvSpPr>
          <p:cNvPr id="4" name="PlaceHolder 3"/>
          <p:cNvSpPr>
            <a:spLocks noGrp="1"/>
          </p:cNvSpPr>
          <p:nvPr>
            <p:ph type="dt" idx="3"/>
          </p:nvPr>
        </p:nvSpPr>
        <p:spPr/>
        <p:txBody>
          <a:bodyPr/>
          <a:p>
            <a:r>
              <a:rPr lang="en-CA"/>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1415FCB1-B63C-4136-8BB3-1C3152F398A8}" type="slidenum">
              <a:t>&lt;#&gt;</a:t>
            </a:fld>
          </a:p>
        </p:txBody>
      </p:sp>
      <p:sp>
        <p:nvSpPr>
          <p:cNvPr id="6" name="PlaceHolder 5"/>
          <p:cNvSpPr>
            <a:spLocks noGrp="1"/>
          </p:cNvSpPr>
          <p:nvPr>
            <p:ph type="dt" idx="3"/>
          </p:nvPr>
        </p:nvSpPr>
        <p:spPr/>
        <p:txBody>
          <a:bodyPr/>
          <a:p>
            <a:r>
              <a:rPr lang="en-CA"/>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CA"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ECC94A2-21A3-4E5A-B5F2-C20792F65794}" type="slidenum">
              <a:t>&lt;#&gt;</a:t>
            </a:fld>
          </a:p>
        </p:txBody>
      </p:sp>
      <p:sp>
        <p:nvSpPr>
          <p:cNvPr id="6" name="PlaceHolder 5"/>
          <p:cNvSpPr>
            <a:spLocks noGrp="1"/>
          </p:cNvSpPr>
          <p:nvPr>
            <p:ph type="dt" idx="3"/>
          </p:nvPr>
        </p:nvSpPr>
        <p:spPr/>
        <p:txBody>
          <a:bodyPr/>
          <a:p>
            <a:r>
              <a:rPr lang="en-CA"/>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CA" sz="3200" spc="-1" strike="noStrike">
              <a:latin typeface="Arial"/>
            </a:endParaRPr>
          </a:p>
        </p:txBody>
      </p:sp>
      <p:sp>
        <p:nvSpPr>
          <p:cNvPr id="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500AC16B-2257-4B63-81B3-D10D7BD62BE4}" type="slidenum">
              <a:t>&lt;#&gt;</a:t>
            </a:fld>
          </a:p>
        </p:txBody>
      </p:sp>
      <p:sp>
        <p:nvSpPr>
          <p:cNvPr id="7" name="PlaceHolder 6"/>
          <p:cNvSpPr>
            <a:spLocks noGrp="1"/>
          </p:cNvSpPr>
          <p:nvPr>
            <p:ph type="dt" idx="3"/>
          </p:nvPr>
        </p:nvSpPr>
        <p:spPr/>
        <p:txBody>
          <a:bodyPr/>
          <a:p>
            <a:r>
              <a:rPr lang="en-CA"/>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185276D4-668D-46B1-9078-6B4384D733D0}" type="slidenum">
              <a:t>&lt;#&gt;</a:t>
            </a:fld>
          </a:p>
        </p:txBody>
      </p:sp>
      <p:sp>
        <p:nvSpPr>
          <p:cNvPr id="5" name="PlaceHolder 4"/>
          <p:cNvSpPr>
            <a:spLocks noGrp="1"/>
          </p:cNvSpPr>
          <p:nvPr>
            <p:ph type="dt" idx="3"/>
          </p:nvPr>
        </p:nvSpPr>
        <p:spPr/>
        <p:txBody>
          <a:bodyPr/>
          <a:p>
            <a:r>
              <a:rPr lang="en-CA"/>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CA"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95F99D1E-E492-4238-A3A3-F9896F32F282}" type="slidenum">
              <a:t>&lt;#&gt;</a:t>
            </a:fld>
          </a:p>
        </p:txBody>
      </p:sp>
      <p:sp>
        <p:nvSpPr>
          <p:cNvPr id="5" name="PlaceHolder 4"/>
          <p:cNvSpPr>
            <a:spLocks noGrp="1"/>
          </p:cNvSpPr>
          <p:nvPr>
            <p:ph type="dt" idx="3"/>
          </p:nvPr>
        </p:nvSpPr>
        <p:spPr/>
        <p:txBody>
          <a:bodyPr/>
          <a:p>
            <a:r>
              <a:rPr lang="en-CA"/>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CA" sz="3200" spc="-1" strike="noStrike">
              <a:latin typeface="Arial"/>
            </a:endParaRPr>
          </a:p>
        </p:txBody>
      </p:sp>
      <p:sp>
        <p:nvSpPr>
          <p:cNvPr id="1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28CF85D2-5DBA-49BB-B86C-D5D6D29BE244}" type="slidenum">
              <a:t>&lt;#&gt;</a:t>
            </a:fld>
          </a:p>
        </p:txBody>
      </p:sp>
      <p:sp>
        <p:nvSpPr>
          <p:cNvPr id="8" name="PlaceHolder 7"/>
          <p:cNvSpPr>
            <a:spLocks noGrp="1"/>
          </p:cNvSpPr>
          <p:nvPr>
            <p:ph type="dt" idx="3"/>
          </p:nvPr>
        </p:nvSpPr>
        <p:spPr/>
        <p:txBody>
          <a:bodyPr/>
          <a:p>
            <a:r>
              <a:rPr lang="en-CA"/>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1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CA" sz="3200" spc="-1" strike="noStrike">
              <a:latin typeface="Arial"/>
            </a:endParaRPr>
          </a:p>
        </p:txBody>
      </p:sp>
      <p:sp>
        <p:nvSpPr>
          <p:cNvPr id="1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19"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F4DD1A74-13C9-4CA7-BBC9-62D47DA186A4}" type="slidenum">
              <a:t>&lt;#&gt;</a:t>
            </a:fld>
          </a:p>
        </p:txBody>
      </p:sp>
      <p:sp>
        <p:nvSpPr>
          <p:cNvPr id="8" name="PlaceHolder 7"/>
          <p:cNvSpPr>
            <a:spLocks noGrp="1"/>
          </p:cNvSpPr>
          <p:nvPr>
            <p:ph type="dt" idx="3"/>
          </p:nvPr>
        </p:nvSpPr>
        <p:spPr/>
        <p:txBody>
          <a:bodyPr/>
          <a:p>
            <a:r>
              <a:rPr lang="en-CA"/>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2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23"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CA"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B0DEA57D-FA7E-4D9E-8BEC-04C0B3F375C6}" type="slidenum">
              <a:t>&lt;#&gt;</a:t>
            </a:fld>
          </a:p>
        </p:txBody>
      </p:sp>
      <p:sp>
        <p:nvSpPr>
          <p:cNvPr id="8" name="PlaceHolder 7"/>
          <p:cNvSpPr>
            <a:spLocks noGrp="1"/>
          </p:cNvSpPr>
          <p:nvPr>
            <p:ph type="dt" idx="3"/>
          </p:nvPr>
        </p:nvSpPr>
        <p:spPr/>
        <p:txBody>
          <a:bodyPr/>
          <a:p>
            <a:r>
              <a:rPr lang="en-CA"/>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5"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CA" sz="3200" spc="-1" strike="noStrike">
              <a:latin typeface="Arial"/>
            </a:endParaRPr>
          </a:p>
        </p:txBody>
      </p:sp>
      <p:sp>
        <p:nvSpPr>
          <p:cNvPr id="26"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CA"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54302451-D146-4241-86BE-5D4635B4A6BA}" type="slidenum">
              <a:t>&lt;#&gt;</a:t>
            </a:fld>
          </a:p>
        </p:txBody>
      </p:sp>
      <p:sp>
        <p:nvSpPr>
          <p:cNvPr id="7" name="PlaceHolder 6"/>
          <p:cNvSpPr>
            <a:spLocks noGrp="1"/>
          </p:cNvSpPr>
          <p:nvPr>
            <p:ph type="dt" idx="3"/>
          </p:nvPr>
        </p:nvSpPr>
        <p:spPr/>
        <p:txBody>
          <a:bodyPr/>
          <a:p>
            <a:r>
              <a:rPr lang="en-CA"/>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2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2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1"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CA"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41E5FF15-9F3C-4DBB-9457-93A7320B3AFA}" type="slidenum">
              <a:t>&lt;#&gt;</a:t>
            </a:fld>
          </a:p>
        </p:txBody>
      </p:sp>
      <p:sp>
        <p:nvSpPr>
          <p:cNvPr id="9" name="PlaceHolder 8"/>
          <p:cNvSpPr>
            <a:spLocks noGrp="1"/>
          </p:cNvSpPr>
          <p:nvPr>
            <p:ph type="dt" idx="3"/>
          </p:nvPr>
        </p:nvSpPr>
        <p:spPr/>
        <p:txBody>
          <a:bodyPr/>
          <a:p>
            <a:r>
              <a:rPr lang="en-CA"/>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CA" sz="4400" spc="-1" strike="noStrike">
              <a:latin typeface="Arial"/>
            </a:endParaRPr>
          </a:p>
        </p:txBody>
      </p:sp>
      <p:sp>
        <p:nvSpPr>
          <p:cNvPr id="33"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4"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5"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6"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7"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CA" sz="3200" spc="-1" strike="noStrike">
              <a:latin typeface="Arial"/>
            </a:endParaRPr>
          </a:p>
        </p:txBody>
      </p:sp>
      <p:sp>
        <p:nvSpPr>
          <p:cNvPr id="38"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CA"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1DC4B064-13FB-41D5-BB16-7178D5256F2E}" type="slidenum">
              <a:t>&lt;#&gt;</a:t>
            </a:fld>
          </a:p>
        </p:txBody>
      </p:sp>
      <p:sp>
        <p:nvSpPr>
          <p:cNvPr id="11" name="PlaceHolder 10"/>
          <p:cNvSpPr>
            <a:spLocks noGrp="1"/>
          </p:cNvSpPr>
          <p:nvPr>
            <p:ph type="dt" idx="3"/>
          </p:nvPr>
        </p:nvSpPr>
        <p:spPr/>
        <p:txBody>
          <a:bodyPr/>
          <a:p>
            <a:r>
              <a:rPr lang="en-CA"/>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4038480" y="6356520"/>
            <a:ext cx="4106520" cy="356760"/>
          </a:xfrm>
          <a:prstGeom prst="rect">
            <a:avLst/>
          </a:prstGeom>
          <a:noFill/>
          <a:ln w="0">
            <a:noFill/>
          </a:ln>
        </p:spPr>
        <p:txBody>
          <a:bodyPr lIns="90000" rIns="90000" tIns="45000" bIns="45000" anchor="ctr">
            <a:noAutofit/>
          </a:bodyPr>
          <a:lstStyle>
            <a:lvl1pPr algn="ctr">
              <a:lnSpc>
                <a:spcPct val="100000"/>
              </a:lnSpc>
              <a:buNone/>
              <a:tabLst>
                <a:tab algn="l" pos="0"/>
              </a:tabLst>
              <a:defRPr b="0" lang="en-CA" sz="1400" spc="-1" strike="noStrike">
                <a:solidFill>
                  <a:srgbClr val="000000"/>
                </a:solidFill>
                <a:latin typeface="Times New Roman"/>
              </a:defRPr>
            </a:lvl1pPr>
          </a:lstStyle>
          <a:p>
            <a:pPr algn="ctr">
              <a:lnSpc>
                <a:spcPct val="100000"/>
              </a:lnSpc>
              <a:buNone/>
              <a:tabLst>
                <a:tab algn="l" pos="0"/>
              </a:tabLst>
            </a:pPr>
            <a:r>
              <a:rPr b="0" lang="en-CA" sz="1400" spc="-1" strike="noStrike">
                <a:solidFill>
                  <a:srgbClr val="000000"/>
                </a:solidFill>
                <a:latin typeface="Times New Roman"/>
              </a:rPr>
              <a:t>&lt;footer&gt;</a:t>
            </a:r>
            <a:endParaRPr b="0" lang="en-CA" sz="1400" spc="-1" strike="noStrike">
              <a:latin typeface="Times New Roman"/>
            </a:endParaRPr>
          </a:p>
        </p:txBody>
      </p:sp>
      <p:sp>
        <p:nvSpPr>
          <p:cNvPr id="1" name="PlaceHolder 2"/>
          <p:cNvSpPr>
            <a:spLocks noGrp="1"/>
          </p:cNvSpPr>
          <p:nvPr>
            <p:ph type="sldNum" idx="2"/>
          </p:nvPr>
        </p:nvSpPr>
        <p:spPr>
          <a:xfrm>
            <a:off x="8610480" y="6356520"/>
            <a:ext cx="2734920" cy="356760"/>
          </a:xfrm>
          <a:prstGeom prst="rect">
            <a:avLst/>
          </a:prstGeom>
          <a:noFill/>
          <a:ln w="0">
            <a:noFill/>
          </a:ln>
        </p:spPr>
        <p:txBody>
          <a:bodyPr lIns="90000" rIns="90000" tIns="45000" bIns="45000" anchor="ctr">
            <a:noAutofit/>
          </a:bodyPr>
          <a:lstStyle>
            <a:lvl1pPr algn="r">
              <a:lnSpc>
                <a:spcPct val="100000"/>
              </a:lnSpc>
              <a:buNone/>
              <a:tabLst>
                <a:tab algn="l" pos="0"/>
              </a:tabLst>
              <a:defRPr b="0" lang="en-US" sz="1200" spc="-1" strike="noStrike">
                <a:solidFill>
                  <a:srgbClr val="8b8b8b"/>
                </a:solidFill>
                <a:latin typeface="Calibri"/>
              </a:defRPr>
            </a:lvl1pPr>
          </a:lstStyle>
          <a:p>
            <a:pPr algn="r">
              <a:lnSpc>
                <a:spcPct val="100000"/>
              </a:lnSpc>
              <a:buNone/>
              <a:tabLst>
                <a:tab algn="l" pos="0"/>
              </a:tabLst>
            </a:pPr>
            <a:fld id="{77289E7E-DB80-45BB-AD45-5A1600460973}" type="slidenum">
              <a:rPr b="0" lang="en-US" sz="1200" spc="-1" strike="noStrike">
                <a:solidFill>
                  <a:srgbClr val="8b8b8b"/>
                </a:solidFill>
                <a:latin typeface="Calibri"/>
              </a:rPr>
              <a:t>&lt;number&gt;</a:t>
            </a:fld>
            <a:endParaRPr b="0" lang="en-CA" sz="1200" spc="-1" strike="noStrike">
              <a:latin typeface="Times New Roman"/>
            </a:endParaRPr>
          </a:p>
        </p:txBody>
      </p:sp>
      <p:sp>
        <p:nvSpPr>
          <p:cNvPr id="2" name="PlaceHolder 3"/>
          <p:cNvSpPr>
            <a:spLocks noGrp="1"/>
          </p:cNvSpPr>
          <p:nvPr>
            <p:ph type="dt" idx="3"/>
          </p:nvPr>
        </p:nvSpPr>
        <p:spPr>
          <a:xfrm>
            <a:off x="838080" y="6356520"/>
            <a:ext cx="2734920" cy="356760"/>
          </a:xfrm>
          <a:prstGeom prst="rect">
            <a:avLst/>
          </a:prstGeom>
          <a:noFill/>
          <a:ln w="0">
            <a:noFill/>
          </a:ln>
        </p:spPr>
        <p:txBody>
          <a:bodyPr lIns="90000" rIns="90000" tIns="45000" bIns="45000" anchor="ctr">
            <a:noAutofit/>
          </a:bodyPr>
          <a:lstStyle>
            <a:lvl1pPr>
              <a:defRPr b="0" lang="en-CA" sz="1400" spc="-1" strike="noStrike">
                <a:latin typeface="Times New Roman"/>
              </a:defRPr>
            </a:lvl1pPr>
          </a:lstStyle>
          <a:p>
            <a:r>
              <a:rPr b="0" lang="en-CA" sz="1400" spc="-1" strike="noStrike">
                <a:latin typeface="Times New Roman"/>
              </a:rPr>
              <a:t>&lt;date/time&gt;</a:t>
            </a:r>
            <a:endParaRPr b="0" lang="en-CA"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 name="Picture 6" descr="A picture containing indoor, white, black, old&#10;&#10;Description automatically generated"/>
          <p:cNvPicPr/>
          <p:nvPr/>
        </p:nvPicPr>
        <p:blipFill>
          <a:blip r:embed="rId1"/>
          <a:srcRect l="17245" t="319" r="21121" b="-319"/>
          <a:stretch/>
        </p:blipFill>
        <p:spPr>
          <a:xfrm>
            <a:off x="0" y="0"/>
            <a:ext cx="12183840" cy="6849720"/>
          </a:xfrm>
          <a:prstGeom prst="rect">
            <a:avLst/>
          </a:prstGeom>
          <a:ln w="0">
            <a:noFill/>
          </a:ln>
        </p:spPr>
      </p:pic>
      <p:sp>
        <p:nvSpPr>
          <p:cNvPr id="40" name="TextBox 1"/>
          <p:cNvSpPr/>
          <p:nvPr/>
        </p:nvSpPr>
        <p:spPr>
          <a:xfrm>
            <a:off x="0" y="807120"/>
            <a:ext cx="12183840" cy="52095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buNone/>
            </a:pPr>
            <a:r>
              <a:rPr b="0" i="1" lang="en-US" sz="4800" spc="-1" strike="noStrike">
                <a:solidFill>
                  <a:srgbClr val="000000"/>
                </a:solidFill>
                <a:latin typeface="Calibri"/>
                <a:ea typeface="DejaVu Sans"/>
              </a:rPr>
              <a:t>Cornerstone United Reformed Church of Edmonton</a:t>
            </a:r>
            <a:endParaRPr b="0" lang="en-CA" sz="4800" spc="-1" strike="noStrike">
              <a:latin typeface="Arial"/>
            </a:endParaRPr>
          </a:p>
          <a:p>
            <a:pPr algn="ctr">
              <a:lnSpc>
                <a:spcPct val="100000"/>
              </a:lnSpc>
              <a:buNone/>
            </a:pPr>
            <a:r>
              <a:rPr b="0" lang="en-US" sz="3600" spc="-1" strike="noStrike">
                <a:solidFill>
                  <a:srgbClr val="000000"/>
                </a:solidFill>
                <a:latin typeface="Calibri"/>
                <a:ea typeface="DejaVu Sans"/>
              </a:rPr>
              <a:t>February 28, 2026, Morning Service</a:t>
            </a:r>
            <a:endParaRPr b="0" lang="en-CA" sz="3600" spc="-1" strike="noStrike">
              <a:latin typeface="Arial"/>
            </a:endParaRPr>
          </a:p>
          <a:p>
            <a:pPr algn="ctr">
              <a:lnSpc>
                <a:spcPct val="100000"/>
              </a:lnSpc>
              <a:buNone/>
            </a:pPr>
            <a:endParaRPr b="0" lang="en-CA" sz="3600" spc="-1" strike="noStrike">
              <a:latin typeface="Arial"/>
            </a:endParaRPr>
          </a:p>
          <a:p>
            <a:pPr algn="ctr">
              <a:lnSpc>
                <a:spcPct val="100000"/>
              </a:lnSpc>
              <a:buNone/>
            </a:pPr>
            <a:r>
              <a:rPr b="0" lang="en-US" sz="3600" spc="-1" strike="noStrike">
                <a:solidFill>
                  <a:srgbClr val="000000"/>
                </a:solidFill>
                <a:latin typeface="Calibri"/>
                <a:ea typeface="DejaVu Sans"/>
              </a:rPr>
              <a:t>Genesis 48</a:t>
            </a:r>
            <a:endParaRPr b="0" lang="en-CA" sz="3600" spc="-1" strike="noStrike">
              <a:latin typeface="Arial"/>
            </a:endParaRPr>
          </a:p>
          <a:p>
            <a:pPr algn="ctr">
              <a:lnSpc>
                <a:spcPct val="100000"/>
              </a:lnSpc>
              <a:buNone/>
            </a:pPr>
            <a:endParaRPr b="0" lang="en-CA" sz="3600" spc="-1" strike="noStrike">
              <a:latin typeface="Arial"/>
            </a:endParaRPr>
          </a:p>
          <a:p>
            <a:pPr algn="ctr">
              <a:lnSpc>
                <a:spcPct val="100000"/>
              </a:lnSpc>
              <a:buNone/>
            </a:pPr>
            <a:r>
              <a:rPr b="0" i="1" lang="en-CA" sz="3600" spc="-1" strike="noStrike">
                <a:solidFill>
                  <a:srgbClr val="000000"/>
                </a:solidFill>
                <a:latin typeface="Calibri"/>
                <a:ea typeface="DejaVu Sans"/>
              </a:rPr>
              <a:t>“</a:t>
            </a:r>
            <a:r>
              <a:rPr b="0" i="1" lang="en-CA" sz="3600" spc="-1" strike="noStrike">
                <a:solidFill>
                  <a:srgbClr val="000000"/>
                </a:solidFill>
                <a:latin typeface="Calibri"/>
                <a:ea typeface="DejaVu Sans"/>
              </a:rPr>
              <a:t>A wonderful title”</a:t>
            </a:r>
            <a:endParaRPr b="0" lang="en-CA" sz="3600" spc="-1" strike="noStrike">
              <a:latin typeface="Arial"/>
            </a:endParaRPr>
          </a:p>
          <a:p>
            <a:pPr algn="ctr">
              <a:lnSpc>
                <a:spcPct val="100000"/>
              </a:lnSpc>
              <a:buNone/>
            </a:pPr>
            <a:endParaRPr b="0" lang="en-CA" sz="3600" spc="-1" strike="noStrike">
              <a:latin typeface="Arial"/>
            </a:endParaRPr>
          </a:p>
          <a:p>
            <a:pPr algn="ctr">
              <a:lnSpc>
                <a:spcPct val="100000"/>
              </a:lnSpc>
              <a:buNone/>
            </a:pPr>
            <a:r>
              <a:rPr b="0" lang="en-CA" sz="3600" spc="-1" strike="noStrike">
                <a:solidFill>
                  <a:srgbClr val="000000"/>
                </a:solidFill>
                <a:latin typeface="Calibri"/>
                <a:ea typeface="DejaVu Sans"/>
              </a:rPr>
              <a:t>Pastor Vandeeer Lei</a:t>
            </a:r>
            <a:endParaRPr b="0" lang="en-CA" sz="3600" spc="-1" strike="noStrike">
              <a:latin typeface="Arial"/>
            </a:endParaRPr>
          </a:p>
          <a:p>
            <a:pPr algn="ctr">
              <a:lnSpc>
                <a:spcPct val="100000"/>
              </a:lnSpc>
              <a:buNone/>
            </a:pPr>
            <a:endParaRPr b="0" lang="en-CA" sz="3600" spc="-1" strike="noStrike">
              <a:latin typeface="Arial"/>
            </a:endParaRPr>
          </a:p>
        </p:txBody>
      </p:sp>
    </p:spTree>
  </p:cSld>
  <mc:AlternateContent>
    <mc:Choice Requires="p14">
      <p:transition p14:dur="10"/>
    </mc:Choice>
    <mc:Fallback>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#148B Hallelujah, Praise Jehovah</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a:pPr>
            <a:r>
              <a:t>2. Let them praises give Jehovah, they were made at his command; them forever he established, his decree shall ever stand. From the earth O praise Jehovah, all you seas, you monsters all, fire and hail and snow and vapors, stormy winds that hear his call. Refrain: Let them praises give Jehovah, for his name alone is high, and his glory is exalted, and his glory is exalted, and his glory is exalted far above the earth and sky.</a:t>
            </a:r>
          </a:p>
        </p:txBody>
      </p:sp>
      <p:sp>
        <p:nvSpPr>
          <p:cNvPr id="4" name="TextBox 3"/>
          <p:cNvSpPr txBox="1"/>
          <p:nvPr/>
        </p:nvSpPr>
        <p:spPr>
          <a:xfrm>
            <a:off x="457200" y="6217920"/>
            <a:ext cx="11277600" cy="457200"/>
          </a:xfrm>
          <a:prstGeom prst="rect">
            <a:avLst/>
          </a:prstGeom>
          <a:noFill/>
        </p:spPr>
        <p:txBody>
          <a:bodyPr wrap="square">
            <a:spAutoFit/>
          </a:bodyPr>
          <a:lstStyle/>
          <a:p>
            <a:pPr algn="ctr">
              <a:defRPr sz="1200" i="1">
                <a:solidFill>
                  <a:srgbClr val="787878"/>
                </a:solidFill>
              </a:defRPr>
            </a:pPr>
            <a:r>
              <a:t>Copyright Trinity Psalter Hymnal, 2018, used by permission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
        <p:nvSpPr>
          <p:cNvPr id="6" name="TextBox 5"/>
          <p:cNvSpPr txBox="1"/>
          <p:nvPr/>
        </p:nvSpPr>
        <p:spPr>
          <a:xfrm>
            <a:off x="2667000" y="914400"/>
            <a:ext cx="6858000" cy="4572000"/>
          </a:xfrm>
          <a:prstGeom prst="rect">
            <a:avLst/>
          </a:prstGeom>
          <a:noFill/>
        </p:spPr>
        <p:txBody>
          <a:bodyPr wrap="square" anchor="ctr">
            <a:spAutoFit/>
          </a:bodyPr>
          <a:lstStyle/>
          <a:p>
            <a:pPr algn="ctr">
              <a:defRPr sz="2500"/>
            </a:pPr>
            <a:r>
              <a:t>3. All you fruitful trees and cedars, all you hills and mountains high, creeping things and beasts and cattle, birds that in the heaven fly, kings of earth and all you people, princes great, earth’s judges all, praise his name, young men and maidens, aged men and children small. Refrain: Let them praises give Jehovah, for his name alone is high, and his glory is exalted, and his glory is exalted, and his glory is exalted far above the earth and sky.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#172 Speak, O Lord</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a:pPr>
            <a:r>
              <a:t>1. Speak, O Lord, as we come to you To receive the food of your Holy Word. Take your truth, plant it deep in us; Shape and fashion us in your likeness, That the light of Christ might be seen today In our acts of love and our deeds of faith, Speak, O Lord, and fulfill in us All your purposes for your glory.</a:t>
            </a:r>
          </a:p>
        </p:txBody>
      </p:sp>
      <p:sp>
        <p:nvSpPr>
          <p:cNvPr id="4" name="TextBox 3"/>
          <p:cNvSpPr txBox="1"/>
          <p:nvPr/>
        </p:nvSpPr>
        <p:spPr>
          <a:xfrm>
            <a:off x="457200" y="6217920"/>
            <a:ext cx="11277600" cy="457200"/>
          </a:xfrm>
          <a:prstGeom prst="rect">
            <a:avLst/>
          </a:prstGeom>
          <a:noFill/>
        </p:spPr>
        <p:txBody>
          <a:bodyPr wrap="square">
            <a:spAutoFit/>
          </a:bodyPr>
          <a:lstStyle/>
          <a:p>
            <a:pPr algn="ctr">
              <a:defRPr sz="1200" i="1">
                <a:solidFill>
                  <a:srgbClr val="787878"/>
                </a:solidFill>
              </a:defRPr>
            </a:pPr>
            <a:r>
              <a:t>Copyright 2006 Thankyou Music (PRS)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
        <p:nvSpPr>
          <p:cNvPr id="6" name="TextBox 5"/>
          <p:cNvSpPr txBox="1"/>
          <p:nvPr/>
        </p:nvSpPr>
        <p:spPr>
          <a:xfrm>
            <a:off x="2667000" y="914400"/>
            <a:ext cx="6858000" cy="4572000"/>
          </a:xfrm>
          <a:prstGeom prst="rect">
            <a:avLst/>
          </a:prstGeom>
          <a:noFill/>
        </p:spPr>
        <p:txBody>
          <a:bodyPr wrap="square" anchor="ctr">
            <a:spAutoFit/>
          </a:bodyPr>
          <a:lstStyle/>
          <a:p>
            <a:pPr algn="ctr">
              <a:defRPr sz="2500"/>
            </a:pPr>
            <a:r>
              <a:t>2. Teach us, Lord, full obedience Holy reverence, true humility Test our thoughts and our attitudes In the radiance of your purity. Cause our faith to rise, cause our eyes to see Your majestic love and authority. Words of pow’r that can never fail, Let their truth prevail over unbelief.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
        <p:nvSpPr>
          <p:cNvPr id="6" name="TextBox 5"/>
          <p:cNvSpPr txBox="1"/>
          <p:nvPr/>
        </p:nvSpPr>
        <p:spPr>
          <a:xfrm>
            <a:off x="2667000" y="914400"/>
            <a:ext cx="6858000" cy="4572000"/>
          </a:xfrm>
          <a:prstGeom prst="rect">
            <a:avLst/>
          </a:prstGeom>
          <a:noFill/>
        </p:spPr>
        <p:txBody>
          <a:bodyPr wrap="square" anchor="ctr">
            <a:spAutoFit/>
          </a:bodyPr>
          <a:lstStyle/>
          <a:p>
            <a:pPr algn="ctr">
              <a:defRPr sz="2500"/>
            </a:pPr>
            <a:r>
              <a:t>3. Speak, O Lord, and renew our minds; Help us grasp the heights of your plans for us; Truths unchanged from the dawn of time, That will echo down thro’ eternity. And by grace we’ll stand on your promises; And by faith we’ll walk as you walk with us. Speak, O Lord, ‘til your church is built, And the earth is filled with your glory.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#455 I Need Thee, Precious Jesus</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a:pPr>
            <a:r>
              <a:t>1. I need thee, precious Jesus, for I am full of sin; my soul is dark and guilty, my heart is dead within. I need the cleansing fountain where I can always flee, the blood of Christ most precious, the sinner’s perfect plea.</a:t>
            </a:r>
          </a:p>
        </p:txBody>
      </p:sp>
      <p:sp>
        <p:nvSpPr>
          <p:cNvPr id="4" name="TextBox 3"/>
          <p:cNvSpPr txBox="1"/>
          <p:nvPr/>
        </p:nvSpPr>
        <p:spPr>
          <a:xfrm>
            <a:off x="457200" y="6217920"/>
            <a:ext cx="11277600" cy="457200"/>
          </a:xfrm>
          <a:prstGeom prst="rect">
            <a:avLst/>
          </a:prstGeom>
          <a:noFill/>
        </p:spPr>
        <p:txBody>
          <a:bodyPr wrap="square">
            <a:spAutoFit/>
          </a:bodyPr>
          <a:lstStyle/>
          <a:p>
            <a:pPr algn="ctr">
              <a:defRPr sz="1200" i="1">
                <a:solidFill>
                  <a:srgbClr val="787878"/>
                </a:solidFill>
              </a:defRPr>
            </a:pPr>
            <a:r>
              <a:t>Copyright Trinity Psalter Hymnal, 2018, used by permission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
        <p:nvSpPr>
          <p:cNvPr id="6" name="TextBox 5"/>
          <p:cNvSpPr txBox="1"/>
          <p:nvPr/>
        </p:nvSpPr>
        <p:spPr>
          <a:xfrm>
            <a:off x="2667000" y="914400"/>
            <a:ext cx="6858000" cy="4572000"/>
          </a:xfrm>
          <a:prstGeom prst="rect">
            <a:avLst/>
          </a:prstGeom>
          <a:noFill/>
        </p:spPr>
        <p:txBody>
          <a:bodyPr wrap="square" anchor="ctr">
            <a:spAutoFit/>
          </a:bodyPr>
          <a:lstStyle/>
          <a:p>
            <a:pPr algn="ctr">
              <a:defRPr sz="2500"/>
            </a:pPr>
            <a:r>
              <a:t>2. I need thee, precious Jesus, for I am very poor; a stranger and a pilgrim, I have no earthly store. I need the love of Jesus to cheer me on my way, to guide my doubting footsteps, to be my strength and stay.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
        <p:nvSpPr>
          <p:cNvPr id="6" name="TextBox 5"/>
          <p:cNvSpPr txBox="1"/>
          <p:nvPr/>
        </p:nvSpPr>
        <p:spPr>
          <a:xfrm>
            <a:off x="2667000" y="914400"/>
            <a:ext cx="6858000" cy="4572000"/>
          </a:xfrm>
          <a:prstGeom prst="rect">
            <a:avLst/>
          </a:prstGeom>
          <a:noFill/>
        </p:spPr>
        <p:txBody>
          <a:bodyPr wrap="square" anchor="ctr">
            <a:spAutoFit/>
          </a:bodyPr>
          <a:lstStyle/>
          <a:p>
            <a:pPr algn="ctr">
              <a:defRPr sz="2500"/>
            </a:pPr>
            <a:r>
              <a:t>3. I need thee, precious Jesus, and hope to see thee soon, encircled with the rainbow and seated on thy throne. There, with thy blood-bought children, my joy shall ever be, to sing my Jesus’ praises, to gaze, O Lord, on thee.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#119C Do Good to Me and I Will Live</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a:pPr>
            <a:r>
              <a:t>2. A pilgrim on the earth am I; hide not your good commands from me. Consumed with longing is my soul, because your laws I yearn to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
        <p:nvSpPr>
          <p:cNvPr id="6" name="TextBox 5"/>
          <p:cNvSpPr txBox="1"/>
          <p:nvPr/>
        </p:nvSpPr>
        <p:spPr>
          <a:xfrm>
            <a:off x="2667000" y="914400"/>
            <a:ext cx="6858000" cy="4572000"/>
          </a:xfrm>
          <a:prstGeom prst="rect">
            <a:avLst/>
          </a:prstGeom>
          <a:noFill/>
        </p:spPr>
        <p:txBody>
          <a:bodyPr wrap="square" anchor="ctr">
            <a:spAutoFit/>
          </a:bodyPr>
          <a:lstStyle/>
          <a:p>
            <a:pPr algn="ctr">
              <a:defRPr sz="2500"/>
            </a:pPr>
            <a:r>
              <a:t>3. The proud and cursed ones you rebuke, who from your precepts go astray. Remove contempt and scorn from me, for all your statutes I obey.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
        <p:nvSpPr>
          <p:cNvPr id="6" name="TextBox 5"/>
          <p:cNvSpPr txBox="1"/>
          <p:nvPr/>
        </p:nvSpPr>
        <p:spPr>
          <a:xfrm>
            <a:off x="2667000" y="914400"/>
            <a:ext cx="6858000" cy="4572000"/>
          </a:xfrm>
          <a:prstGeom prst="rect">
            <a:avLst/>
          </a:prstGeom>
          <a:noFill/>
        </p:spPr>
        <p:txBody>
          <a:bodyPr wrap="square" anchor="ctr">
            <a:spAutoFit/>
          </a:bodyPr>
          <a:lstStyle/>
          <a:p>
            <a:pPr algn="ctr">
              <a:defRPr sz="2500"/>
            </a:pPr>
            <a:r>
              <a:t>4. Though rulers sit and plot my harm, I meditate on your decree. Your statutes bring me great delight, for they are advisors unto 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p:nvPr>
        </p:nvSpPr>
        <p:spPr/>
        <p:txBody>
          <a:bodyPr/>
          <a:lstStyle/>
          <a:p/>
        </p:txBody>
      </p:sp>
      <p:sp>
        <p:nvSpPr>
          <p:cNvPr id="4" name="Content Placeholder 3"/>
          <p:cNvSpPr>
            <a:spLocks noGrp="1"/>
          </p:cNvSpPr>
          <p:nvPr>
            <p:ph/>
          </p:nvPr>
        </p:nvSpPr>
        <p:spPr/>
        <p:txBody>
          <a:bodyPr/>
          <a:lstStyle/>
          <a:p/>
        </p:txBody>
      </p:sp>
      <p:sp>
        <p:nvSpPr>
          <p:cNvPr id="5" name="Content Placeholder 4"/>
          <p:cNvSpPr>
            <a:spLocks noGrp="1"/>
          </p:cNvSpPr>
          <p:nvPr>
            <p:ph/>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81200" y="457200"/>
            <a:ext cx="8229600" cy="1828800"/>
          </a:xfrm>
          <a:prstGeom prst="rect">
            <a:avLst/>
          </a:prstGeom>
          <a:noFill/>
        </p:spPr>
        <p:txBody>
          <a:bodyPr wrap="square">
            <a:spAutoFit/>
          </a:bodyPr>
          <a:lstStyle/>
          <a:p>
            <a:pPr algn="ctr">
              <a:defRPr sz="3200" b="1"/>
            </a:pPr>
            <a:r>
              <a:t>#150C Sing Hallelujah! Praise the LORD!</a:t>
            </a:r>
          </a:p>
        </p:txBody>
      </p:sp>
      <p:sp>
        <p:nvSpPr>
          <p:cNvPr id="3" name="TextBox 2"/>
          <p:cNvSpPr txBox="1"/>
          <p:nvPr/>
        </p:nvSpPr>
        <p:spPr>
          <a:xfrm>
            <a:off x="2667000" y="2286000"/>
            <a:ext cx="6858000" cy="3657600"/>
          </a:xfrm>
          <a:prstGeom prst="rect">
            <a:avLst/>
          </a:prstGeom>
          <a:noFill/>
        </p:spPr>
        <p:txBody>
          <a:bodyPr wrap="square">
            <a:spAutoFit/>
          </a:bodyPr>
          <a:lstStyle/>
          <a:p>
            <a:pPr algn="ctr">
              <a:defRPr sz="2500"/>
            </a:pPr>
            <a:r>
              <a:t>3. With sounding cymbals praise the LORD! With clashing cymbals praise aloud! Hallelujah! Hallelujah! Let all that breathes now praise the LORD! O praise the LORD forevermore! O praise him! O praise him! Hallelujah! Hallelujah! Hallelujah!</a:t>
            </a:r>
          </a:p>
        </p:txBody>
      </p:sp>
      <p:sp>
        <p:nvSpPr>
          <p:cNvPr id="4" name="TextBox 3"/>
          <p:cNvSpPr txBox="1"/>
          <p:nvPr/>
        </p:nvSpPr>
        <p:spPr>
          <a:xfrm>
            <a:off x="457200" y="6217920"/>
            <a:ext cx="11277600" cy="457200"/>
          </a:xfrm>
          <a:prstGeom prst="rect">
            <a:avLst/>
          </a:prstGeom>
          <a:noFill/>
        </p:spPr>
        <p:txBody>
          <a:bodyPr wrap="square">
            <a:spAutoFit/>
          </a:bodyPr>
          <a:lstStyle/>
          <a:p>
            <a:pPr algn="ctr">
              <a:defRPr sz="1200" i="1">
                <a:solidFill>
                  <a:srgbClr val="787878"/>
                </a:solidFill>
              </a:defRPr>
            </a:pPr>
            <a:r>
              <a:t>Copyright Trinity Psalter Hymnal, 2018, used by permission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14866</TotalTime>
  <Application>LibreOffice/7.3.7.2$Linux_X86_64 LibreOffice_project/30$Build-2</Application>
  <AppVersion>15.0000</AppVersion>
  <Words>884</Words>
  <Paragraphs>87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2022-04-30T03:36:22Z</dcterms:created>
  <dc:creator>Neil Tuininga</dc:creator>
  <dc:description/>
  <dc:language>en-CA</dc:language>
  <cp:lastModifiedBy/>
  <dcterms:modified xsi:type="dcterms:W3CDTF">2026-02-16T16:54:16Z</dcterms:modified>
  <cp:revision>271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20</vt:i4>
  </property>
</Properties>
</file>