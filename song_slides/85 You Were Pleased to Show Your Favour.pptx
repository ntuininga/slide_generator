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92" r:id="rId4"/>
    <p:sldId id="3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8FF0-123C-4565-8582-D6DB68F9A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8316F-1E50-4DF2-8863-7353FC0BD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4D45F-22C6-4060-8191-03C9D25D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6E147-2886-48E4-AC64-B6071F9A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7668-C436-42C3-9670-3CE40A5F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6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4281-B5C5-4394-9942-D8CF00B1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11567-1F83-4807-B99A-01141E6F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3D15C-4267-4BB8-8730-FBB28CF7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5975A-2ACF-4EB3-8921-8236A2F5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8A461-02EB-4FFC-889F-1BFFA38D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E0D5-A338-4843-ABC2-D5520F5C3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FDAD2-A6FE-4EB5-B33A-7D477EFC5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2F225-9F8F-4754-931E-4B7F3733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5D822-23D7-4A5B-8720-F6DC4615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6B4B-5135-4446-8F1C-CC47B1B6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6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2181-D9B4-457C-8BA2-D25500B3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D2067-03FA-44D1-8068-96198EA46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2939B-DF6E-4CB0-B7EF-513246995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49836-93B5-42BF-8702-A26C0790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64484-361F-414B-9D18-DF55A75D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2602E-1A8E-4773-9657-B4A09775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0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5A02-6A22-4365-ABBA-CA6190CD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863B-9974-4B7F-B816-B0D4CB134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47FFF-AEA2-46DB-A526-ECE1DF7E3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7B344-D0CC-4C95-B5CE-DDBCE3182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93D947-0F1B-4B56-9340-290D88D07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CA53F-8290-458E-99E2-CE5E02D9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E833F-EEB8-4E85-ACB3-12EC260B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D6C4B-4DFC-4106-8BE7-87E1B691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2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BF5C-9AF9-48B1-BAAA-C6A1B226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F277B-2B88-492D-9805-31796AB0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67BD3-CAF8-40E7-91C8-770E387D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DFF25-03DA-4F2E-B0C4-4E33C917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2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C4267-7D06-45B2-8D90-2F4435C9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B233DE-449F-4118-BD42-10166B06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FEE45-B411-4F7B-99CE-633991C5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5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60C9-19C3-49CF-9770-3DC4BEE4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D3F7D-5DE9-4FF6-B4EF-3FC7C0B4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A532-5E25-4DE6-92FC-976872387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1AC19-A4DF-42BB-83F9-5D5929F54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F8249-17D9-48FF-9C08-EAA234B0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C0E90-C1E8-497F-B392-3C26C98B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4652-95C3-4324-9B15-E2BC2AD1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434C9-7F60-4BA2-A0D0-2549905AA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BBB4B-DABC-4D46-BB58-1EF4CF087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44914-BF42-48B8-A4BA-314FEDFB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B9770-97F1-48A4-A118-8C2A457F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2F54B-566F-4968-B7CC-677F04EC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0E45-C7B6-41D7-8CD3-799928BB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0823C-0C7F-4E34-BFA1-C8DA183E2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EFE14-FEEB-4939-93B3-AC69B257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84E9F-16A0-457F-A256-A576A25D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43845-0416-49FC-A086-55A6C5D7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9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6F3E3-F2FB-413F-B707-EC21939EF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17ECA-A138-4EE2-A9BD-018B1E2F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7DF69-C96C-4371-8700-43CCF2E3F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9FD35-B9D6-483B-82E2-489E4178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337D6-2486-49B1-BA44-58B1533C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6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78555-1ADC-490E-87D9-70F6A71C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73ADF-BFED-452B-9612-4EC2E58DB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4893-B55F-4C64-BBD1-7D746680F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773EE-F343-4474-8E98-8F96B6F66A6C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14188-AAAB-4640-B971-59A736CA3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94BCB-2A85-4E5C-B889-4D8A93D33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6A9C3-4533-4EFF-A2C4-A2038E204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1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3123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You were pleased to show your favour,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LORD, to your beloved land.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 returned the wealth of Jacob,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 restored his captive band.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 forgave your people’s trespass;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 were pleased their sins to hide.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 withdrew your great displeasure;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your wrath you turned aside.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#85 You Were Pleased to Show Your Favour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3543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2</a:t>
            </a:r>
            <a:r>
              <a:rPr lang="en-CA" sz="2800" dirty="0">
                <a:solidFill>
                  <a:prstClr val="black"/>
                </a:solidFill>
              </a:rPr>
              <a:t>. God our Saviour, now restore us;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turn away from us your rage.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Will your anger burn against us?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Will it last from age to age?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Will you not again revive us,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that we may rejoice in you?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Show us, LORD, your </a:t>
            </a:r>
            <a:r>
              <a:rPr lang="en-CA" sz="2800" dirty="0" err="1">
                <a:solidFill>
                  <a:prstClr val="black"/>
                </a:solidFill>
              </a:rPr>
              <a:t>cov’nant</a:t>
            </a:r>
            <a:r>
              <a:rPr lang="en-CA" sz="2800" dirty="0">
                <a:solidFill>
                  <a:prstClr val="black"/>
                </a:solidFill>
              </a:rPr>
              <a:t> mercy;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your salvation grant anew.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EED48-C142-432C-B868-303826DE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6782D-CE01-41E7-92F2-4A813B8D5705}"/>
              </a:ext>
            </a:extLst>
          </p:cNvPr>
          <p:cNvSpPr txBox="1"/>
          <p:nvPr/>
        </p:nvSpPr>
        <p:spPr>
          <a:xfrm>
            <a:off x="1928812" y="1228397"/>
            <a:ext cx="8334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3</a:t>
            </a:r>
            <a:r>
              <a:rPr lang="en-CA" sz="2800" dirty="0">
                <a:solidFill>
                  <a:prstClr val="black"/>
                </a:solidFill>
              </a:rPr>
              <a:t>. Let me hear what God the LORD says;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his saints he speaks of peace,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but his people must not wander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return to foolishness.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Surely unto those who fear him,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his salvation is at hand,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so that once again his glory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may be seen within our land.</a:t>
            </a:r>
          </a:p>
        </p:txBody>
      </p:sp>
    </p:spTree>
    <p:extLst>
      <p:ext uri="{BB962C8B-B14F-4D97-AF65-F5344CB8AC3E}">
        <p14:creationId xmlns:p14="http://schemas.microsoft.com/office/powerpoint/2010/main" val="157907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23C844-1C33-49D5-A093-82D2B35C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E538C-91EF-4081-9414-17621516FDF1}"/>
              </a:ext>
            </a:extLst>
          </p:cNvPr>
          <p:cNvSpPr txBox="1"/>
          <p:nvPr/>
        </p:nvSpPr>
        <p:spPr>
          <a:xfrm>
            <a:off x="1766887" y="1333500"/>
            <a:ext cx="8658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4</a:t>
            </a:r>
            <a:r>
              <a:rPr lang="en-CA" sz="2800" dirty="0">
                <a:solidFill>
                  <a:prstClr val="black"/>
                </a:solidFill>
              </a:rPr>
              <a:t>. Love and truth have met together;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peace and righteousness embrace.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Righteousness looks down from heaven;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the earth springs faithfulness.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What is good the LORD will give us,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our land its fruit will bear.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Righteousness will go before him,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for his steps the way prepare.</a:t>
            </a:r>
          </a:p>
        </p:txBody>
      </p:sp>
    </p:spTree>
    <p:extLst>
      <p:ext uri="{BB962C8B-B14F-4D97-AF65-F5344CB8AC3E}">
        <p14:creationId xmlns:p14="http://schemas.microsoft.com/office/powerpoint/2010/main" val="108169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2020-12-19T23:52:59Z</dcterms:created>
  <dcterms:modified xsi:type="dcterms:W3CDTF">2020-12-19T23:53:19Z</dcterms:modified>
</cp:coreProperties>
</file>