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57" r:id="rId2"/>
    <p:sldId id="258" r:id="rId3"/>
    <p:sldId id="261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9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9BFB176-8156-4199-8558-CACA668AFDA6}" type="datetimeFigureOut">
              <a:rPr lang="en-US" smtClean="0"/>
              <a:t>1/20/2024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720AE80-ABBF-4849-9302-E72BB21B7A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89614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D6CA33-797D-D4FD-376A-74507937C8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E220837-5A22-A0CF-D43B-9E16EC22A92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BE6BB4-C729-C55E-C1D7-FF1509F901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F2612F-C5D4-4732-B697-994F9ED4F2E3}" type="datetime1">
              <a:rPr lang="en-US" smtClean="0"/>
              <a:t>1/20/2024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52D889-EA95-42FE-6DC4-8FE54C0092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1628C9-7B6D-12A2-9148-D5B7B87B7D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441CC4-E811-42AB-BB52-1EFEA47410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38268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244795-7286-358F-B732-2FAE4521E6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B75F76-ACCC-6B8B-9EC9-D0D79A4E95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73BDCD-AE36-F164-CA01-56EFC1AF14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5C1C89-3D70-4962-87DB-85BB5B73E781}" type="datetime1">
              <a:rPr lang="en-US" smtClean="0"/>
              <a:t>1/20/2024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B63E30-D052-7C92-EBBA-800DC220B1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4BE065-BF0D-D85B-6523-59DCAB8596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441CC4-E811-42AB-BB52-1EFEA47410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49782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2278DA-9245-EF42-F39C-7143C203FE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D427C6-52AE-1420-A673-C0ADB95509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84E1EE-8EA9-1A5A-BA3C-6643BD2F42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9C290E-F8DE-43DD-B0A7-ED420DB96311}" type="datetime1">
              <a:rPr lang="en-US" smtClean="0"/>
              <a:t>1/20/2024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D1F225-2B41-099E-1846-905EA8094F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FCABB4-7BD5-B0BE-C368-74F7E116D2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441CC4-E811-42AB-BB52-1EFEA47410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97665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DC5E47-2F5A-E864-AAAB-2FFBDD4F0E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413D25-6357-7A79-13C3-E487AC227DA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8A80925-AB57-5E58-6C3D-36ADB8DCBB6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F7D6F65-4ED8-D5FC-D0AC-3520E8D019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C5E113-DB93-4E09-AFB7-ADB6C4F6275F}" type="datetime1">
              <a:rPr lang="en-US" smtClean="0"/>
              <a:t>1/20/2024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14E7117-5D60-45B0-D815-D25A2EEA2C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4380B2-6742-0CAB-EE4B-FD62E0A1F5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441CC4-E811-42AB-BB52-1EFEA47410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98159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C0267E-D002-5BD8-E28E-8472D2C14C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6F6194-10B7-87CA-29D0-C2F146610B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437674F-6D96-0B9A-2310-6D81D80CEF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E941275-1B12-AC26-B86F-8B3CEC90F20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243F52C-1BC6-B54E-197C-8A7E514E9A4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3EA7235-253D-A2B4-83B4-D3F9F50381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AB2A33-932D-44FE-9DD6-C7E5AFD9B661}" type="datetime1">
              <a:rPr lang="en-US" smtClean="0"/>
              <a:t>1/20/2024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5E4E70F-6F8C-7DD2-8049-1BC470AEB9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35DF5B4-3D69-63E6-61F5-5D4ABF74FA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441CC4-E811-42AB-BB52-1EFEA47410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88713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3F896F-7517-F38D-BDBD-FA30A21446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0E3A4E8-6B96-2583-C508-AD72EB677F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648E7C-0C72-4ECA-B0D8-27406B5F0DA0}" type="datetime1">
              <a:rPr lang="en-US" smtClean="0"/>
              <a:t>1/20/2024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AC96DAA-E207-FEB4-5F15-FF25CAE41B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3CF04DE-B49C-72A4-6DB2-8B4248F694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441CC4-E811-42AB-BB52-1EFEA47410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00930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F07B171-CBF0-831E-9689-DAFA3B3FA0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866708-CA34-47A3-ABBA-828CC8BA4E60}" type="datetime1">
              <a:rPr lang="en-US" smtClean="0"/>
              <a:t>1/20/2024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37EA5F6-1625-AC1B-D3C7-B68CB0E67A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11EBFF-AA04-05D2-5541-F0BA18FA0B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441CC4-E811-42AB-BB52-1EFEA47410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96243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EADF9B-CCD2-B2F8-0189-9CC97E77F4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F3C3DF-C6E3-C65E-B564-A0F80AD4A2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FE98C5A-7516-598F-737C-50DB75F6DF2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74A7D3E-132F-9A81-842D-E0D85BBEFC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1C9CE4-1C0A-4E83-9374-21892F28AF81}" type="datetime1">
              <a:rPr lang="en-US" smtClean="0"/>
              <a:t>1/20/2024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27208E-35D9-6B13-3629-C9FD471D39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660708A-8F52-9121-41AC-B0FDC6B926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441CC4-E811-42AB-BB52-1EFEA47410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51723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482214-2BE6-20BD-8741-018911DD86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1251991-B6E4-FD34-1498-6D362BA078B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4113F42-0E18-C675-84B1-2602FC88E4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8DF9D26-E4AE-D10B-99DF-515690A305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97A38-6C99-45FC-9D21-8F38B8540892}" type="datetime1">
              <a:rPr lang="en-US" smtClean="0"/>
              <a:t>1/20/2024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AEB962-4A96-6080-3F96-7294BA0265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93DEDC-9F50-3F97-27C2-105C30AFF6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441CC4-E811-42AB-BB52-1EFEA47410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74166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B33D0A-92C6-04B6-62BC-6FADD6413C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A3D09C2-B4CE-3478-4867-D80A635E50F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C0F2BB-06A6-4B1C-8803-D2A0D691F8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7E34FF-4854-4676-8894-98B3352AF10D}" type="datetime1">
              <a:rPr lang="en-US" smtClean="0"/>
              <a:t>1/20/2024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EF750E-8DBC-65DE-BC58-F751284AC1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C8187C-4B97-BF42-437D-288A5EFAAF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441CC4-E811-42AB-BB52-1EFEA47410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61225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8BBED67-D8F6-EE74-06E3-3BE5F2219A4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CF315CB-5898-5493-3522-BFC708745E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9B539C-02DC-F59E-7007-2DDB394E8B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2BF87E-3E5D-4B74-9F3F-292A56D73971}" type="datetime1">
              <a:rPr lang="en-US" smtClean="0"/>
              <a:t>1/20/2024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938522-19FA-EA95-B079-DA6FE6C8C6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21E0DD-F196-8BE7-473D-83CC3B705B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441CC4-E811-42AB-BB52-1EFEA47410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49828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ED952DB-B532-96DD-519E-6893C87BF6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28FEBC-626D-98A8-0C71-9CDAAF0324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FFC0AD-C451-B9DD-24E9-836D2C03886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EDFF6B-57EC-41F8-B4A2-4AFB3B2CF6B9}" type="datetime1">
              <a:rPr lang="en-US" smtClean="0"/>
              <a:t>1/20/2024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129D34-3F18-B166-0306-5975C19363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085894-8967-5D81-C45D-923129501E5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441CC4-E811-42AB-BB52-1EFEA47410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73650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AE5007-712E-75A9-A738-0861C63EBF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i="1" dirty="0"/>
              <a:t>#97B The Lord Reigns, Let the Earth Be Glad!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59D625-B3C5-8BBD-930E-97DAC5CD0B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 algn="ctr">
              <a:buAutoNum type="arabicPeriod"/>
            </a:pPr>
            <a:r>
              <a:rPr lang="en-US" dirty="0"/>
              <a:t>The Lord reigns, let the earth be glad!</a:t>
            </a:r>
          </a:p>
          <a:p>
            <a:pPr marL="0" indent="0" algn="ctr">
              <a:buNone/>
            </a:pPr>
            <a:r>
              <a:rPr lang="en-US" dirty="0"/>
              <a:t>Let distant shores express delight!</a:t>
            </a:r>
          </a:p>
          <a:p>
            <a:pPr marL="0" indent="0" algn="ctr">
              <a:buNone/>
            </a:pPr>
            <a:r>
              <a:rPr lang="en-US" dirty="0"/>
              <a:t>Thick clouds and darkness cover him;</a:t>
            </a:r>
          </a:p>
          <a:p>
            <a:pPr marL="0" indent="0" algn="ctr">
              <a:buNone/>
            </a:pPr>
            <a:r>
              <a:rPr lang="en-US" dirty="0"/>
              <a:t>His throne is built on truth and right.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D8F1B31-45AB-5FEE-691B-30AB4F36CC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28326071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8CC45F-4324-B3B2-166B-34C71649FC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dirty="0"/>
              <a:t>2. Fire goes before him and consumes</a:t>
            </a:r>
          </a:p>
          <a:p>
            <a:pPr marL="0" indent="0" algn="ctr">
              <a:buNone/>
            </a:pPr>
            <a:r>
              <a:rPr lang="en-US" dirty="0"/>
              <a:t> his enemies on very side.</a:t>
            </a:r>
          </a:p>
          <a:p>
            <a:pPr marL="0" indent="0" algn="ctr">
              <a:buNone/>
            </a:pPr>
            <a:r>
              <a:rPr lang="en-US" dirty="0"/>
              <a:t>His lightning flashes light the world,</a:t>
            </a:r>
          </a:p>
          <a:p>
            <a:pPr marL="0" indent="0" algn="ctr">
              <a:buNone/>
            </a:pPr>
            <a:r>
              <a:rPr lang="en-US" dirty="0"/>
              <a:t>And all the earth is terrified.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64713A7-8658-B61A-8A45-B1025B58DA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27536974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8CC45F-4324-B3B2-166B-34C71649FC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dirty="0"/>
              <a:t>4. All those who worship images are</a:t>
            </a:r>
          </a:p>
          <a:p>
            <a:pPr marL="0" indent="0" algn="ctr">
              <a:buNone/>
            </a:pPr>
            <a:r>
              <a:rPr lang="en-US" dirty="0"/>
              <a:t>Put to everlasting shame;</a:t>
            </a:r>
          </a:p>
          <a:p>
            <a:pPr marL="0" indent="0" algn="ctr">
              <a:buNone/>
            </a:pPr>
            <a:r>
              <a:rPr lang="en-US" dirty="0"/>
              <a:t>Their worthless idols are their boast –</a:t>
            </a:r>
          </a:p>
          <a:p>
            <a:pPr marL="0" indent="0" algn="ctr">
              <a:buNone/>
            </a:pPr>
            <a:r>
              <a:rPr lang="en-US" dirty="0"/>
              <a:t>You gods, bow down before his name!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64713A7-8658-B61A-8A45-B1025B58DA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14547091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39548B-3849-2030-7633-27C0C4E127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dirty="0"/>
              <a:t>5. Your judgments gladden Zion’s hills,</a:t>
            </a:r>
          </a:p>
          <a:p>
            <a:pPr marL="0" indent="0" algn="ctr">
              <a:buNone/>
            </a:pPr>
            <a:r>
              <a:rPr lang="en-US" dirty="0"/>
              <a:t>Bring Judah’s daughters great delight.</a:t>
            </a:r>
          </a:p>
          <a:p>
            <a:pPr marL="0" indent="0" algn="ctr">
              <a:buNone/>
            </a:pPr>
            <a:r>
              <a:rPr lang="en-US" dirty="0"/>
              <a:t>Above the earth and all the god,</a:t>
            </a:r>
          </a:p>
          <a:p>
            <a:pPr marL="0" indent="0" algn="ctr">
              <a:buNone/>
            </a:pPr>
            <a:r>
              <a:rPr lang="en-US" dirty="0"/>
              <a:t>Exalted is the Lord Most High.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218979-9717-55FD-74F2-BC70913132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3026053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FBF59A-117E-D7E5-68EC-BB82C8BDBA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dirty="0"/>
              <a:t>7. Upon the righteous light will shine,</a:t>
            </a:r>
          </a:p>
          <a:p>
            <a:pPr marL="0" indent="0" algn="ctr">
              <a:buNone/>
            </a:pPr>
            <a:r>
              <a:rPr lang="en-US" dirty="0"/>
              <a:t>And joy for those of upright heart.</a:t>
            </a:r>
          </a:p>
          <a:p>
            <a:pPr marL="0" indent="0" algn="ctr">
              <a:buNone/>
            </a:pPr>
            <a:r>
              <a:rPr lang="en-US" dirty="0"/>
              <a:t>You righteous in the Lord, rejoice,</a:t>
            </a:r>
          </a:p>
          <a:p>
            <a:pPr marL="0" indent="0" algn="ctr">
              <a:buNone/>
            </a:pPr>
            <a:r>
              <a:rPr lang="en-US" dirty="0"/>
              <a:t>And praise unto his name impart.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0453719-F4C2-A2A1-4CEB-4E31DC8840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7277460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213</Words>
  <Application>Microsoft Office PowerPoint</Application>
  <PresentationFormat>Widescreen</PresentationFormat>
  <Paragraphs>26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#97B The Lord Reigns, Let the Earth Be Glad!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#97B The Lord Reigns, Let the Earth Be Glad!</dc:title>
  <dc:creator>Neil</dc:creator>
  <cp:lastModifiedBy>Neil Tuininga</cp:lastModifiedBy>
  <cp:revision>2</cp:revision>
  <dcterms:created xsi:type="dcterms:W3CDTF">2023-04-28T14:58:38Z</dcterms:created>
  <dcterms:modified xsi:type="dcterms:W3CDTF">2024-01-21T03:40:01Z</dcterms:modified>
</cp:coreProperties>
</file>