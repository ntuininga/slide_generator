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18FA6341-76DA-46A1-A922-B863642B72AF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23-6-24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BFAB4DF5-A965-42FA-9EE8-1E387052A4FD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48A1CAEB-D1F8-4F57-883D-E264A54C74CF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23-6-24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389CC02-B6A4-4130-A89B-9AFF7A7FB7AE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1333440" y="228600"/>
            <a:ext cx="952452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4400" spc="-1" strike="noStrike">
                <a:solidFill>
                  <a:srgbClr val="000000"/>
                </a:solidFill>
                <a:latin typeface="Calibri Light"/>
              </a:rPr>
              <a:t>#43B Judge Me, God of My Salvation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2347920" y="1523880"/>
            <a:ext cx="7495920" cy="43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1. Judge me, God of my salvation,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plead my cause, for thee I trust;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hear my earnest supplication,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save me from my foes unjust.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Refrain: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O my soul, why art thou grieving?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What disquiets and dismays?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Hope in God; his help receiving,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 shall yet my Savior praise.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2295360" y="1143000"/>
            <a:ext cx="7600680" cy="43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2. On thy strength alone relying,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why am I cast off by thee,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 my helpless sorrow sighing,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while the foe oppresses me?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Refrain: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O my soul, why art thou grieving?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What disquiets and dismays?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Hope in God; his help receiving,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 shall yet my Savior praise.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2424240" y="1228320"/>
            <a:ext cx="7343280" cy="43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3. Light and truth, my way attending,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send thou forth to be my guide,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till thy holy mount ascending,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 within thy house abide.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Refrain: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O my soul, why art thou grieving?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What disquiets and dismays?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Hope in God; his help receiving,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 shall yet my Savior praise.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424240" y="1228320"/>
            <a:ext cx="7343280" cy="43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4. At thy sacred altar bending, 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God, my God, my boundless joy,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harp and voice, in worship blending,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for thy praise I will employ.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Refrain: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O my soul, why art thou grieving?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What disquiets and dismays?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Hope in God; his help receiving,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 shall yet my Savior praise.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LibreOffice/7.0.4.2$Linux_X86_64 LibreOffice_project/00$Build-2</Application>
  <AppVersion>15.0000</AppVersion>
  <Words>212</Words>
  <Paragraphs>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2021-05-07T17:41:50Z</dcterms:created>
  <dc:creator>Anya Hoogendoorn</dc:creator>
  <dc:description/>
  <dc:language>en-CA</dc:language>
  <cp:lastModifiedBy/>
  <dcterms:modified xsi:type="dcterms:W3CDTF">2023-06-24T16:06:31Z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