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40BF4B-0551-4119-BC58-1451636DD46D}" type="datetimeFigureOut">
              <a:rPr lang="en-US" smtClean="0"/>
              <a:t>5/6/2022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B1A980-4DC6-4746-8CEE-FC3CCD85E2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08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9D62-EC1A-022C-3FE8-29102C377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360F2-C36B-6ADD-7D67-8C55C77C7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C8577-01A7-7BC4-47B5-D278AF739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CAF7-7F8C-4E24-9B42-C69294705433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12CC48-17D0-6826-9D22-BAB9F21B1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1A531-D1A6-4632-9446-046E66B31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694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D701F-84AC-5DB1-9F44-B368F8B04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54D7C-17D5-2009-7124-577BD2DFE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2A827-6E1C-94C1-1055-5B9827CFF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830B-E397-42B2-833A-9F8579C2149E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2534F-1ABD-2324-9F12-4D5DC6476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CC7E-33C2-EB52-6E9E-FB6FE29A8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574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1E50-AD26-347D-DBA1-6C5E7F7B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4E237-3C29-40EE-0BF2-9CF58F348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F12AD-F1B8-85BB-0F78-A27D90BD4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74304-02AF-48C4-AE67-6A6358F0230D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11D84-EDF1-73AF-2E06-B81696293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8BF3D-EB44-1CBE-841B-4D07C75A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26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51F0-EAA4-9291-624D-5A184158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42316-9659-D210-34B2-F813F9498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63E36-3B5A-7707-85A1-3B7CDB7B6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E206F-2B46-F7BD-E8CB-5C46DD73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FE29-9F79-4914-A1CA-3E06003AADF6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5EE61-97E6-7CB0-616B-D9809E243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A6F4A-E842-5A64-31CB-5E8433EB7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9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2BBEB-F369-A907-E1CD-7DD2BFBEC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AE840-6199-A12F-F79E-132284008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E36B3-570D-537E-B53D-45DE7C47F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F3E69-2F81-6DED-BC3A-813E1500C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1B8D66-C609-5423-57C9-269BF636D7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CC1D69-23F0-3B60-C009-A5027BB1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2015D-17D2-4B61-B013-1908FF34A668}" type="datetime1">
              <a:rPr lang="en-US" smtClean="0"/>
              <a:t>5/6/2022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DAEAB8-BB32-7C4F-317E-B883A07F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A861B-182E-DD3D-356E-A47BC1EA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5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1CDA-BD19-0C78-11AC-4FE59EAD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85851-4A29-F145-4A61-660FDF9E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64C00-831D-4139-B36A-AD3CDB1EF842}" type="datetime1">
              <a:rPr lang="en-US" smtClean="0"/>
              <a:t>5/6/2022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D65D1-8420-41E9-E26D-ED4C08AD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1559B-56DA-F931-9D42-03E095A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5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7F01C-4C88-9A62-6778-0AAF642C4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3CC77-504C-4162-B315-F83B8A4C3D27}" type="datetime1">
              <a:rPr lang="en-US" smtClean="0"/>
              <a:t>5/6/2022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5E137-2064-3D32-A916-F15A511E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9F786E-9472-17D8-9F32-96445718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03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8809E-6EC2-98A0-A303-E35BCF851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D25F5-045C-A4D7-301A-4BCE5AD6A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B0AD9-EE62-2796-148B-EB2FAC772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0994C-A1B6-534E-62BD-BC2CF868D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61B6E-679B-4377-B6B8-288367A182F1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E0F07-156A-18F0-4061-1B6D27712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F507A-4B7F-03F9-02CE-76479C46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6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D8A10-E03C-1C20-3596-3740C046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6091CC-2AE3-61D7-3ED9-264C9F1BE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94525-87DF-55AC-20EC-C63728D99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801D62-35A7-8405-408B-A325D0A59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63E92-C61A-4734-8AB5-D4A818721FAC}" type="datetime1">
              <a:rPr lang="en-US" smtClean="0"/>
              <a:t>5/6/2022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0018D-6399-CACA-68F4-7B598C148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889AE-AE77-B2A3-375C-E7CD6C2E2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510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1F5A-C3F8-A137-F8E7-8955CA2D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1C767-35BC-1C2B-2303-7EF4691680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CD8AC-2634-7A4B-529B-883179C05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05C5E-55AE-46D8-A7C5-EB9A86E387A0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068CA-0C37-8A12-4C09-236CAE03C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08812-52C0-5ACE-F36F-320DA6DA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2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06F09-027F-2040-2C3F-4C3D4A631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E0E02-448B-3F1E-7932-B7C2890F9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490BE-5887-6A92-B4AB-3031AAC4E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17731-9FD7-4EBC-BE89-9AA588A76C9A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DD83D-99E4-7271-4EB2-A31C3B48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D64E-6B97-E01C-E4A1-9E8F34F1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59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FC0D5-0DDB-C891-AED7-C9486B55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C215A-B1D1-31FD-1B90-FEE00908A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06FD8-E230-F3E5-EF05-C3862D058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126EA-18D7-481C-9A06-EFF392171B7D}" type="datetime1">
              <a:rPr lang="en-US" smtClean="0"/>
              <a:t>5/6/2022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0A17B-0E85-108E-9889-823398FC6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6718C-540D-7A42-89F8-1B2E25AAA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8CAA8A-7F3A-45FB-9D97-8A95A1F70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687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D9D9-F151-2697-57C4-83DF4B2D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#492 How Sweet the Name of Jesus Sounds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65D8-F574-5F1B-853B-B66CF6DC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1 How sweet the name of Jesus sounds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in a believer's ear!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It soothes his sorrows, heals his wounds,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drives away his fear.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5CC836-A9DA-5A40-A4C8-A4D7EC4BC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0251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DA583-552D-ECCC-7859-0CCD8C9A9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2 It makes the wounded spirit whole,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calms the troubled breast;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'tis manna to the hungry soul,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to the weary rest.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E8801-74B2-3B50-0515-46FA0B93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93823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F003D-C782-C37E-5D0B-EACC65FFF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3 Dear Name! the rock on which I build,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my shield and hiding place,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my never-failing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treas'ry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filled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with boundless stores of grace;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38EE4-E644-68D0-F159-2A492EED9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77111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AC679-CE4D-CC41-F091-E2DC78C73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4 Jesus, my Shepherd, Brother, Friend,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my Prophet, Priest, and King,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my Lord, my Life, my Way, my End,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accept the praise I bring.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A4BB26-4ECB-7603-774C-493A506C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2481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63A02-3801-2D87-7ADC-8D36EF3DF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5 Weak is the effort of my heart,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cold my warmest thought;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but when I see thee as thou art,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I'll praise thee as I ought.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A27F6-6854-E419-637D-A1C766C11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56405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523C3-B486-87F3-E7CD-FF49FA9E0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6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'Til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then I would thy love proclaim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with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ev'ry</a:t>
            </a: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fleeting breath;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and may the music of thy name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refresh my soul in death.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6A4B1-9EA6-F7DC-47B8-F86B84377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83613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262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Verdana</vt:lpstr>
      <vt:lpstr>Office Theme</vt:lpstr>
      <vt:lpstr>#492 How Sweet the Name of Jesus Sounds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#492 How Sweet the Name of Jesus Sounds</dc:title>
  <dc:creator>Neil Tuininga</dc:creator>
  <cp:lastModifiedBy>Neil Tuininga</cp:lastModifiedBy>
  <cp:revision>1</cp:revision>
  <dcterms:created xsi:type="dcterms:W3CDTF">2022-05-06T16:37:36Z</dcterms:created>
  <dcterms:modified xsi:type="dcterms:W3CDTF">2022-05-06T16:42:20Z</dcterms:modified>
</cp:coreProperties>
</file>