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50" r:id="rId2"/>
    <p:sldId id="351" r:id="rId3"/>
    <p:sldId id="352" r:id="rId4"/>
    <p:sldId id="35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E1CDB-B28D-4911-B18A-3E1167CA5A2A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7477D1-1AAE-402F-9DB5-377A2F024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17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C32D-C3E3-43CE-A6A8-6CDCBFA21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76414-9E65-4E4C-B316-9880530E64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6695F-61E2-4B62-9CE8-1D1D5E225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D8C2-B0F1-4181-AD27-2F890492983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CFC89-495F-4BAD-910E-E8AB6413B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4245B-4686-4CC1-98BB-C1E356B32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1C3E-20EA-42D5-A0A4-4424C6F9B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54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8D350-172E-4F81-A82D-1F0D6FB3D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8FCA6-3E13-49F3-8FF6-CA97B3146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25BB0-57E5-485E-BDCF-29092ED5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D8C2-B0F1-4181-AD27-2F890492983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26695-4CA8-405F-BA55-2618D1B1D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F5DF2-2945-4944-9C1E-186EE19F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1C3E-20EA-42D5-A0A4-4424C6F9B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140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D2DD6-CC9A-4B8C-AF6E-24C4C1135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9D15F-96E4-45FB-8563-D51806FF7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279BB-4C52-4A49-8DE8-4AA4150BE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D8C2-B0F1-4181-AD27-2F890492983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558FB-616C-4B90-A51D-291A7A5B5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FB2F4-C160-4BC8-82EB-8B7BB8729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1C3E-20EA-42D5-A0A4-4424C6F9B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26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82AC1-9C33-49EB-AED0-3452A9AA6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75AFC-DFA0-485B-AFA3-A4759B688F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AC1A4-2D09-4B4C-A29E-686C239B6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CFB462-1874-45BB-B6DD-651BD96BA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D8C2-B0F1-4181-AD27-2F890492983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55723-659C-4711-8B1E-F6970F2F1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3E6B5-CDCB-4F7A-9F92-090E2FC4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1C3E-20EA-42D5-A0A4-4424C6F9B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4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B612-D107-4C10-AF28-F899E0748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AF270-D304-441D-AD9D-7D00D77EB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4169F-B064-40B3-8DF9-0C98CE8C4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C772F3-A0D7-431C-8020-1971E2B5A0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7DB587-BBC3-44D8-B15D-AB2622B685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291055-B4EE-4D32-A6E1-C9E8CA14C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D8C2-B0F1-4181-AD27-2F890492983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C5FB36-8C87-40FB-9BE6-F865E7688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B214A8-A61A-4787-837A-7E57349D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1C3E-20EA-42D5-A0A4-4424C6F9B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00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8BB4E-084D-45FB-8391-E20207E7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548D32-E9A6-4BB4-911C-561D6298D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D8C2-B0F1-4181-AD27-2F890492983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58D67-A71F-4A4A-8B09-9528CE5F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40DB9E-B14D-456A-ACDF-048CDF997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1C3E-20EA-42D5-A0A4-4424C6F9B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698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35C734-4CB3-4DD6-B830-B401286D8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D8C2-B0F1-4181-AD27-2F890492983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4F260-624A-459D-843D-E6F46DC8B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F2E98-7F1C-466D-A7C1-2EC004052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1C3E-20EA-42D5-A0A4-4424C6F9B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931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57E81-BCC3-48D7-8961-B991D49E3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434B6-9E19-4A6E-8DC1-8231B27F0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A6322-5DA0-48BA-A242-2A5603903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728CF2-8139-49B3-B564-30FC1A3D7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D8C2-B0F1-4181-AD27-2F890492983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02400-4EEB-4573-B74F-9ADD11755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E01F2-0CD8-43DF-B33F-B6ECD3B8D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1C3E-20EA-42D5-A0A4-4424C6F9B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342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C10CA-E564-40EA-B458-0B3383667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EF8BAE-B582-4F7E-8510-B7A3628018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BC353-B001-4406-85EB-DC9925211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3A7BB-91A0-4847-BA7E-27D8DDE06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D8C2-B0F1-4181-AD27-2F890492983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D88A5-E680-4866-A4C7-727CCE866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BF4C4-6ABA-426E-BB2A-E9D694605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1C3E-20EA-42D5-A0A4-4424C6F9B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626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42909-132A-4456-AE2F-9AF058FB7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28693-1BAE-4EC9-9A12-F08ED54422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D995A-8086-442F-8823-C120951CE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D8C2-B0F1-4181-AD27-2F890492983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3B5D6-C109-44A0-B9F3-608744E4B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D93C6-5355-4332-95B1-926176DE2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1C3E-20EA-42D5-A0A4-4424C6F9B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870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B61777-537B-4B4B-99E9-33037AE68D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DB950-7C16-4BB2-B726-62E8EA1BD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8D61E-8842-44E3-946F-9526B0DE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D8C2-B0F1-4181-AD27-2F890492983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BB2DB-112A-419D-82BD-4B8DF616B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679DC-279E-413A-AC45-6842EC507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1C3E-20EA-42D5-A0A4-4424C6F9B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612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8F90EB-4209-4028-8A39-DD9D65F76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9C46C-B87F-4ABD-8521-9FD2430FB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5AF38-0885-4BEE-BD03-BC1454D0B8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AD8C2-B0F1-4181-AD27-2F890492983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23D45-0E05-4DAB-8B7D-1E317A21A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BA131-ADB0-45E0-80AD-7B253D317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01C3E-20EA-42D5-A0A4-4424C6F9B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274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Lord, dismiss us with your blessing;</a:t>
            </a:r>
            <a:br>
              <a:rPr lang="en-US" sz="2800" dirty="0"/>
            </a:br>
            <a:r>
              <a:rPr lang="en-US" sz="2800" dirty="0"/>
              <a:t>fill our hearts with joy and peace;</a:t>
            </a:r>
            <a:br>
              <a:rPr lang="en-US" sz="2800" dirty="0"/>
            </a:br>
            <a:r>
              <a:rPr lang="en-US" sz="2800" dirty="0"/>
              <a:t>let us each, your love possessing,</a:t>
            </a:r>
            <a:br>
              <a:rPr lang="en-US" sz="2800" dirty="0"/>
            </a:br>
            <a:r>
              <a:rPr lang="en-US" sz="2800" dirty="0"/>
              <a:t>triumph in redeeming grace.</a:t>
            </a:r>
            <a:br>
              <a:rPr lang="en-US" sz="2800" dirty="0"/>
            </a:br>
            <a:r>
              <a:rPr lang="en-US" sz="2800" dirty="0"/>
              <a:t>O refresh us, O refresh us,</a:t>
            </a:r>
            <a:br>
              <a:rPr lang="en-US" sz="2800" dirty="0"/>
            </a:br>
            <a:r>
              <a:rPr lang="en-US" sz="2800" dirty="0" err="1"/>
              <a:t>trav'ling</a:t>
            </a:r>
            <a:r>
              <a:rPr lang="en-US" sz="2800" dirty="0"/>
              <a:t> through this wilderness.</a:t>
            </a:r>
            <a:endParaRPr lang="en-CA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#562 Lord, Dismiss Us With Your Blessing</a:t>
            </a:r>
          </a:p>
        </p:txBody>
      </p:sp>
    </p:spTree>
    <p:extLst>
      <p:ext uri="{BB962C8B-B14F-4D97-AF65-F5344CB8AC3E}">
        <p14:creationId xmlns:p14="http://schemas.microsoft.com/office/powerpoint/2010/main" val="2903828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 </a:t>
            </a:r>
            <a:r>
              <a:rPr lang="en-US" sz="2800" dirty="0"/>
              <a:t>Thanks we give and adoration</a:t>
            </a:r>
            <a:br>
              <a:rPr lang="en-US" sz="2800" dirty="0"/>
            </a:br>
            <a:r>
              <a:rPr lang="en-US" sz="2800" dirty="0"/>
              <a:t>for your gospel's joyful sound:</a:t>
            </a:r>
            <a:br>
              <a:rPr lang="en-US" sz="2800" dirty="0"/>
            </a:br>
            <a:r>
              <a:rPr lang="en-US" sz="2800" dirty="0"/>
              <a:t>may the fruits of your salvation</a:t>
            </a:r>
            <a:br>
              <a:rPr lang="en-US" sz="2800" dirty="0"/>
            </a:br>
            <a:r>
              <a:rPr lang="en-US" sz="2800" dirty="0"/>
              <a:t>in our hearts and lives abound:</a:t>
            </a:r>
            <a:br>
              <a:rPr lang="en-US" sz="2800" dirty="0"/>
            </a:br>
            <a:r>
              <a:rPr lang="en-US" sz="2800" dirty="0"/>
              <a:t>ever faithful, ever faithful</a:t>
            </a:r>
            <a:br>
              <a:rPr lang="en-US" sz="2800" dirty="0"/>
            </a:br>
            <a:r>
              <a:rPr lang="en-US" sz="2800" dirty="0"/>
              <a:t>to the truth may we be found.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084622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 </a:t>
            </a:r>
            <a:r>
              <a:rPr lang="en-US" sz="2800" dirty="0"/>
              <a:t>Of your love some gracious token</a:t>
            </a:r>
            <a:br>
              <a:rPr lang="en-US" sz="2800" dirty="0"/>
            </a:br>
            <a:r>
              <a:rPr lang="en-US" sz="2800" dirty="0"/>
              <a:t>grant us, Lord, before we go;</a:t>
            </a:r>
            <a:br>
              <a:rPr lang="en-US" sz="2800" dirty="0"/>
            </a:br>
            <a:r>
              <a:rPr lang="en-US" sz="2800" dirty="0"/>
              <a:t>bless your word which has been spoken,</a:t>
            </a:r>
            <a:br>
              <a:rPr lang="en-US" sz="2800" dirty="0"/>
            </a:br>
            <a:r>
              <a:rPr lang="en-US" sz="2800" dirty="0"/>
              <a:t>life and peace on all bestow.</a:t>
            </a:r>
            <a:br>
              <a:rPr lang="en-US" sz="2800" dirty="0"/>
            </a:br>
            <a:r>
              <a:rPr lang="en-US" sz="2800" dirty="0"/>
              <a:t>O direct us and protect us</a:t>
            </a:r>
            <a:br>
              <a:rPr lang="en-US" sz="2800" dirty="0"/>
            </a:br>
            <a:r>
              <a:rPr lang="en-US" sz="2800" dirty="0"/>
              <a:t>in the paths we do not know.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760934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 </a:t>
            </a:r>
            <a:r>
              <a:rPr lang="en-US" sz="2800" dirty="0"/>
              <a:t>So that when your love shall call us,</a:t>
            </a:r>
            <a:br>
              <a:rPr lang="en-US" sz="2800" dirty="0"/>
            </a:br>
            <a:r>
              <a:rPr lang="en-US" sz="2800" dirty="0"/>
              <a:t>Savior, from the world away,</a:t>
            </a:r>
            <a:br>
              <a:rPr lang="en-US" sz="2800" dirty="0"/>
            </a:br>
            <a:r>
              <a:rPr lang="en-US" sz="2800" dirty="0"/>
              <a:t>let no fear of death appall us,</a:t>
            </a:r>
            <a:br>
              <a:rPr lang="en-US" sz="2800" dirty="0"/>
            </a:br>
            <a:r>
              <a:rPr lang="en-US" sz="2800" dirty="0"/>
              <a:t>glad your summons to obey:</a:t>
            </a:r>
            <a:br>
              <a:rPr lang="en-US" sz="2800" dirty="0"/>
            </a:br>
            <a:r>
              <a:rPr lang="en-US" sz="2800" dirty="0"/>
              <a:t>may we ever, may we ever</a:t>
            </a:r>
            <a:br>
              <a:rPr lang="en-US" sz="2800" dirty="0"/>
            </a:br>
            <a:r>
              <a:rPr lang="en-US" sz="2800" dirty="0"/>
              <a:t>reign with you in endless day.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40020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201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2022-03-26T22:26:51Z</dcterms:created>
  <dcterms:modified xsi:type="dcterms:W3CDTF">2022-03-26T22:29:04Z</dcterms:modified>
</cp:coreProperties>
</file>