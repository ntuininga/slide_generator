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37624-AD2C-4FE9-9A69-A383CA32A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2224E7-3F95-44B1-9D68-F1DB61A5B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83C7D-9A4A-47A2-8871-9BCBDFD74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0A4-54CC-45F4-8940-991DC774F456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1A093-179A-4BFD-9DF8-172885BB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7ED5B-E000-4B7E-8B70-CA1B74B7C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04F7A-5859-437C-AF81-8315C14B0D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7156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408C6-A28F-46BB-BC02-E7998831B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EDE22-A9F1-433E-BB14-328CCCCAC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F8FAF-3CE9-4369-86EC-A98A54A26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0A4-54CC-45F4-8940-991DC774F456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5B57C-562B-4511-AE9D-94780E3BF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DEBF7-F93D-4176-9FC3-7A5686369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04F7A-5859-437C-AF81-8315C14B0D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5250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5344A-1878-481A-B2E9-13B53B1DE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EA67A-16DB-44B7-94EB-E37FF0FED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95102-23F2-4ECF-AC6B-C3AC20B61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0A4-54CC-45F4-8940-991DC774F456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06214-5389-45AD-B653-7DAD1050C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7FF5F-D83C-46F9-91A0-6D3D5F44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04F7A-5859-437C-AF81-8315C14B0D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8124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7E44D-7DDD-4292-9877-0DE68B83D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AF9B1-1F2F-4CF3-94C2-28068A520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7011C5-7683-4B66-A803-847345ADC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F13B5-49AD-4297-81D0-855CC7D25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0A4-54CC-45F4-8940-991DC774F456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4D7A4-8BAE-4793-8A71-2706D9EBC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FA88A-740F-47F7-9DFF-0C893712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04F7A-5859-437C-AF81-8315C14B0D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0192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422AD-1CC0-436B-AD81-1A6FDE365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5E521-28C1-4E4F-8B28-DE07576C0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0D293-2B80-4FAF-92DB-0E8110325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3B7096-E39E-4C78-BC5B-ED971471F2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523B2A-CD22-4D18-9432-108EB024E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B182CE-452F-45AA-BA96-A292ED766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0A4-54CC-45F4-8940-991DC774F456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30A6A5-AE0A-43AB-AE55-D192438F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4ABFE9-D3C5-4975-B650-ACA17C448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04F7A-5859-437C-AF81-8315C14B0D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6648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9B550-B232-40F8-8408-8D62EA2CD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660695-A4D7-4756-8A5D-EAA8FA860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0A4-54CC-45F4-8940-991DC774F456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B24F02-0022-4F8E-9C28-9024F68B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FBA56-03C7-44E3-97E8-76392445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04F7A-5859-437C-AF81-8315C14B0D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072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2C1341-C158-4279-8C62-60716604F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0A4-54CC-45F4-8940-991DC774F456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39C8BC-91B0-47AD-8831-07C4AD276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8EF4B-39B6-4A89-8EDB-ABB9D581A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04F7A-5859-437C-AF81-8315C14B0D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8984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391D8-40E6-490D-968F-E0A0FF721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D1E80-A7AF-4909-83ED-994AE68A2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33F4A4-438D-4502-88D9-18EAEBAE3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A925D-F906-4B46-B53A-FD66C5358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0A4-54CC-45F4-8940-991DC774F456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8D85C-2D28-4439-86F7-5E6A2C0B3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841D0C-94E5-47D2-B306-E96CA1D0B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04F7A-5859-437C-AF81-8315C14B0D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9592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44ECE-D898-4D41-97DC-9CF6C5ACB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C857E3-C5BB-44D1-9363-57AB91EF6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7128A-8CA6-4F3C-8859-ECDD8A989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C4DC1A-6248-48B2-B214-45952ED2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0A4-54CC-45F4-8940-991DC774F456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1785A-D178-4659-8AD8-1AABF9DFA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31FA0-8C9C-4606-A4B3-AC2E0D5D2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04F7A-5859-437C-AF81-8315C14B0D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2268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2913-047B-4B44-9AF7-E57A012AF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2F35B-4310-44CA-8ABC-56E92D8C3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1E0EA-80BB-4726-A16B-E77E7C6D5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0A4-54CC-45F4-8940-991DC774F456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6D0A5-9777-4655-905F-CB378CF6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5F093-8FBA-4877-AF5C-BBFDB91C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04F7A-5859-437C-AF81-8315C14B0D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3725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308F3D-3CC7-4D69-B0FB-48470C26CE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4537C-9CE6-46FD-94D2-0C3527F07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E6DD6-066F-43A9-A7DA-8D80FA36E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0A4-54CC-45F4-8940-991DC774F456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B514E-9A85-4255-A1B8-47A009361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C3626-1562-42BA-863D-AA330B44E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04F7A-5859-437C-AF81-8315C14B0D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73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BAC198-F888-4B3B-B51C-D622DE57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13396-1456-4D29-9A64-441C64D21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2915E-2A66-451F-A831-3BEA2806C2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140A4-54CC-45F4-8940-991DC774F456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76CBC-B646-4FF8-8E95-25D5769D0E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15EF6-C72B-4512-8E29-AE1BCF555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04F7A-5859-437C-AF81-8315C14B0D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66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74E18B-DD86-4B5F-BD47-1C2AC77380DE}"/>
              </a:ext>
            </a:extLst>
          </p:cNvPr>
          <p:cNvSpPr txBox="1"/>
          <p:nvPr/>
        </p:nvSpPr>
        <p:spPr>
          <a:xfrm>
            <a:off x="557212" y="295275"/>
            <a:ext cx="11077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#119O The Double-Minded I Abhor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2152CF-B8AB-4732-B112-B34C0DA662AB}"/>
              </a:ext>
            </a:extLst>
          </p:cNvPr>
          <p:cNvSpPr txBox="1"/>
          <p:nvPr/>
        </p:nvSpPr>
        <p:spPr>
          <a:xfrm>
            <a:off x="1662111" y="2521059"/>
            <a:ext cx="88677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 dirty="0">
                <a:solidFill>
                  <a:prstClr val="black"/>
                </a:solidFill>
              </a:rPr>
              <a:t>The double minded I abhor,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but how I love your law, O LORD!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You are my hiding place and shield;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I’ve set my hope upon your word.</a:t>
            </a:r>
          </a:p>
        </p:txBody>
      </p:sp>
    </p:spTree>
    <p:extLst>
      <p:ext uri="{BB962C8B-B14F-4D97-AF65-F5344CB8AC3E}">
        <p14:creationId xmlns:p14="http://schemas.microsoft.com/office/powerpoint/2010/main" val="2069929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299836-22E6-45A4-BC2B-9CBC992E10EF}"/>
              </a:ext>
            </a:extLst>
          </p:cNvPr>
          <p:cNvSpPr txBox="1"/>
          <p:nvPr/>
        </p:nvSpPr>
        <p:spPr>
          <a:xfrm>
            <a:off x="2243137" y="2521059"/>
            <a:ext cx="77057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dirty="0">
                <a:solidFill>
                  <a:prstClr val="black"/>
                </a:solidFill>
              </a:rPr>
              <a:t>2. Depart from me, you wicked men,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that I may in God’s law remain.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Uphold my life, LORD, by your word;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let not my hope be put to shame.</a:t>
            </a:r>
          </a:p>
        </p:txBody>
      </p:sp>
    </p:spTree>
    <p:extLst>
      <p:ext uri="{BB962C8B-B14F-4D97-AF65-F5344CB8AC3E}">
        <p14:creationId xmlns:p14="http://schemas.microsoft.com/office/powerpoint/2010/main" val="3876186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6BFDB6-7EA6-4528-A574-2A1F7DCD18F4}"/>
              </a:ext>
            </a:extLst>
          </p:cNvPr>
          <p:cNvSpPr txBox="1"/>
          <p:nvPr/>
        </p:nvSpPr>
        <p:spPr>
          <a:xfrm>
            <a:off x="2195512" y="2521059"/>
            <a:ext cx="78009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3. O keep me safe and hold me up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that I upon your word may gaze.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You spurn those who forsake your laws;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their false deceit is all in vain.</a:t>
            </a:r>
          </a:p>
        </p:txBody>
      </p:sp>
    </p:spTree>
    <p:extLst>
      <p:ext uri="{BB962C8B-B14F-4D97-AF65-F5344CB8AC3E}">
        <p14:creationId xmlns:p14="http://schemas.microsoft.com/office/powerpoint/2010/main" val="2717985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00593A-1F35-4589-857A-F42D6252F49E}"/>
              </a:ext>
            </a:extLst>
          </p:cNvPr>
          <p:cNvSpPr txBox="1"/>
          <p:nvPr/>
        </p:nvSpPr>
        <p:spPr>
          <a:xfrm>
            <a:off x="1485900" y="2521059"/>
            <a:ext cx="9220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dirty="0">
                <a:solidFill>
                  <a:prstClr val="black"/>
                </a:solidFill>
              </a:rPr>
              <a:t>4. The wicked you discard like dross;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for this I love your holy law.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My body quakes for fear of you;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of your commands I stand in awe.</a:t>
            </a:r>
          </a:p>
        </p:txBody>
      </p:sp>
    </p:spTree>
    <p:extLst>
      <p:ext uri="{BB962C8B-B14F-4D97-AF65-F5344CB8AC3E}">
        <p14:creationId xmlns:p14="http://schemas.microsoft.com/office/powerpoint/2010/main" val="2182076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142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2021-02-13T23:16:37Z</dcterms:created>
  <dcterms:modified xsi:type="dcterms:W3CDTF">2022-01-29T02:42:42Z</dcterms:modified>
</cp:coreProperties>
</file>