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C187-C18A-40B3-82B1-17DDB9B7A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22CE8-E1CA-4CD2-8E4B-7839CBD8D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8D8BA-EF8F-49B5-BB7D-7D6E1FA85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69A53-8ED0-45D9-B263-FBDC262E18A5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E3EAD-F5D3-4162-B0CC-F051CAA9F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DDFEB-528D-43D7-B704-38F1F4FC8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AC03-6523-4CBE-8A9E-8F12ACBE87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018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FA6B-16B4-4F26-A6E7-76D222D5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5A0ED-5B54-4E16-BAC7-0175AD0FD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6948E-A37C-4E2A-A849-87E4AECC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69A53-8ED0-45D9-B263-FBDC262E18A5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358D2-ED3A-4C58-9AC7-E8CA6882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C7EB-E411-4BEB-9DEF-FF425BE0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AC03-6523-4CBE-8A9E-8F12ACBE87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9279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20EB4-0DC4-4FD5-A0DD-4213CF54D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64A95-1F26-4A36-89EE-D402779A9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7D17B-962D-4D77-B889-5CDF0E6E8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69A53-8ED0-45D9-B263-FBDC262E18A5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4B5ED-0DFE-4D50-8737-1B848038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73F0D-C00E-47A6-B18E-FD26D99C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AC03-6523-4CBE-8A9E-8F12ACBE87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5366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AF43-1B68-4F8B-B6C9-BDBB7B2F2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4E31-DCC9-4190-BD3B-2F7CD854F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3FA9B-3A50-4555-A163-59B12E60F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592BD-1345-4584-9A81-13807E856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69A53-8ED0-45D9-B263-FBDC262E18A5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2CB6-6D40-4617-B462-7B5B4CBAA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D0C79-659D-487F-997F-17ACE7BB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AC03-6523-4CBE-8A9E-8F12ACBE87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378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19E31-ECA2-48DC-8290-7A0A3DB72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CEFA0-622F-4DD2-95B2-552AC59BF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6BF74-511A-491B-AC60-6B1D1A9C5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9A8825-8E7F-41A3-BC8F-4CAC28A59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D8764-85F8-4BC8-B582-314888EF6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6B8AAD-6DDC-4FD1-A375-370B7936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69A53-8ED0-45D9-B263-FBDC262E18A5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FC11DA-72DC-4D6B-A995-62074D2F3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A4191-6E19-4F56-8329-144C69444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AC03-6523-4CBE-8A9E-8F12ACBE87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181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85228-A3F2-46E9-AD0F-E94BC855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2D1EA-F1AD-4DBA-A460-7A11B241E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69A53-8ED0-45D9-B263-FBDC262E18A5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5F2C2-7824-41D0-869C-79FF75B62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F1BD-A541-4543-B76E-4E77D811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AC03-6523-4CBE-8A9E-8F12ACBE87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667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127FFB-E5B6-42EF-B453-2F96C3CCA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69A53-8ED0-45D9-B263-FBDC262E18A5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D22991-501E-4F08-A942-B9BF81A9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6E1DC-87E6-4467-9071-3F41D922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AC03-6523-4CBE-8A9E-8F12ACBE87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263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D1DA-E072-49C6-8FE8-0384F12E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D4106-BCC2-480D-93F2-ADC568B84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085CD-63B9-4F39-87DE-546938F83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8029B-6AEC-4B42-99FF-3BEB1FAC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69A53-8ED0-45D9-B263-FBDC262E18A5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E3927-5348-420D-823C-B2D0C72D1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3F149-B8B5-4E9E-988B-91A0DBF8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AC03-6523-4CBE-8A9E-8F12ACBE87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5591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163A-11E0-49C9-B1C0-1AC529A3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690E3D-0044-4FC9-A810-1B5A3103F7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E44B0-D9CF-43EA-9130-EA5887007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271F8-2EB1-414C-B91E-B47C59A12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69A53-8ED0-45D9-B263-FBDC262E18A5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56385-8D41-46C9-BBAD-F9CEA0237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CFDC6-8215-469F-A18C-3BA3B35F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AC03-6523-4CBE-8A9E-8F12ACBE87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1030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7505-84A7-4C68-992D-03880969E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E4231-91B4-4E48-9080-674DE43EB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2B3B6-7D86-471B-83C8-205CAEB44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69A53-8ED0-45D9-B263-FBDC262E18A5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5DB4A-05F1-401D-885A-66901FEBF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5FD8A-83E5-4049-A747-B6EF17E4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AC03-6523-4CBE-8A9E-8F12ACBE87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8258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D304EC-BDB1-4FE7-AC1F-E385A0F58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4E943-BA2C-47EE-9752-213BEFEC3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DAEBA-432D-41CF-9CBC-7D8AADD4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69A53-8ED0-45D9-B263-FBDC262E18A5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D020A-BBC1-4A33-BA84-AB4B89F8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4543A-B636-4524-AB07-2C91D397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AAC03-6523-4CBE-8A9E-8F12ACBE87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485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42819C-EFB5-4F0D-9718-D2DC3968B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1A294-3ABF-4BD5-88E2-51CA7F43A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B64CC-921B-4C3B-A088-EDB3E861C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69A53-8ED0-45D9-B263-FBDC262E18A5}" type="datetimeFigureOut">
              <a:rPr lang="en-CA" smtClean="0"/>
              <a:t>2021-03-05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55EB8-D4DA-4D1B-B412-0BAC8A8AA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C917D-447B-46A5-AE72-28ED4610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AAC03-6523-4CBE-8A9E-8F12ACBE87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042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91C510-45B1-4DF1-BBA6-C579791B491E}"/>
              </a:ext>
            </a:extLst>
          </p:cNvPr>
          <p:cNvSpPr txBox="1"/>
          <p:nvPr/>
        </p:nvSpPr>
        <p:spPr>
          <a:xfrm>
            <a:off x="800100" y="209550"/>
            <a:ext cx="1059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+mj-lt"/>
              </a:rPr>
              <a:t>#396 Gracious Spirit, Dove Divine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1BE24-20A0-4062-8E6E-35BA60F0BA4E}"/>
              </a:ext>
            </a:extLst>
          </p:cNvPr>
          <p:cNvSpPr txBox="1"/>
          <p:nvPr/>
        </p:nvSpPr>
        <p:spPr>
          <a:xfrm>
            <a:off x="1766887" y="2521059"/>
            <a:ext cx="86582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Gracious Spirit, dove divine,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thy light within me shine;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 my guilty fears remove,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fill me full of heav'n and love.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749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4A8763-522C-431F-8260-EB72D81A45A3}"/>
              </a:ext>
            </a:extLst>
          </p:cNvPr>
          <p:cNvSpPr txBox="1"/>
          <p:nvPr/>
        </p:nvSpPr>
        <p:spPr>
          <a:xfrm>
            <a:off x="1952625" y="2521059"/>
            <a:ext cx="82867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Speak thy pard'ning grace to me,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set the burdened sinner free;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lead me to the Lamb of God,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wash me in his precious blood.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65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538582-F8C5-422B-B453-4EF6342CDF02}"/>
              </a:ext>
            </a:extLst>
          </p:cNvPr>
          <p:cNvSpPr txBox="1"/>
          <p:nvPr/>
        </p:nvSpPr>
        <p:spPr>
          <a:xfrm>
            <a:off x="1304925" y="2521059"/>
            <a:ext cx="95821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Life and peace to me impart;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seal salvation on my heart;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breathe thyself into my breast,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earnest of immortal rest.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308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267413-101F-478B-947F-954E2B89BCD5}"/>
              </a:ext>
            </a:extLst>
          </p:cNvPr>
          <p:cNvSpPr txBox="1"/>
          <p:nvPr/>
        </p:nvSpPr>
        <p:spPr>
          <a:xfrm>
            <a:off x="1857375" y="2521059"/>
            <a:ext cx="8477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Let me never from thee stray,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keep me in the narrow way;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fill my soul with joy divine,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keep me, Lord, forever thine.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88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135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2021-03-05T19:46:26Z</dcterms:created>
  <dcterms:modified xsi:type="dcterms:W3CDTF">2021-03-05T19:48:42Z</dcterms:modified>
</cp:coreProperties>
</file>