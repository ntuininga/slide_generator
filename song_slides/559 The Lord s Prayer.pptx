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AB70-81DE-4A5A-B3AE-D9E9039E7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7AACD-E132-4DA1-8B85-E831B6A8D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1923-E881-4424-95B2-22676654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59CF2-E3DC-4C65-A9C5-20360079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F5342-E536-4743-BEF6-1CAB6C27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8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6166-B645-40C6-9B9C-0BA1BC2F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60CA6-B244-4BBA-86D2-6AEF5C686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A1B3D-53C4-4BF1-8FBB-F736FB2C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42A5-50F6-4465-B891-AE8DEAFF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16DF-85FB-4AEB-A35F-CFCA7D0E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8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D017-AD7F-4E87-ABD5-898CAA87E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31D8C-68A6-4FDC-8E5E-8B7186AF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36E22-9EA5-4600-BD37-50FB2E38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6B1B-C170-4C5E-BA65-E3B1F7FB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7D3DA-5EE0-473E-AF64-20541E3F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0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D6E0-AC9E-4F71-A14B-0381A1DF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4373C-E994-498C-B246-9640C6640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F359A-31AE-4A3D-BFA9-F9BD2E268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52FF2-4DD3-4C2F-AD1D-16E452D2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2244F-ED23-4F94-846C-DAAF850D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7169F-9D26-4530-8E4A-29E9772A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4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1B65-C09C-4EDF-9129-6AFD619E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D676C-6A3E-44F5-A5C6-B1696DD88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D30F9-F894-459E-8F78-772879D21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69571-5A7F-4326-B4DF-A4F55EC15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4E639-ACA8-4F6D-8034-20425B936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93EE9-3202-473D-8F81-C0B99A53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D35F0-EC1B-44DA-93A8-83CF4A54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22D7D-9773-485C-9C5F-635B7555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B363-8CD0-44C3-828D-608E62E5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52065-083E-44D1-A6E4-3450B1D4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E372E-55D8-4A41-A27B-F636DDF1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DD841-30A1-441E-AE79-B8344A16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1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8244E-6411-439F-A944-5F6FFAFA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0451D-1D48-4230-9980-821A7182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26AD-9F85-4EAF-A0F3-DF0CCCD1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FA08-6A3D-499B-A29A-57EA52F1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D6D6-6F0D-49EC-AB0F-43997052A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51E29-9FE9-4D72-9B3C-75DBDE891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3C039-2D5A-4BF3-B045-BE0B4665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C152C-2759-4C77-A6D2-9108086C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C0B67-ED6E-4559-A3DF-E5DC5DD0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2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03F9-95FD-424E-8189-8F186205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38EB7-3495-4393-BAFE-C286FC08E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90C37-775B-441C-B9D4-30325A2BC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EC64A-CDD4-4BB0-8ABF-753BF54D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22D6E-993D-4EDC-9E81-DD1AD6E3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86A2B-2695-41AC-944C-54A24410C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8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3832-6548-4577-B7D7-001C9DC6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3551E-4E1A-42A1-94A9-FF893BED4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6C0E-E7C4-483E-AB74-547B0136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F14F-E5FB-4C5C-9403-3BE76F18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E33-7229-4EE3-8FCD-CABC847F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8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36A5E-D50D-4E5A-A011-C41367510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C9B2B-1395-4E7E-898A-6C4679B44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4055A-9EDA-4432-A8D8-1ECEA855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8CF3A-5409-4867-BF48-5F346C66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50B5-E5E2-47D6-BDD2-14C8BD55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8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C8297-F4BF-4F09-A210-6BBD5E3B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19D90-9DA0-4906-A69C-79F37FCA0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68CD6-6B54-4FF2-A4CA-068853B3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8B25-0612-48BA-B5B3-9A61AA038F56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D0A7C-C921-4A05-AADA-82ABC6AF4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D0C99-2F36-4737-9F64-9E3183C8B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959F-B4B6-4522-8688-92CF4DF8E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1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/>
              <a:t>#559 </a:t>
            </a:r>
            <a:r>
              <a:rPr lang="en-CA" sz="4400" i="1" dirty="0"/>
              <a:t>The Lord’s Prayer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Our Father, God, who art in </a:t>
            </a:r>
            <a:r>
              <a:rPr lang="en-US" sz="2800" dirty="0" err="1"/>
              <a:t>heav’n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All hallowed be thy name!</a:t>
            </a:r>
            <a:br>
              <a:rPr lang="en-US" sz="2800" dirty="0"/>
            </a:br>
            <a:r>
              <a:rPr lang="en-US" sz="2800" dirty="0"/>
              <a:t>Thy kingdom come, thy will be done,</a:t>
            </a:r>
          </a:p>
          <a:p>
            <a:pPr algn="ctr"/>
            <a:r>
              <a:rPr lang="en-US" sz="2800" dirty="0"/>
              <a:t>In earth and </a:t>
            </a:r>
            <a:r>
              <a:rPr lang="en-US" sz="2800" dirty="0" err="1"/>
              <a:t>heav’n</a:t>
            </a:r>
            <a:r>
              <a:rPr lang="en-US" sz="2800" dirty="0"/>
              <a:t> the same!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Give us this day our daily bread;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And as we those forgive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Who sin against us, so may we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Forgiving grace receive.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30750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CA" i="1" dirty="0"/>
              <a:t>3</a:t>
            </a:r>
            <a:r>
              <a:rPr lang="en-CA" dirty="0"/>
              <a:t>. </a:t>
            </a:r>
            <a:r>
              <a:rPr lang="en-US" dirty="0"/>
              <a:t>Into temptation leads us not;</a:t>
            </a:r>
          </a:p>
          <a:p>
            <a:pPr marL="0" indent="0" algn="ctr">
              <a:buNone/>
            </a:pPr>
            <a:r>
              <a:rPr lang="en-US" dirty="0"/>
              <a:t>From evil set us free;</a:t>
            </a:r>
          </a:p>
          <a:p>
            <a:pPr marL="0" indent="0" algn="ctr">
              <a:buNone/>
            </a:pPr>
            <a:r>
              <a:rPr lang="en-US" dirty="0"/>
              <a:t>For thine the kingdom, thine the </a:t>
            </a:r>
            <a:r>
              <a:rPr lang="en-US" dirty="0" err="1"/>
              <a:t>powr</a:t>
            </a:r>
            <a:r>
              <a:rPr lang="en-US" dirty="0"/>
              <a:t>’</a:t>
            </a:r>
          </a:p>
          <a:p>
            <a:pPr marL="0" indent="0" algn="ctr">
              <a:buNone/>
            </a:pPr>
            <a:r>
              <a:rPr lang="en-US" dirty="0"/>
              <a:t>And glory ever be!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Amen!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#559 The Lord’s Prayer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#550 The Lord’s Prayer</dc:title>
  <dc:creator>Eric Hoogendoorn</dc:creator>
  <cp:lastModifiedBy>Neil Tuininga</cp:lastModifiedBy>
  <cp:revision>6</cp:revision>
  <dcterms:created xsi:type="dcterms:W3CDTF">2020-04-26T02:54:49Z</dcterms:created>
  <dcterms:modified xsi:type="dcterms:W3CDTF">2022-09-03T16:46:50Z</dcterms:modified>
</cp:coreProperties>
</file>