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7"/>
  </p:notesMasterIdLst>
  <p:sldIdLst>
    <p:sldId id="317" r:id="rId2"/>
    <p:sldId id="320" r:id="rId3"/>
    <p:sldId id="318" r:id="rId4"/>
    <p:sldId id="321" r:id="rId5"/>
    <p:sldId id="319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4713" autoAdjust="0"/>
    <p:restoredTop sz="94660"/>
  </p:normalViewPr>
  <p:slideViewPr>
    <p:cSldViewPr snapToGrid="0" showGuides="1">
      <p:cViewPr varScale="1">
        <p:scale>
          <a:sx n="109" d="100"/>
          <a:sy n="109" d="100"/>
        </p:scale>
        <p:origin x="114" y="13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C7DF5C5-192C-4AD4-93D8-0E86715023EF}" type="datetimeFigureOut">
              <a:rPr lang="en-US" smtClean="0"/>
              <a:t>3/10/2023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BF93222-DCF6-46D9-ACB8-33EA69FFB3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3604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D78D1E-1ECE-4025-9435-D2D5643CF66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6904D65-636A-496A-BD09-7FB0A6FA7D0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07EC33F-8737-4882-BB79-69BE771737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05EC40-B930-4364-BC4C-16677560F569}" type="datetime1">
              <a:rPr lang="en-US" smtClean="0"/>
              <a:t>3/10/2023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D9078F3-C6A5-403C-91F9-C648C50BC1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2014 Jeremiah Montgomery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9617F2C-4ADB-412C-B04B-4E316E5B1D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F31573-BA17-4741-9A9E-04E8914FD2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010975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658A77-1D87-4C4A-B85E-39ABCF2CD7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7E6424-9DE5-4578-823B-67FB01A0CEC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75C7706-1FD2-44FE-9F2F-7A3873C18B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37A2E6-5D66-463E-9352-C86C17C9CA98}" type="datetime1">
              <a:rPr lang="en-US" smtClean="0"/>
              <a:t>3/10/2023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F15B486-4158-4BB1-B7A7-7DF273296E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2014 Jeremiah Montgomery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D630008-A30A-4A75-869D-B9C6EFBF7D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F31573-BA17-4741-9A9E-04E8914FD2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6902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4BC7E7-EC79-4BE1-87DD-3D6B608D0D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2AD63F9-7963-42F8-83D8-9BB1EA9C4AE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5A95FE4-0EC0-4AAB-BCE6-89F5990D98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49EC73-75B4-4053-9BE6-524395E77809}" type="datetime1">
              <a:rPr lang="en-US" smtClean="0"/>
              <a:t>3/10/2023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6788EB8-46FA-434D-A7AA-953827248A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2014 Jeremiah Montgomery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69B67B6-2C6E-40CC-9EC7-0A720B52D3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F31573-BA17-4741-9A9E-04E8914FD2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66201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340B16-D66A-4B64-B7FA-69029845DA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4802AAB-A9F6-4BE9-80AC-26D2EFC1347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3F263FD-A159-4A5F-BFCE-6455D0FC42A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A11A0AF-6E4E-484F-AC8A-6AC6193BD2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901861-9937-48A6-B43D-9E87BC48A9E0}" type="datetime1">
              <a:rPr lang="en-US" smtClean="0"/>
              <a:t>3/10/2023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9A073D5-3C22-499F-8373-41194B8D18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2014 Jeremiah Montgomery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39329A9-950A-4F75-AA75-BB966479BD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F31573-BA17-4741-9A9E-04E8914FD2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85963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EA62FD-5957-46B0-81F2-B6EFD9F4BD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F6D064D-F641-4906-8C5C-CC9A85480DE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5B9F6D0-564C-4463-9707-36B92F12ECD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AF6CDDE-8950-474D-8A14-3A60B69A76F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5BD5BC6-5FEA-4218-B257-59D75F5A691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462F7D2-CBAC-4410-A27A-36F877A658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3367D3-5A5A-46F7-A107-0922A594FD2F}" type="datetime1">
              <a:rPr lang="en-US" smtClean="0"/>
              <a:t>3/10/2023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1561A02-21F0-456D-A2C4-F97932AB17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2014 Jeremiah Montgomery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F1A5F7A-2E66-455A-9F36-47DFD6E7F6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F31573-BA17-4741-9A9E-04E8914FD2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122520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4A6FA3-BD48-4FCC-A465-2D2B2CD123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3CF2456-ADD2-4C99-A739-51A762EC06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482DFE-308C-4B48-BA03-9267905E52BD}" type="datetime1">
              <a:rPr lang="en-US" smtClean="0"/>
              <a:t>3/10/2023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1749B30-0AF8-4488-8E12-DE24757379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2014 Jeremiah Montgomery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3149F70-C8C4-4250-B7C5-1027633664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F31573-BA17-4741-9A9E-04E8914FD2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32139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77ABACF-4291-43D9-B8AC-DC89D2ED2B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D646E1-A134-4FAE-AFF5-8227BFBAB62C}" type="datetime1">
              <a:rPr lang="en-US" smtClean="0"/>
              <a:t>3/10/2023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1EAEE84-7669-4137-9CCF-0C0553A5DB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2014 Jeremiah Montgomery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697A448-63E7-465A-8DA9-A1615293D6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F31573-BA17-4741-9A9E-04E8914FD2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364667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C3C648-69AB-4EF5-891A-DD315CF431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48FB4ED-C375-4734-A69D-FCF65ED3CC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780A106-3254-4033-8CA5-A2089B5E7AD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62A4757-C676-460C-AAFB-F4FC6A0B74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339614-42B7-4988-A7D7-2F3486A0DE82}" type="datetime1">
              <a:rPr lang="en-US" smtClean="0"/>
              <a:t>3/10/2023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CEADC5C-021D-4DD4-95E5-33F77E5EF9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2014 Jeremiah Montgomery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9E7EB72-81BB-49A1-B547-EFC25B0169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F31573-BA17-4741-9A9E-04E8914FD2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990320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9987D6-8825-451D-8705-77A7E6F4B8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C59E0BD-4986-4A82-B357-8D53AC7BF8A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DBAEA99-46DE-4EA8-9D81-F16C3CBF25F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62D1614-858D-4075-84DA-2C79C047FE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F77296-AF6B-41BE-B2A7-31924082920B}" type="datetime1">
              <a:rPr lang="en-US" smtClean="0"/>
              <a:t>3/10/2023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3C574FB-D78E-493B-9BD8-CF6176A7D9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2014 Jeremiah Montgomery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AB50FD4-0D7E-4024-B733-3203B7A2EC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F31573-BA17-4741-9A9E-04E8914FD2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94471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8B4E0E-7D00-41FD-99D8-8D238A88E1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619881C-32E8-46E6-8591-F3C53C70FB7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4074411-0004-40A9-9A74-30CFC88523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4457A7-E6AB-4924-BBD0-40531C53BD91}" type="datetime1">
              <a:rPr lang="en-US" smtClean="0"/>
              <a:t>3/10/2023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2E39D09-02F0-4A27-A3CE-1F93996AAD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2014 Jeremiah Montgomery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6E5A83E-879F-49DE-9521-06030B9E54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F31573-BA17-4741-9A9E-04E8914FD2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433714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18F5EF8-C27C-46E3-B88B-30BDD191182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941DDCA-5700-40C6-B8F0-8C629841C1B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E45061D-3516-478C-AB8C-A3CE4737C0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8287C4-2BA6-466A-9B8A-292F96C19DCA}" type="datetime1">
              <a:rPr lang="en-US" smtClean="0"/>
              <a:t>3/10/2023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2471327-A45E-49B5-A2E5-403828B7FC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2014 Jeremiah Montgomery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C0478C4-A7BF-4D28-8158-910C81566F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F31573-BA17-4741-9A9E-04E8914FD2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918069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1B331F8-0049-4FA8-9D76-5F2BFAC107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FE8FE02-622A-499C-B99C-3CAE298A014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F6B1C17-849E-4B1E-9F1B-895BEDFE542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2AEBB98-20CB-4D4A-B3E8-970279BF75A3}" type="datetime1">
              <a:rPr lang="en-US" smtClean="0"/>
              <a:t>3/10/2023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0F72EB1-A023-415A-99A0-2067EB2C142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Copyright 2014 Jeremiah Montgomery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2D944FF-602F-4047-9A41-80D0756584F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1F31573-BA17-4741-9A9E-04E8914FD2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706195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62F419-16F5-4BCE-A617-5D5FF7C5D46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160422"/>
            <a:ext cx="12192000" cy="806116"/>
          </a:xfrm>
          <a:ln w="9525">
            <a:noFill/>
          </a:ln>
        </p:spPr>
        <p:txBody>
          <a:bodyPr>
            <a:noAutofit/>
          </a:bodyPr>
          <a:lstStyle/>
          <a:p>
            <a:r>
              <a:rPr lang="en-CA" sz="4400" i="1" dirty="0"/>
              <a:t>#112 O Praise the Lord! The Man is Blest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BD7BD70-A68A-4FBE-AE78-7E8C92A349D4}"/>
              </a:ext>
            </a:extLst>
          </p:cNvPr>
          <p:cNvSpPr txBox="1"/>
          <p:nvPr/>
        </p:nvSpPr>
        <p:spPr>
          <a:xfrm>
            <a:off x="1" y="1573596"/>
            <a:ext cx="12191999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14350" lvl="0" indent="-514350" algn="ctr">
              <a:buAutoNum type="arabicPeriod"/>
            </a:pPr>
            <a:r>
              <a:rPr lang="en-US" sz="2800" dirty="0"/>
              <a:t>O praise the Lord! The man is blest </a:t>
            </a:r>
          </a:p>
          <a:p>
            <a:pPr lvl="0" algn="ctr"/>
            <a:r>
              <a:rPr lang="en-US" sz="2800" dirty="0"/>
              <a:t>who fears the Lord aright,</a:t>
            </a:r>
          </a:p>
          <a:p>
            <a:pPr lvl="0" algn="ctr"/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The man who finds in his commands</a:t>
            </a:r>
          </a:p>
          <a:p>
            <a:pPr lvl="0" algn="ctr"/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his pleasure and delight.</a:t>
            </a:r>
          </a:p>
          <a:p>
            <a:pPr lvl="0" algn="ctr"/>
            <a:r>
              <a:rPr lang="en-US" sz="2800" dirty="0">
                <a:solidFill>
                  <a:prstClr val="black"/>
                </a:solidFill>
                <a:latin typeface="Calibri" panose="020F0502020204030204"/>
              </a:rPr>
              <a:t>His children will be mighty men, </a:t>
            </a:r>
          </a:p>
          <a:p>
            <a:pPr lvl="0" algn="ctr"/>
            <a:r>
              <a:rPr lang="en-US" sz="2800" dirty="0">
                <a:solidFill>
                  <a:prstClr val="black"/>
                </a:solidFill>
                <a:latin typeface="Calibri" panose="020F0502020204030204"/>
              </a:rPr>
              <a:t>upon the earth renowned;</a:t>
            </a:r>
          </a:p>
          <a:p>
            <a:pPr lvl="0" algn="ctr"/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The generation</a:t>
            </a:r>
            <a:r>
              <a:rPr lang="en-US" sz="2800" dirty="0">
                <a:solidFill>
                  <a:prstClr val="black"/>
                </a:solidFill>
                <a:latin typeface="Calibri" panose="020F0502020204030204"/>
              </a:rPr>
              <a:t> of the just</a:t>
            </a:r>
          </a:p>
          <a:p>
            <a:pPr lvl="0" algn="ctr"/>
            <a:r>
              <a:rPr lang="en-US" sz="2800" dirty="0">
                <a:solidFill>
                  <a:prstClr val="black"/>
                </a:solidFill>
                <a:latin typeface="Calibri" panose="020F0502020204030204"/>
              </a:rPr>
              <a:t> in blessing will abound.</a:t>
            </a:r>
            <a:endParaRPr kumimoji="0" lang="en-CA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F9FD1E3-C827-4B30-A983-F1F0071CB5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2014 Jeremiah Montgomery</a:t>
            </a:r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00273814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0273D43-DAF8-0700-6F05-5D1D5F776DB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i="1" dirty="0"/>
              <a:t>2.</a:t>
            </a:r>
            <a:r>
              <a:rPr lang="en-US" dirty="0"/>
              <a:t> Abundant riches in his house</a:t>
            </a:r>
          </a:p>
          <a:p>
            <a:pPr marL="0" indent="0" algn="ctr">
              <a:lnSpc>
                <a:spcPct val="100000"/>
              </a:lnSpc>
              <a:buNone/>
            </a:pPr>
            <a:r>
              <a:rPr lang="en-US" dirty="0"/>
              <a:t> will ever be in store;</a:t>
            </a:r>
          </a:p>
          <a:p>
            <a:pPr marL="0" indent="0" algn="ctr">
              <a:lnSpc>
                <a:spcPct val="100000"/>
              </a:lnSpc>
              <a:buNone/>
            </a:pPr>
            <a:r>
              <a:rPr lang="en-US" dirty="0"/>
              <a:t>And his unspotted righteousness</a:t>
            </a:r>
          </a:p>
          <a:p>
            <a:pPr marL="0" indent="0" algn="ctr">
              <a:lnSpc>
                <a:spcPct val="100000"/>
              </a:lnSpc>
              <a:buNone/>
            </a:pPr>
            <a:r>
              <a:rPr lang="en-US" dirty="0"/>
              <a:t> endures forevermore.</a:t>
            </a:r>
          </a:p>
          <a:p>
            <a:pPr marL="0" indent="0" algn="ctr">
              <a:lnSpc>
                <a:spcPct val="100000"/>
              </a:lnSpc>
              <a:buNone/>
            </a:pPr>
            <a:r>
              <a:rPr lang="en-US" dirty="0"/>
              <a:t>Though darkness the just,</a:t>
            </a:r>
          </a:p>
          <a:p>
            <a:pPr marL="0" indent="0" algn="ctr">
              <a:lnSpc>
                <a:spcPct val="100000"/>
              </a:lnSpc>
              <a:buNone/>
            </a:pPr>
            <a:r>
              <a:rPr lang="en-US" dirty="0"/>
              <a:t> to him arises light;</a:t>
            </a:r>
          </a:p>
          <a:p>
            <a:pPr marL="0" indent="0" algn="ctr">
              <a:lnSpc>
                <a:spcPct val="100000"/>
              </a:lnSpc>
              <a:buNone/>
            </a:pPr>
            <a:r>
              <a:rPr lang="en-US" dirty="0"/>
              <a:t>Compassionate and merciful, </a:t>
            </a:r>
          </a:p>
          <a:p>
            <a:pPr marL="0" indent="0" algn="ctr">
              <a:lnSpc>
                <a:spcPct val="100000"/>
              </a:lnSpc>
              <a:buNone/>
            </a:pPr>
            <a:r>
              <a:rPr lang="en-US" dirty="0"/>
              <a:t>he follows what is right.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FE46430-C480-F608-8AAB-0B5C78CAA8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2014 Jeremiah Montgomery</a:t>
            </a:r>
          </a:p>
        </p:txBody>
      </p:sp>
    </p:spTree>
    <p:extLst>
      <p:ext uri="{BB962C8B-B14F-4D97-AF65-F5344CB8AC3E}">
        <p14:creationId xmlns:p14="http://schemas.microsoft.com/office/powerpoint/2010/main" val="34885953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48E634F-49A3-4083-93E8-7AD7F7B821B6}"/>
              </a:ext>
            </a:extLst>
          </p:cNvPr>
          <p:cNvSpPr txBox="1"/>
          <p:nvPr/>
        </p:nvSpPr>
        <p:spPr>
          <a:xfrm>
            <a:off x="0" y="1164134"/>
            <a:ext cx="12192000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sz="2800" i="1" dirty="0"/>
              <a:t>3.</a:t>
            </a:r>
            <a:r>
              <a:rPr lang="en-CA" sz="2800" dirty="0"/>
              <a:t> </a:t>
            </a:r>
            <a:r>
              <a:rPr lang="en-US" sz="2800" dirty="0"/>
              <a:t>The man is good and truly blest </a:t>
            </a:r>
          </a:p>
          <a:p>
            <a:pPr algn="ctr"/>
            <a:r>
              <a:rPr lang="en-US" sz="2800" dirty="0"/>
              <a:t>who freely gives and lends,</a:t>
            </a:r>
          </a:p>
          <a:p>
            <a:pPr algn="ctr"/>
            <a:r>
              <a:rPr lang="en-US" sz="2800" dirty="0"/>
              <a:t>Who justly governs his affairs, </a:t>
            </a:r>
          </a:p>
          <a:p>
            <a:pPr algn="ctr"/>
            <a:r>
              <a:rPr lang="en-US" sz="2800" dirty="0"/>
              <a:t>who truth and right extends.</a:t>
            </a:r>
          </a:p>
          <a:p>
            <a:pPr algn="ctr"/>
            <a:r>
              <a:rPr lang="en-US" sz="2800" dirty="0"/>
              <a:t>There surely is not anything </a:t>
            </a:r>
          </a:p>
          <a:p>
            <a:pPr algn="ctr"/>
            <a:r>
              <a:rPr lang="en-US" sz="2800" dirty="0"/>
              <a:t>that ever will him move;</a:t>
            </a:r>
          </a:p>
          <a:p>
            <a:pPr algn="ctr"/>
            <a:r>
              <a:rPr lang="en-US" sz="2800" dirty="0"/>
              <a:t>The righteous man’s memorial </a:t>
            </a:r>
          </a:p>
          <a:p>
            <a:pPr algn="ctr"/>
            <a:r>
              <a:rPr lang="en-US" sz="2800" dirty="0"/>
              <a:t>will everlasting prove.</a:t>
            </a:r>
            <a:endParaRPr lang="en-CA" sz="2800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A127834-0110-4B3C-8533-4F3478E22E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2014 Jeremiah Montgomery</a:t>
            </a:r>
          </a:p>
        </p:txBody>
      </p:sp>
    </p:spTree>
    <p:extLst>
      <p:ext uri="{BB962C8B-B14F-4D97-AF65-F5344CB8AC3E}">
        <p14:creationId xmlns:p14="http://schemas.microsoft.com/office/powerpoint/2010/main" val="236428151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18CB7B2-DFD2-8276-0CC7-96D6F61FFC1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i="1" dirty="0"/>
              <a:t>4.</a:t>
            </a:r>
            <a:r>
              <a:rPr lang="en-US" dirty="0"/>
              <a:t> And when he hears </a:t>
            </a:r>
            <a:r>
              <a:rPr lang="en-US" dirty="0" err="1"/>
              <a:t>disturning</a:t>
            </a:r>
            <a:r>
              <a:rPr lang="en-US" dirty="0"/>
              <a:t> news,</a:t>
            </a:r>
          </a:p>
          <a:p>
            <a:pPr marL="0" indent="0" algn="ctr">
              <a:lnSpc>
                <a:spcPct val="100000"/>
              </a:lnSpc>
              <a:buNone/>
            </a:pPr>
            <a:r>
              <a:rPr lang="en-US" dirty="0"/>
              <a:t>He will not be afraid.</a:t>
            </a:r>
          </a:p>
          <a:p>
            <a:pPr marL="0" indent="0" algn="ctr">
              <a:lnSpc>
                <a:spcPct val="100000"/>
              </a:lnSpc>
              <a:buNone/>
            </a:pPr>
            <a:r>
              <a:rPr lang="en-US" dirty="0"/>
              <a:t>His heart is fixed; his confidence</a:t>
            </a:r>
          </a:p>
          <a:p>
            <a:pPr marL="0" indent="0" algn="ctr">
              <a:lnSpc>
                <a:spcPct val="100000"/>
              </a:lnSpc>
              <a:buNone/>
            </a:pPr>
            <a:r>
              <a:rPr lang="en-US" dirty="0"/>
              <a:t>Upon the Lord is stayed.</a:t>
            </a:r>
          </a:p>
          <a:p>
            <a:pPr marL="0" indent="0" algn="ctr">
              <a:lnSpc>
                <a:spcPct val="100000"/>
              </a:lnSpc>
              <a:buNone/>
            </a:pPr>
            <a:r>
              <a:rPr lang="en-US" dirty="0"/>
              <a:t>Established firmly is his heart;</a:t>
            </a:r>
          </a:p>
          <a:p>
            <a:pPr marL="0" indent="0" algn="ctr">
              <a:lnSpc>
                <a:spcPct val="100000"/>
              </a:lnSpc>
              <a:buNone/>
            </a:pPr>
            <a:r>
              <a:rPr lang="en-US" dirty="0"/>
              <a:t>He will not fearful be;</a:t>
            </a:r>
          </a:p>
          <a:p>
            <a:pPr marL="0" indent="0" algn="ctr">
              <a:lnSpc>
                <a:spcPct val="100000"/>
              </a:lnSpc>
              <a:buNone/>
            </a:pPr>
            <a:r>
              <a:rPr lang="en-US" dirty="0"/>
              <a:t>Until upon his enemies</a:t>
            </a:r>
          </a:p>
          <a:p>
            <a:pPr marL="0" indent="0" algn="ctr">
              <a:lnSpc>
                <a:spcPct val="100000"/>
              </a:lnSpc>
              <a:buNone/>
            </a:pPr>
            <a:r>
              <a:rPr lang="en-US" dirty="0"/>
              <a:t>He his desire will see.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21F0F0E-0373-D493-8D6A-29AA0A1F6E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2014 Jeremiah Montgomery</a:t>
            </a:r>
          </a:p>
        </p:txBody>
      </p:sp>
    </p:spTree>
    <p:extLst>
      <p:ext uri="{BB962C8B-B14F-4D97-AF65-F5344CB8AC3E}">
        <p14:creationId xmlns:p14="http://schemas.microsoft.com/office/powerpoint/2010/main" val="220527529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48E634F-49A3-4083-93E8-7AD7F7B821B6}"/>
              </a:ext>
            </a:extLst>
          </p:cNvPr>
          <p:cNvSpPr txBox="1"/>
          <p:nvPr/>
        </p:nvSpPr>
        <p:spPr>
          <a:xfrm>
            <a:off x="0" y="1164134"/>
            <a:ext cx="12192000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sz="2800" i="1" dirty="0"/>
              <a:t>5.</a:t>
            </a:r>
            <a:r>
              <a:rPr lang="en-CA" sz="2800" dirty="0"/>
              <a:t> </a:t>
            </a:r>
            <a:r>
              <a:rPr lang="en-US" sz="2800" dirty="0"/>
              <a:t>He has dispersed his wealth abroad </a:t>
            </a:r>
          </a:p>
          <a:p>
            <a:pPr algn="ctr"/>
            <a:r>
              <a:rPr lang="en-US" sz="2800" dirty="0"/>
              <a:t>and given to the poor;</a:t>
            </a:r>
          </a:p>
          <a:p>
            <a:pPr algn="ctr"/>
            <a:r>
              <a:rPr lang="en-US" sz="2800" dirty="0"/>
              <a:t>His horn with honor shall be raised, </a:t>
            </a:r>
          </a:p>
          <a:p>
            <a:pPr algn="ctr"/>
            <a:r>
              <a:rPr lang="en-US" sz="2800" dirty="0"/>
              <a:t>his righteousness endures.</a:t>
            </a:r>
          </a:p>
          <a:p>
            <a:pPr algn="ctr"/>
            <a:r>
              <a:rPr lang="en-US" sz="2800" dirty="0"/>
              <a:t>The wicked looks on angrily; </a:t>
            </a:r>
          </a:p>
          <a:p>
            <a:pPr algn="ctr"/>
            <a:r>
              <a:rPr lang="en-US" sz="2800" dirty="0"/>
              <a:t>he grits his teeth, dismayed,</a:t>
            </a:r>
          </a:p>
          <a:p>
            <a:pPr algn="ctr"/>
            <a:r>
              <a:rPr lang="en-US" sz="2800" dirty="0"/>
              <a:t>But melts away, and his desire </a:t>
            </a:r>
          </a:p>
          <a:p>
            <a:pPr algn="ctr"/>
            <a:r>
              <a:rPr lang="en-US" sz="2800" dirty="0"/>
              <a:t>will into nothing fade.</a:t>
            </a:r>
            <a:endParaRPr lang="en-CA" sz="2800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A127834-0110-4B3C-8533-4F3478E22E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2014 Jeremiah Montgomery</a:t>
            </a:r>
          </a:p>
        </p:txBody>
      </p:sp>
    </p:spTree>
    <p:extLst>
      <p:ext uri="{BB962C8B-B14F-4D97-AF65-F5344CB8AC3E}">
        <p14:creationId xmlns:p14="http://schemas.microsoft.com/office/powerpoint/2010/main" val="146345005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</TotalTime>
  <Words>272</Words>
  <Application>Microsoft Office PowerPoint</Application>
  <PresentationFormat>Widescreen</PresentationFormat>
  <Paragraphs>46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Arial</vt:lpstr>
      <vt:lpstr>Calibri</vt:lpstr>
      <vt:lpstr>Calibri Light</vt:lpstr>
      <vt:lpstr>Office Theme</vt:lpstr>
      <vt:lpstr>#112 O Praise the Lord! The Man is Blest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#112 O Praise the Lord! The Man is Blest</dc:title>
  <dc:creator>Eric Hoogendoorn</dc:creator>
  <cp:lastModifiedBy>Neil</cp:lastModifiedBy>
  <cp:revision>2</cp:revision>
  <dcterms:created xsi:type="dcterms:W3CDTF">2020-06-19T23:17:36Z</dcterms:created>
  <dcterms:modified xsi:type="dcterms:W3CDTF">2023-03-10T16:07:58Z</dcterms:modified>
</cp:coreProperties>
</file>