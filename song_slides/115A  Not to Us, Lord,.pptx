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69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2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EE3951-029D-4082-9E77-F2D970BC5015}" type="datetimeFigureOut">
              <a:rPr lang="en-US" smtClean="0"/>
              <a:t>5/6/2022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ECAE51-6DC6-4A22-A563-5C7A4A8C2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079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56B36-B761-B2AA-BE92-E22AAA88CF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567F47-8CD2-CC55-6831-D29386AB74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B4C7F-6AD1-89F0-9094-5A9D088DD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453AB-2BCF-4AC6-8EC5-D3AE3C06DFB4}" type="datetime1">
              <a:rPr lang="en-US" smtClean="0"/>
              <a:t>5/6/2022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83BEEB-17B4-8891-8C06-60D6D76C0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60F8A-F8E0-9AE5-6B54-DDE2A99AE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95F13-92DD-45C3-BDA1-B0D5E0709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592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14B3C-0052-B977-8005-DFC5F57FC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E33C8-7D66-E580-EB47-F1B1788DD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848DE-7E50-CCF2-680C-18B9DB18C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11D7A-EFE4-4854-91F0-DF92037F4ADE}" type="datetime1">
              <a:rPr lang="en-US" smtClean="0"/>
              <a:t>5/6/2022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EDBD7-E795-8E85-D48A-850979DCF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3A3E7-DCAB-6BFC-762F-B82C921A7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95F13-92DD-45C3-BDA1-B0D5E0709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383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7F45E-94DE-3AA5-D37A-A1BC93B76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407F7F-8C33-D517-F16B-5D59C5A24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013A5-0B67-89C9-DEAD-7E87F9042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12C0C-6C4E-4AB7-883C-82653F9ECA08}" type="datetime1">
              <a:rPr lang="en-US" smtClean="0"/>
              <a:t>5/6/2022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C1C66-5369-24B1-B6BD-0DC376F54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13FB1-8F4F-5126-8024-42F39EAD1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95F13-92DD-45C3-BDA1-B0D5E0709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933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06855-A9C0-CBA8-4E4A-5EDE050D7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367B5-7B2B-9EEF-4ED8-2CD041FA34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D082B5-A38C-80C6-A6ED-5DD4C82ED3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2A6BF2-2EB9-8004-85D1-A7D1CD110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29062-D4C3-42F0-9717-5D33002115B9}" type="datetime1">
              <a:rPr lang="en-US" smtClean="0"/>
              <a:t>5/6/2022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70B34A-CE6B-BA14-0812-CB4F78FA5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CFA75B-9011-F411-7AEE-4B26479CB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95F13-92DD-45C3-BDA1-B0D5E0709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545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0B5C2-E917-6E3F-3C99-5CD72323F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654C40-129A-D995-0229-72200344CD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3E185E-4600-F77E-8E16-C057FED207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EB4C64-ECBD-9ADD-0F54-683FAD0741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024DB2-D7AD-6020-3945-72CCF961A2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CB8151-C67B-F33D-1A1E-5737551AF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7D6A9-191A-47EE-AB64-6954C8423016}" type="datetime1">
              <a:rPr lang="en-US" smtClean="0"/>
              <a:t>5/6/2022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0A8AAD-2638-5C8E-4A50-806997FA5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E2C7C1-6566-D157-5943-8920221D6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95F13-92DD-45C3-BDA1-B0D5E0709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812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75B28-DEC6-63C9-27DC-09D3426EA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647658-6B50-F7D9-1230-4306EA421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022D4-2B64-4F64-B2AD-0B171E37D726}" type="datetime1">
              <a:rPr lang="en-US" smtClean="0"/>
              <a:t>5/6/2022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F81042-2076-0EDD-D5A3-C8AE10E7F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86AFD7-50D2-430C-C7E7-A3F90129D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95F13-92DD-45C3-BDA1-B0D5E0709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571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CB57F3-7B79-A163-5D6F-DEEE417A8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88B1E-1D8B-4724-8B76-59F8DFFCE9EA}" type="datetime1">
              <a:rPr lang="en-US" smtClean="0"/>
              <a:t>5/6/2022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AAC826-BCD8-4DFA-4726-E8AED7365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375BA6-81E9-EA07-2645-C33E0B5EE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95F13-92DD-45C3-BDA1-B0D5E0709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752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DAE5B-7A2B-7B7E-844B-82D7E3260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6DE3E-6964-3E1B-D7FA-60C122C6C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A529B8-27FC-F218-B517-B0046B9256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F2F26B-8FF9-044A-7137-C55FC5247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4CB80-7201-49C5-827F-2B27F609C5A8}" type="datetime1">
              <a:rPr lang="en-US" smtClean="0"/>
              <a:t>5/6/2022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F412A1-7F0D-8C66-93AD-E2F161D76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6EEE90-2799-7ACF-1327-B0C958795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95F13-92DD-45C3-BDA1-B0D5E0709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355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105C7-1D4A-2289-D2E6-979838154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BB270C-0BDC-7416-8F01-9D1F2DA9CE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F8B038-FC7A-C014-B6D9-1D5836FAC0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F5656D-DACE-C6F3-E421-83581A033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3D774-2FB2-4B13-AAAC-577558BFAB2F}" type="datetime1">
              <a:rPr lang="en-US" smtClean="0"/>
              <a:t>5/6/2022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F587FF-2B2C-085B-CC7C-47C395640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A6F48A-D963-BC53-517C-B2AD2EEB1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95F13-92DD-45C3-BDA1-B0D5E0709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889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A0581-6563-7572-D6BD-0934CD2FF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CECA4B-E887-4593-3DBE-004C833601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BA0CEB-47AC-5CB3-CFD6-FE4285ACA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12C63-757F-4F49-B4EE-344FEF66454E}" type="datetime1">
              <a:rPr lang="en-US" smtClean="0"/>
              <a:t>5/6/2022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AD99D-A99A-65E6-8251-37BAF06AD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108082-59CB-61B7-B572-A0DF49C68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95F13-92DD-45C3-BDA1-B0D5E0709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965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151DA9-9D50-CFBB-E851-1863F7112C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EF7CE1-C4F4-DD6A-9975-4E501A929C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90AC6-2449-EDF4-4815-AE7116920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C596C-BA96-49BD-AF75-08FC0BED5CA9}" type="datetime1">
              <a:rPr lang="en-US" smtClean="0"/>
              <a:t>5/6/2022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3183B-3219-5D85-9E7E-BDCD0EC2F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B822E5-CDE9-DA16-87EA-C4066432B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95F13-92DD-45C3-BDA1-B0D5E0709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247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0B9229-A09B-487D-50C9-E83683C69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1C0BD0-7717-4668-3B8A-C267DE5ABC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A6C31-3341-2832-2F26-8EB1AD005A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04A4B1-7CA8-4E02-8B8E-F25D270A8B27}" type="datetime1">
              <a:rPr lang="en-US" smtClean="0"/>
              <a:t>5/6/2022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40CD5-4EDD-E974-3603-D9DA498632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with permission.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4AF87-835B-0629-0C87-BB31C49F56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295F13-92DD-45C3-BDA1-B0D5E0709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370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5768C-C6E7-06F4-B245-106B0EE68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#115A  Not to Us, Lord, Not to 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6072A-C276-4F04-B8AB-0D0610DF1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dirty="0"/>
              <a:t>1. Not to us, Lord, not to us –</a:t>
            </a:r>
          </a:p>
          <a:p>
            <a:pPr marL="0" indent="0" algn="ctr">
              <a:buNone/>
            </a:pPr>
            <a:r>
              <a:rPr lang="en-US" dirty="0"/>
              <a:t>To your name be all the praise,</a:t>
            </a:r>
          </a:p>
          <a:p>
            <a:pPr marL="0" indent="0" algn="ctr">
              <a:buNone/>
            </a:pPr>
            <a:r>
              <a:rPr lang="en-US" dirty="0"/>
              <a:t>For your </a:t>
            </a:r>
            <a:r>
              <a:rPr lang="en-US" dirty="0" err="1"/>
              <a:t>cov’nant</a:t>
            </a:r>
            <a:r>
              <a:rPr lang="en-US" dirty="0"/>
              <a:t> faithfulness, </a:t>
            </a:r>
          </a:p>
          <a:p>
            <a:pPr marL="0" indent="0" algn="ctr">
              <a:buNone/>
            </a:pPr>
            <a:r>
              <a:rPr lang="en-US" dirty="0"/>
              <a:t>For your steadfast love and grace.</a:t>
            </a:r>
          </a:p>
          <a:p>
            <a:pPr marL="0" indent="0" algn="ctr">
              <a:buNone/>
            </a:pPr>
            <a:r>
              <a:rPr lang="en-US" dirty="0"/>
              <a:t>Why should all the nations say,</a:t>
            </a:r>
          </a:p>
          <a:p>
            <a:pPr marL="0" indent="0" algn="ctr">
              <a:buNone/>
            </a:pPr>
            <a:r>
              <a:rPr lang="en-US" dirty="0"/>
              <a:t> “Where now is their God of Might?”</a:t>
            </a:r>
          </a:p>
          <a:p>
            <a:pPr marL="0" indent="0" algn="ctr">
              <a:buNone/>
            </a:pPr>
            <a:r>
              <a:rPr lang="en-US" dirty="0"/>
              <a:t>He will do what he desires.</a:t>
            </a:r>
          </a:p>
          <a:p>
            <a:pPr marL="0" indent="0" algn="ctr">
              <a:buNone/>
            </a:pPr>
            <a:r>
              <a:rPr lang="en-US" dirty="0"/>
              <a:t>In the </a:t>
            </a:r>
            <a:r>
              <a:rPr lang="en-US" dirty="0" err="1"/>
              <a:t>heav’ns</a:t>
            </a:r>
            <a:r>
              <a:rPr lang="en-US" dirty="0"/>
              <a:t> our God resides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FEB5F0-45E9-978A-C8EF-009342D55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permission.</a:t>
            </a:r>
          </a:p>
        </p:txBody>
      </p:sp>
    </p:spTree>
    <p:extLst>
      <p:ext uri="{BB962C8B-B14F-4D97-AF65-F5344CB8AC3E}">
        <p14:creationId xmlns:p14="http://schemas.microsoft.com/office/powerpoint/2010/main" val="2748711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5EC8B-1C5E-C875-F770-FFCD340912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2. Heathen gods are silver, gold,</a:t>
            </a:r>
          </a:p>
          <a:p>
            <a:pPr marL="0" indent="0" algn="ctr">
              <a:buNone/>
            </a:pPr>
            <a:r>
              <a:rPr lang="en-US" dirty="0"/>
              <a:t>Works of human artistry.</a:t>
            </a:r>
          </a:p>
          <a:p>
            <a:pPr marL="0" indent="0" algn="ctr">
              <a:buNone/>
            </a:pPr>
            <a:r>
              <a:rPr lang="en-US" dirty="0"/>
              <a:t>They have mouths, but do not speak.</a:t>
            </a:r>
          </a:p>
          <a:p>
            <a:pPr marL="0" indent="0" algn="ctr">
              <a:buNone/>
            </a:pPr>
            <a:r>
              <a:rPr lang="en-US" dirty="0"/>
              <a:t>They have eyes, but do not see.</a:t>
            </a:r>
          </a:p>
          <a:p>
            <a:pPr marL="0" indent="0" algn="ctr">
              <a:buNone/>
            </a:pPr>
            <a:r>
              <a:rPr lang="en-US" dirty="0"/>
              <a:t>They have ears, but do not hear; </a:t>
            </a:r>
          </a:p>
          <a:p>
            <a:pPr marL="0" indent="0" algn="ctr">
              <a:buNone/>
            </a:pPr>
            <a:r>
              <a:rPr lang="en-US" dirty="0"/>
              <a:t>Noses, but no scent have found;</a:t>
            </a:r>
          </a:p>
          <a:p>
            <a:pPr marL="0" indent="0" algn="ctr">
              <a:buNone/>
            </a:pPr>
            <a:r>
              <a:rPr lang="en-US" dirty="0"/>
              <a:t>Helpless hands and useless feet,</a:t>
            </a:r>
          </a:p>
          <a:p>
            <a:pPr marL="0" indent="0" algn="ctr">
              <a:buNone/>
            </a:pPr>
            <a:r>
              <a:rPr lang="en-US" dirty="0"/>
              <a:t> throats that utter not a sound.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1F6CDB-00D1-7C8F-E3AC-82375FF6A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permission.</a:t>
            </a:r>
          </a:p>
        </p:txBody>
      </p:sp>
    </p:spTree>
    <p:extLst>
      <p:ext uri="{BB962C8B-B14F-4D97-AF65-F5344CB8AC3E}">
        <p14:creationId xmlns:p14="http://schemas.microsoft.com/office/powerpoint/2010/main" val="871376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ED055-15BD-6174-CBDC-E51F3F84C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3. Those who make and trust in them</a:t>
            </a:r>
          </a:p>
          <a:p>
            <a:pPr marL="0" indent="0" algn="ctr">
              <a:buNone/>
            </a:pPr>
            <a:r>
              <a:rPr lang="en-US" dirty="0"/>
              <a:t>Soon grow like the gods they mold.</a:t>
            </a:r>
          </a:p>
          <a:p>
            <a:pPr marL="0" indent="0" algn="ctr">
              <a:buNone/>
            </a:pPr>
            <a:r>
              <a:rPr lang="en-US" dirty="0"/>
              <a:t>House of </a:t>
            </a:r>
            <a:r>
              <a:rPr lang="en-US" dirty="0" err="1"/>
              <a:t>Isr’el</a:t>
            </a:r>
            <a:r>
              <a:rPr lang="en-US" dirty="0"/>
              <a:t>, trust the Lord,</a:t>
            </a:r>
          </a:p>
          <a:p>
            <a:pPr marL="0" indent="0" algn="ctr">
              <a:buNone/>
            </a:pPr>
            <a:r>
              <a:rPr lang="en-US" dirty="0"/>
              <a:t>For he is their help and shield.</a:t>
            </a:r>
          </a:p>
          <a:p>
            <a:pPr marL="0" indent="0" algn="ctr">
              <a:buNone/>
            </a:pPr>
            <a:r>
              <a:rPr lang="en-US" dirty="0"/>
              <a:t>House of Aaron, trust the Lord, </a:t>
            </a:r>
          </a:p>
          <a:p>
            <a:pPr marL="0" indent="0" algn="ctr">
              <a:buNone/>
            </a:pPr>
            <a:r>
              <a:rPr lang="en-US" dirty="0"/>
              <a:t>For he is their help and shield.</a:t>
            </a:r>
          </a:p>
          <a:p>
            <a:pPr marL="0" indent="0" algn="ctr">
              <a:buNone/>
            </a:pPr>
            <a:r>
              <a:rPr lang="en-US" dirty="0"/>
              <a:t>You who fear him, trust the Lord,</a:t>
            </a:r>
          </a:p>
          <a:p>
            <a:pPr marL="0" indent="0" algn="ctr">
              <a:buNone/>
            </a:pPr>
            <a:r>
              <a:rPr lang="en-US" dirty="0"/>
              <a:t>For he is their help and shield.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58ADE2-4E65-964C-6890-754F91253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permission.</a:t>
            </a:r>
          </a:p>
        </p:txBody>
      </p:sp>
    </p:spTree>
    <p:extLst>
      <p:ext uri="{BB962C8B-B14F-4D97-AF65-F5344CB8AC3E}">
        <p14:creationId xmlns:p14="http://schemas.microsoft.com/office/powerpoint/2010/main" val="398894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305CD-A858-31D1-4545-C0C8DC7F4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4. God the Lord remembers us,</a:t>
            </a:r>
          </a:p>
          <a:p>
            <a:pPr marL="0" indent="0" algn="ctr">
              <a:buNone/>
            </a:pPr>
            <a:r>
              <a:rPr lang="en-US" dirty="0"/>
              <a:t>And his people he will bless.</a:t>
            </a:r>
          </a:p>
          <a:p>
            <a:pPr marL="0" indent="0" algn="ctr">
              <a:buNone/>
            </a:pPr>
            <a:r>
              <a:rPr lang="en-US" dirty="0"/>
              <a:t>He will bless all </a:t>
            </a:r>
            <a:r>
              <a:rPr lang="en-US" dirty="0" err="1"/>
              <a:t>Isr’el’s</a:t>
            </a:r>
            <a:r>
              <a:rPr lang="en-US" dirty="0"/>
              <a:t> house,</a:t>
            </a:r>
          </a:p>
          <a:p>
            <a:pPr marL="0" indent="0" algn="ctr">
              <a:buNone/>
            </a:pPr>
            <a:r>
              <a:rPr lang="en-US" dirty="0"/>
              <a:t>He will bless all Aaron’s house.</a:t>
            </a:r>
          </a:p>
          <a:p>
            <a:pPr marL="0" indent="0" algn="ctr">
              <a:buNone/>
            </a:pPr>
            <a:r>
              <a:rPr lang="en-US" dirty="0"/>
              <a:t>Those who fear him, great and small,</a:t>
            </a:r>
          </a:p>
          <a:p>
            <a:pPr marL="0" indent="0" algn="ctr">
              <a:buNone/>
            </a:pPr>
            <a:r>
              <a:rPr lang="en-US" dirty="0"/>
              <a:t>He with blessings will reward.</a:t>
            </a:r>
          </a:p>
          <a:p>
            <a:pPr marL="0" indent="0" algn="ctr">
              <a:buNone/>
            </a:pPr>
            <a:r>
              <a:rPr lang="en-US" dirty="0"/>
              <a:t>May you and your children grow;</a:t>
            </a:r>
          </a:p>
          <a:p>
            <a:pPr marL="0" indent="0" algn="ctr">
              <a:buNone/>
            </a:pPr>
            <a:r>
              <a:rPr lang="en-US" dirty="0"/>
              <a:t>May the Lord increase you more.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C58F97-A323-4F85-35A8-3EF994F5F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permission.</a:t>
            </a:r>
          </a:p>
        </p:txBody>
      </p:sp>
    </p:spTree>
    <p:extLst>
      <p:ext uri="{BB962C8B-B14F-4D97-AF65-F5344CB8AC3E}">
        <p14:creationId xmlns:p14="http://schemas.microsoft.com/office/powerpoint/2010/main" val="3111654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AED71-657B-0947-8553-26CD62B06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5. Blest are you by God the Lord,</a:t>
            </a:r>
          </a:p>
          <a:p>
            <a:pPr marL="0" indent="0" algn="ctr">
              <a:buNone/>
            </a:pPr>
            <a:r>
              <a:rPr lang="en-US" dirty="0"/>
              <a:t>Maker of the earth and </a:t>
            </a:r>
            <a:r>
              <a:rPr lang="en-US" dirty="0" err="1"/>
              <a:t>heav’n</a:t>
            </a:r>
            <a:r>
              <a:rPr lang="en-US" dirty="0"/>
              <a:t>!</a:t>
            </a:r>
          </a:p>
          <a:p>
            <a:pPr marL="0" indent="0" algn="ctr">
              <a:buNone/>
            </a:pPr>
            <a:r>
              <a:rPr lang="en-US" dirty="0"/>
              <a:t>Highest </a:t>
            </a:r>
            <a:r>
              <a:rPr lang="en-US" dirty="0" err="1"/>
              <a:t>heavn’s</a:t>
            </a:r>
            <a:r>
              <a:rPr lang="en-US" dirty="0"/>
              <a:t> belong to him, </a:t>
            </a:r>
          </a:p>
          <a:p>
            <a:pPr marL="0" indent="0" algn="ctr">
              <a:buNone/>
            </a:pPr>
            <a:r>
              <a:rPr lang="en-US" dirty="0"/>
              <a:t>But to man the earth was </a:t>
            </a:r>
            <a:r>
              <a:rPr lang="en-US" dirty="0" err="1"/>
              <a:t>giv’n</a:t>
            </a:r>
            <a:r>
              <a:rPr lang="en-US" dirty="0"/>
              <a:t>.</a:t>
            </a:r>
          </a:p>
          <a:p>
            <a:pPr marL="0" indent="0" algn="ctr">
              <a:buNone/>
            </a:pPr>
            <a:r>
              <a:rPr lang="en-US" dirty="0"/>
              <a:t>Though the dead to silence go, </a:t>
            </a:r>
          </a:p>
          <a:p>
            <a:pPr marL="0" indent="0" algn="ctr">
              <a:buNone/>
            </a:pPr>
            <a:r>
              <a:rPr lang="en-US" dirty="0"/>
              <a:t>Though the dead praise not the Lord,</a:t>
            </a:r>
          </a:p>
          <a:p>
            <a:pPr marL="0" indent="0" algn="ctr">
              <a:buNone/>
            </a:pPr>
            <a:r>
              <a:rPr lang="en-US" dirty="0"/>
              <a:t>We will henceforth bless the Lord.</a:t>
            </a:r>
          </a:p>
          <a:p>
            <a:pPr marL="0" indent="0" algn="ctr">
              <a:buNone/>
            </a:pPr>
            <a:r>
              <a:rPr lang="en-US" dirty="0"/>
              <a:t>Praise the Lord forevermore.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1211B9-F22B-81F1-969C-188FC8CB0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permission.</a:t>
            </a:r>
          </a:p>
        </p:txBody>
      </p:sp>
    </p:spTree>
    <p:extLst>
      <p:ext uri="{BB962C8B-B14F-4D97-AF65-F5344CB8AC3E}">
        <p14:creationId xmlns:p14="http://schemas.microsoft.com/office/powerpoint/2010/main" val="2583886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374</Words>
  <Application>Microsoft Office PowerPoint</Application>
  <PresentationFormat>Widescreen</PresentationFormat>
  <Paragraphs>48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#115A  Not to Us, Lord, Not to Us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#115A  Not to Us, Lord, Not to Us</dc:title>
  <dc:creator>Neil Tuininga</dc:creator>
  <cp:lastModifiedBy>Neil Tuininga</cp:lastModifiedBy>
  <cp:revision>1</cp:revision>
  <dcterms:created xsi:type="dcterms:W3CDTF">2022-05-06T16:43:01Z</dcterms:created>
  <dcterms:modified xsi:type="dcterms:W3CDTF">2022-05-06T16:55:03Z</dcterms:modified>
</cp:coreProperties>
</file>