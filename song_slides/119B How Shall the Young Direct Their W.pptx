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6C45-E76B-400F-BED5-44E61226C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CAB35-8BAA-4ADA-A3CB-EFC865912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85282-5C4F-4B0F-8DE5-7CE17D05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9F2C1-350E-45AB-998B-E549EF05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EABD9-7CE1-4875-B043-B5CF41D5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0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91F9-CCB2-49CF-914C-BB5AA196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E8E9F-9BF6-407E-9933-8D2AF9A1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DE9EB-A00C-49EA-A974-E2B04B99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688D2-DC32-4690-926B-7D0039BBA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1E8EA-7EBA-404F-9BB4-72AE3EB3D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2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28D7F-E60F-4BC7-936F-FD042AA1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4669D-E515-4F1A-9C1D-B020C2B9E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07E94-D5B3-4863-AFBC-5E80C3B0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76B81-ACEF-4B1C-85C6-2A146F912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7F35B-59D3-4666-BF56-564571F01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92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2FAE-9CCD-4D6F-8803-B9C54200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0337E-5B25-40F8-95F8-566269AF3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94322-BE01-4C74-9DB4-788EB4B8B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6AD46-CED8-44EF-BD92-6607910F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15056-DC0E-4478-A5C5-7934AABF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07140-B5EA-411A-952C-D66EFDBE9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9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0D28-6D84-4D4D-96A5-323805D91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D4093-6A12-4D9A-8DA9-1D650FBB1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F7D30-810C-4FEB-9C5B-08351B8DA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DCD58E-C0E7-471A-B18F-739615A07F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142BA2-8613-48FF-AEC2-0B2DA7264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60ACC-DECD-4B24-A315-53DAF247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716BF1-322F-47CE-8EB6-4577CEF6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B67804-CED0-46FB-A573-1427C9FC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EA65-A87B-4AD7-A628-7186E182D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EE70B-F027-4E16-8642-0BB554F49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3D944-5008-4A50-9B70-4DD3BD3C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2EE2B-0624-4933-BAC5-3BC1D8CF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9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D4587-F4ED-4100-9C18-6164C8E4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9D2358-9404-4385-A9E7-12BE2AF4D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29154-5478-4741-BF0D-6925468F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0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899C-FEEA-4B1F-9DEA-DD101A29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D1910-DFF0-42A1-815D-C4266873C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DDAD4-2EE2-470E-AB5C-4D32774E9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D41D5-462E-4AAF-8BFF-0D5CE64D9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63B1D-05D6-475C-860D-AD6F4233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28150-4F3D-4F16-82D6-70D62530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5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3987-995F-4969-BCA2-2AB302A4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02A71-2266-48E4-B03C-639DD73E4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C23FF-8EC7-4A0F-A3C3-8E339B8EF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2802E-B37C-4BEA-92B9-6FF2FBB5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B8078-CCE8-42CA-A1F0-93F0664DA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42B39-94AA-40F2-A67E-60AE8A676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5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5333C-1845-4BDE-8740-1B1251A49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34300-E0B9-4552-8B04-E015A6F6A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C5B3E-23D3-4781-B893-61907B8F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6C405-94DE-42DB-AAA5-E739DC94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DBF57-C3A8-47A9-AF41-0BBA4448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3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039145-0DDC-4167-9D1D-4A38F3028A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96458-37AF-4198-B6CF-198FFA10F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53E14-C3B5-4BE6-A2BC-3BAB53EA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F6F0C-B5C3-4F3E-A83F-1025E5B7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14CEE-520F-4C3E-9610-01E5A9DF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0C23-3F4B-404D-B7A3-F2D581BF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3120D-4217-4F26-A6F3-7D528F8D1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1A9AC-7240-44C0-9B2B-E0B7155E50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79DC1-EA33-4847-BD6A-53E3B332423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0023A-E19D-40FD-816D-3A5FCDC4E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37F6B-7D0E-43FC-9998-80822256D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AC177-CAFB-4A1B-9F09-688169748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CA" sz="2800" dirty="0"/>
              <a:t>How shall the young direct their way?</a:t>
            </a:r>
          </a:p>
          <a:p>
            <a:pPr algn="ctr"/>
            <a:r>
              <a:rPr lang="en-CA" sz="2800" dirty="0"/>
              <a:t>What shall be their perfect guide?</a:t>
            </a:r>
          </a:p>
          <a:p>
            <a:pPr algn="ctr"/>
            <a:r>
              <a:rPr lang="en-CA" sz="2800" dirty="0"/>
              <a:t>Your word, O LORD, will safely lead,</a:t>
            </a:r>
          </a:p>
          <a:p>
            <a:pPr algn="ctr"/>
            <a:r>
              <a:rPr lang="en-CA" sz="2800" dirty="0"/>
              <a:t>if in its wisdom they confide.</a:t>
            </a:r>
          </a:p>
          <a:p>
            <a:pPr algn="ctr"/>
            <a:r>
              <a:rPr lang="en-CA" sz="2800" dirty="0"/>
              <a:t>Sincerely I have sought you, LORD,</a:t>
            </a:r>
          </a:p>
          <a:p>
            <a:pPr algn="ctr"/>
            <a:r>
              <a:rPr lang="en-CA" sz="2800" dirty="0"/>
              <a:t>O let me not from you depart;</a:t>
            </a:r>
          </a:p>
          <a:p>
            <a:pPr algn="ctr"/>
            <a:r>
              <a:rPr lang="en-CA" sz="2800" dirty="0"/>
              <a:t>to know your will and keep from sin</a:t>
            </a:r>
          </a:p>
          <a:p>
            <a:pPr algn="ctr"/>
            <a:r>
              <a:rPr lang="en-CA" sz="2800" dirty="0"/>
              <a:t>your word I cherish in my heart.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#119B How Shall the Young Direct Their Way?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O blessed LORD, teach me your law, </a:t>
            </a:r>
          </a:p>
          <a:p>
            <a:pPr algn="ctr"/>
            <a:r>
              <a:rPr lang="en-CA" sz="2800" dirty="0"/>
              <a:t>your righteous judgements I declare;</a:t>
            </a:r>
          </a:p>
          <a:p>
            <a:pPr algn="ctr"/>
            <a:r>
              <a:rPr lang="en-CA" sz="2800" dirty="0"/>
              <a:t>your testimonies make me glad,</a:t>
            </a:r>
          </a:p>
          <a:p>
            <a:pPr algn="ctr"/>
            <a:r>
              <a:rPr lang="en-CA" sz="2800" dirty="0"/>
              <a:t>for they are wealth beyond compare.</a:t>
            </a:r>
          </a:p>
          <a:p>
            <a:pPr algn="ctr"/>
            <a:r>
              <a:rPr lang="en-CA" sz="2800" dirty="0"/>
              <a:t>Upon your precepts and your ways</a:t>
            </a:r>
          </a:p>
          <a:p>
            <a:pPr algn="ctr"/>
            <a:r>
              <a:rPr lang="en-CA" sz="2800" dirty="0"/>
              <a:t>my heart will meditate with awe;</a:t>
            </a:r>
          </a:p>
          <a:p>
            <a:pPr algn="ctr"/>
            <a:r>
              <a:rPr lang="en-CA" sz="2800" dirty="0"/>
              <a:t>your word shall be my chief delight,</a:t>
            </a:r>
          </a:p>
          <a:p>
            <a:pPr algn="ctr"/>
            <a:r>
              <a:rPr lang="en-CA" sz="2800" dirty="0"/>
              <a:t>and I will not forget your law.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2020-10-16T15:18:37Z</dcterms:created>
  <dcterms:modified xsi:type="dcterms:W3CDTF">2020-10-16T15:18:52Z</dcterms:modified>
</cp:coreProperties>
</file>