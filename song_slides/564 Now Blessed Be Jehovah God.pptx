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66663-B410-4C04-A9F2-228BC46C0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9E29A-9A15-4FE8-A53C-81B7402E1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F2AA8-4566-4F90-BB2D-EDB24DC6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05A2-39FB-4782-A30F-E75520F4B2CB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2ACAC-103D-424D-BB16-F3C552E1A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916A3-5671-4F2A-9A8D-9C285748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6A2F6-1CDD-4BD4-9F87-2A94730CC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2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FC06B-C949-420F-B902-4B15A4A1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11630-F4D0-4869-B26E-4A2ECA959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9DA59-84E2-48C4-8179-BD6E5F3C9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05A2-39FB-4782-A30F-E75520F4B2CB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26FF9-2549-4379-8BAA-2131DD1DC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B11D7-04D2-4662-8715-A44872E3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6A2F6-1CDD-4BD4-9F87-2A94730CC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0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D12B4-D1FC-42C1-BA26-4D2A4FB6C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F8B2A-FB94-4068-99C8-5514BB1D9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BF2A6-949E-43FB-A3AD-AEBFDBB96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05A2-39FB-4782-A30F-E75520F4B2CB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C527A-E10F-4A58-84A4-5300CC6C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F66A9-212E-4F6D-BBA9-ABCC94116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6A2F6-1CDD-4BD4-9F87-2A94730CC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2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03465-41C3-4734-9DD6-F38DC99F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B20BC-BC14-4C82-A17E-E320055D4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B10D8-21D2-40A4-8726-A8F65707F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AF831-B278-411B-A4A1-046931103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05A2-39FB-4782-A30F-E75520F4B2CB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4FBFE-07B7-461A-96EC-F9237143E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849B7-C218-4A1B-9E39-A3A497A64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6A2F6-1CDD-4BD4-9F87-2A94730CC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07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B19FA-F68A-4451-92AA-0BA20CD0E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3D641-3140-4A54-8AEC-F9CA0C122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EE8FC-1B3C-4B52-A053-87A9F9A0E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18A093-7579-4341-A7BE-B1220890C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E42153-DE65-4341-86B7-CDD099D48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D9C88C-F069-418C-8807-1BB337B3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05A2-39FB-4782-A30F-E75520F4B2CB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32B6D0-9482-4282-B910-953F07F06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2A5221-238E-463B-955D-F25515497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6A2F6-1CDD-4BD4-9F87-2A94730CC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09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D3566-8205-4773-81F9-8CE9E05E4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AC4B0-0CBB-4271-8A01-7B5C973B8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05A2-39FB-4782-A30F-E75520F4B2CB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F227F-506D-4A64-B764-336F77C7F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D40CC-141B-4E41-BD0F-8CBCF42A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6A2F6-1CDD-4BD4-9F87-2A94730CC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11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BC260-1990-4BCD-953F-B1A8E7D46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05A2-39FB-4782-A30F-E75520F4B2CB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EC627E-7134-48C4-9473-D8B6D1BA8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6C86F-6CEF-4504-89B5-0B3E48410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6A2F6-1CDD-4BD4-9F87-2A94730CC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37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86B20-245D-446F-815A-D5BC0A2E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EE894-3A8D-4AE0-9B3D-EBDE3B260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151DF-51C0-45D6-B521-8B2AD278A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0F2B6-15CD-4476-9F02-5B1D8DCB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05A2-39FB-4782-A30F-E75520F4B2CB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17D42-18C4-4E1F-A869-A4C3167E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6F4A6-EF19-4D6A-B60B-50A8EA110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6A2F6-1CDD-4BD4-9F87-2A94730CC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B860B-D032-4D3A-80B5-50FD6453D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9B6933-A44C-4FEB-87BD-EA9365A86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2D575-D709-42D8-A9CB-35B19FC92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11851-2C90-4C8B-B9D4-D0E3C252D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05A2-39FB-4782-A30F-E75520F4B2CB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F3533-2E4A-4A7D-B71C-BBF273F1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811B4-59B4-49E2-87E6-F3D6F9FB3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6A2F6-1CDD-4BD4-9F87-2A94730CC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0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B211-4484-48F6-9BB9-59F41930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97D85-D704-4538-8E8A-1F7696C25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385E8-5035-4BAD-BF1A-2AE517BBA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05A2-39FB-4782-A30F-E75520F4B2CB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24290-7396-47AA-9D58-F4078C69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A6529-8243-48E4-A732-0F774C26F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6A2F6-1CDD-4BD4-9F87-2A94730CC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14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2E6A89-B268-4BC5-BC46-C1D58F580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673E9-87F6-4A36-AE43-1D0D820FB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0C8C2-6EC0-4EAE-B450-B5A59179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05A2-39FB-4782-A30F-E75520F4B2CB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F024C-6235-44B4-9FED-FD914242A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EC827-92CE-4179-B8E2-4A2AB34A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6A2F6-1CDD-4BD4-9F87-2A94730CC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0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8BFF09-C943-4CEB-B7F0-2A60FAFE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4642A-A484-4973-9BFE-53279F36C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C8B99-3A03-4361-A27E-B7294EBD8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605A2-39FB-4782-A30F-E75520F4B2CB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EF6EA-84F4-4395-B34A-9989F8584F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C57A9-1F1F-45CB-A046-6BC775298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6A2F6-1CDD-4BD4-9F87-2A94730CC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47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#564 Now Blessed Be Jehovah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Now blessed be Jehovah God,</a:t>
            </a:r>
          </a:p>
          <a:p>
            <a:pPr lvl="0" algn="ctr"/>
            <a:r>
              <a:rPr kumimoji="0" lang="en-CA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God of Israel,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Who only doeth wondrous works,</a:t>
            </a:r>
          </a:p>
          <a:p>
            <a:pPr lvl="0" algn="ctr"/>
            <a:r>
              <a:rPr kumimoji="0" lang="en-CA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glory that excel;</a:t>
            </a:r>
            <a:endParaRPr lang="en-CA" sz="2800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Who only doeth wondrous works,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In glory that excel;</a:t>
            </a:r>
          </a:p>
          <a:p>
            <a:pPr lvl="0" algn="ctr"/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421104-3B5E-44FB-A97C-F19111D8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  </a:t>
            </a:r>
            <a:r>
              <a:rPr lang="en-CA" sz="2800" dirty="0"/>
              <a:t>And blessed be his glorious name</a:t>
            </a:r>
          </a:p>
          <a:p>
            <a:pPr algn="ctr"/>
            <a:r>
              <a:rPr lang="en-CA" sz="2800" dirty="0"/>
              <a:t>To all eternity;</a:t>
            </a:r>
          </a:p>
          <a:p>
            <a:pPr algn="ctr"/>
            <a:r>
              <a:rPr lang="en-CA" sz="2800" dirty="0"/>
              <a:t>The whole earth let his glory fill;</a:t>
            </a:r>
          </a:p>
          <a:p>
            <a:pPr algn="ctr"/>
            <a:r>
              <a:rPr lang="en-CA" sz="2800" dirty="0"/>
              <a:t>Amen: so let it be;</a:t>
            </a:r>
          </a:p>
          <a:p>
            <a:pPr algn="ctr"/>
            <a:r>
              <a:rPr lang="en-CA" sz="2800" dirty="0"/>
              <a:t>The whole earth let his glory fill;</a:t>
            </a:r>
          </a:p>
          <a:p>
            <a:pPr algn="ctr"/>
            <a:r>
              <a:rPr lang="en-CA" sz="2800" dirty="0"/>
              <a:t>Amen: so let it be;</a:t>
            </a: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BE327B-5F60-4661-A54D-0EF56022F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#564 Now Blessed Be Jehovah God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#564 Now Blessed Be Jehovah God</dc:title>
  <dc:creator>Eric Hoogendoorn</dc:creator>
  <cp:lastModifiedBy>Eric Hoogendoorn</cp:lastModifiedBy>
  <cp:revision>1</cp:revision>
  <dcterms:created xsi:type="dcterms:W3CDTF">2020-06-05T01:28:32Z</dcterms:created>
  <dcterms:modified xsi:type="dcterms:W3CDTF">2020-06-05T01:29:05Z</dcterms:modified>
</cp:coreProperties>
</file>