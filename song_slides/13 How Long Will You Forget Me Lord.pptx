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7" r:id="rId2"/>
    <p:sldId id="298" r:id="rId3"/>
    <p:sldId id="341" r:id="rId4"/>
    <p:sldId id="349" r:id="rId5"/>
    <p:sldId id="35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6" d="100"/>
          <a:sy n="96" d="100"/>
        </p:scale>
        <p:origin x="75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CFAEC-5715-4673-BE15-9AA8F9C6CB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A1844E-32B3-48B3-843B-C214B464D3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CDE7BE-387B-4E08-9479-3FC03A67A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F297D-FB22-4979-B6BB-85A34B5205C0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27A89-4E29-4322-BE99-8E0EC53E1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4DAF9E-CB04-4093-8A83-129D4BAF8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0D115-72DF-49F5-ADF0-5280A9DF1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603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8A82F-1238-4F6C-8529-19058B6DF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69931-E83F-4CC2-910C-07FDF7DB8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A31AF8-9E68-4F20-91E1-59D08C4DA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F297D-FB22-4979-B6BB-85A34B5205C0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9BFA7E-A794-4ACD-AE80-0E1F20F15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91156-5DDF-43CF-9286-E1C545CCD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0D115-72DF-49F5-ADF0-5280A9DF1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865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61D08-7A25-4B81-BE05-AAC437C64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5E358A-8277-4CBA-ABBE-1E66093A33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F305B3-54FA-4413-89DA-E2D80B312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F297D-FB22-4979-B6BB-85A34B5205C0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0AB999-9E8D-4753-A29F-DBF5A84AC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60239-63C7-4689-856D-2D0C11E3E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0D115-72DF-49F5-ADF0-5280A9DF1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480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FA7C8-D171-4EC8-8CFD-A518DBCC8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ECFF0-936B-4E54-8101-9592E32979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3BF1D1-38EF-4A3D-8884-79FE001381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BCDA1-F37E-40DC-9C12-2B6EE0F00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F297D-FB22-4979-B6BB-85A34B5205C0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579522-71C6-418D-8442-EBDBB8956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8125FA-7FAF-4143-BDEA-2E07AAC6A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0D115-72DF-49F5-ADF0-5280A9DF1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31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73490-D199-4073-8D77-BC3D591F2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CED67-8626-48C4-9A1D-AD7DB22A3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E28833-0A4A-47D6-B49F-286FDE8EE0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20250D-3CC3-4E58-9E8A-FE542247CB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471591-2C1A-499A-9DD5-5D4C817F5E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4AC564-FCF0-4F90-8768-035525D28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F297D-FB22-4979-B6BB-85A34B5205C0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6CB5E1-2B8A-40E7-B3FB-58BA0C4BA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901124-0301-4F90-BBAA-806714FF7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0D115-72DF-49F5-ADF0-5280A9DF1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716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BC025-63A6-4DE0-B913-FE53F0203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9F73D0-ED85-44EF-AE44-34E7686FD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F297D-FB22-4979-B6BB-85A34B5205C0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F8CC20-8C18-4FFB-BE22-FB45C798F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2E0677-CDD3-4C29-AE18-1F5BFC60F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0D115-72DF-49F5-ADF0-5280A9DF1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265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59DC03-8E61-4808-A012-98E2527CD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F297D-FB22-4979-B6BB-85A34B5205C0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27262A-34CA-4A65-9BD0-0F716448F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7F9D79-7506-4BB7-A4EE-E9B63B944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0D115-72DF-49F5-ADF0-5280A9DF1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808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BDE24-0A00-4221-B5A3-C803B0178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09431A-F9EF-4A5D-A959-5AA65497E5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74B87B-0D74-421B-A070-20F0168954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6D39C8-8C50-439E-A85B-403A14F19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F297D-FB22-4979-B6BB-85A34B5205C0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EF07F5-353C-4333-B143-821F166BC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F946C5-3069-4144-93CC-3C2391B54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0D115-72DF-49F5-ADF0-5280A9DF1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100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CE4F6-1449-4CCF-8BBC-DA20CBBCC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0F0129-7357-45E9-A73D-6A1169AD98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B1659B-FC7E-4A4A-9FED-76407AC724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27EEFB-93FD-427A-870A-0E91B3BB5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F297D-FB22-4979-B6BB-85A34B5205C0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2A54AA-88E3-48D6-AB24-706B375CD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76FB80-871B-4B40-B0EF-4180EF5A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0D115-72DF-49F5-ADF0-5280A9DF1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483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F54DC-BA42-4257-B11A-5163FBFCA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C6C661-C668-48E2-B7C6-40F6556BBA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21FF14-4D9B-490C-8DD0-230D1F3D1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F297D-FB22-4979-B6BB-85A34B5205C0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88B79-BD0B-4308-AC0C-954AD9F91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116106-AAB2-456D-8B50-1760423DE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0D115-72DF-49F5-ADF0-5280A9DF1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736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997A52-692C-4EA7-B47A-03E86AA62E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E4ABC7-447D-401B-B5A6-B475BD4E6D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709D28-7640-4CAE-B037-68D81882A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F297D-FB22-4979-B6BB-85A34B5205C0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16EEE-818F-4627-A937-012A33427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25CB56-35BC-462F-A9CB-30A9A692C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0D115-72DF-49F5-ADF0-5280A9DF1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527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3E28A2-35C9-4A61-803E-745FF7D1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57018A-EA26-4B60-B831-C33AFBA65F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7E13E-608D-46DF-8557-E0890D0DB5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F297D-FB22-4979-B6BB-85A34B5205C0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9C453D-C831-4BA2-B706-7056733192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EF3682-E0CC-41DE-857B-48CFF17B95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A0D115-72DF-49F5-ADF0-5280A9DF1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104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413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1.</a:t>
            </a:r>
            <a:r>
              <a:rPr lang="en-CA" sz="2800" dirty="0"/>
              <a:t> </a:t>
            </a:r>
            <a:r>
              <a:rPr lang="en-US" sz="2800" dirty="0"/>
              <a:t> How long will you forget me Lord?</a:t>
            </a:r>
          </a:p>
          <a:p>
            <a:pPr algn="ctr"/>
            <a:r>
              <a:rPr lang="en-US" sz="2800" dirty="0"/>
              <a:t>Forever will it be?</a:t>
            </a:r>
          </a:p>
          <a:p>
            <a:pPr algn="ctr"/>
            <a:r>
              <a:rPr lang="en-US" sz="2800" dirty="0"/>
              <a:t>How long, Lord, will you hide your face</a:t>
            </a:r>
          </a:p>
          <a:p>
            <a:pPr algn="ctr"/>
            <a:r>
              <a:rPr lang="en-US" sz="2800" dirty="0"/>
              <a:t>And turn your gaze from me?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#13 How Long Will You Forget me Lord</a:t>
            </a:r>
          </a:p>
        </p:txBody>
      </p:sp>
    </p:spTree>
    <p:extLst>
      <p:ext uri="{BB962C8B-B14F-4D97-AF65-F5344CB8AC3E}">
        <p14:creationId xmlns:p14="http://schemas.microsoft.com/office/powerpoint/2010/main" val="1612951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413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</a:t>
            </a:r>
            <a:r>
              <a:rPr lang="en-CA" sz="2800" dirty="0"/>
              <a:t> </a:t>
            </a:r>
            <a:r>
              <a:rPr lang="en-US" sz="2800" dirty="0"/>
              <a:t> How long must I be sad each day</a:t>
            </a:r>
          </a:p>
          <a:p>
            <a:pPr algn="ctr"/>
            <a:r>
              <a:rPr lang="en-US" sz="2800" dirty="0"/>
              <a:t>In deep perplexity?</a:t>
            </a:r>
          </a:p>
          <a:p>
            <a:pPr algn="ctr"/>
            <a:r>
              <a:rPr lang="en-US" sz="2800" dirty="0"/>
              <a:t>How long will my opponent stand</a:t>
            </a:r>
          </a:p>
          <a:p>
            <a:pPr algn="ctr"/>
            <a:r>
              <a:rPr lang="en-US" sz="2800" dirty="0"/>
              <a:t>In triumph over me?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013887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413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</a:t>
            </a:r>
            <a:r>
              <a:rPr lang="en-CA" sz="2800" dirty="0"/>
              <a:t> </a:t>
            </a:r>
            <a:r>
              <a:rPr lang="en-US" sz="2800" dirty="0"/>
              <a:t> O Lord, my God, consider me</a:t>
            </a:r>
          </a:p>
          <a:p>
            <a:pPr algn="ctr"/>
            <a:r>
              <a:rPr lang="en-US" sz="2800" dirty="0"/>
              <a:t>And give me your reply.</a:t>
            </a:r>
          </a:p>
          <a:p>
            <a:pPr algn="ctr"/>
            <a:r>
              <a:rPr lang="en-US" sz="2800" dirty="0"/>
              <a:t>Light up my eyes or I will sleep</a:t>
            </a:r>
          </a:p>
          <a:p>
            <a:pPr algn="ctr"/>
            <a:r>
              <a:rPr lang="en-US" sz="2800" dirty="0"/>
              <a:t>The sleep of those who die.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112682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413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4.</a:t>
            </a:r>
            <a:r>
              <a:rPr lang="en-CA" sz="2800" dirty="0"/>
              <a:t> </a:t>
            </a:r>
            <a:r>
              <a:rPr lang="en-US" sz="2800" dirty="0"/>
              <a:t> Then would my enemy declare</a:t>
            </a:r>
          </a:p>
          <a:p>
            <a:pPr algn="ctr"/>
            <a:r>
              <a:rPr lang="en-US" sz="2800" dirty="0"/>
              <a:t>“At last I brought him low!”</a:t>
            </a:r>
          </a:p>
          <a:p>
            <a:pPr algn="ctr"/>
            <a:r>
              <a:rPr lang="en-US" sz="2800" dirty="0"/>
              <a:t>And so my foes would sing for joy</a:t>
            </a:r>
          </a:p>
          <a:p>
            <a:pPr algn="ctr"/>
            <a:r>
              <a:rPr lang="en-US" sz="2800" dirty="0"/>
              <a:t>To see my overthrow.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984624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413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5.</a:t>
            </a:r>
            <a:r>
              <a:rPr lang="en-CA" sz="2800" dirty="0"/>
              <a:t> But still I trust your steadfast love;</a:t>
            </a:r>
          </a:p>
          <a:p>
            <a:pPr algn="ctr"/>
            <a:r>
              <a:rPr lang="en-CA" sz="2800" dirty="0"/>
              <a:t>Your saving </a:t>
            </a:r>
            <a:r>
              <a:rPr lang="en-CA" sz="2800" dirty="0" err="1"/>
              <a:t>pow’r</a:t>
            </a:r>
            <a:r>
              <a:rPr lang="en-CA" sz="2800" dirty="0"/>
              <a:t> I praise.</a:t>
            </a:r>
          </a:p>
          <a:p>
            <a:pPr algn="ctr"/>
            <a:r>
              <a:rPr lang="en-CA" sz="2800" dirty="0"/>
              <a:t>The Lord has richly dealt </a:t>
            </a:r>
            <a:r>
              <a:rPr lang="en-CA" sz="2800"/>
              <a:t>with me;</a:t>
            </a:r>
            <a:endParaRPr lang="en-CA" sz="2800" dirty="0"/>
          </a:p>
          <a:p>
            <a:pPr algn="ctr"/>
            <a:r>
              <a:rPr lang="en-CA" sz="2800" dirty="0"/>
              <a:t>My songs to him I raise</a:t>
            </a:r>
            <a:r>
              <a:rPr lang="en-US" sz="2800" dirty="0"/>
              <a:t>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278536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206</Words>
  <Application>Microsoft Office PowerPoint</Application>
  <PresentationFormat>Widescreen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2</cp:revision>
  <dcterms:created xsi:type="dcterms:W3CDTF">2020-08-14T02:04:13Z</dcterms:created>
  <dcterms:modified xsi:type="dcterms:W3CDTF">2020-08-22T13:29:00Z</dcterms:modified>
</cp:coreProperties>
</file>