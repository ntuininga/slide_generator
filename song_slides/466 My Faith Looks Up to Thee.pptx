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6" r:id="rId2"/>
    <p:sldId id="487" r:id="rId3"/>
    <p:sldId id="488" r:id="rId4"/>
    <p:sldId id="4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4190943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4845937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094570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391386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520119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9507769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5532642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46461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9597547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1890858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695739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20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39FF8-B649-4B93-89AC-1470508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FBBB5-122F-4C0A-81C6-BB62BA69E517}"/>
              </a:ext>
            </a:extLst>
          </p:cNvPr>
          <p:cNvSpPr txBox="1"/>
          <p:nvPr/>
        </p:nvSpPr>
        <p:spPr>
          <a:xfrm>
            <a:off x="1300162" y="190500"/>
            <a:ext cx="959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#466 My Faith Looks Up to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8879B-5485-4155-9129-F9CB3304E517}"/>
              </a:ext>
            </a:extLst>
          </p:cNvPr>
          <p:cNvSpPr txBox="1"/>
          <p:nvPr/>
        </p:nvSpPr>
        <p:spPr>
          <a:xfrm>
            <a:off x="1976436" y="2103874"/>
            <a:ext cx="82391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My faith looks up to thee,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Lamb of Calvary,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Savior divine: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hear me while I pray,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 all my guilt away,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let me from this day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wholly thine.</a:t>
            </a:r>
          </a:p>
        </p:txBody>
      </p:sp>
    </p:spTree>
    <p:extLst>
      <p:ext uri="{BB962C8B-B14F-4D97-AF65-F5344CB8AC3E}">
        <p14:creationId xmlns:p14="http://schemas.microsoft.com/office/powerpoint/2010/main" val="4024834546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874728"/>
            <a:ext cx="8420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May thy rich grace impart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 to my fainting heart,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zeal inspire;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thou hast died for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may my love to thee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pure, warm, and changeless be,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living fire.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418885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43C5CA-9D7C-4874-B444-69C34C0F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E0A22-0832-41C1-BFEF-3CDEDD77AAFC}"/>
              </a:ext>
            </a:extLst>
          </p:cNvPr>
          <p:cNvSpPr txBox="1"/>
          <p:nvPr/>
        </p:nvSpPr>
        <p:spPr>
          <a:xfrm>
            <a:off x="2085975" y="1874728"/>
            <a:ext cx="80200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While life's dark maze I tread,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griefs around me spread,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thou my guide;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bid darkness turn to day,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wipe sorrow's tears away,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let me ever stray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thee aside.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10806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BD1D35-2816-41C0-81A6-74B053F3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EFE7A-D8D5-4BCA-959D-27F598FEDDA7}"/>
              </a:ext>
            </a:extLst>
          </p:cNvPr>
          <p:cNvSpPr txBox="1"/>
          <p:nvPr/>
        </p:nvSpPr>
        <p:spPr>
          <a:xfrm>
            <a:off x="1695450" y="1874728"/>
            <a:ext cx="880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When ends life's transient dream,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death's cold, sullen stream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o'er me roll,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Savior, then, in love,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fear and distrust remove;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bear me safe above,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ransomed soul.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85205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218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2021-12-04T23:28:33Z</dcterms:created>
  <dcterms:modified xsi:type="dcterms:W3CDTF">2021-12-04T23:35:34Z</dcterms:modified>
</cp:coreProperties>
</file>