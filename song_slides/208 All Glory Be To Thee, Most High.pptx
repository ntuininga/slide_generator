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CE4BC3D9-3C97-4F99-A75D-FAD77DE1AA8B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6/17/23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05CE3EF-26E6-4C74-8A44-77D5EE998F2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1615680"/>
            <a:ext cx="12191760" cy="30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glory be to thee, Most High,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thee all adoration;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grace and truth thou drawest nigh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offer us salvation;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 showest thy goodwill to men,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peace shall reign on earth again;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praise thy name forever.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#208 All Glory Be To Thee, Most High</a:t>
            </a:r>
            <a:endParaRPr b="0" lang="en-CA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615680"/>
            <a:ext cx="12191760" cy="30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praise, we worship thee, we trust,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give thee thanks forever,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Father, for thy rule is just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wise, and changes never;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thy hand almighty o'er us reigns,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 doest what thy will ordains;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'tis well for us thou rulest.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615680"/>
            <a:ext cx="12191760" cy="30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Jesus Christ, our God and Lord,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Son of the heav'nly Father,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thou who hast our peace restored,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straying sheep dost gather;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 Lamb of God, to thee on high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out of the depths we sinners cry: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have mercy on us, Jesus!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1615680"/>
            <a:ext cx="12191760" cy="30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4.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Holy Spirit, precious gift,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 Comforter unfailing,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Satan's snares our souls uplift,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let thy pow'r, availing,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avert our woes and calm our dread.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 us the Savior's blood was shed;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trust in thee to save us.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LibreOffice/7.0.4.2$Linux_X86_64 LibreOffice_project/00$Build-2</Application>
  <AppVersion>15.0000</AppVersion>
  <Words>283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2020-07-17T03:31:19Z</dcterms:created>
  <dc:creator>Eric Hoogendoorn</dc:creator>
  <dc:description/>
  <dc:language>en-CA</dc:language>
  <cp:lastModifiedBy>Eric Hoogendoorn</cp:lastModifiedBy>
  <dcterms:modified xsi:type="dcterms:W3CDTF">2020-07-17T03:31:40Z</dcterms:modified>
  <cp:revision>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