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3" r:id="rId2"/>
    <p:sldId id="294" r:id="rId3"/>
    <p:sldId id="295" r:id="rId4"/>
    <p:sldId id="345" r:id="rId5"/>
    <p:sldId id="34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D556D-BD09-45B5-A23C-17C13A861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A11539-7A3D-40A7-B1EB-F48E343F8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1A3314-D1A6-41A6-B839-AB8A14808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70005-DF7B-4F88-B394-2EE336F7F127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541B3-EC65-42A4-BD11-A87943966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FE619-842E-4B87-A5B9-B5930646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FA249-400E-4CF3-BEA8-DBB042629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360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D93F2-CF8E-41E9-AA0A-DC8075FBE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5DC05-286E-4335-BE61-A71776E21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861D1-02F9-4CF2-A55B-D13D7983F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70005-DF7B-4F88-B394-2EE336F7F127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33010-DF61-4CE5-A7A7-FC6041491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F4352-E7DD-4BAA-9AA4-033DF87EE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FA249-400E-4CF3-BEA8-DBB042629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192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F2585-90D7-47C0-9A7B-F98523A6F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F5760E-B121-43E2-8B52-8CE6BC167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02DED-6AB5-4F7F-953A-C9D94BDFB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70005-DF7B-4F88-B394-2EE336F7F127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FE931C-C841-4C18-A099-F6AA8DDA7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37918-B7F7-45CD-9DEE-447F562C5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FA249-400E-4CF3-BEA8-DBB042629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531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CED6D-BC51-4D6E-A82B-409BB361E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0ECAB-66FA-4B8A-B84B-03E533C4DD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984FD0-2F6F-446D-AEA2-8FF593631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6FFD95-D5A2-47AB-BA23-082C5E8B2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70005-DF7B-4F88-B394-2EE336F7F127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C6357D-85F8-4CFF-99AC-B7DF08DB2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C35EE-2D4D-46BE-A262-06A8E1128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FA249-400E-4CF3-BEA8-DBB042629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144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76DCC-610E-4465-88B1-A0BD2D211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5228D7-1B69-4E78-A73C-8079E07DC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A00775-E355-4E42-B7F3-25C71F2B24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5621ED-9C85-49D9-96A2-2254488BA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10845C-A1D1-4841-BC31-804088A7CC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8CB293-D087-4BF8-ACA9-BDEBAE8BD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70005-DF7B-4F88-B394-2EE336F7F127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66AE99-AC44-4212-AF36-0F1196548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1B793E-D7B9-4237-89C7-460734FA9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FA249-400E-4CF3-BEA8-DBB042629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240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A2B2A-2E5E-458B-AC29-5D8E35CBE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19997C-6D80-44CA-8131-86C01F94D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70005-DF7B-4F88-B394-2EE336F7F127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1917A7-4021-4A54-994D-D9C66E3C0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B4D43C-8181-4514-AB02-2032B3A42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FA249-400E-4CF3-BEA8-DBB042629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408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ED161E-4EED-4E90-BBA9-8157BA4FD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70005-DF7B-4F88-B394-2EE336F7F127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5C697D-EA6D-413F-86B5-347DED66F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3BDD7-7EDD-49B0-94E2-A878426C3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FA249-400E-4CF3-BEA8-DBB042629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348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4DBB2-9EA8-45BD-A03E-0B61A83F4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2EA49-8317-4832-9CF5-F65C900A5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99420F-66A8-449A-80AF-5F7FF7F9B2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1AD162-77E1-48AA-87BD-0D8453F0C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70005-DF7B-4F88-B394-2EE336F7F127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98BAF5-17FD-4995-97AB-FF21B911E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AC01B3-6FC1-4300-9F39-CD35CA85E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FA249-400E-4CF3-BEA8-DBB042629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104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6A6B5-A029-4C13-81A9-BDD1896B9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F54D50-B00A-41A4-B2A0-3490862DDB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79B508-9AB0-40ED-BB42-0155C0DC65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203650-2EA5-4903-8A5C-92EE4182D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70005-DF7B-4F88-B394-2EE336F7F127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DF27B8-4B12-42DB-9643-A496E4EA6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6C8084-FB8A-46E0-BF8F-99570A560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FA249-400E-4CF3-BEA8-DBB042629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44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33D66-A3A8-4354-B70B-D8937435A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3E9D4E-0DB6-4CB1-8A00-918389F23C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9CB0D-409D-4393-9287-F36315D0D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70005-DF7B-4F88-B394-2EE336F7F127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67CF3-1278-4A3F-8B38-CE161BB67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F2D93-922A-459C-8E98-E64114C45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FA249-400E-4CF3-BEA8-DBB042629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55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8FD8A4-51D9-4DF4-8218-12974186C7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322B13-6A30-4B49-9B57-1DECA33BC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016C6-7518-4AC4-9405-5C2391BDD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70005-DF7B-4F88-B394-2EE336F7F127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1634B-C1D6-46B0-8D8A-6E6C6E860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9D487-CD43-49A5-A1A9-E9C62BEEF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FA249-400E-4CF3-BEA8-DBB042629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016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9D4003-CFD0-49E2-979F-029B78F23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E34163-7C67-4C13-A7E5-DC49AA2A5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02E9E-8224-4AC6-8FE2-80E5FE9DFF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670005-DF7B-4F88-B394-2EE336F7F127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1780B-FB4C-44C9-B10C-B7E1FF8ED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C682E-5231-41E9-A1CE-07FEC81C4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9FA249-400E-4CF3-BEA8-DBB042629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560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</a:t>
            </a:r>
            <a:r>
              <a:rPr lang="en-CA" sz="2800" dirty="0"/>
              <a:t> </a:t>
            </a:r>
            <a:r>
              <a:rPr lang="en-US" sz="2800" dirty="0"/>
              <a:t>Jesus, I my cross have taken,</a:t>
            </a:r>
            <a:br>
              <a:rPr lang="en-US" sz="2800" dirty="0"/>
            </a:br>
            <a:r>
              <a:rPr lang="en-US" sz="2800" dirty="0"/>
              <a:t>all to leave and follow thee;</a:t>
            </a:r>
            <a:br>
              <a:rPr lang="en-US" sz="2800" dirty="0"/>
            </a:br>
            <a:r>
              <a:rPr lang="en-US" sz="2800" dirty="0"/>
              <a:t>destitute, despised, forsaken,</a:t>
            </a:r>
            <a:br>
              <a:rPr lang="en-US" sz="2800" dirty="0"/>
            </a:br>
            <a:r>
              <a:rPr lang="en-US" sz="2800" dirty="0"/>
              <a:t>thou from hence my all shalt be.</a:t>
            </a:r>
            <a:br>
              <a:rPr lang="en-US" sz="2800" dirty="0"/>
            </a:br>
            <a:r>
              <a:rPr lang="en-US" sz="2800" dirty="0"/>
              <a:t>Perish </a:t>
            </a:r>
            <a:r>
              <a:rPr lang="en-US" sz="2800" dirty="0" err="1"/>
              <a:t>ev'ry</a:t>
            </a:r>
            <a:r>
              <a:rPr lang="en-US" sz="2800" dirty="0"/>
              <a:t> fond ambition,</a:t>
            </a:r>
            <a:br>
              <a:rPr lang="en-US" sz="2800" dirty="0"/>
            </a:br>
            <a:r>
              <a:rPr lang="en-US" sz="2800" dirty="0"/>
              <a:t>all I've sought or hoped or known;</a:t>
            </a:r>
            <a:br>
              <a:rPr lang="en-US" sz="2800" dirty="0"/>
            </a:br>
            <a:r>
              <a:rPr lang="en-US" sz="2800" dirty="0"/>
              <a:t>yet how rich is my condition,</a:t>
            </a:r>
            <a:br>
              <a:rPr lang="en-US" sz="2800" dirty="0"/>
            </a:br>
            <a:r>
              <a:rPr lang="en-US" sz="2800" dirty="0"/>
              <a:t>God and </a:t>
            </a:r>
            <a:r>
              <a:rPr lang="en-US" sz="2800" dirty="0" err="1"/>
              <a:t>heav'n</a:t>
            </a:r>
            <a:r>
              <a:rPr lang="en-US" sz="2800" dirty="0"/>
              <a:t> are still my own.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#513 Jesus I My Cross Have Taken</a:t>
            </a:r>
          </a:p>
        </p:txBody>
      </p:sp>
    </p:spTree>
    <p:extLst>
      <p:ext uri="{BB962C8B-B14F-4D97-AF65-F5344CB8AC3E}">
        <p14:creationId xmlns:p14="http://schemas.microsoft.com/office/powerpoint/2010/main" val="226535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</a:t>
            </a:r>
            <a:r>
              <a:rPr lang="en-US" sz="2800" dirty="0"/>
              <a:t>Let the world despise and leave me,</a:t>
            </a:r>
            <a:br>
              <a:rPr lang="en-US" sz="2800" dirty="0"/>
            </a:br>
            <a:r>
              <a:rPr lang="en-US" sz="2800" dirty="0"/>
              <a:t>they have left my Savior too;</a:t>
            </a:r>
            <a:br>
              <a:rPr lang="en-US" sz="2800" dirty="0"/>
            </a:br>
            <a:r>
              <a:rPr lang="en-US" sz="2800" dirty="0"/>
              <a:t>human hearts and looks deceive me;</a:t>
            </a:r>
            <a:br>
              <a:rPr lang="en-US" sz="2800" dirty="0"/>
            </a:br>
            <a:r>
              <a:rPr lang="en-US" sz="2800" dirty="0"/>
              <a:t>thou art not, like man, untrue;</a:t>
            </a:r>
            <a:br>
              <a:rPr lang="en-US" sz="2800" dirty="0"/>
            </a:br>
            <a:r>
              <a:rPr lang="en-US" sz="2800" dirty="0"/>
              <a:t>and, while thou shalt smile upon me,</a:t>
            </a:r>
            <a:br>
              <a:rPr lang="en-US" sz="2800" dirty="0"/>
            </a:br>
            <a:r>
              <a:rPr lang="en-US" sz="2800" dirty="0"/>
              <a:t>God of wisdom, love, and might,</a:t>
            </a:r>
            <a:br>
              <a:rPr lang="en-US" sz="2800" dirty="0"/>
            </a:br>
            <a:r>
              <a:rPr lang="en-US" sz="2800" dirty="0"/>
              <a:t>foes may hate and friends may shun me;</a:t>
            </a:r>
            <a:br>
              <a:rPr lang="en-US" sz="2800" dirty="0"/>
            </a:br>
            <a:r>
              <a:rPr lang="en-US" sz="2800" dirty="0"/>
              <a:t>show thy face, and all is bright.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730073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</a:t>
            </a:r>
            <a:r>
              <a:rPr lang="en-US" sz="2800" dirty="0"/>
              <a:t>Man may trouble and distress me,</a:t>
            </a:r>
            <a:br>
              <a:rPr lang="en-US" sz="2800" dirty="0"/>
            </a:br>
            <a:r>
              <a:rPr lang="en-US" sz="2800" dirty="0"/>
              <a:t>'twill but drive me to thy breast;</a:t>
            </a:r>
            <a:br>
              <a:rPr lang="en-US" sz="2800" dirty="0"/>
            </a:br>
            <a:r>
              <a:rPr lang="en-US" sz="2800" dirty="0"/>
              <a:t>life with trials hard may press me,</a:t>
            </a:r>
            <a:br>
              <a:rPr lang="en-US" sz="2800" dirty="0"/>
            </a:br>
            <a:r>
              <a:rPr lang="en-US" sz="2800" dirty="0" err="1"/>
              <a:t>heav'n</a:t>
            </a:r>
            <a:r>
              <a:rPr lang="en-US" sz="2800" dirty="0"/>
              <a:t> will bring me sweeter rest.</a:t>
            </a:r>
            <a:br>
              <a:rPr lang="en-US" sz="2800" dirty="0"/>
            </a:br>
            <a:r>
              <a:rPr lang="en-US" sz="2800" dirty="0"/>
              <a:t>O 'tis not in grief to harm me</a:t>
            </a:r>
            <a:br>
              <a:rPr lang="en-US" sz="2800" dirty="0"/>
            </a:br>
            <a:r>
              <a:rPr lang="en-US" sz="2800" dirty="0"/>
              <a:t>while thy love is left to me;</a:t>
            </a:r>
            <a:br>
              <a:rPr lang="en-US" sz="2800" dirty="0"/>
            </a:br>
            <a:r>
              <a:rPr lang="en-US" sz="2800" dirty="0"/>
              <a:t>O 'twere not in joy to charm me,</a:t>
            </a:r>
            <a:br>
              <a:rPr lang="en-US" sz="2800" dirty="0"/>
            </a:br>
            <a:r>
              <a:rPr lang="en-US" sz="2800" dirty="0"/>
              <a:t>were that joy unmixed with thee.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281741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</a:t>
            </a:r>
            <a:r>
              <a:rPr lang="en-CA" sz="2800" dirty="0"/>
              <a:t> </a:t>
            </a:r>
            <a:r>
              <a:rPr lang="en-US" sz="2800" dirty="0"/>
              <a:t>Take, my soul, thy full salvation,</a:t>
            </a:r>
            <a:br>
              <a:rPr lang="en-US" sz="2800" dirty="0"/>
            </a:br>
            <a:r>
              <a:rPr lang="en-US" sz="2800" dirty="0"/>
              <a:t>rise o'er sin and fear and care;</a:t>
            </a:r>
            <a:br>
              <a:rPr lang="en-US" sz="2800" dirty="0"/>
            </a:br>
            <a:r>
              <a:rPr lang="en-US" sz="2800" dirty="0"/>
              <a:t>joy to find in </a:t>
            </a:r>
            <a:r>
              <a:rPr lang="en-US" sz="2800" dirty="0" err="1"/>
              <a:t>ev'ry</a:t>
            </a:r>
            <a:r>
              <a:rPr lang="en-US" sz="2800" dirty="0"/>
              <a:t> station</a:t>
            </a:r>
            <a:br>
              <a:rPr lang="en-US" sz="2800" dirty="0"/>
            </a:br>
            <a:r>
              <a:rPr lang="en-US" sz="2800" dirty="0"/>
              <a:t>something still to do or bear;</a:t>
            </a:r>
            <a:br>
              <a:rPr lang="en-US" sz="2800" dirty="0"/>
            </a:br>
            <a:r>
              <a:rPr lang="en-US" sz="2800" dirty="0"/>
              <a:t>think what Spirit dwells within thee,</a:t>
            </a:r>
            <a:br>
              <a:rPr lang="en-US" sz="2800" dirty="0"/>
            </a:br>
            <a:r>
              <a:rPr lang="en-US" sz="2800" dirty="0"/>
              <a:t>what a Father's smile is thine,</a:t>
            </a:r>
            <a:br>
              <a:rPr lang="en-US" sz="2800" dirty="0"/>
            </a:br>
            <a:r>
              <a:rPr lang="en-US" sz="2800" dirty="0"/>
              <a:t>what a Savior died to win thee:</a:t>
            </a:r>
            <a:br>
              <a:rPr lang="en-US" sz="2800" dirty="0"/>
            </a:br>
            <a:r>
              <a:rPr lang="en-US" sz="2800" dirty="0"/>
              <a:t>child of </a:t>
            </a:r>
            <a:r>
              <a:rPr lang="en-US" sz="2800" dirty="0" err="1"/>
              <a:t>heav'n</a:t>
            </a:r>
            <a:r>
              <a:rPr lang="en-US" sz="2800" dirty="0"/>
              <a:t>, </a:t>
            </a:r>
            <a:r>
              <a:rPr lang="en-US" sz="2800" dirty="0" err="1"/>
              <a:t>shouldst</a:t>
            </a:r>
            <a:r>
              <a:rPr lang="en-US" sz="2800" dirty="0"/>
              <a:t> thou repine?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159588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5.</a:t>
            </a:r>
            <a:r>
              <a:rPr lang="en-CA" sz="2800" dirty="0"/>
              <a:t> </a:t>
            </a:r>
            <a:r>
              <a:rPr lang="en-US" sz="2800" dirty="0"/>
              <a:t>Hasten on from grace to glory,</a:t>
            </a:r>
            <a:br>
              <a:rPr lang="en-US" sz="2800" dirty="0"/>
            </a:br>
            <a:r>
              <a:rPr lang="en-US" sz="2800" dirty="0"/>
              <a:t>armed by faith and winged by prayer;</a:t>
            </a:r>
            <a:br>
              <a:rPr lang="en-US" sz="2800" dirty="0"/>
            </a:br>
            <a:r>
              <a:rPr lang="en-US" sz="2800" dirty="0" err="1"/>
              <a:t>heav'n's</a:t>
            </a:r>
            <a:r>
              <a:rPr lang="en-US" sz="2800" dirty="0"/>
              <a:t> eternal day's before thee,</a:t>
            </a:r>
            <a:br>
              <a:rPr lang="en-US" sz="2800" dirty="0"/>
            </a:br>
            <a:r>
              <a:rPr lang="en-US" sz="2800" dirty="0"/>
              <a:t>God's own hand shall guide thee there.</a:t>
            </a:r>
            <a:br>
              <a:rPr lang="en-US" sz="2800" dirty="0"/>
            </a:br>
            <a:r>
              <a:rPr lang="en-US" sz="2800" dirty="0"/>
              <a:t>Soon shall close thy earthly mission,</a:t>
            </a:r>
            <a:br>
              <a:rPr lang="en-US" sz="2800" dirty="0"/>
            </a:br>
            <a:r>
              <a:rPr lang="en-US" sz="2800" dirty="0"/>
              <a:t>swift shall pass thy pilgrim days;</a:t>
            </a:r>
            <a:br>
              <a:rPr lang="en-US" sz="2800" dirty="0"/>
            </a:br>
            <a:r>
              <a:rPr lang="en-US" sz="2800" dirty="0"/>
              <a:t>hope soon change to glad fruition,</a:t>
            </a:r>
            <a:br>
              <a:rPr lang="en-US" sz="2800" dirty="0"/>
            </a:br>
            <a:r>
              <a:rPr lang="en-US" sz="2800" dirty="0"/>
              <a:t>faith to sight, and prayer to praise.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816532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408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2020-07-31T23:44:29Z</dcterms:created>
  <dcterms:modified xsi:type="dcterms:W3CDTF">2020-07-31T23:44:52Z</dcterms:modified>
</cp:coreProperties>
</file>