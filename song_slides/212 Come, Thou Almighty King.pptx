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2" r:id="rId2"/>
    <p:sldId id="397" r:id="rId3"/>
    <p:sldId id="398" r:id="rId4"/>
    <p:sldId id="39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87092-D8EC-49E0-ABF9-C2C713E8BC9F}" type="datetimeFigureOut">
              <a:rPr lang="en-US" smtClean="0"/>
              <a:t>9/9/2022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CD4F9-64F7-4866-AD9E-D78CC334C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89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7121-E6DD-4B1A-AF10-E480DE757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79F40-1414-401C-AF7F-3309C372C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4EA3A-7496-4672-954C-8AB0F4A5C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DF408-F1FE-4912-ABB5-10CEDE96BA45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6F5B6-1C43-4C2A-BB04-965C6BC4C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BFA9B-BC16-4612-B86B-9D0EC80B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3DF9-B3D5-4E83-88AE-81CAC4573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1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E773-A347-411F-AEE5-B59F613F8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91A82-4376-4823-81D4-0B14E853B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55A64-D14A-467F-9330-F9FD680E9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FC8C8-F889-4274-8297-6F2293D76AB2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B83E8-9D0C-4A8D-BF92-DBEBDF32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B021F-67F9-4D7D-8C8E-E23367CD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3DF9-B3D5-4E83-88AE-81CAC4573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0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3B91-527A-483E-BF87-65EFD3BB7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20CA2-9513-4B6B-9535-800AFD3FA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8A35-DD48-4311-8613-D57BFEC5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7342F-4EB3-4525-BB91-A630CF2554B4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4DCD8-9272-4308-8F68-68E45CDE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F0D1B-E4FD-42CA-A66D-2C6D3C3E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3DF9-B3D5-4E83-88AE-81CAC4573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05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CCC3-574E-4D47-A100-1E5C6FFB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32145-E5F2-4537-B7E1-C5552CA25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A86F8-1554-4BD2-8564-B5B391D4B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1A5A7-9841-4847-B7D2-EA6F1349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BC9B-5538-446A-B094-EF85D81E96F8}" type="datetime1">
              <a:rPr lang="en-US" smtClean="0"/>
              <a:t>9/9/2022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906D8-3051-428B-9666-E1904BE16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F8342-CA35-42C4-8B41-2D834EC4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3DF9-B3D5-4E83-88AE-81CAC4573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07EF-193C-4005-BB19-A05970A18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34455-497A-48BD-AEDB-FF99BD429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B2EF8-89C8-4FDB-80A9-FE7C153A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A6FA6-5912-44F6-AA27-FE116E3CD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398341-343D-4144-8B0A-19AFE6606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F25824-BC17-4801-9DED-74ED6E64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A572-FC10-4404-BF84-07CA5238F965}" type="datetime1">
              <a:rPr lang="en-US" smtClean="0"/>
              <a:t>9/9/2022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D312E4-717A-4244-A089-B24605DE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5DA95-2372-4786-ACA1-EEA305DDB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3DF9-B3D5-4E83-88AE-81CAC4573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1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330C1-ADCC-4D8F-98F0-70F6F211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F7B7E4-72D1-41E6-B3FE-DF2D3775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15671-73F8-46E3-9F0A-7103D7FC013E}" type="datetime1">
              <a:rPr lang="en-US" smtClean="0"/>
              <a:t>9/9/2022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31A30C-C4EF-4C58-9550-B28A9304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8BADB-E4FE-4152-92BC-4D06A716A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3DF9-B3D5-4E83-88AE-81CAC4573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2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EFE02-BB5C-4F3A-8EB2-29A12131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A4B0F-F830-46B5-BA73-169B0A6F5477}" type="datetime1">
              <a:rPr lang="en-US" smtClean="0"/>
              <a:t>9/9/2022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C714F-7651-4882-9A93-6F0FEC31A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55091-6620-4A1B-9823-8A9D8C06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3DF9-B3D5-4E83-88AE-81CAC4573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677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5FBEA-54E0-4480-BC83-563F0DE04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1CD08-62FC-4B29-9E3D-0F30A8ABB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0F3FA-E555-48E8-BED3-1A9A3B429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58F5A-CDA4-45D6-AACA-931ABF80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66C08-1743-4DF2-BC42-5A55703A8A9D}" type="datetime1">
              <a:rPr lang="en-US" smtClean="0"/>
              <a:t>9/9/2022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ECD74-AF4B-42B3-BF14-B512EE3F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1A5EC-2D48-4D25-B365-A01B45950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3DF9-B3D5-4E83-88AE-81CAC4573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AFA28-A7FC-438D-9DD9-FC9BC789C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3DFD7F-2D39-4E19-B2D8-2F9D25ED8B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BE18F-DEB4-4F9E-AD45-B86FB1D10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C0591-5FB4-4E30-BEB7-FBB8C41C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DF757-4CF7-4D22-BAA9-891F625A8F46}" type="datetime1">
              <a:rPr lang="en-US" smtClean="0"/>
              <a:t>9/9/2022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83247-019B-4F92-9563-350AB42D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404BF-8B0C-4EA4-BCBD-2652827D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3DF9-B3D5-4E83-88AE-81CAC4573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2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AEC9-7D5C-4EE5-A9FA-C89A9C89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C3F71-7091-4022-A9CE-00FFAD2DE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79EAB-7A77-40EE-BBEA-BF0B27D6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92204-80B8-4465-9905-6F40F3661624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8A568-5580-4BE4-AD40-A04AB15E2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8364B-971C-43A6-8665-0D057BBF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3DF9-B3D5-4E83-88AE-81CAC4573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4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5A562-405A-48E9-8738-6FE565448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C545B-7618-46BF-B8F3-C9DE5DDAA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2A61D-C558-4E7F-978B-E6E56477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259FC-F442-4004-A119-4F3DAFE78D76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77955-1CC9-4591-8A49-2B214EF7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96AFF-86DF-485F-A297-9CED1E53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3DF9-B3D5-4E83-88AE-81CAC4573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4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ED46EA-B01E-4741-BED5-B4EB829BC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B2E03-161C-4AF5-9934-D6CDE8ED4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5AEC4-0C3E-4417-BE86-BFE6A81C4B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86492-E8B8-40DF-80DF-ABD97F4FF4EB}" type="datetime1">
              <a:rPr lang="en-US" smtClean="0"/>
              <a:t>9/9/2022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9D17E-4794-4023-9E8E-F471CE424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4BA13-AF3B-4938-BEC9-F72D15758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E3DF9-B3D5-4E83-88AE-81CAC4573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825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#212 Come, Thou Almighty 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874728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Come, thou Almighty King,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help us thy name to sing,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help us to praise.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Father, all glorious,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o'er all victorious,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come and reign over 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Ancient of Days.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8048-B678-7FF3-5ABB-03AB1EAE9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Come, thou Incarnate Word,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gird on thy mighty sword,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scatter thy foes.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thine almighty aid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our sure defense be made,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our souls on thee be stayed;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thy wonders show.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8027EC-5153-3783-D1EB-B3ECA6B4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5697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79E7A-809A-E828-E847-62B27476B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Come, Holy Comforter,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thy sacred witness bear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this glad hour.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Thou who almighty art,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now rule in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heart,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ne'er from us depart,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Spirit of power.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A8CC3-B40F-FF63-398D-F5553454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1551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2CDEA9-6B25-4A98-AF99-A8A4E0CCE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8FE153-3194-46A8-B202-92EEFA1CCC25}"/>
              </a:ext>
            </a:extLst>
          </p:cNvPr>
          <p:cNvSpPr txBox="1"/>
          <p:nvPr/>
        </p:nvSpPr>
        <p:spPr>
          <a:xfrm>
            <a:off x="2562225" y="1681162"/>
            <a:ext cx="70675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4. To the great One in Three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eternal praises be,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hence evermore.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His </a:t>
            </a:r>
            <a:r>
              <a:rPr lang="en-US" sz="2800" dirty="0" err="1">
                <a:solidFill>
                  <a:srgbClr val="222222"/>
                </a:solidFill>
              </a:rPr>
              <a:t>sov'reign</a:t>
            </a:r>
            <a:r>
              <a:rPr lang="en-US" sz="2800" dirty="0">
                <a:solidFill>
                  <a:srgbClr val="222222"/>
                </a:solidFill>
              </a:rPr>
              <a:t> majesty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may we in glory see,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to eternity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love and adore.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471711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215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#212 Come, Thou Almighty King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#212 Come, Thou Almighty King</dc:title>
  <dc:creator>Eric Hoogendoorn</dc:creator>
  <cp:lastModifiedBy>Neil Tuininga</cp:lastModifiedBy>
  <cp:revision>2</cp:revision>
  <dcterms:created xsi:type="dcterms:W3CDTF">2020-12-20T00:03:48Z</dcterms:created>
  <dcterms:modified xsi:type="dcterms:W3CDTF">2022-09-09T22:19:51Z</dcterms:modified>
</cp:coreProperties>
</file>