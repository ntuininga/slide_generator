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8" r:id="rId4"/>
    <p:sldId id="3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8BD06-4149-47AE-817E-750004B98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B6F3C-8B4E-43E8-B934-82752A968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88B3C-17E0-4D8C-9AD4-961ABE14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7797B-41A5-4AD7-80B5-E15AADC1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98911-BC5E-46E2-991A-38CCA827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6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54AF-0B51-40DA-903B-63EFD4ED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1A75C-E3E9-4534-9D1A-2F5F1F791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1757E-D0C2-4FAC-BDFD-DE5D8C15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B3922-EBB1-4C4C-A94E-7989D725F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478B0-55EC-48C0-A079-EB35A587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4176-548B-4351-A264-0191565F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E7995-9CA5-4CDF-96E6-AE383E437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9E3F3-B11A-4385-BA75-65275470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1C07-D78D-488A-9F5F-5B7F2A7C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CB4A1-01BE-484C-A39E-8547FC3E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3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734D-0784-4CED-9230-0A3B50D9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237FC-0373-41CB-82F8-C1CF17C13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2B8A6-C40C-402B-91B7-BB56BAA6A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B9D4F-BB79-4BB2-89C1-5F954637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6295E-3DF6-4BCB-A23F-30E16C85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6CED4-A3A8-46F1-AA19-BC52AE15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1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4EFB-3CDC-4A3C-B69B-37FD0721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C9BD6-B1FF-46BF-A9BA-3324FD076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29112-B1CD-4BDE-86EA-3B5DC009C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6C484-8A99-4C0C-8B66-D3AB83D07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6C954F-523C-4444-A9EB-319BDF952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80632-C4F8-4DBA-BFAA-273A8F81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8B898-B78D-476B-A737-5965967F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E74DC-9740-45B0-971E-D94A6AB2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1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FA28-F8E8-4C8F-8F8C-D526171E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63A047-CB76-4937-8FDE-B4569E17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02DE6-5DC9-4820-A7F3-A7DC828C8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3A5D4-81EA-456B-843E-D5D25AC5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4438D-FDE8-415B-AEA4-94657DC3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A7A3E-97BC-4248-A0F1-14F3C002C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19ACC-5357-4B5A-9E38-447E7DAC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8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D0F8-537F-4176-B93E-0F86AA35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BEFA-56BF-41E0-BF49-D7A17293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263D0-8F87-4D7C-8759-B6467F704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AF9FC-4899-44D8-BF4F-AED27D98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82859-79D2-447B-9F92-396E745A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0F083-6C07-4EFB-84FF-B3354CC1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1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135D-6B3A-4D38-92F4-71F46A7E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1CC75-9D74-4826-820F-2902DC174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0A7-B2A9-4823-818E-F94F20195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A3FE0-74ED-4FB8-A166-1881C6E4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39C76-4383-4EAA-A885-DD23C9AA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22A2D-54C4-473D-9351-CD0E6C0C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6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3B4C-E005-4D2A-BA0A-3AD15779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52D29-3577-4CCA-B53D-2C990277F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1D874-C913-4D16-9F42-F9480614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32D02-E1BE-47CC-9D98-C3F83C00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4C156-F5A2-40D6-8EAD-986AB0CD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7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D4DED-4D3C-4E2A-BA26-91501D2DD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3B3DE-C506-46E6-8658-1DFF5707F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B87D7-61A4-486B-848A-9473F722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94D63-8FBA-4A1E-AB60-610E3E63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7FD49-2637-4135-A482-469FE644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7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9E9C8-E700-4C3A-96DF-A47962F0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6C7BB-20E9-4CA1-98F5-E719CB083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6AB70-1067-47EF-AAA0-F2544CB03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CB6BA-DE76-46BD-AFD1-83B0511AB90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35567-C7A4-438C-912F-6134365FC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2134-48AB-411C-A523-5D0785F28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C7BE5-5011-441E-88C7-EAB7E7B3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1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1038225" y="303559"/>
            <a:ext cx="10115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#512 Jesus Lives, and So Shall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1752600"/>
            <a:ext cx="78295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Jesus lives, and so shall I.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Death! thy sting is gone forever!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who deigned for me to die,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lives, the bands of death to sever.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shall raise me from the dust: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 is my hope and trust.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C0E76-718E-4F2A-BD69-C27A61211F30}"/>
              </a:ext>
            </a:extLst>
          </p:cNvPr>
          <p:cNvSpPr txBox="1"/>
          <p:nvPr/>
        </p:nvSpPr>
        <p:spPr>
          <a:xfrm>
            <a:off x="2281237" y="1714500"/>
            <a:ext cx="76295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Jesus lives and reigns supreme, 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And, his kingdom still remaining,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 shall also be with him,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Ever living, ever reigning.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God has promised; be it must: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Jesus is my hope and trust.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160B-BAFC-D0A8-8D1B-0F5A38EE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BFC44A-3EA5-F41F-C092-3BB33B1D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E1417-9A52-536B-9D41-4B25A796CF7C}"/>
              </a:ext>
            </a:extLst>
          </p:cNvPr>
          <p:cNvSpPr txBox="1"/>
          <p:nvPr/>
        </p:nvSpPr>
        <p:spPr>
          <a:xfrm>
            <a:off x="2281237" y="1714500"/>
            <a:ext cx="76295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Jesus lives, and by his grace,</a:t>
            </a:r>
            <a:br>
              <a:rPr lang="en-US" sz="2800" dirty="0"/>
            </a:br>
            <a:r>
              <a:rPr lang="en-US" sz="2800" dirty="0" err="1">
                <a:solidFill>
                  <a:srgbClr val="222222"/>
                </a:solidFill>
              </a:rPr>
              <a:t>vict'ry</a:t>
            </a:r>
            <a:r>
              <a:rPr lang="en-US" sz="2800" dirty="0">
                <a:solidFill>
                  <a:srgbClr val="222222"/>
                </a:solidFill>
              </a:rPr>
              <a:t> o'er my passions giving,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 will cleanse my heart and ways,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ever to his glory living.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Me he raises from the dust: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 is my hope and trust.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73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948666"/>
            <a:ext cx="758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Jesus lives! I know full well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naught from him my heart can sever,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life nor death nor </a:t>
            </a:r>
            <a:r>
              <a:rPr lang="en-US" sz="2800" dirty="0" err="1">
                <a:solidFill>
                  <a:srgbClr val="222222"/>
                </a:solidFill>
              </a:rPr>
              <a:t>pow'rs</a:t>
            </a:r>
            <a:r>
              <a:rPr lang="en-US" sz="2800" dirty="0">
                <a:solidFill>
                  <a:srgbClr val="222222"/>
                </a:solidFill>
              </a:rPr>
              <a:t> of hell,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joy nor grief, henceforth forever.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None of all his saints is lost: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Jesus is my hope and trust.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248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2</cp:revision>
  <dcterms:created xsi:type="dcterms:W3CDTF">2020-12-19T23:53:37Z</dcterms:created>
  <dcterms:modified xsi:type="dcterms:W3CDTF">2025-04-18T02:51:11Z</dcterms:modified>
</cp:coreProperties>
</file>