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7" r:id="rId4"/>
    <p:sldId id="371" r:id="rId5"/>
    <p:sldId id="3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F449-7CEA-43B3-82BA-F1166858E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DC861-4832-41C9-93D1-381DE30F8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2D831-34AF-454A-A71B-0804E219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AAB1A-3A44-414D-A6BF-DC0598ED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A1758-B1BE-45E0-90C8-4348E424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380C-749F-4785-B153-BCA238A5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1F77-6E92-446C-AA2B-CFEA8C782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B7A5-CD82-4C90-8046-C387B66F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69D8-AC10-4E58-9717-81EC45D2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3E96-60C9-4F33-81B8-5E2BD0AA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4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4C4D-A196-40A0-9CA0-A2498D51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29572-9401-4ECD-AF98-41429E3A9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59131-178A-4D1B-A76D-977ED420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5D479-8CBB-4C60-9371-0B356B71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58FD4-46AB-43F9-9D5D-63DB0620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8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7F7F-876C-4EDA-BD09-3229FA2F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0955C-9D96-4529-8354-3C2880837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8714E-2572-49D2-A9E1-A283526F5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E9204-B864-4DE1-A076-81983BCA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53B52-24D7-4E64-BECF-5AF5F503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C5EFD-BB4D-4C7D-B823-7F455925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7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5AE2-82BA-44B6-B20D-9978BC0C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5D38F-FD21-499E-AB22-E171BFD14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50286-A58D-409F-A1E0-18A5B25D6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C62AB-E5B1-454B-AFBD-8A5F1CE19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51AEB-012F-4CC2-A493-16244FB89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5D8CC-931A-4750-ABEF-D59FF65C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95776-293C-4EED-BB49-197C055B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70128-1E00-4195-9BC6-A000E2D0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0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9DD3-A31E-42F7-8A15-313270FF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16F40-F6C1-46C6-9B22-C6A5D946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66001-9691-4333-94E5-FE443828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8B6CE-05F0-4AA5-A199-861A7CB5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0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3B23B-8EE2-4CB2-AEDB-5191A04A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13F05-A33C-4437-9D53-A8F6BBE4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EC3C0-69FD-4A3D-BEAB-8FA8CF9F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8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1878-1D8C-4BDA-A930-7B768ABB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E3F7-7A0A-4155-8357-7CC0CF0D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219DD-EE7B-4147-B181-4FE426DA7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7AA41-0752-455E-BD78-5B133CE2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EE75C-9059-4329-8FBF-65DB5C0E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04E34-2E05-4D18-BBC8-68DA1EB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5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1E73-8B37-4CFE-9241-14BA39E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FB1BD-DDC2-4840-B4E8-03678953D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5F127-684D-44B4-9BD8-65B118447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633D4-D2C2-4A18-987F-68A412DC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3DB60-703B-4CE5-B653-2C602A84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AFD78-F98C-4DE7-9771-2BA2BBFA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8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F4F6D-4CFE-494C-B11F-629DEE3E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98627-ED4A-4CB9-AFBC-2A7D08A1E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C754C-8236-4A6C-8A85-2BA34EB6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E31AA-5056-4FC6-A7B8-0FDE5952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AA68C-C9BB-4CDE-93F4-BBEE9F8E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8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069C5-5718-428B-AD00-F8899EC77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14B5A-1F5F-40DA-81FE-F2538902E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77EBC-C452-4EA2-9ED8-A664A709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BF1A-1F77-4DD8-8913-3C59AB44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2EF84-888A-4248-80EA-74F4B3A7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0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D17B8-3816-4ACD-80BB-97B65F02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1277C-0D35-421D-9BC3-AA6B0E067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DE871-4AA3-4426-945D-79259705C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AEC80-2390-41D1-978E-CECECA2F411D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BBB2E-304E-4D26-AE67-20867D4CC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9E3D9-6EED-4CAD-A18B-EB28B5348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A5E4-9240-436C-BC50-22BC32B20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2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Of steadfast love and justice, LORD,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song to you shall be.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I’ll strive to lead a blameless life –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when will you come to me?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Trinity Psalter Hymnal, 2018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#101A Of Steadfast Love and Justice, LORD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9675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Within my home the life I lead</a:t>
            </a:r>
          </a:p>
          <a:p>
            <a:pPr algn="ctr"/>
            <a:r>
              <a:rPr lang="en-CA" sz="2800" dirty="0"/>
              <a:t>will show a blameless heart.</a:t>
            </a:r>
          </a:p>
          <a:p>
            <a:pPr algn="ctr"/>
            <a:r>
              <a:rPr lang="en-CA" sz="2800" dirty="0"/>
              <a:t>My eyes will view no worthless thing;</a:t>
            </a:r>
          </a:p>
          <a:p>
            <a:pPr algn="ctr"/>
            <a:r>
              <a:rPr lang="en-CA" sz="2800" dirty="0"/>
              <a:t>from them I will depart.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-190500" y="156817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I hate what faithless people do;</a:t>
            </a:r>
          </a:p>
          <a:p>
            <a:pPr algn="ctr"/>
            <a:r>
              <a:rPr lang="en-CA" sz="2800" dirty="0"/>
              <a:t>it shall not cling to me.</a:t>
            </a:r>
          </a:p>
          <a:p>
            <a:pPr algn="ctr"/>
            <a:r>
              <a:rPr lang="en-CA" sz="2800" dirty="0"/>
              <a:t>All wicked people I’ll avoid;</a:t>
            </a:r>
          </a:p>
          <a:p>
            <a:pPr algn="ctr"/>
            <a:r>
              <a:rPr lang="en-CA" sz="2800" dirty="0"/>
              <a:t>from evil I’ll stay free.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0BF088-8D66-4A47-BA40-E11CFC32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Trinity Psalter Hymnal, 2018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C67D3-3C0F-4028-B33B-8D7732F933B1}"/>
              </a:ext>
            </a:extLst>
          </p:cNvPr>
          <p:cNvSpPr txBox="1"/>
          <p:nvPr/>
        </p:nvSpPr>
        <p:spPr>
          <a:xfrm>
            <a:off x="2352675" y="1400175"/>
            <a:ext cx="7486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I see the faithful in the land,</a:t>
            </a:r>
          </a:p>
          <a:p>
            <a:pPr algn="ctr"/>
            <a:r>
              <a:rPr lang="en-CA" sz="2800" dirty="0"/>
              <a:t>and they shall dwell with me;</a:t>
            </a:r>
          </a:p>
          <a:p>
            <a:pPr algn="ctr"/>
            <a:r>
              <a:rPr lang="en-CA" sz="2800" dirty="0"/>
              <a:t>yea, he who walks in blameless ways</a:t>
            </a:r>
          </a:p>
          <a:p>
            <a:pPr algn="ctr"/>
            <a:r>
              <a:rPr lang="en-CA" sz="2800" dirty="0"/>
              <a:t>shall minister to me.</a:t>
            </a:r>
          </a:p>
        </p:txBody>
      </p:sp>
    </p:spTree>
    <p:extLst>
      <p:ext uri="{BB962C8B-B14F-4D97-AF65-F5344CB8AC3E}">
        <p14:creationId xmlns:p14="http://schemas.microsoft.com/office/powerpoint/2010/main" val="395012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-190500" y="156817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CA" sz="2800" dirty="0"/>
              <a:t>No one who practices deceit</a:t>
            </a:r>
          </a:p>
          <a:p>
            <a:pPr algn="ctr"/>
            <a:r>
              <a:rPr lang="en-CA" sz="2800" dirty="0"/>
              <a:t>Will dwell within my home</a:t>
            </a:r>
            <a:r>
              <a:rPr lang="en-US" sz="2800" dirty="0"/>
              <a:t>;</a:t>
            </a:r>
          </a:p>
          <a:p>
            <a:pPr algn="ctr"/>
            <a:r>
              <a:rPr lang="en-US" sz="2800" dirty="0"/>
              <a:t>Nor will the one whose words are false</a:t>
            </a:r>
          </a:p>
          <a:p>
            <a:pPr algn="ctr"/>
            <a:r>
              <a:rPr lang="en-US" sz="2800" dirty="0"/>
              <a:t>Before me ever come.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422477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</cp:lastModifiedBy>
  <cp:revision>2</cp:revision>
  <dcterms:created xsi:type="dcterms:W3CDTF">2020-10-16T15:17:11Z</dcterms:created>
  <dcterms:modified xsi:type="dcterms:W3CDTF">2023-05-26T16:39:52Z</dcterms:modified>
</cp:coreProperties>
</file>