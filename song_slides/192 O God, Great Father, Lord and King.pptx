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7" r:id="rId2"/>
    <p:sldId id="368" r:id="rId3"/>
    <p:sldId id="369" r:id="rId4"/>
    <p:sldId id="370" r:id="rId5"/>
    <p:sldId id="3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8E1A-65B9-4493-88C4-F8B8047AE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0059E-D278-4A8B-8382-E5CB5F60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3F005-F856-43B7-AB2A-30B3FE38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B12BD-286F-4832-9CC6-906EA1A3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2B8C3-DF70-4FC2-9456-74F03D0F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28DF-FE56-431F-A9C6-699DDC5B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B760-CE2E-4812-9E86-4227CA56F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972-E623-4F5B-9AF4-9EB24954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B4819-85B5-499A-BF9F-1556E6E4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FA24F-FD78-4159-AC8B-F73357C7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5DB57-B3C7-4A52-A6B6-661431F57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FBA02-265A-41C6-9A67-907B64BB1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C1C01-B932-4B42-AE9C-89BB5DF3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2DE4-43EC-4CC6-88B2-C05E9F7A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FF601-BF1D-404A-A7CA-619FD858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5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9625-84FC-4F8D-88F3-35F21F06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6B401-3255-4EA8-B4C5-B857BE816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2AAAF-3C4C-4D5D-8F70-C60D09B99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1ADEA-AB3B-499C-85F5-6D5DAD4D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60626-2595-4236-B1DE-681D579A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E2F0D-805D-4ECB-8C12-0BE00289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9837-D3C6-41E9-9B0F-69BD27CC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90B8D-7220-4A42-8DF7-8661F6E8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CE917-6C34-41C6-B336-70ADFB41C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8FBA9-B8DC-4D3D-A588-ADDFE9E8D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FB441-A98E-404A-96C5-3E32C56FF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C2066-05C4-492E-B34D-4940CD2D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946F5-02B4-4EE5-93CD-22C5EC24E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F8A8D-14EC-4204-A053-A749942F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4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7418-D808-4434-A366-E359B892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35BAE-3571-4E38-8A2A-B0F74E03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F4448-EF59-445E-B3C0-2C01E099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724E2-002A-40F1-A490-DF527CDA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35882-D9F8-46AC-A9C4-3F1D2D78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AF59-4D95-4E6A-9E1E-3AF3AF24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B91A-D84C-4E25-AFEE-D80011AF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8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ED28-06A0-41D1-B0DD-DA06F3AA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671DF-EA41-45CB-AA5E-023438C97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9BD68-D604-4445-970A-722F1AC61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3CE2A-67B5-4315-A922-749463B7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77DC8-892A-4ECE-BC8A-E0F86AED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865DA-F330-4625-B5A6-0E757CF9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4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138D-DF5F-4D35-9FB6-4A918AAB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E57F7-0D36-40A9-9D4F-C22291AFC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3D3BB-024D-4F87-AB43-B38981FB7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D3539-100C-4166-9AEB-6B91C8D1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B42AE-281E-4A27-BAD8-C35702F7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5C28-448E-4878-986F-809F90F3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23E1-D44D-4EA9-A092-FDC09CF5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CE571-2A62-4B32-8A76-F5BD68382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83AB4-1CFD-4400-A47D-27867FC7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3F45F-7B2D-4314-8A67-761A211E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808C7-82F2-4F58-9F1C-B52C0C5B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4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4524B-7495-470C-9E5C-BEECDB2F4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CD6A5-D85E-462D-B6E9-A35C145D4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A5F1-72BF-43AD-858A-F414373D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FDFD-AB61-4019-871C-084E64E9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3C93C-4CF3-46BB-A57C-4BAA8008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0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7C0A0-ACA9-485E-B068-655B5F3C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4623C-DDAB-42A5-9102-7D9C67103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8033-648E-4C2B-BFC5-CD46C0503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80EBD-1E25-4E7F-A5E4-6B0411FD0FB5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3D72-A65C-4EA8-B86D-BACD35F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80118-2278-4611-8111-E5F0BD287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BC6FD-535B-4AF0-9A05-5F934460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8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CA" sz="2800" dirty="0"/>
              <a:t>O God, great Father, Lord and King!</a:t>
            </a:r>
          </a:p>
          <a:p>
            <a:pPr algn="ctr"/>
            <a:r>
              <a:rPr lang="en-CA" sz="2800" dirty="0"/>
              <a:t>     Our children unto thee we bring;</a:t>
            </a:r>
          </a:p>
          <a:p>
            <a:pPr algn="ctr"/>
            <a:r>
              <a:rPr lang="en-CA" sz="2800" dirty="0"/>
              <a:t>        and strong in faith and hope and love,</a:t>
            </a:r>
          </a:p>
          <a:p>
            <a:pPr algn="ctr"/>
            <a:r>
              <a:rPr lang="en-CA" sz="2800" dirty="0"/>
              <a:t>        we dare thy steadfast Word to prove.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#192 O God, Great Father, Lord and King!</a:t>
            </a:r>
          </a:p>
        </p:txBody>
      </p:sp>
    </p:spTree>
    <p:extLst>
      <p:ext uri="{BB962C8B-B14F-4D97-AF65-F5344CB8AC3E}">
        <p14:creationId xmlns:p14="http://schemas.microsoft.com/office/powerpoint/2010/main" val="37640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US" sz="2800" dirty="0"/>
              <a:t>. Thy </a:t>
            </a:r>
            <a:r>
              <a:rPr lang="en-US" sz="2800" dirty="0" err="1"/>
              <a:t>cov’nant</a:t>
            </a:r>
            <a:r>
              <a:rPr lang="en-US" sz="2800" dirty="0"/>
              <a:t> kindness did of old</a:t>
            </a:r>
          </a:p>
          <a:p>
            <a:pPr algn="ctr"/>
            <a:r>
              <a:rPr lang="en-US" sz="2800" dirty="0"/>
              <a:t>     our fathers and their seed enfold</a:t>
            </a:r>
            <a:r>
              <a:rPr lang="en-CA" sz="2800" dirty="0"/>
              <a:t>;</a:t>
            </a:r>
          </a:p>
          <a:p>
            <a:pPr algn="ctr"/>
            <a:r>
              <a:rPr lang="en-CA" sz="2800" dirty="0"/>
              <a:t>      that ancient promise </a:t>
            </a:r>
            <a:r>
              <a:rPr lang="en-CA" sz="2800" dirty="0" err="1"/>
              <a:t>standeth</a:t>
            </a:r>
            <a:r>
              <a:rPr lang="en-CA" sz="2800" dirty="0"/>
              <a:t> sure, </a:t>
            </a:r>
          </a:p>
          <a:p>
            <a:pPr algn="ctr"/>
            <a:r>
              <a:rPr lang="en-CA" sz="2800" dirty="0"/>
              <a:t>          and shall while </a:t>
            </a:r>
            <a:r>
              <a:rPr lang="en-CA" sz="2800" dirty="0" err="1"/>
              <a:t>heav’n</a:t>
            </a:r>
            <a:r>
              <a:rPr lang="en-CA" sz="2800" dirty="0"/>
              <a:t> and earth endure.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8838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Look down upon us while we pray</a:t>
            </a:r>
          </a:p>
          <a:p>
            <a:pPr algn="ctr"/>
            <a:r>
              <a:rPr lang="en-CA" sz="2800" dirty="0"/>
              <a:t> and visit us in grace today;</a:t>
            </a:r>
          </a:p>
          <a:p>
            <a:pPr algn="ctr"/>
            <a:r>
              <a:rPr lang="en-CA" sz="2800" dirty="0"/>
              <a:t>  these little ones thou didst receive,</a:t>
            </a:r>
          </a:p>
          <a:p>
            <a:pPr algn="ctr"/>
            <a:r>
              <a:rPr lang="en-CA" sz="2800" dirty="0"/>
              <a:t>  thy precious promise we believe.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1636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They now the outward sign receive;</a:t>
            </a:r>
          </a:p>
          <a:p>
            <a:pPr algn="ctr"/>
            <a:r>
              <a:rPr lang="en-CA" sz="2800" dirty="0"/>
              <a:t>wilt thou thy Holy Spirit give,</a:t>
            </a:r>
          </a:p>
          <a:p>
            <a:pPr algn="ctr"/>
            <a:r>
              <a:rPr lang="en-CA" sz="2800" dirty="0"/>
              <a:t>   and keep and help them by thy </a:t>
            </a:r>
            <a:r>
              <a:rPr lang="en-CA" sz="2800" dirty="0" err="1"/>
              <a:t>pow’r</a:t>
            </a:r>
            <a:endParaRPr lang="en-CA" sz="2800" dirty="0"/>
          </a:p>
          <a:p>
            <a:pPr algn="ctr"/>
            <a:r>
              <a:rPr lang="en-CA" sz="2800" dirty="0"/>
              <a:t> in </a:t>
            </a:r>
            <a:r>
              <a:rPr lang="en-CA" sz="2800" dirty="0" err="1"/>
              <a:t>ev’ry</a:t>
            </a:r>
            <a:r>
              <a:rPr lang="en-CA" sz="2800" dirty="0"/>
              <a:t> hard and trying hour.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3862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BE0AE4-2B3C-4876-8C2E-F1813DEB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70D721-060A-41A1-B315-1C5D41F9FCE9}"/>
              </a:ext>
            </a:extLst>
          </p:cNvPr>
          <p:cNvSpPr txBox="1"/>
          <p:nvPr/>
        </p:nvSpPr>
        <p:spPr>
          <a:xfrm>
            <a:off x="1343026" y="1916668"/>
            <a:ext cx="9039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5</a:t>
            </a:r>
            <a:r>
              <a:rPr lang="en-US" sz="2800" dirty="0"/>
              <a:t>. Guide thou their feet in holy ways,</a:t>
            </a:r>
          </a:p>
          <a:p>
            <a:pPr algn="ctr"/>
            <a:r>
              <a:rPr lang="en-US" sz="2800" dirty="0"/>
              <a:t>     Shine on them thro’ the darkest days;</a:t>
            </a:r>
          </a:p>
          <a:p>
            <a:pPr algn="ctr"/>
            <a:r>
              <a:rPr lang="en-US" sz="2800" dirty="0"/>
              <a:t>  Uphold them ‘til their life be past</a:t>
            </a:r>
          </a:p>
          <a:p>
            <a:pPr algn="ctr"/>
            <a:r>
              <a:rPr lang="en-US" sz="2800" dirty="0"/>
              <a:t>    and bring them all to </a:t>
            </a:r>
            <a:r>
              <a:rPr lang="en-US" sz="2800" dirty="0" err="1"/>
              <a:t>heav’n</a:t>
            </a:r>
            <a:r>
              <a:rPr lang="en-US" sz="2800" dirty="0"/>
              <a:t> at last.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11921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2020-10-02T14:50:02Z</dcterms:created>
  <dcterms:modified xsi:type="dcterms:W3CDTF">2020-10-02T14:50:21Z</dcterms:modified>
</cp:coreProperties>
</file>