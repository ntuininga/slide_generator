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9DB9C-3035-D4D0-9F37-505B680C6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71FEF-0866-B034-6890-FD4AB87333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0D8A3-CD1F-A303-72FD-F70CC8A37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5AE9-C5E7-4D83-9017-79F0CBAF13F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6021E-35A8-418C-3C72-F28858DA1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6AF6B-C492-18B2-A6D1-9ADA4AA4A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6B8FA-B40A-4155-91CE-1D4347BD6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09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B832F-5ADA-0496-1C10-015351979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B9DCE-61EB-1F9D-504C-20B106021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3E93A-7FB9-B1E9-0416-B2B367B64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5AE9-C5E7-4D83-9017-79F0CBAF13F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5E83B-2B4D-4440-3AB4-1F78AA430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77F20-C3A9-6772-87AE-835455A06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6B8FA-B40A-4155-91CE-1D4347BD6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04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60C17-659C-1FCB-E821-8F028D0CB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7890D-03C7-C12E-9444-4F6B92AB4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73B56-51DC-69E2-7C59-50E2BD96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5AE9-C5E7-4D83-9017-79F0CBAF13F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F109E-3BBB-4608-E1D4-64964D5C6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F97B2-2D71-3305-EECD-1B93B337D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6B8FA-B40A-4155-91CE-1D4347BD6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36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088BC-4A1B-DF31-FFD7-62D56026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47540-0417-8F9A-298B-9EA1C29E7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62ADA-4FE3-9EEC-EF26-9642FAC96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60A2B-2CCE-CAE6-7C90-4D0A4F461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5AE9-C5E7-4D83-9017-79F0CBAF13F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1AEEC-4A51-F890-4127-7CDEB79CC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874D5-C04B-15D5-CA17-974A85A8D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6B8FA-B40A-4155-91CE-1D4347BD6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29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8CE63-C519-E495-E67F-D524DCE93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991FD-7000-40E2-8B9B-FCC0A0510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25CBED-73B3-5F09-6393-20F2D6322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420FD7-4144-B030-0971-72AD1DA168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9C0FC-2EC4-C470-711E-65F753C4C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E35FD8-CAFA-DBB4-ED94-B65A2E327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5AE9-C5E7-4D83-9017-79F0CBAF13F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B3C4C2-137C-0284-CD17-24283DECC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CBC02-1CF2-06F9-64D1-60B922518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6B8FA-B40A-4155-91CE-1D4347BD6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962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247E6-1CAC-9D64-555B-2F0FADAB1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60621-6119-7860-D1C6-72F449398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5AE9-C5E7-4D83-9017-79F0CBAF13F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50A47-3683-974B-B5A2-EB17BFC16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6D1E2-0FAD-3993-A5DB-FEA50E00E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6B8FA-B40A-4155-91CE-1D4347BD6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427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9F4E3-A46A-395E-2AAC-07642E991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5AE9-C5E7-4D83-9017-79F0CBAF13F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3F13-717D-84DC-9142-293B658B0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453AE-CE69-3069-DB9E-CAFA4617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6B8FA-B40A-4155-91CE-1D4347BD6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748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492D-A231-A6A5-DEAD-605E44A38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CA520-E778-6ED6-F32D-62BC47C4D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DFEFA-9901-ED31-B645-9253C0EB4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BA3BC-E129-1B43-C085-235788061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5AE9-C5E7-4D83-9017-79F0CBAF13F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83315-19F8-8B04-6AA0-9042AF957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77E07-4E6A-E555-5CBA-7E4EB046A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6B8FA-B40A-4155-91CE-1D4347BD6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57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0768-1244-2DCF-81B4-40DA2A988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607DB0-116C-A56E-861B-5A72DD87C4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83DE3-E56C-1684-74B8-8A6ED4A2A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A75A6-CDEC-88B5-4D53-A1CA30730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5AE9-C5E7-4D83-9017-79F0CBAF13F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73D5A-7F8A-D78C-1205-62AAEE8B5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9801D-EFF1-DBC1-C515-E22111297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6B8FA-B40A-4155-91CE-1D4347BD6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890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E4592-EFEB-46A0-04DF-7A886412B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CDC26-6EEE-75A3-8A0A-A0DF8D38A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56A1B-5924-FECF-F05B-43FDF82F3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5AE9-C5E7-4D83-9017-79F0CBAF13F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ED62F-10A0-3276-C837-AB990C77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9BB38-D5A6-F049-F1CA-8D6EA81DC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6B8FA-B40A-4155-91CE-1D4347BD6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19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FFCDA4-43AE-8E89-ED77-A22827D50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BEA02-999D-83A0-942D-68E2FE09B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475B6-8B29-D1B9-D590-D1F6581C3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5AE9-C5E7-4D83-9017-79F0CBAF13F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22CFB-80A0-28CD-12B7-09493E35E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4FE0E-D0ED-A202-6ABE-A0C325D6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6B8FA-B40A-4155-91CE-1D4347BD6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11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0A2D75-7948-9ACA-F72E-22EB31DFA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34A85-3A2E-685C-D0DD-301A12418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6069C-2A12-CF1D-F66C-9687266F7E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75AE9-C5E7-4D83-9017-79F0CBAF13F2}" type="datetimeFigureOut">
              <a:rPr lang="en-US" smtClean="0"/>
              <a:t>8/13/2022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17D70-B04D-67C8-23EE-04400D0D4F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B94BA-0AAE-D33D-53F7-F1247C34D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6B8FA-B40A-4155-91CE-1D4347BD6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90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9FE50-5167-48DE-C426-B02D2819C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#350 Beneath the Cross of Jesus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41E75-1394-5DE9-A7A6-A7951877C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Beneath the cross of Jesus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fain would take my stand,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shadow of a mighty Rock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within a weary land;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 home within the wilderness,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 rest upon the way,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from the burning of the noontide heat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the burden of the day.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104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6CF63-CA6C-9211-A7D1-FCE1EFE43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Upon the cross of Jesus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mine eye at times can see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very dying form of One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who suffered there for me: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from my stricken heart with tears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two wonders I confess,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wonders of redeeming love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my unworthiness.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077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E52D2-7710-DD09-8840-F5E14CF93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I take, O cross, thy shadow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 my abiding place: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ask no other sunshine than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sunshine of his face;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content to let the world go by,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know no gain nor loss;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my sinful self my only shame,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my glory all the cross.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975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177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#350 Beneath the Cross of Jesus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#350 Beneath the Cross of Jesus</dc:title>
  <dc:creator>Neil Tuininga</dc:creator>
  <cp:lastModifiedBy>Neil Tuininga</cp:lastModifiedBy>
  <cp:revision>1</cp:revision>
  <dcterms:created xsi:type="dcterms:W3CDTF">2022-08-14T02:04:58Z</dcterms:created>
  <dcterms:modified xsi:type="dcterms:W3CDTF">2022-08-14T02:07:10Z</dcterms:modified>
</cp:coreProperties>
</file>