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4C49-4B4F-4E64-8CD8-9F6923547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860FC-3420-43C8-8F60-6B180EB2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AFEEA-ECC7-4173-B3D1-FB61D64E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6205E-C4CF-4841-B337-50848B393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67688-E86F-4F2E-AE20-BBE8430D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875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800B9-8DC8-4C9F-A638-C3DE3621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3BF78-D752-4B3E-91A1-C06D1A546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CCD2E-22E9-4458-9A6D-D19802713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4E14F-E40E-4F6E-9C0F-A8DF13695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574ED-6073-4327-95DD-2946BE67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7438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86A5-0225-4C95-848D-79F70EAF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63F34-8176-4743-8842-EDC614CB5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6B3D4-E013-48C0-B4A0-47487C0F4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88E0B-A580-43D5-9F10-4AA01038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37DA5-E35B-4769-B25A-50E76654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480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7AAAB-ED0C-4CB4-87ED-3E03633D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A203-82A6-4DAA-B840-CDEC778AA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CF881-CEC7-4C3D-97C2-4F90AA26F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8268F-331D-474B-B496-2CA678F6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06E43-57BC-4791-A759-3ABB8D7CC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73B3D-C2A0-485E-90AD-E0AA73CE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889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B814-ABA3-4BC2-8985-C8D0D79F2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62A40-A82D-4D93-A59C-070F724DB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44A04-469B-48A6-A456-681091F46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49149-845E-4F8C-BFDF-BC592F549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E19A92-DF00-4F8A-ACE0-601AAFE8E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17257E-91F8-4486-BC9E-BB0C1298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23C3B-AE20-41A5-8AEB-9B602CD8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3274D-B2AA-4E5F-A45B-B98D17D3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2711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1AA7-546C-4D09-AABB-7568AD3D1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EB691-4A29-45EF-81E2-9B04A6EA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2B8296-A6AC-4773-8F33-B3AB4EA01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A6519-5C5C-4020-962F-6701AE0B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6730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80132-648F-4A76-BD11-DA6CF146D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CD858-0F5E-44D6-B05E-8D198E7A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18628-6E2F-42C9-973F-85CE7F3D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2387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793DA-DB6F-4325-B897-ADD9A392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F2BB4-2538-461E-81C1-6EED54288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8AA3E-17E3-47D9-A0C6-41CB5949C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61B66-C09A-4DCC-9FF2-D2D801FD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B393A-3B28-4D4D-89AB-4459B990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036B9-AE5E-4DB8-AC42-D4D66FCB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591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902AA-A4A8-446C-A6F6-9FDF7FB44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9F12D-5033-41BF-A7C3-FDCA61AED2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057A7-B5D2-4BBE-BB37-5CD727C37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AE680-F1A7-4C98-8C54-443C553B7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FFFC9-2F95-43BC-92E5-59EB3819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9FCDB-5154-4DF0-888F-2E67AF02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729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706C8-1CD5-4809-B731-4574924E5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B6160-9D7E-4176-AD57-F068A98F9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821CD-9C5F-4C56-94A5-E2FB2E26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011C8-5662-4AB4-BD81-61633F6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A581B-F4C8-4FC5-81ED-CF4E8E5D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7920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CCBB7-3B45-4C9A-8666-14C174C4B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CC90B-15D0-442A-B37E-896BE3BCF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E8D7F-C0ED-44B7-BB42-2A623BA2D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5A73-62DE-4194-99DC-454EA89FE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FCABE-0D93-4C80-A670-4726C1AF1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675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E6C74-A67A-4CC1-A367-30568572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EDDA2-DCF2-4A2E-AEC6-756B78B27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A734B-AE03-4587-83B0-22895B144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47520-DB32-4CAB-A35A-365E30217A99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07175-02C5-4DF9-8C91-386D0BE50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3A097-1516-4B8B-94FC-A54C1D60A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65E1E-9D66-42B8-A7A6-6CD6B10CF3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778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38DAE9-C846-418F-A0DE-251DCBF3FFE4}"/>
              </a:ext>
            </a:extLst>
          </p:cNvPr>
          <p:cNvSpPr txBox="1"/>
          <p:nvPr/>
        </p:nvSpPr>
        <p:spPr>
          <a:xfrm>
            <a:off x="1228725" y="238125"/>
            <a:ext cx="9734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#137 By Flowing Streams in Babylon</a:t>
            </a: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6B314-DA53-405D-9038-50AD6F3DA348}"/>
              </a:ext>
            </a:extLst>
          </p:cNvPr>
          <p:cNvSpPr txBox="1"/>
          <p:nvPr/>
        </p:nvSpPr>
        <p:spPr>
          <a:xfrm>
            <a:off x="2014537" y="2521059"/>
            <a:ext cx="81629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CA" sz="2800">
                <a:solidFill>
                  <a:prstClr val="black"/>
                </a:solidFill>
              </a:rPr>
              <a:t>By flowing streams in Babylon,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when we remembered Zion there,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we sat down and we wept in grief;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on willows there we hung our lyres.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627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265982-F03A-4DE3-8F76-33F963FB3E81}"/>
              </a:ext>
            </a:extLst>
          </p:cNvPr>
          <p:cNvSpPr txBox="1"/>
          <p:nvPr/>
        </p:nvSpPr>
        <p:spPr>
          <a:xfrm>
            <a:off x="3019425" y="2238375"/>
            <a:ext cx="61531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>
                <a:solidFill>
                  <a:prstClr val="black"/>
                </a:solidFill>
              </a:rPr>
              <a:t>2. </a:t>
            </a:r>
            <a:r>
              <a:rPr lang="en-US" sz="2800">
                <a:solidFill>
                  <a:prstClr val="black"/>
                </a:solidFill>
              </a:rPr>
              <a:t>For there our captors called for songs,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our cruel tormentors asked for mirth.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They called for us to sing to them: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“Come, sing us one of Zion’s songs!”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00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31F75E-BF1C-4CAA-839B-C2BF120B8574}"/>
              </a:ext>
            </a:extLst>
          </p:cNvPr>
          <p:cNvSpPr txBox="1"/>
          <p:nvPr/>
        </p:nvSpPr>
        <p:spPr>
          <a:xfrm>
            <a:off x="2133600" y="2205037"/>
            <a:ext cx="7924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3. But how can we the LORD’s song sing,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when we are in a foreign land?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If I forget Jerusalem,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let my right hand forget its skill!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07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0E3C62-D3A6-41DF-A723-D9C63B72802D}"/>
              </a:ext>
            </a:extLst>
          </p:cNvPr>
          <p:cNvSpPr txBox="1"/>
          <p:nvPr/>
        </p:nvSpPr>
        <p:spPr>
          <a:xfrm>
            <a:off x="1900237" y="2371725"/>
            <a:ext cx="83915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4. O let my tongue to my palate cleave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if I do no remember you,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if I set not Jerusalem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above my greatest, highest joy.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6036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2021-01-15T23:50:58Z</dcterms:created>
  <dcterms:modified xsi:type="dcterms:W3CDTF">2021-01-15T23:50:58Z</dcterms:modified>
</cp:coreProperties>
</file>