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8A25E-E4FB-48DA-8647-0F682691FF8D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DC963-50C5-4E5E-91AA-E7AD9AB33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18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E8E75-59FD-A0B2-A490-7391F02B4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1078D4-F545-D790-B3CC-2456F5378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A7FF5-17D4-AAE1-9310-E41EE93F5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E99-C182-4ED2-8245-55ABAE312848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F8345-9EC7-9EB3-D6E0-47EE45E94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AA2CE-154A-BEB0-DF94-21085512E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35B7B-D845-4DFF-891C-C5BE07C56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20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91E19-C4A8-24A1-A60F-EE2BAE58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B971A-ACC9-EC55-90C4-0C164E58F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6E75C-2603-71E3-430B-A8E0906E1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E43E1-743C-4EA9-8A32-C6316C67CF13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519B3-F06D-121D-2BB0-6BF1BE470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919F5-1031-59F7-1A45-0A933F981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35B7B-D845-4DFF-891C-C5BE07C56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8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9A463-37BE-3AF8-4DA3-4B963D31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3E1C0-5512-E4CB-993A-31508CFDC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A93FC-5838-2C6C-7886-5418B2DB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2C86-1FD5-4B85-80FC-403FC32F6993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7FA79-97EE-2046-CE3F-1CA57F4ED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5A125-4133-D018-A4D4-3BA34F217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35B7B-D845-4DFF-891C-C5BE07C56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39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B9064-32F4-B017-1367-25BDDEF81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87490-EC35-DBEB-D2E9-A65B595EFA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0F78E-B3EC-BBDE-1319-91E4D778F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651F0-9109-5FFB-AC4B-6A49229B1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B21A-D752-46C1-93B0-8F5D4198457E}" type="datetime1">
              <a:rPr lang="en-US" smtClean="0"/>
              <a:t>7/29/2022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4CF30-5369-3189-E7B5-70489DEE1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AF2FF-4782-506B-B161-6353CFE84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35B7B-D845-4DFF-891C-C5BE07C56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14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B5A57-AA05-08FC-DF4D-4C4FB08BF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1F69F-71D4-C82B-A922-AC611DA0B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E9BA9-5A2D-8CED-4511-C0208E7A4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5AB4E-A79F-6F87-2BB1-264BF402E7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D5397-0745-3419-C812-5124DCF6E8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FA7B03-523C-1136-1FF5-348067928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106-707F-44E5-A80A-9ED34DB7BBCD}" type="datetime1">
              <a:rPr lang="en-US" smtClean="0"/>
              <a:t>7/29/2022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37021-D874-D54C-9534-C932A6EA0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0FB171-5485-5F86-6F3E-3C85FBF77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35B7B-D845-4DFF-891C-C5BE07C56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60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F9964-82C9-B2CB-6676-EFFD3BEED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EDE01-E5FF-D179-80DA-564DF1F00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D1DF5-48FB-4985-B4E3-32D67849AE25}" type="datetime1">
              <a:rPr lang="en-US" smtClean="0"/>
              <a:t>7/29/2022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C05E2C-6B58-77FA-A379-36AC823E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72F6E-1AE2-3E9D-8E20-2AFA5E4E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35B7B-D845-4DFF-891C-C5BE07C56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80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8F0088-B40F-509F-C261-33F9B579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4C48A-21AD-41FA-A5D4-337C8E2CB769}" type="datetime1">
              <a:rPr lang="en-US" smtClean="0"/>
              <a:t>7/29/2022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E640B7-A2CA-DBD0-E068-A0A0FCE22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B3131-2B1F-4AA6-B0CB-4CDBE43A5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35B7B-D845-4DFF-891C-C5BE07C56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94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D2E04-59A9-AC4D-FADE-049956BBB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5766B-3FAF-C201-7FC0-8A0F93820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062EA-A25D-5E4D-F0D8-4ADDA130E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FEF99-CD72-B1D3-64B3-2BD30CDED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E876A-CCE1-4852-A72C-49D583A85AA0}" type="datetime1">
              <a:rPr lang="en-US" smtClean="0"/>
              <a:t>7/29/2022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592D9-6120-A037-EEA9-094F76899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22F40-AD71-CC84-74D1-ABD049666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35B7B-D845-4DFF-891C-C5BE07C56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7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C1335-3730-A6F7-BD6B-E60102A3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70075C-2874-CA41-1DB1-D1EEBB391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89E3B-4B5A-40F1-8BA4-60DB1AEC6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33751-ED23-2B01-2B70-8C71744AE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505D-5179-4FEF-9978-1B27C705462C}" type="datetime1">
              <a:rPr lang="en-US" smtClean="0"/>
              <a:t>7/29/2022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D8411-FCF0-14CB-E4C9-A14BA664B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E5819-A10B-3C3B-4DCF-A953F064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35B7B-D845-4DFF-891C-C5BE07C56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333FE-1F60-48AC-7EA9-CAED20484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EBA0C-0E07-A9E9-0AF4-27890C714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1CEE0-4D5A-F848-90AB-42F53BE6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8250-93E6-4B60-8B33-71F9D12D5CE4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6E534-D051-4A7A-C875-215D6D5FD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52826-5928-9FA3-2A38-3955E49B1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35B7B-D845-4DFF-891C-C5BE07C56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38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2F7C-ED37-C295-5528-1AB8E03DF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19EE3-1951-EA99-5624-6F654A361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3EB8A-2C9D-D513-F5F5-0A2616EBB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6BB8-B030-4FC8-9316-3697971B6BFE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A8FF6-171D-BB03-B86A-CF05E7B19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E9D3D-57BE-34B8-4536-C4FDD0ACF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35B7B-D845-4DFF-891C-C5BE07C56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5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090CA7-E72B-FEAA-48AB-4986B69D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50117-C096-DEC0-8D1A-D50D2CE80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94409-23BE-A9A2-D0A4-CC5F90A54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A8A49-7336-4668-A5A1-214949EEE0D5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53532-4C43-5ED5-26A5-7B33F7D2D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B673E-049A-36CE-FB5A-A7F76C552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35B7B-D845-4DFF-891C-C5BE07C56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2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BEA4F-75C8-21E6-308E-A475E822E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#130A </a:t>
            </a:r>
            <a:r>
              <a:rPr lang="en-US" dirty="0"/>
              <a:t>LORD, from the Depths to You I Cry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155D7-727A-C6F6-8D39-3F2D49F2C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LORD, from the depths to you I cry!</a:t>
            </a:r>
          </a:p>
          <a:p>
            <a:pPr marL="0" indent="0" algn="ctr">
              <a:buNone/>
            </a:pPr>
            <a:r>
              <a:rPr lang="en-US" dirty="0"/>
              <a:t>O Lord, to me give ear </a:t>
            </a:r>
          </a:p>
          <a:p>
            <a:pPr marL="0" indent="0" algn="ctr">
              <a:buNone/>
            </a:pPr>
            <a:r>
              <a:rPr lang="en-US" dirty="0"/>
              <a:t>and give attention to my voice.</a:t>
            </a:r>
          </a:p>
          <a:p>
            <a:pPr marL="0" indent="0" algn="ctr">
              <a:buNone/>
            </a:pPr>
            <a:r>
              <a:rPr lang="en-US" dirty="0"/>
              <a:t>My cry for mercy hear.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F552E2-8B34-0730-C7F5-C70D1446E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241339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882BF-586B-B196-D9C0-E3D4CAEA1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If you, O LORD, should mark our sins,</a:t>
            </a:r>
          </a:p>
          <a:p>
            <a:pPr marL="0" indent="0" algn="ctr">
              <a:buNone/>
            </a:pPr>
            <a:r>
              <a:rPr lang="en-US" dirty="0"/>
              <a:t>Then who, O Lord, could stand?</a:t>
            </a:r>
          </a:p>
          <a:p>
            <a:pPr marL="0" indent="0" algn="ctr">
              <a:buNone/>
            </a:pPr>
            <a:r>
              <a:rPr lang="en-US" dirty="0"/>
              <a:t> But pardon can be found with you</a:t>
            </a:r>
          </a:p>
          <a:p>
            <a:pPr marL="0" indent="0" algn="ctr">
              <a:buNone/>
            </a:pPr>
            <a:r>
              <a:rPr lang="en-US" dirty="0"/>
              <a:t>That you may fear command.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43A5A5-F4AA-D614-D419-381018929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677717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14295-D816-5937-C1F9-758B50EFA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I wait, my soul awaits the LORD,</a:t>
            </a:r>
          </a:p>
          <a:p>
            <a:pPr marL="0" indent="0" algn="ctr">
              <a:buNone/>
            </a:pPr>
            <a:r>
              <a:rPr lang="en-US" dirty="0"/>
              <a:t>My hope is his word.</a:t>
            </a:r>
            <a:br>
              <a:rPr lang="en-US" dirty="0"/>
            </a:br>
            <a:r>
              <a:rPr lang="en-US" dirty="0"/>
              <a:t>Yes, more than watchmen wait for dawn,</a:t>
            </a:r>
          </a:p>
          <a:p>
            <a:pPr marL="0" indent="0" algn="ctr">
              <a:buNone/>
            </a:pPr>
            <a:r>
              <a:rPr lang="en-US" dirty="0"/>
              <a:t>My soul awaits the Lord.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97F1EE-204A-5E9E-3749-5A2DDFB9D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6029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BDC19-7896-BD54-3813-9095CEC0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O </a:t>
            </a:r>
            <a:r>
              <a:rPr lang="en-US" dirty="0" err="1"/>
              <a:t>Isr’el</a:t>
            </a:r>
            <a:r>
              <a:rPr lang="en-US" dirty="0"/>
              <a:t> in God the LORD,</a:t>
            </a:r>
          </a:p>
          <a:p>
            <a:pPr marL="0" indent="0" algn="ctr">
              <a:buNone/>
            </a:pPr>
            <a:r>
              <a:rPr lang="en-US" dirty="0"/>
              <a:t>For mercy is with him;</a:t>
            </a:r>
          </a:p>
          <a:p>
            <a:pPr marL="0" indent="0" algn="ctr">
              <a:buNone/>
            </a:pPr>
            <a:r>
              <a:rPr lang="en-US" dirty="0"/>
              <a:t>With great redemption he will save</a:t>
            </a:r>
          </a:p>
          <a:p>
            <a:pPr marL="0" indent="0" algn="ctr">
              <a:buNone/>
            </a:pPr>
            <a:r>
              <a:rPr lang="en-US" dirty="0"/>
              <a:t>His </a:t>
            </a:r>
            <a:r>
              <a:rPr lang="en-US" dirty="0" err="1"/>
              <a:t>Isr’el</a:t>
            </a:r>
            <a:r>
              <a:rPr lang="en-US" dirty="0"/>
              <a:t> from all sin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21B6F-B52E-B9E8-3D6A-522233315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00258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176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#130A LORD, from the Depths to You I Cry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#130A LORD, from the Depths to You I Cry</dc:title>
  <dc:creator>Neil Tuininga</dc:creator>
  <cp:lastModifiedBy>Neil Tuininga</cp:lastModifiedBy>
  <cp:revision>1</cp:revision>
  <dcterms:created xsi:type="dcterms:W3CDTF">2022-07-29T15:57:07Z</dcterms:created>
  <dcterms:modified xsi:type="dcterms:W3CDTF">2022-07-29T21:45:26Z</dcterms:modified>
</cp:coreProperties>
</file>