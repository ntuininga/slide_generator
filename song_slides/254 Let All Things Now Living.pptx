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2" r:id="rId2"/>
    <p:sldId id="29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F4A49-FA90-46A1-8962-61F9D15A6BF1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3916B-6B62-40E6-8043-F1E83C7C9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62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54AE-61BD-4344-BFF4-1551498D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F360B-C34E-4989-9C1D-E441A5F1D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4FDD-71DE-4F8C-BB2F-93103E54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7A71-3A97-4A36-B5DE-F6DFF93695E1}" type="datetime1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B20CB-9D97-4013-918F-6AEA1893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352BF-D7FC-4F8F-8531-605B29B4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4BFD-A9D4-4D57-9F12-525F285E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C4C8-E05F-4BB3-B09D-FEE6FDB59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6C30A-E345-44F1-9BEA-C7958180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1601-3716-4F04-95E1-1E7C3895A289}" type="datetime1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C14D6-2829-49D4-BA33-C149EC2C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2F76A-9BB8-4703-9FE8-6492E482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8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4A3E-C234-4108-9FE2-81512C72B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F0CAB-E449-4024-8291-74DFEEE22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81339-1CF5-4266-9BC9-9781C793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F077-3CC1-4ABC-A024-1880A87B2D87}" type="datetime1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C1A5-15F1-42CE-B45E-6D3F1538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61184-F983-418E-92AD-B45F5793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9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0226-46FA-4968-AD06-846311584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1143-CE22-4D54-BBE7-5563E8B6D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45297-AB32-470C-8CD8-C9E07BA1D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535BD-6D71-41F2-839D-D92CFFC57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D8DE-9A7F-408D-89D2-436A659242E8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1F014-F73F-432D-8F05-07F802C5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27B69-410C-44F0-94B3-DCABE2F5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9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91077-B259-4C3B-AC50-8B1B3F49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B14D6-673E-4A00-A8B9-F17169515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CD6EC-76E7-491A-BA12-7A113A07E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EC39E-E608-4F6F-B769-BC0EB9187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2C3EB-421F-49E5-8132-FA1A4B994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075FA-54C9-4F61-A5AB-3BCA4099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7A2CE-7CF7-413A-924A-CB05C4121447}" type="datetime1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C1F11-62F7-4DA6-BE49-1345F46F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14D03-74BF-43B2-B248-D069DA16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2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CA9D-2932-4864-AB1F-BA9A9E62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5C154-B7DA-46D1-B6DB-7E7B5508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4E35-2C7C-4896-B405-EF1746E5EB10}" type="datetime1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A2942-5A43-4836-811E-2CE4F6CF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41065-8953-44B1-90FC-4B5C43EF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8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1BD9A-BA74-4AEC-B6EE-8EB99BE4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A000-AC70-4015-A56B-35F482AA2B2D}" type="datetime1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3B53B-7113-4B9D-B617-B3FDEC63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934C4-7D71-4DCF-B6AB-55981DE7B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B221-59A8-44B2-AA11-E452ED77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9F7D-60DB-48A9-9573-26CB12302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1AE8D-11C9-4389-9AB6-A109D0862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F8F36-8E57-4429-8CEE-988D30D5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6411A-13A9-4CB9-B937-14908150C131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7CDF5-9008-4006-8CCA-8D41D5EC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7592D-30DD-4B6E-B29F-8374E719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4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A7A3-5381-4819-83C2-EDAFBFBE1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4DC2B0-E2B5-4730-BB6E-4B6F5F34E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63A2E-55D0-4A91-A490-57C473774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9C7FD-C887-4D8D-98F8-91077948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CBFA-09E4-450A-855B-1B665A222965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2E04B-1604-4129-AEB3-4C3E4B9F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83767-7838-4EE4-AC16-66CD0207C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8593-41E0-4E47-81F7-1D149E92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B21F-1D88-4369-AE35-AE89295BE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724CD-8A65-493B-984C-27F9A9184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6952-F5C9-4E75-BDBD-A1703CD93AE7}" type="datetime1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922E7-781D-43B3-A604-02BD0166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B515-8385-4FE2-BA14-5C69D970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23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963D4-E275-4C58-8B41-F83509396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5E1BB-B914-4D9D-9BF7-2FE98B551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C289F-360A-4C16-9FB0-731E873E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AB62-72E9-4E5F-A2AA-371D8CBD145F}" type="datetime1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FC763-A478-4598-9099-ADE2D55E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7652A-8B0D-4C42-A162-B9689986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7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E8B366-A4AC-4C7D-A51A-48FE053A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AD3B4-1286-439E-B8E5-C8B3C15F7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C3B09-41A4-46F9-9813-A3E077B89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F67BC-C145-4F5D-A616-C2D363E737F7}" type="datetime1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E426D-DD4D-4456-AFFF-62D36B64B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1939, 1966 E. C. Schirmer Music Co.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6B39-987F-4E2C-9BB4-B18174BE4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4035F-D7D3-4E1E-A3A1-D7A05F69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5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#254 Let All Things Now Living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Let all things now living a song of thanksgiving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to God the Creator triumphantly raise,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who fashioned and made us, protected and stayed us,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who guides us and leads to the end of our days.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His banners are o’er us, his light goes before us,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 pillar of fire shining forth in the night,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‘til shadows have vanished and darkness is banished,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as forward we travel from light into light.</a:t>
            </a:r>
            <a:endParaRPr lang="en-CA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CA" sz="2800" dirty="0"/>
              <a:t>His law he enforces: the stars in their courses,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sun in i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ts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orbit, obediently shine;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hills and the mou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ntains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, the rivers and fountains,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deeps of the ocean 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proclaim him divine.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We too should be voicing our love and rejoicing,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with glad adoration a song let us raise,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‘til all things now living unite in thanksgiving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to God in the highest, hosana and praise!</a:t>
            </a: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CF498A-9B93-4B8D-A35D-7BE6B538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1939, 1966 E. C. Schirmer Music Co.</a:t>
            </a:r>
          </a:p>
        </p:txBody>
      </p:sp>
    </p:spTree>
    <p:extLst>
      <p:ext uri="{BB962C8B-B14F-4D97-AF65-F5344CB8AC3E}">
        <p14:creationId xmlns:p14="http://schemas.microsoft.com/office/powerpoint/2010/main" val="1370776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#254 Let All Things Now Living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#254 Let All Things Now Living</dc:title>
  <dc:creator>Eric Hoogendoorn</dc:creator>
  <cp:lastModifiedBy>Eric Hoogendoorn</cp:lastModifiedBy>
  <cp:revision>1</cp:revision>
  <dcterms:created xsi:type="dcterms:W3CDTF">2020-10-09T14:24:00Z</dcterms:created>
  <dcterms:modified xsi:type="dcterms:W3CDTF">2020-10-09T14:24:55Z</dcterms:modified>
</cp:coreProperties>
</file>