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4D6B9-11DD-4FA8-9126-2F62FA52D5AD}" type="datetimeFigureOut">
              <a:rPr lang="en-US" smtClean="0"/>
              <a:t>6/17/2022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60FDF2-E106-4DB9-8782-EBD4836E7E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564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D0A8-05A0-4D8B-939A-3324F4A45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3B59E-3F9E-4AC1-B46A-449C38FA1C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9B8A7-28BB-4C13-AFB7-51C90B4D5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E29F4-4349-4603-A4E4-EEDA7507D040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0BDAA-86AD-4AF7-B7A8-2771FE49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42CA8-A66F-4158-9B8F-04BB89B48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51747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858D-19C7-4EA5-BAB7-87F53FE5D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EA076-1D9C-4CD4-B910-0C564D527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8CF02-2C27-495C-8604-275EC3869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A3CF0-9201-494F-BE27-CA73C811725F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85AFD-34BE-44D3-A7F7-D11E6D81A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860CE-879E-4D03-8706-E6ADC5A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0984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03A22-8EF4-46B2-B7E7-4E32DBB31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91A0E-7955-4E38-BF3F-D22E9CE5A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36633-7437-425B-8F0B-E2E023F2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8743E-7C83-4C0D-9BAF-CFB07F78A0C5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A52388-4441-499C-82E3-8427B59B5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0CD03-9059-4976-A589-05C4AF2C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9133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3B0C-19F2-4499-9CAC-39EF1F345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6168D-7F42-49A8-8E3B-4F21EE10A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3B09DF-EB41-42BE-B337-89348BBC6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B8F3F-9926-4A41-A90E-246DF166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F2641-CCE3-4BAC-A4F6-8A2F6ACF738C}" type="datetime1">
              <a:rPr lang="en-CA" smtClean="0"/>
              <a:t>2022-06-17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DEC73F-58C0-4E6A-A12F-55184654B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3326D-A6ED-4E12-A36F-3A011063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3796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964A6-7243-49FE-BAC8-24E409AAA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2CB85B-1AEC-4B21-B7A3-383A67541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2F0B1-CF41-4B77-B643-5660F28ADA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6DA37E-5F51-4243-9A6C-B9516CA0C1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FDBB1-113D-4408-BC2B-8B542FB727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AF5A4-06E6-4523-AB38-C52FE8E1D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51AF0-FE21-4FC0-A1F6-479F4760643E}" type="datetime1">
              <a:rPr lang="en-CA" smtClean="0"/>
              <a:t>2022-06-17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7A5D88-37A3-479B-A302-D2AB549F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F156C5-FE95-4C21-8ADA-0153A44DA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515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956A6-3189-4676-BA3B-BB86453C8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45DF2-2932-47E9-B968-02F0241A2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0DF5-8234-40D2-9088-1435DBC8F6F3}" type="datetime1">
              <a:rPr lang="en-CA" smtClean="0"/>
              <a:t>2022-06-17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3C20E-3997-436D-AB53-86EC88BCB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E83DC-B423-4A11-902A-D244062A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3377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3AB02-7F1A-4F1F-801E-547B4891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F8CD-1933-43D2-BB06-8A176F0996B5}" type="datetime1">
              <a:rPr lang="en-CA" smtClean="0"/>
              <a:t>2022-06-17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1F8DFB-D204-4364-9B6D-372D1FC92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D188C-58A2-4848-A998-30D19311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5862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C018F-4DB8-41C7-B219-56F5ACAE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9B55D-4BD2-4161-B7C7-91EE1ADF95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5668D-3BB6-42AE-BEB6-57E9D21E2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A688A-A514-4BE5-83CC-A8B3EA8CA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A7DCD-99F3-4136-AAC4-F8314C0BC3B6}" type="datetime1">
              <a:rPr lang="en-CA" smtClean="0"/>
              <a:t>2022-06-17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D252C-9C1A-4D14-95A8-4EDE65B5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8FBDE-6E23-4C74-9C83-272BEEAF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7100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7FACE-9BC7-4B41-8A99-646379D8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75C66E-C71D-41DF-98EA-C0B04FE4C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37A8C1-7477-4EA4-9389-5E42239D6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2DE40-86EE-4950-BF87-79965B74C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9C105-5821-4E2B-B73F-0B1E5377229A}" type="datetime1">
              <a:rPr lang="en-CA" smtClean="0"/>
              <a:t>2022-06-17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80373-8913-46FF-ADB3-D09754D3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C72264-F441-45BC-875C-5211AFDDC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276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6C2A-9F4C-4090-9727-FBF4628F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F0228-AE10-4AB8-BD0C-6AA1686A6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E5941-3221-4AA7-8C75-7CF0F9D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8A845B-CF6C-4451-AE45-2178B18EC6F7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16245-CE96-4F6B-8855-ED6EF4F2F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84AE7-6A63-4473-90EA-6E0CCD7DD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897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0A5E08-FCE6-4D26-A996-704ABC778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6FBE47-E3B0-45F5-A3C9-3DA76F5DD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04DCD-616E-4E61-9DDF-D45494D5E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522A6-0BED-4B32-BAAE-E6BEA4334B65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A3AA8-4EDB-4972-9BC2-FC21FD25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035E5-8007-4D5B-8563-EF896C68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893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3255A-774A-4A0C-B89F-48610F1D0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33BF1-1CAE-417D-9D4B-B8E4B75E3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0C499-88A6-4764-A3DA-4B9F2BE1C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D654E-45DF-4603-A471-9945701FDEA3}" type="datetime1">
              <a:rPr lang="en-CA" smtClean="0"/>
              <a:t>2022-06-17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7EEDF-A81B-4B1F-BFDE-CCD87EE78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4492F-1A07-4B7D-8724-71995E7F44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769BB5-5350-460C-A814-6EE677D552E3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89975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F21281-B405-4FC1-88E0-84B2B4629EED}"/>
              </a:ext>
            </a:extLst>
          </p:cNvPr>
          <p:cNvSpPr txBox="1"/>
          <p:nvPr/>
        </p:nvSpPr>
        <p:spPr>
          <a:xfrm>
            <a:off x="933450" y="247650"/>
            <a:ext cx="10325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#195 Shine Thou upon Us, Lord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856AB-D9CB-45A2-93B3-77F5DB092417}"/>
              </a:ext>
            </a:extLst>
          </p:cNvPr>
          <p:cNvSpPr txBox="1"/>
          <p:nvPr/>
        </p:nvSpPr>
        <p:spPr>
          <a:xfrm>
            <a:off x="1747837" y="1659285"/>
            <a:ext cx="86963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Shine thou upon us,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true light of men, today,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through the written Word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very self display,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that from hearts which burn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 gazing on thy face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little ones may learn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wonders of thy grace.</a:t>
            </a:r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3FE89E-612C-9E0B-1CBF-BD159711B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4891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9EEDE1-5145-4B20-8DD9-013837F28F2D}"/>
              </a:ext>
            </a:extLst>
          </p:cNvPr>
          <p:cNvSpPr txBox="1"/>
          <p:nvPr/>
        </p:nvSpPr>
        <p:spPr>
          <a:xfrm>
            <a:off x="1152525" y="1659285"/>
            <a:ext cx="98869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Breathe thou upon us,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Spirit’s living flame,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that with one accord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our lips may tell thy name.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 thou the hearing ear,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fix thou the wand’ring thought,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those we teach may hear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great things thou hast wrought.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51ACCA-828D-5B8C-0737-CBC95265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114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8D4BF1-09C1-4CA1-88CA-B3045EDC7699}"/>
              </a:ext>
            </a:extLst>
          </p:cNvPr>
          <p:cNvSpPr txBox="1"/>
          <p:nvPr/>
        </p:nvSpPr>
        <p:spPr>
          <a:xfrm>
            <a:off x="1785937" y="1659285"/>
            <a:ext cx="862012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</a:t>
            </a: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Speak thou for us, O Lord,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all we say of thee;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according to thy Word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all our teaching be,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that thy lambs may know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their own true Shepherd’s voice,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where’er he leads them go,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in his love rejoice.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0BE526-749B-D8DA-8CD8-675E9AEC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958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675FF2-34B6-4C53-AFE5-BE1CF1F7E504}"/>
              </a:ext>
            </a:extLst>
          </p:cNvPr>
          <p:cNvSpPr txBox="1"/>
          <p:nvPr/>
        </p:nvSpPr>
        <p:spPr>
          <a:xfrm>
            <a:off x="1566862" y="1659285"/>
            <a:ext cx="90582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Live thou within us, Lord;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mind and will be ours;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 thou belov’d, adored,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served with all our pow’rs,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 that our lives may teach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thy children what thou art,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plead, by more than speech,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thee with ev’ry heart.</a:t>
            </a:r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5B7CEF-989D-BC63-717C-584A91E6A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154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248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2021-10-08T20:29:11Z</dcterms:created>
  <dcterms:modified xsi:type="dcterms:W3CDTF">2022-06-17T16:42:06Z</dcterms:modified>
</cp:coreProperties>
</file>