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7" r:id="rId3"/>
    <p:sldId id="318" r:id="rId4"/>
    <p:sldId id="319" r:id="rId5"/>
    <p:sldId id="32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464F-18EF-4522-8138-4477BE3B7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8492C-C79C-4BC7-B796-AFE7C1470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A2CA3-D40E-4AF5-A4A3-C5BA61E9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3E114-C425-4C1B-81C0-C7DFD5B1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26CA2-5BB7-4641-BC68-9BBDF417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2D87-A78B-4B5A-BBB6-B31FBC0B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D73CE-A422-4E96-8EA6-F267D27D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A19E8-717D-496E-AD8B-D6D47967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5FF4E-53D4-4FF1-935E-455E2659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63476-C023-463A-A7EE-93EBFBE1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3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E469-80F6-4BA6-8B2F-2A4FFC301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53FDE-BB08-4FB6-9E47-8E27FAC20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C527F-0744-440F-ACB7-2975E351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A1094-1CAE-4B0C-80A0-5B6C4AB4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1CE2-F9EF-4A17-B338-1FE63D09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4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9A7F-E35C-404A-AD86-049B3FE3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F3E5-57CD-4DDA-BC39-65E9EAE0E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69395-0A2F-40E2-9EB0-F91D757BB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831FB-5F16-4D52-BBD3-C7E2AB8A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6B214-22A6-486C-B14D-7CBC39F2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BD49-AE12-4F89-A32E-58267B1D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4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BAC8-EFD6-49E9-A093-10D4990D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1BFBF-47C3-49BA-96F3-2600892FD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6141E-A15D-440F-98C2-0241F1FAE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35205-905D-460E-B4C4-075EEE4D4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A2741-41A1-4579-A4D7-3DB0C0B4F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B3DCDD-37D0-44EA-8BFA-029FBBD3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8A945-AB15-4C13-9C8C-82DEDA0E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05FEC-DA9B-48CA-B7E0-ECFBA554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33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F2C5-FE83-49CB-A94D-DC4DC6E6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B7A1B-3164-44BB-98EF-3A0859FF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B3CFD-6052-42E7-AC27-69646663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41EAE-DB9B-49AD-993C-3A2B301D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FFE73-3CA7-46F7-A22D-0AAC188D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36CFB-708C-432D-AAD0-26DB85BC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42376-DAE2-4697-B4B0-D7255AB2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5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89BC-EF25-4AD7-8A60-FD3799A2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7F9E-8BB0-4B13-8E3A-E718B0378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AB873-E0E8-45BD-B8BF-FBC4C161E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9B582-1A43-4AB6-B0D4-AA176A8A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2DE23-3AB1-4729-AC36-C98A6C95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13F00-001B-47FA-B6CE-B3B7CEBB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D65A-E424-439E-BF53-AEB00425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E81CF-13BB-46DE-8C6E-8C74D4EEF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831BE-BC8C-4EAD-A320-713C802CC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FFD45-AB21-4391-9FF7-EA6C6E1B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BC93C-7CEB-4712-A40A-0FF62F8B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2F8FB-1C8E-409C-816D-AAA21211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3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A260-8F2A-431A-9AC7-41636819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AA261-8C5C-4FE3-9D7A-7BCB35CAA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ADC34-F0C5-4630-A52E-6060BB82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C4DD7-8DD5-4C27-A9F0-4EA6B388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E3A56-B3A3-418E-AD4C-904E7ED5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0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6C67F7-337E-4F5D-AC52-23BD46DC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7D63F-3942-4FA5-81F2-1DBA27CB2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6A3D-1AE6-42D3-B20D-F567BEE1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C9DFF-DE04-4A6E-B0FC-39EB561F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8AF3F-288C-47ED-BDCF-960BF408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5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FAA89-B557-4916-83DF-557F9063F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8D5AA-D67D-4914-874B-5584658D9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7EFD-E994-4C11-AC00-D7E4BBE8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E802C-73B2-4C51-BA40-FC5274EC5B11}" type="datetimeFigureOut">
              <a:rPr lang="en-US" smtClean="0"/>
              <a:t>5/28/2020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BAFDE-C678-4F5C-9A7E-D4F898806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F1EB0-30EB-4714-92DF-4C8C3F8E5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0A837-D389-49B6-A4B2-685A88EDC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2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As the deer pants for the waters, </a:t>
            </a:r>
          </a:p>
          <a:p>
            <a:pPr algn="ctr"/>
            <a:r>
              <a:rPr lang="en-US" sz="2800" dirty="0"/>
              <a:t>pants my soul for you, O God </a:t>
            </a:r>
          </a:p>
          <a:p>
            <a:pPr algn="ctr"/>
            <a:r>
              <a:rPr lang="en-US" sz="2800" dirty="0"/>
              <a:t>For my God my soul is thirsty, </a:t>
            </a:r>
          </a:p>
          <a:p>
            <a:pPr algn="ctr"/>
            <a:r>
              <a:rPr lang="en-US" sz="2800" dirty="0"/>
              <a:t>thirsting for the living God. </a:t>
            </a:r>
          </a:p>
          <a:p>
            <a:pPr algn="ctr"/>
            <a:r>
              <a:rPr lang="en-US" sz="2800" dirty="0"/>
              <a:t>When shall I O God of grace, </a:t>
            </a:r>
          </a:p>
          <a:p>
            <a:pPr algn="ctr"/>
            <a:r>
              <a:rPr lang="en-US" sz="2800" dirty="0"/>
              <a:t>come and stand before your face? </a:t>
            </a:r>
          </a:p>
          <a:p>
            <a:pPr algn="ctr"/>
            <a:r>
              <a:rPr lang="en-US" sz="2800" dirty="0"/>
              <a:t>Day and night my tears sustain me; </a:t>
            </a:r>
          </a:p>
          <a:p>
            <a:pPr algn="ctr"/>
            <a:r>
              <a:rPr lang="en-US" sz="2800" dirty="0"/>
              <a:t>“Where’s your God?” they say to shame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#42A As the Deer Pants for the Waters</a:t>
            </a:r>
          </a:p>
        </p:txBody>
      </p:sp>
    </p:spTree>
    <p:extLst>
      <p:ext uri="{BB962C8B-B14F-4D97-AF65-F5344CB8AC3E}">
        <p14:creationId xmlns:p14="http://schemas.microsoft.com/office/powerpoint/2010/main" val="426667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In my grief I still remember</a:t>
            </a:r>
          </a:p>
          <a:p>
            <a:pPr algn="ctr"/>
            <a:r>
              <a:rPr lang="en-CA" sz="2800" dirty="0"/>
              <a:t>How I led the happy throng</a:t>
            </a:r>
          </a:p>
          <a:p>
            <a:pPr algn="ctr"/>
            <a:r>
              <a:rPr lang="en-CA" sz="2800" dirty="0"/>
              <a:t>To the house of God for feasting,</a:t>
            </a:r>
          </a:p>
          <a:p>
            <a:pPr algn="ctr"/>
            <a:r>
              <a:rPr lang="en-CA" sz="2800" dirty="0"/>
              <a:t>Filled with shouts and joyful songs.</a:t>
            </a:r>
          </a:p>
          <a:p>
            <a:pPr algn="ctr"/>
            <a:r>
              <a:rPr lang="en-CA" sz="2800" dirty="0"/>
              <a:t>O my soul why so cast down?</a:t>
            </a:r>
          </a:p>
          <a:p>
            <a:pPr algn="ctr"/>
            <a:r>
              <a:rPr lang="en-CA" sz="2800" dirty="0"/>
              <a:t>Why so troubled in me now?</a:t>
            </a:r>
          </a:p>
          <a:p>
            <a:pPr algn="ctr"/>
            <a:r>
              <a:rPr lang="en-CA" sz="2800" dirty="0"/>
              <a:t>Hope in God for I shall praise him;</a:t>
            </a:r>
          </a:p>
          <a:p>
            <a:pPr algn="ctr"/>
            <a:r>
              <a:rPr lang="en-CA" sz="2800" dirty="0"/>
              <a:t>He’s my God and my salvation.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2774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From the land beyond the Jordan, </a:t>
            </a:r>
          </a:p>
          <a:p>
            <a:pPr algn="ctr"/>
            <a:r>
              <a:rPr lang="en-US" sz="2800" dirty="0"/>
              <a:t>I remember you in prayer,</a:t>
            </a:r>
          </a:p>
          <a:p>
            <a:pPr algn="ctr"/>
            <a:r>
              <a:rPr lang="en-US" sz="2800" dirty="0"/>
              <a:t>From Mount Mizar and Mount Hermon, </a:t>
            </a:r>
          </a:p>
          <a:p>
            <a:pPr algn="ctr"/>
            <a:r>
              <a:rPr lang="en-US" sz="2800" dirty="0"/>
              <a:t>when my soul is in despair.</a:t>
            </a:r>
          </a:p>
          <a:p>
            <a:pPr algn="ctr"/>
            <a:r>
              <a:rPr lang="en-US" sz="2800" dirty="0"/>
              <a:t>At your water falls great roar </a:t>
            </a:r>
          </a:p>
          <a:p>
            <a:pPr algn="ctr"/>
            <a:r>
              <a:rPr lang="en-US" sz="2800" dirty="0"/>
              <a:t>deep calls out to deep once more.</a:t>
            </a:r>
          </a:p>
          <a:p>
            <a:pPr algn="ctr"/>
            <a:r>
              <a:rPr lang="en-US" sz="2800" dirty="0"/>
              <a:t>All your breakers crash against me, </a:t>
            </a:r>
          </a:p>
          <a:p>
            <a:pPr algn="ctr"/>
            <a:r>
              <a:rPr lang="en-US" sz="2800" dirty="0"/>
              <a:t>overwhelming waves oppress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5859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In the day, the Lord shows mercy; </a:t>
            </a:r>
          </a:p>
          <a:p>
            <a:pPr algn="ctr"/>
            <a:r>
              <a:rPr lang="en-US" sz="2800" dirty="0"/>
              <a:t>he commands his steadfast love.</a:t>
            </a:r>
          </a:p>
          <a:p>
            <a:pPr algn="ctr"/>
            <a:r>
              <a:rPr lang="en-US" sz="2800" dirty="0"/>
              <a:t>In the night, his song is with me, </a:t>
            </a:r>
          </a:p>
          <a:p>
            <a:pPr algn="ctr"/>
            <a:r>
              <a:rPr lang="en-US" sz="2800" dirty="0"/>
              <a:t>as I pray to God, my life.</a:t>
            </a:r>
          </a:p>
          <a:p>
            <a:pPr algn="ctr"/>
            <a:r>
              <a:rPr lang="en-US" sz="2800" dirty="0"/>
              <a:t>Then to God, my rock I plead: </a:t>
            </a:r>
          </a:p>
          <a:p>
            <a:pPr algn="ctr"/>
            <a:r>
              <a:rPr lang="en-US" sz="2800" dirty="0"/>
              <a:t>“Why have you forgotten me?</a:t>
            </a:r>
          </a:p>
          <a:p>
            <a:pPr algn="ctr"/>
            <a:r>
              <a:rPr lang="en-US" sz="2800" dirty="0"/>
              <a:t>Why must I continue weeping </a:t>
            </a:r>
          </a:p>
          <a:p>
            <a:pPr algn="ctr"/>
            <a:r>
              <a:rPr lang="en-US" sz="2800" dirty="0"/>
              <a:t>while my life my foes are seeking?”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2249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As a blow that breaks my body,</a:t>
            </a:r>
          </a:p>
          <a:p>
            <a:pPr algn="ctr"/>
            <a:r>
              <a:rPr lang="en-US" sz="2800" dirty="0"/>
              <a:t> all my foes are taunting me.</a:t>
            </a:r>
          </a:p>
          <a:p>
            <a:pPr algn="ctr"/>
            <a:r>
              <a:rPr lang="en-US" sz="2800" dirty="0"/>
              <a:t>All day long their words assault me; </a:t>
            </a:r>
          </a:p>
          <a:p>
            <a:pPr algn="ctr"/>
            <a:r>
              <a:rPr lang="en-US" sz="2800" dirty="0"/>
              <a:t>“Where’s you God?” they say with glee.</a:t>
            </a:r>
          </a:p>
          <a:p>
            <a:pPr algn="ctr"/>
            <a:r>
              <a:rPr lang="en-US" sz="2800" dirty="0"/>
              <a:t>O my soul, why so cast down? </a:t>
            </a:r>
          </a:p>
          <a:p>
            <a:pPr algn="ctr"/>
            <a:r>
              <a:rPr lang="en-US" sz="2800" dirty="0"/>
              <a:t>Why so troubled in me now?</a:t>
            </a:r>
          </a:p>
          <a:p>
            <a:pPr algn="ctr"/>
            <a:r>
              <a:rPr lang="en-US" sz="2800" dirty="0"/>
              <a:t>Hope in God, for I shall praise him, </a:t>
            </a:r>
          </a:p>
          <a:p>
            <a:pPr algn="ctr"/>
            <a:r>
              <a:rPr lang="en-US" sz="2800" dirty="0"/>
              <a:t>he’s my God and my salvation.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2549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374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2020-05-23T01:19:05Z</dcterms:created>
  <dcterms:modified xsi:type="dcterms:W3CDTF">2020-05-29T02:14:27Z</dcterms:modified>
</cp:coreProperties>
</file>