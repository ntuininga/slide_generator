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371" r:id="rId5"/>
    <p:sldId id="37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29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1265C-067E-4A21-A1B7-FF70739DE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28F09C-E820-445D-BD5A-DC11B0854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00FCC-C162-4606-8865-94F1C4FB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E247-9350-44DF-9562-1076D18913E3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570B9-DF2D-499E-ADBF-CF6CF9C39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615DB-2582-4D65-8525-50A02A59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79948-9E89-4302-BB50-AA721CE0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605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EF172-8700-4837-B6A2-90B395BE7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A9159-E98E-483A-BD8C-C16AD6E85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D20E6-1EAF-433E-BC96-8723DCA0E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E247-9350-44DF-9562-1076D18913E3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B551E-7DE9-4A31-A70F-1C0E9F902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056AD-C7FE-4DD0-ABBC-234F05A81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79948-9E89-4302-BB50-AA721CE0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2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79668-A081-4D32-9580-11D2BAEA3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BD4FD-11B3-4824-9755-B431CF659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A5216-2223-467B-9AC6-9D8E8781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E247-9350-44DF-9562-1076D18913E3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FAE5F-293A-4569-8640-222A8D291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36EF5-6FEE-44C7-BA3B-9296074E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79948-9E89-4302-BB50-AA721CE0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8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07722-C436-4745-8B1F-B9DA4C3E1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40B59-90F2-4445-8D6A-5BD545C15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1C7F3-07D5-4D13-BB94-4366DC0D3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2ECC4-80B0-4311-82F9-D0F91C5BF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E247-9350-44DF-9562-1076D18913E3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9D869-EA27-4E49-93C1-E82A0283F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2A78E-CBBF-4F93-8E99-D9F7512DB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79948-9E89-4302-BB50-AA721CE0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80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527D-0209-451B-B429-12D3090A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FE7C4-045A-46BA-BA0E-9C7302CF3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9FBDF6-7CC6-47A3-9762-34E2BD9C1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4A880-CD6D-49B6-A897-DF1AAD372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3B5465-B54F-4677-848F-A340C4A567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E41539-66FB-4C91-A4C8-E13788A27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E247-9350-44DF-9562-1076D18913E3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557D59-C5C4-4BE7-A027-04807F15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8EEA0-9FE2-4D4F-A326-4096565CE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79948-9E89-4302-BB50-AA721CE0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60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CB9EB-48F0-45C7-BBE2-7B021385C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E82AF-2856-4C20-A553-0CD10803A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E247-9350-44DF-9562-1076D18913E3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1F640-28E6-41F7-B6A7-E10BFFB71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4473F3-E24C-4571-A670-F17E7B0B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79948-9E89-4302-BB50-AA721CE0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17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C8CB8B-929E-4633-BD75-8DAAB2291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E247-9350-44DF-9562-1076D18913E3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20329-B6FE-48A4-B946-791DCA58F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C3DE38-692F-4536-A5E6-57808237C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79948-9E89-4302-BB50-AA721CE0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052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F5CF6-228A-4D4A-A3F4-711447A28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0C783-7879-48F8-88C4-B94F03BAD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352A14-6050-4AAB-B1D4-2B0592FB33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C8950-7FC4-436F-9518-790225E7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E247-9350-44DF-9562-1076D18913E3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9E00-1020-4697-92E6-76CF21C1C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02645-E2D4-4832-98CD-3FD368A9C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79948-9E89-4302-BB50-AA721CE0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6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03861-D742-4424-BBFA-7475AB177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57914-681D-43AB-B60F-3DC29E73D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979316-DE42-4731-A40E-F9CD3D3AF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52A6E-F824-4226-A896-C253EEEBF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E247-9350-44DF-9562-1076D18913E3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D8AD4-D016-4EA1-AB2D-781D20EB5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90376-5A51-44DA-81DA-254D019E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79948-9E89-4302-BB50-AA721CE0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0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F1653-4DEE-4832-BD1E-1CAA604C4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B2A7A-0559-40E6-AC8A-1381D9D99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F6867-8CBF-437F-B7CC-7EA7E06E9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E247-9350-44DF-9562-1076D18913E3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9B7B5-D911-4A4C-8E7D-BA5CE13B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8EAF6-436A-4E50-9129-8694DB44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79948-9E89-4302-BB50-AA721CE0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46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7DDAB7-4297-4A4F-9863-80EAF65AA6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63461-7D72-4701-AC14-4298286B1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9FE62-5510-4BD1-BB40-33B927FF4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E247-9350-44DF-9562-1076D18913E3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626B1-48FB-4F27-AED8-956A19423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6AE9B-C5AF-42B9-911C-F27F56345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B79948-9E89-4302-BB50-AA721CE0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52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D3478C-D6C0-466B-BB1C-8241DB4F8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5F674-DC44-4AA5-8A3C-4E171F248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022BC-F0AA-42D6-A722-AB783C778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2E247-9350-44DF-9562-1076D18913E3}" type="datetimeFigureOut">
              <a:rPr lang="en-US" smtClean="0"/>
              <a:t>10/2/2020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C15C4-AD1F-4A16-BC57-41B4DBEF2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7068A-3D24-4890-A559-CBEC35196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79948-9E89-4302-BB50-AA721CE0D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75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#24B The Earth and Its Riches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 </a:t>
            </a:r>
            <a:r>
              <a:rPr lang="en-US" sz="2800" dirty="0"/>
              <a:t>The earth and its riches abundantly stored,</a:t>
            </a:r>
          </a:p>
          <a:p>
            <a:pPr lvl="0" algn="ctr"/>
            <a:r>
              <a:rPr lang="en-US" sz="2800" dirty="0"/>
              <a:t>The world and its dwellers belong to the Lord.</a:t>
            </a:r>
          </a:p>
          <a:p>
            <a:pPr lvl="0" algn="ctr"/>
            <a:r>
              <a:rPr lang="en-US" sz="2800" dirty="0"/>
              <a:t>For he on the seas its foundations has laid,</a:t>
            </a:r>
          </a:p>
          <a:p>
            <a:pPr lvl="0" algn="ctr"/>
            <a:r>
              <a:rPr lang="en-US" sz="2800" dirty="0"/>
              <a:t>And firm on the waters its pillars has stayed.</a:t>
            </a:r>
          </a:p>
          <a:p>
            <a:pPr lvl="0" algn="ctr"/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O who shall the mount of the Lord God ascend?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And who in the place of his holiness stand?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The man of pure heart and of hands without stain,</a:t>
            </a:r>
          </a:p>
          <a:p>
            <a:pPr algn="ctr"/>
            <a:r>
              <a:rPr lang="en-CA" sz="2800" dirty="0">
                <a:solidFill>
                  <a:prstClr val="black"/>
                </a:solidFill>
              </a:rPr>
              <a:t>Who swears not to idols, nor serves what is vain.</a:t>
            </a:r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86428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O gates, lift your heads! Ancient doors, lift them high!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</a:rPr>
              <a:t>The great King of glory to enter draws nigh!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</a:rPr>
              <a:t>This great King of glory, O who can he be?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</a:rPr>
              <a:t>The Lord God of hosts, King of glory is he!</a:t>
            </a:r>
            <a:endParaRPr lang="en-CA" sz="2800" dirty="0">
              <a:solidFill>
                <a:prstClr val="black"/>
              </a:solidFill>
            </a:endParaRPr>
          </a:p>
          <a:p>
            <a:pPr algn="ctr"/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078228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4. </a:t>
            </a:r>
            <a:r>
              <a:rPr lang="en-US" dirty="0">
                <a:solidFill>
                  <a:prstClr val="black"/>
                </a:solidFill>
              </a:rPr>
              <a:t>O gates, lift your heads! Ancient doors, lift them high!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 great King of glory to enter draws nigh!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O who is the King that in glory draws near?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 LORD, mighty LORD of the battle is here!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09453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i="1" dirty="0">
                <a:solidFill>
                  <a:prstClr val="black"/>
                </a:solidFill>
              </a:rPr>
              <a:t>5.</a:t>
            </a:r>
            <a:r>
              <a:rPr lang="en-CA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O gates, lift your heads! Ancient doors, lift them high!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 great King of glory to enter draws nigh!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This great King of glory, O who can he be?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prstClr val="black"/>
                </a:solidFill>
              </a:rPr>
              <a:t>The Lord God of hosts, King of glory is he!</a:t>
            </a:r>
            <a:endParaRPr lang="en-CA" dirty="0">
              <a:solidFill>
                <a:prstClr val="black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71344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261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#24B The Earth and Its Riches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#24B The Earth and Its Riches</dc:title>
  <dc:creator>Eric Hoogendoorn</dc:creator>
  <cp:lastModifiedBy>Eric Hoogendoorn</cp:lastModifiedBy>
  <cp:revision>3</cp:revision>
  <dcterms:created xsi:type="dcterms:W3CDTF">2020-04-26T02:59:07Z</dcterms:created>
  <dcterms:modified xsi:type="dcterms:W3CDTF">2020-10-02T14:39:32Z</dcterms:modified>
</cp:coreProperties>
</file>