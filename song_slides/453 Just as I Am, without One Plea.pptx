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4" r:id="rId2"/>
    <p:sldId id="375" r:id="rId3"/>
    <p:sldId id="506" r:id="rId4"/>
    <p:sldId id="50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815161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0629769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466995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2024-03-24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3960035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2024-03-24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1450462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2024-03-24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8380953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2024-03-24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9363887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2024-03-24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0876031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2024-03-24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914021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143698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8314975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280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FAD22-7860-4975-9E75-6ECBB3C4D3B2}"/>
              </a:ext>
            </a:extLst>
          </p:cNvPr>
          <p:cNvSpPr txBox="1"/>
          <p:nvPr/>
        </p:nvSpPr>
        <p:spPr>
          <a:xfrm>
            <a:off x="1393029" y="2521059"/>
            <a:ext cx="94059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Just as I am, without one plea,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that thy blood was shed for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that thou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bidd'st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 come to thee,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Lamb of God, I come, I come.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65B24-F760-490B-B1B0-4C225006A747}"/>
              </a:ext>
            </a:extLst>
          </p:cNvPr>
          <p:cNvSpPr txBox="1"/>
          <p:nvPr/>
        </p:nvSpPr>
        <p:spPr>
          <a:xfrm>
            <a:off x="226214" y="136525"/>
            <a:ext cx="1173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#453 Just as I Am, without One Plea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06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72DE6-7BB6-4015-80FB-36808E6847B4}"/>
              </a:ext>
            </a:extLst>
          </p:cNvPr>
          <p:cNvSpPr txBox="1"/>
          <p:nvPr/>
        </p:nvSpPr>
        <p:spPr>
          <a:xfrm>
            <a:off x="2014535" y="2521059"/>
            <a:ext cx="81629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Just as I am, though tossed about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many a conflict, many a doubt,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Fightings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and fears within, without,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Lamb of God, I come, I come.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06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72DE6-7BB6-4015-80FB-36808E6847B4}"/>
              </a:ext>
            </a:extLst>
          </p:cNvPr>
          <p:cNvSpPr txBox="1"/>
          <p:nvPr/>
        </p:nvSpPr>
        <p:spPr>
          <a:xfrm>
            <a:off x="2014535" y="2521059"/>
            <a:ext cx="81629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Just as I am, poor, wretched, blind;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sight, riches, healing of the mind,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yea, all I need, in thee to find,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Lamb of God, I come, I come.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10738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6F690D-5419-4ACB-B727-EA36CFE4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2DD56-D18D-43DF-988D-217EAA9555AF}"/>
              </a:ext>
            </a:extLst>
          </p:cNvPr>
          <p:cNvSpPr txBox="1"/>
          <p:nvPr/>
        </p:nvSpPr>
        <p:spPr>
          <a:xfrm>
            <a:off x="1647825" y="2521059"/>
            <a:ext cx="8896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Just as I am, thou wilt receive,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wilt welcome, pardon, cleanse, relieve;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because thy promise I believe,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Lamb of God, I come, I come.</a:t>
            </a:r>
          </a:p>
        </p:txBody>
      </p:sp>
    </p:spTree>
    <p:extLst>
      <p:ext uri="{BB962C8B-B14F-4D97-AF65-F5344CB8AC3E}">
        <p14:creationId xmlns:p14="http://schemas.microsoft.com/office/powerpoint/2010/main" val="75397978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2022-02-12T00:03:04Z</dcterms:created>
  <dcterms:modified xsi:type="dcterms:W3CDTF">2024-03-24T15:44:20Z</dcterms:modified>
</cp:coreProperties>
</file>