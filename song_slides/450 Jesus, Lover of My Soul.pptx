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92" r:id="rId4"/>
    <p:sldId id="3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3D1D-646B-491E-ABA5-40009E7B4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C5372-A740-45DF-B13A-D06B99DB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ECAA-F868-47C4-8CE0-870FADD7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B6089-00F6-4A7A-A9DA-84C9C098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3FC86-A95D-4636-9EFB-75305927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3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F28B-9039-4E03-A917-813861E9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93334-F342-470A-955D-47E1F786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A0419-1687-4027-B574-B01D766F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7606-4C86-4F89-8060-74B91A95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4C8DC-832B-4127-AD0C-68B17FBB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7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09C6-80FF-4D08-9B74-9B493AAD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AAAAC-EB59-41DF-BDA4-7AAD2DEA0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66E0-B429-435F-8870-F6565368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E4CA-1A4A-48D7-BB6A-9009C2A4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B66E-18A5-4B32-AE86-ADA66C06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0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3D9-4520-45DC-AAC7-10D9B90D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5582-6A11-4003-A954-B71CCB072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75201-162A-423F-AEBB-45B59D3E4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AD9B9-DF7E-440F-8E0D-605662A6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D25B3-38AC-486B-94DD-4F5A8A06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D226-49EF-40B8-9D38-0B2D8BED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0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A3E7-58FA-45D9-9D0C-BC992367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F8098-62DD-4B22-9346-6D4A3357A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FC658-1A9B-49D8-ABB4-8140952C4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A6DD3-91A1-40A8-82DA-CCD8608C5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74218-6E7B-4EC5-81D7-1F87453B8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C720F-7339-49AA-B50E-A803755F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D4923-7D8D-4605-8D48-B7831E4F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3D494-B10A-479E-BE11-13CBD8B2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7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E7CC-6928-4786-A0B9-3907538B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2D6CA-A2C8-4054-B58E-3A879ECC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2BAE5-C5D8-471B-ACA6-2DD7CE53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7BA70-2B5C-4D18-801A-A6C6100A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7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CC399-1FD6-4E13-8835-521DFFB7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BBB89-EC6A-43A2-BA90-ED728B08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83D09-7615-42AB-99D8-310203E94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8EBB-D61D-42A6-B895-ACBFF603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75D9-F21A-43DD-9CB4-6902FF38E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0889B-F1E5-4151-9500-DACFF922A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8A876-5659-4A54-B4C9-E0F26B88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23CB5-2900-42F6-A46A-D866FB2C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EEBB9-8A08-48B0-AA4D-040C08D13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6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4799-7388-4A8B-8041-849496FE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7C1CD-3251-470C-9543-D04054386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5AFE5-4F17-4FB8-8D29-FB33FD8F1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895E9-FFE4-4D4A-B0A6-44C2F24F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6851B-DDF8-4372-81E5-63E05417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74C3C-4441-41A9-A8C8-34BAE51E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3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59B0-8D31-4A66-8849-7EB7AFFE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BED0D-B231-4050-BC60-D5D958383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13A7A-C817-4658-BCE7-D3B25896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23821-8169-4A52-891B-757570BB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B52E6-4E41-4FEC-913B-1DC64A72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1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E7A1E-262B-499B-9859-F8062C33A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9E385-D467-4C3D-9E15-82B19BE40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C9B28-A086-4D7B-98C7-EAFCD0B0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84AE-3139-44E9-AB39-A18EBC84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7BBB5-7DED-4294-B426-375BC2A1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0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52151-315E-47E3-982A-C5C46564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C98D3-DF27-4D6A-9240-EA2FACFF8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E20A-5DCB-43B2-B3E8-07031CB52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68AB5-2F2D-439E-BC58-1B7CA4318523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A1377-4869-482F-8084-893F68821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935A6-5410-4105-AF26-CF6E0DE0B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69765-C687-43AC-B64F-81ED6C4A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74078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Jesus, lover of my soul,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me to thy bosom fly,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while the nearer waters roll,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while the tempest still is high: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hide me, O my Savior, hide,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'til the storm of life is past;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safe into the haven guide,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receive my soul at last!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#450 Jesus, Lover of My Soul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Other refuge have I none,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hangs my helpless soul on thee;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leave, ah! leave me not alone,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still support and comfort me!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my trust on thee is stayed,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all my help from thee I bring;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cover my defenseless head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the shadow of thy wing.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EED48-C142-432C-B868-303826DE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6782D-CE01-41E7-92F2-4A813B8D5705}"/>
              </a:ext>
            </a:extLst>
          </p:cNvPr>
          <p:cNvSpPr txBox="1"/>
          <p:nvPr/>
        </p:nvSpPr>
        <p:spPr>
          <a:xfrm>
            <a:off x="1928812" y="1266825"/>
            <a:ext cx="8334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3. Thou, O Christ, art all I want;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more than all in thee I find: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raise the fallen, cheer the faint,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heal the sick, and lead the blind.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Just and holy is thy name;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 am all unrighteousness;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false and full of sin I am,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art full of truth and grace.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7907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23C844-1C33-49D5-A093-82D2B35C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538C-91EF-4081-9414-17621516FDF1}"/>
              </a:ext>
            </a:extLst>
          </p:cNvPr>
          <p:cNvSpPr txBox="1"/>
          <p:nvPr/>
        </p:nvSpPr>
        <p:spPr>
          <a:xfrm>
            <a:off x="1766887" y="1524000"/>
            <a:ext cx="8658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Plenteous grace with thee is found,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grace to cover all my sin;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the healing streams abound;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make and keep me pure within: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of life the fountain art,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freely let me take of thee;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spring thou up within my heart,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rise to all eternity.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8169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2020-11-14T22:59:58Z</dcterms:created>
  <dcterms:modified xsi:type="dcterms:W3CDTF">2020-11-14T23:00:12Z</dcterms:modified>
</cp:coreProperties>
</file>