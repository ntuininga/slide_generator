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62" r:id="rId2"/>
    <p:sldId id="363" r:id="rId3"/>
    <p:sldId id="472" r:id="rId4"/>
    <p:sldId id="473" r:id="rId5"/>
    <p:sldId id="47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2022-04-02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2923511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2022-04-02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1271589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2022-04-02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5801577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2022-04-02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595056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2022-04-02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1011442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2022-04-02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4903471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2022-04-02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2976885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2022-04-02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0664930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2022-04-02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523874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2022-04-02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5266494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2022-04-02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3707377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2022-04-02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4423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152399" y="252105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LORD, in wrath rebuke me not;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anger do not chasten me.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Have mercy, LORD, for I am faint;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LORD, heal me in my agony.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A99AD-CDF1-4331-B1BA-3C30B339D361}"/>
              </a:ext>
            </a:extLst>
          </p:cNvPr>
          <p:cNvSpPr txBox="1"/>
          <p:nvPr/>
        </p:nvSpPr>
        <p:spPr>
          <a:xfrm>
            <a:off x="766761" y="160422"/>
            <a:ext cx="109632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#6 O LORD, in Wrath Rebuke Me Not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980887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52105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My soul with anguish is distressed.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LORD, how long will you delay?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LORD, turn to me, and free my soul;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lovingkindness, save, I pray.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3918259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52105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For none in death remembers you;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and who will praise you from the grave?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sighs and moaning weary me;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each night my bed with tears I bathe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925928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52105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My eyes grow weak with tears of grief;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they fail because of all my foes.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Depart from me, all e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/>
              </a:rPr>
              <a:t>vil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men!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has heard m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y tearful woes.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746485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D10FE2-BC6E-4E22-8528-97CC21E9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31342-706D-40C0-9C06-598A77325C26}"/>
              </a:ext>
            </a:extLst>
          </p:cNvPr>
          <p:cNvSpPr txBox="1"/>
          <p:nvPr/>
        </p:nvSpPr>
        <p:spPr>
          <a:xfrm>
            <a:off x="1314450" y="2521059"/>
            <a:ext cx="9563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The LORD accepts my prayer for help;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has heard my cry and plea.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enemies, disgraced and shamed,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will suddenly turn back from me.</a:t>
            </a:r>
          </a:p>
        </p:txBody>
      </p:sp>
    </p:spTree>
    <p:extLst>
      <p:ext uri="{BB962C8B-B14F-4D97-AF65-F5344CB8AC3E}">
        <p14:creationId xmlns:p14="http://schemas.microsoft.com/office/powerpoint/2010/main" val="1937412345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233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Eric Hoogendoorn</cp:lastModifiedBy>
  <cp:revision>2</cp:revision>
  <dcterms:created xsi:type="dcterms:W3CDTF">2022-01-15T23:00:31Z</dcterms:created>
  <dcterms:modified xsi:type="dcterms:W3CDTF">2022-04-02T23:41:10Z</dcterms:modified>
</cp:coreProperties>
</file>