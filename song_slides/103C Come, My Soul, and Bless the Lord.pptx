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58" r:id="rId2"/>
    <p:sldId id="359" r:id="rId3"/>
    <p:sldId id="360" r:id="rId4"/>
    <p:sldId id="361" r:id="rId5"/>
    <p:sldId id="363" r:id="rId6"/>
    <p:sldId id="364" r:id="rId7"/>
    <p:sldId id="365" r:id="rId8"/>
    <p:sldId id="3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AFCFC-2FE0-4264-81C9-C3FB0D9349C9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508AE-79EA-4A3C-9E38-FAFF4E71A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16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4912-8033-4621-AD69-16C2F2B829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A6B20-9862-4983-A14C-4019C2ED1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B10D8-4E93-4D7B-AEC8-9ECFBE42E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D381F-BA24-4DFC-B57D-EB623010B06B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50851-97B6-4C54-82F1-6861142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99840-B443-48D1-A581-80EB2A772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55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2C3F-3131-4388-B386-317C13547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5B8FE-A047-49E6-835B-26AC72D46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DB99F-FC98-4C5D-A98B-8BF3CB36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2E7BD-5EB5-4338-A993-7B082B080D2A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AA9A3-BDB9-4F54-9A0F-E6D2497AE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281A4-A789-4F36-AB7F-8BA9E9DE8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1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DA001-FD7E-46BE-870F-9D1AFAFF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CB523-B3CE-43DC-9D2B-020221899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FB1D9-A1C6-4304-BC94-FA12F4287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3F689-31EF-4433-8F0E-F701E73B2DCC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C264E-72FD-4F2E-9CC0-CAA69E9F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F3AC1-67A4-4454-A5CE-E88D54F1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2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D7C9-7921-4F0F-B858-03B78FA4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0ECED-5184-4116-87F5-EF0668C5F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EC749-E97E-4E50-8339-A361E73B0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8ACA6-AB9E-4749-B628-4136E29E6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DEE-FE0B-4CEF-8232-E0C94BB1A24A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198CE-A4C9-4BAE-9B51-061E6E31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0ED6E-8B01-4255-BFC5-95D500C31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31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BE8C8-B7E5-48EC-B000-B54F3158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47C17-9B6D-429C-9356-8240CC6D8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63547-3E22-4073-A3A3-85A721A46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4E3297-B95C-4CE5-A2E8-143A97EB74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9B04F-38A7-4922-892D-14EC47CC7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E9E1A-9CCF-4C74-96BE-AFBF5A76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F6A0-033E-4B21-A4FE-41FA32EB1B4F}" type="datetime1">
              <a:rPr lang="en-US" smtClean="0"/>
              <a:t>3/10/2023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EE4E9-BAD9-470A-8F54-B9502ECB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95CF3-0BFC-494C-938D-2A3FCC95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22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04760-2379-401C-B7C3-05A54CF77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F914C-51D2-4651-A054-31D69EA5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9301B-D671-4973-B4DF-3EEEA629B757}" type="datetime1">
              <a:rPr lang="en-US" smtClean="0"/>
              <a:t>3/10/2023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C2E95-2293-4249-8A80-79D155F44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812EC-1677-4EFB-B17C-2CD5D4C3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90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C7DA1-D5F8-42F1-8556-C73FA0D5A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CE8F3-76F6-471A-9D85-917D67967630}" type="datetime1">
              <a:rPr lang="en-US" smtClean="0"/>
              <a:t>3/10/2023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EC293-0F75-4DAE-9885-FA6452641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D5443-D4E5-42AC-B77D-87617687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46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E938-BEA1-4248-98E8-DE57F39B9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9836-42D8-496A-9F36-F666A51ED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00EF8-B977-41B2-99CA-41DA83F9B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5E541-C09A-48B3-9CEA-7817420D4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0317F-E35E-4E0B-BBBD-A3DCDAD98030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713DF-F860-43B2-A9B9-A51E4F198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1FF03-E521-4732-8711-30FEC616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6C2C7-FB08-4554-8CEF-1AE15618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D6221-84A7-429C-9579-7F97E010A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B9F2D-E23E-4539-93B8-F697FC2B8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9532C-4EAB-4686-B9C7-E97F1658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81803-4DA5-457A-9ECE-76EAD47C537F}" type="datetime1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B19ED-B1E6-44A1-BEB1-B3F80864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54952-D71E-4DBA-93EC-496E735E7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10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AC02B-B297-49D9-98CF-319F63A3E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C51D0-7BB5-47CC-A266-0F284FCD7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D2B8-0C41-46E5-8C6E-C30BDDBB3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43009-9E52-4EE7-85C7-A31DAB996620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0ED3C-256C-4D7A-A378-0A004BC1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90B9D-2E6B-4FE9-AF74-95F76C4B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29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EE494-92DA-48C9-AB91-9EF031F7F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D1AAA8-EC68-4B54-8E8D-2AE1681FB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A15C5-17DD-450C-A1A3-F25A5CFC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83BDA-3742-4C28-92EB-C92A2D4C3BF3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1B8FD-EDC8-478F-88E4-17EB139E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8A35E-75E4-4A93-B68E-8451E0B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04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5CD83-DDAF-4833-8BC9-C536DC51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752D1-2CBC-48A3-B551-D66DE4F88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BA0C-4230-479A-8E0A-AEC31D94A4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0C711-4541-4E90-B72F-9D111CDB67A0}" type="datetime1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D01D5-5947-42DA-8E54-A6B7EECA3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EC23A-5D01-4639-83E5-00E7177A3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D7CF3-A6CC-44B3-B11C-ABF4DAFE1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29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Come, my soul, and bless the Lord,</a:t>
            </a:r>
          </a:p>
          <a:p>
            <a:pPr algn="ctr"/>
            <a:r>
              <a:rPr lang="en-US" sz="2800" dirty="0"/>
              <a:t>all within me bless his name!</a:t>
            </a:r>
          </a:p>
          <a:p>
            <a:pPr algn="ctr"/>
            <a:r>
              <a:rPr lang="en-US" sz="2800" dirty="0"/>
              <a:t>Come, my soul, and bless the Lord;</a:t>
            </a:r>
          </a:p>
          <a:p>
            <a:pPr algn="ctr"/>
            <a:r>
              <a:rPr lang="en-US" sz="2800" dirty="0"/>
              <a:t>and forget not all his grace:</a:t>
            </a:r>
          </a:p>
          <a:p>
            <a:pPr algn="ctr"/>
            <a:r>
              <a:rPr lang="en-US" sz="2800" dirty="0"/>
              <a:t>all your sins the Lord forgives,</a:t>
            </a:r>
          </a:p>
          <a:p>
            <a:pPr algn="ctr"/>
            <a:r>
              <a:rPr lang="en-US" sz="2800" dirty="0"/>
              <a:t>all your sicknesses he heals.</a:t>
            </a:r>
          </a:p>
          <a:p>
            <a:pPr algn="ctr"/>
            <a:r>
              <a:rPr lang="en-US" sz="2800" dirty="0"/>
              <a:t>He redeems you from the pit;</a:t>
            </a:r>
          </a:p>
          <a:p>
            <a:pPr algn="ctr"/>
            <a:r>
              <a:rPr lang="en-US" sz="2800" dirty="0"/>
              <a:t>his compassion he reveals.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#103C Come, My Soul, and Bless the Lord</a:t>
            </a:r>
          </a:p>
        </p:txBody>
      </p:sp>
    </p:spTree>
    <p:extLst>
      <p:ext uri="{BB962C8B-B14F-4D97-AF65-F5344CB8AC3E}">
        <p14:creationId xmlns:p14="http://schemas.microsoft.com/office/powerpoint/2010/main" val="1759099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 </a:t>
            </a:r>
            <a:r>
              <a:rPr lang="en-US" sz="2800" dirty="0"/>
              <a:t>He will crown you with his love,</a:t>
            </a:r>
          </a:p>
          <a:p>
            <a:pPr algn="ctr"/>
            <a:r>
              <a:rPr lang="en-US" sz="2800" dirty="0"/>
              <a:t>with his tender mercies true,</a:t>
            </a:r>
          </a:p>
          <a:p>
            <a:pPr algn="ctr"/>
            <a:r>
              <a:rPr lang="en-US" sz="2800" dirty="0"/>
              <a:t>and he fills your life with good;</a:t>
            </a:r>
          </a:p>
          <a:p>
            <a:pPr algn="ctr"/>
            <a:r>
              <a:rPr lang="en-US" sz="2800" dirty="0"/>
              <a:t>like the eagle, youth renews.</a:t>
            </a:r>
          </a:p>
          <a:p>
            <a:pPr algn="ctr"/>
            <a:r>
              <a:rPr lang="en-US" sz="2800" dirty="0"/>
              <a:t>God, the righteous judge, defends</a:t>
            </a:r>
          </a:p>
          <a:p>
            <a:pPr algn="ctr"/>
            <a:r>
              <a:rPr lang="en-US" sz="2800" dirty="0"/>
              <a:t>all oppressed and broken ones,</a:t>
            </a:r>
          </a:p>
          <a:p>
            <a:pPr algn="ctr"/>
            <a:r>
              <a:rPr lang="en-US" sz="2800" dirty="0"/>
              <a:t>showing Moses all his ways</a:t>
            </a:r>
          </a:p>
          <a:p>
            <a:pPr algn="ctr"/>
            <a:r>
              <a:rPr lang="en-US" sz="2800" dirty="0"/>
              <a:t>and his deeds to </a:t>
            </a:r>
            <a:r>
              <a:rPr lang="en-US" sz="2800"/>
              <a:t>Isr’el’s</a:t>
            </a:r>
            <a:r>
              <a:rPr lang="en-US" sz="2800" dirty="0"/>
              <a:t> sons.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344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 </a:t>
            </a:r>
            <a:r>
              <a:rPr lang="en-US" sz="2800" dirty="0"/>
              <a:t>For the Lord is slow to wrath,</a:t>
            </a:r>
          </a:p>
          <a:p>
            <a:pPr algn="ctr"/>
            <a:r>
              <a:rPr lang="en-US" sz="2800" dirty="0"/>
              <a:t>full of mercy, full of grace.</a:t>
            </a:r>
          </a:p>
          <a:p>
            <a:pPr algn="ctr"/>
            <a:r>
              <a:rPr lang="en-US" sz="2800" dirty="0"/>
              <a:t>He abounds in steadfast love,</a:t>
            </a:r>
          </a:p>
          <a:p>
            <a:pPr algn="ctr"/>
            <a:r>
              <a:rPr lang="en-US" sz="2800" dirty="0"/>
              <a:t>will not chide for endless days.</a:t>
            </a:r>
          </a:p>
          <a:p>
            <a:pPr algn="ctr"/>
            <a:r>
              <a:rPr lang="en-US" sz="2800" dirty="0"/>
              <a:t>God will not retain his wrath,</a:t>
            </a:r>
          </a:p>
          <a:p>
            <a:pPr algn="ctr"/>
            <a:r>
              <a:rPr lang="en-US" sz="2800" dirty="0"/>
              <a:t>he will not repay our sins;</a:t>
            </a:r>
          </a:p>
          <a:p>
            <a:pPr algn="ctr"/>
            <a:r>
              <a:rPr lang="en-US" sz="2800" dirty="0"/>
              <a:t>he will never deal with us</a:t>
            </a:r>
          </a:p>
          <a:p>
            <a:pPr algn="ctr"/>
            <a:r>
              <a:rPr lang="en-US" sz="2800" dirty="0"/>
              <a:t>as our wickedness demands.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1331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 </a:t>
            </a:r>
            <a:r>
              <a:rPr lang="en-US" sz="2800" dirty="0"/>
              <a:t>As the </a:t>
            </a:r>
            <a:r>
              <a:rPr lang="en-US" sz="2800" dirty="0" err="1"/>
              <a:t>heav’ns</a:t>
            </a:r>
            <a:r>
              <a:rPr lang="en-US" sz="2800" dirty="0"/>
              <a:t> are high above</a:t>
            </a:r>
          </a:p>
          <a:p>
            <a:pPr algn="ctr"/>
            <a:r>
              <a:rPr lang="en-US" sz="2800" dirty="0"/>
              <a:t>all the earth which God has made,</a:t>
            </a:r>
          </a:p>
          <a:p>
            <a:pPr algn="ctr"/>
            <a:r>
              <a:rPr lang="en-US" sz="2800" dirty="0"/>
              <a:t>so to those who fear the Lord</a:t>
            </a:r>
          </a:p>
          <a:p>
            <a:pPr algn="ctr"/>
            <a:r>
              <a:rPr lang="en-US" sz="2800" dirty="0"/>
              <a:t>is his </a:t>
            </a:r>
            <a:r>
              <a:rPr lang="en-US" sz="2800" dirty="0" err="1"/>
              <a:t>livingkindness</a:t>
            </a:r>
            <a:r>
              <a:rPr lang="en-US" sz="2800" dirty="0"/>
              <a:t> great.</a:t>
            </a:r>
          </a:p>
          <a:p>
            <a:pPr algn="ctr"/>
            <a:r>
              <a:rPr lang="en-US" sz="2800" dirty="0"/>
              <a:t>Far as east if from the west,</a:t>
            </a:r>
          </a:p>
          <a:p>
            <a:pPr algn="ctr"/>
            <a:r>
              <a:rPr lang="en-US" sz="2800" dirty="0"/>
              <a:t>he removes so far from us,</a:t>
            </a:r>
          </a:p>
          <a:p>
            <a:pPr algn="ctr"/>
            <a:r>
              <a:rPr lang="en-US" sz="2800" dirty="0"/>
              <a:t>in his great, abounding love,</a:t>
            </a:r>
          </a:p>
          <a:p>
            <a:pPr algn="ctr"/>
            <a:r>
              <a:rPr lang="en-US" sz="2800" dirty="0"/>
              <a:t>all our guilt and wickedness.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5030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1B2BF-60A4-F146-5CCE-2925EC177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5. As a father shows his love</a:t>
            </a:r>
          </a:p>
          <a:p>
            <a:pPr marL="0" indent="0" algn="ctr">
              <a:buNone/>
            </a:pPr>
            <a:r>
              <a:rPr lang="en-US" dirty="0"/>
              <a:t>Unto all his children dear,</a:t>
            </a:r>
          </a:p>
          <a:p>
            <a:pPr marL="0" indent="0" algn="ctr">
              <a:buNone/>
            </a:pPr>
            <a:r>
              <a:rPr lang="en-US" dirty="0"/>
              <a:t>So the Lord displays his love</a:t>
            </a:r>
          </a:p>
          <a:p>
            <a:pPr marL="0" indent="0" algn="ctr">
              <a:buNone/>
            </a:pPr>
            <a:r>
              <a:rPr lang="en-US" dirty="0"/>
              <a:t>To those trusting him in fear.</a:t>
            </a:r>
          </a:p>
          <a:p>
            <a:pPr marL="0" indent="0" algn="ctr">
              <a:buNone/>
            </a:pPr>
            <a:r>
              <a:rPr lang="en-US" dirty="0"/>
              <a:t>He remembers we are dust,</a:t>
            </a:r>
          </a:p>
          <a:p>
            <a:pPr marL="0" indent="0" algn="ctr">
              <a:buNone/>
            </a:pPr>
            <a:r>
              <a:rPr lang="en-US" dirty="0"/>
              <a:t>And our feeble frame he knows.</a:t>
            </a:r>
          </a:p>
          <a:p>
            <a:pPr marL="0" indent="0" algn="ctr">
              <a:buNone/>
            </a:pPr>
            <a:r>
              <a:rPr lang="en-US" dirty="0"/>
              <a:t>As for man, his day are like</a:t>
            </a:r>
          </a:p>
          <a:p>
            <a:pPr marL="0" indent="0" algn="ctr">
              <a:buNone/>
            </a:pPr>
            <a:r>
              <a:rPr lang="en-US" dirty="0"/>
              <a:t>Tender grass that quickly grows.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AA202-B60F-389F-7555-993EFD1B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625383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521E8-1865-F738-EF1E-97A9BB9ED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6. So man flourishes and thrives</a:t>
            </a:r>
          </a:p>
          <a:p>
            <a:pPr marL="0" indent="0" algn="ctr">
              <a:buNone/>
            </a:pPr>
            <a:r>
              <a:rPr lang="en-US" dirty="0"/>
              <a:t>Like a growing meadow </a:t>
            </a:r>
            <a:r>
              <a:rPr lang="en-US" dirty="0" err="1"/>
              <a:t>flow’r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dirty="0"/>
              <a:t>When the wind blows, it is gone,</a:t>
            </a:r>
          </a:p>
          <a:p>
            <a:pPr marL="0" indent="0" algn="ctr">
              <a:buNone/>
            </a:pPr>
            <a:r>
              <a:rPr lang="en-US" dirty="0"/>
              <a:t>And its place is known known more.</a:t>
            </a:r>
          </a:p>
          <a:p>
            <a:pPr marL="0" indent="0" algn="ctr">
              <a:buNone/>
            </a:pPr>
            <a:r>
              <a:rPr lang="en-US" dirty="0"/>
              <a:t>But the steadfast love of God, </a:t>
            </a:r>
          </a:p>
          <a:p>
            <a:pPr marL="0" indent="0" algn="ctr">
              <a:buNone/>
            </a:pPr>
            <a:r>
              <a:rPr lang="en-US" dirty="0"/>
              <a:t>Shown to those who fear his name,</a:t>
            </a:r>
          </a:p>
          <a:p>
            <a:pPr marL="0" indent="0" algn="ctr">
              <a:buNone/>
            </a:pPr>
            <a:r>
              <a:rPr lang="en-US" dirty="0"/>
              <a:t>Is from all eternity</a:t>
            </a:r>
          </a:p>
          <a:p>
            <a:pPr marL="0" indent="0" algn="ctr">
              <a:buNone/>
            </a:pPr>
            <a:r>
              <a:rPr lang="en-US" dirty="0"/>
              <a:t>To eternity the same.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EE2107-FB4C-8276-E7ED-D6EF9993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15309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80C9D-2569-44EB-7EED-DF0D33F6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7. His unfailing righteousness</a:t>
            </a:r>
          </a:p>
          <a:p>
            <a:pPr marL="0" indent="0" algn="ctr">
              <a:buNone/>
            </a:pPr>
            <a:r>
              <a:rPr lang="en-US" dirty="0"/>
              <a:t>Shall to children’s children be,</a:t>
            </a:r>
          </a:p>
          <a:p>
            <a:pPr marL="0" indent="0" algn="ctr">
              <a:buNone/>
            </a:pPr>
            <a:r>
              <a:rPr lang="en-US" dirty="0"/>
              <a:t>To the ones who </a:t>
            </a:r>
            <a:r>
              <a:rPr lang="en-US" dirty="0" err="1"/>
              <a:t>cov’nant</a:t>
            </a:r>
            <a:r>
              <a:rPr lang="en-US" dirty="0"/>
              <a:t> keep</a:t>
            </a:r>
          </a:p>
          <a:p>
            <a:pPr marL="0" indent="0" algn="ctr">
              <a:buNone/>
            </a:pPr>
            <a:r>
              <a:rPr lang="en-US" dirty="0"/>
              <a:t>And his good commandments heed.</a:t>
            </a:r>
          </a:p>
          <a:p>
            <a:pPr marL="0" indent="0" algn="ctr">
              <a:buNone/>
            </a:pPr>
            <a:r>
              <a:rPr lang="en-US" dirty="0"/>
              <a:t>God the Lord has set his throne;</a:t>
            </a:r>
          </a:p>
          <a:p>
            <a:pPr marL="0" indent="0" algn="ctr">
              <a:buNone/>
            </a:pPr>
            <a:r>
              <a:rPr lang="en-US" dirty="0"/>
              <a:t>In the heavens it shall stand,</a:t>
            </a:r>
          </a:p>
          <a:p>
            <a:pPr marL="0" indent="0" algn="ctr">
              <a:buNone/>
            </a:pPr>
            <a:r>
              <a:rPr lang="en-US" dirty="0"/>
              <a:t>And his </a:t>
            </a:r>
            <a:r>
              <a:rPr lang="en-US" dirty="0" err="1"/>
              <a:t>sov’reign</a:t>
            </a:r>
            <a:r>
              <a:rPr lang="en-US" dirty="0"/>
              <a:t> kingdom rules</a:t>
            </a:r>
          </a:p>
          <a:p>
            <a:pPr marL="0" indent="0" algn="ctr">
              <a:buNone/>
            </a:pPr>
            <a:r>
              <a:rPr lang="en-US" dirty="0"/>
              <a:t>Over all at his command.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7B7C5-445E-7C65-5409-08CB7BDFE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75159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63A51-05BE-702E-6BD2-BB07698FE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8.Bless the Lord, you angel hosts,</a:t>
            </a:r>
          </a:p>
          <a:p>
            <a:pPr marL="0" indent="0" algn="ctr">
              <a:buNone/>
            </a:pPr>
            <a:r>
              <a:rPr lang="en-US" dirty="0"/>
              <a:t>Mighty ones who do his word,</a:t>
            </a:r>
          </a:p>
          <a:p>
            <a:pPr marL="0" indent="0" algn="ctr">
              <a:buNone/>
            </a:pPr>
            <a:r>
              <a:rPr lang="en-US" dirty="0"/>
              <a:t>Who obey his voice and word;</a:t>
            </a:r>
          </a:p>
          <a:p>
            <a:pPr marL="0" indent="0" algn="ctr">
              <a:buNone/>
            </a:pPr>
            <a:r>
              <a:rPr lang="en-US" dirty="0"/>
              <a:t>All his servants, bless the Lord!</a:t>
            </a:r>
          </a:p>
          <a:p>
            <a:pPr marL="0" indent="0" algn="ctr">
              <a:buNone/>
            </a:pPr>
            <a:r>
              <a:rPr lang="en-US" dirty="0"/>
              <a:t>All his hosts who do his will, </a:t>
            </a:r>
          </a:p>
          <a:p>
            <a:pPr marL="0" indent="0" algn="ctr">
              <a:buNone/>
            </a:pPr>
            <a:r>
              <a:rPr lang="en-US" dirty="0"/>
              <a:t>All his works in all his world</a:t>
            </a:r>
          </a:p>
          <a:p>
            <a:pPr marL="0" indent="0" algn="ctr">
              <a:buNone/>
            </a:pPr>
            <a:r>
              <a:rPr lang="en-US" dirty="0"/>
              <a:t>Bless the Lord in </a:t>
            </a:r>
            <a:r>
              <a:rPr lang="en-US" dirty="0" err="1"/>
              <a:t>ev’ry</a:t>
            </a:r>
            <a:r>
              <a:rPr lang="en-US" dirty="0"/>
              <a:t> place.</a:t>
            </a:r>
          </a:p>
          <a:p>
            <a:pPr marL="0" indent="0" algn="ctr">
              <a:buNone/>
            </a:pPr>
            <a:r>
              <a:rPr lang="en-US" dirty="0"/>
              <a:t>Come, my soul, </a:t>
            </a:r>
            <a:r>
              <a:rPr lang="en-US"/>
              <a:t>and bless the Lord.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2521D-A2CD-3405-B4A3-DD95E7CF6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Music: KEESE by Fred &amp; Ruth Coleman, Copyright 2010,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820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578</Words>
  <Application>Microsoft Office PowerPoint</Application>
  <PresentationFormat>Widescreen</PresentationFormat>
  <Paragraphs>73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</cp:lastModifiedBy>
  <cp:revision>6</cp:revision>
  <dcterms:created xsi:type="dcterms:W3CDTF">2020-09-04T03:04:35Z</dcterms:created>
  <dcterms:modified xsi:type="dcterms:W3CDTF">2023-03-10T18:30:34Z</dcterms:modified>
</cp:coreProperties>
</file>