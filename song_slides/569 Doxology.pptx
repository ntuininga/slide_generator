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64060-AB43-4DB7-BE19-9948A77ED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BAC0D-CC02-455B-8A5D-48F0AD810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B5BCF-210F-49AF-BCF5-B02344071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EE86E-894F-47AC-BA0F-686302404D1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FF8DD-C707-4393-81B6-C356A6C7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4B1FF-B37A-4C06-BDEF-FD13FB456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FB55-AAB7-43CE-B04C-3C12E72F5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83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298BF-81E4-48FA-8984-B89F0C6FA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6E5B7-CD22-4E60-9C7D-502793311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77F73-574B-446C-904F-192304FE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EE86E-894F-47AC-BA0F-686302404D1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1C26E-9997-42B4-B616-1B64054F2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79886-B02F-4CF3-B9A3-8B895634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FB55-AAB7-43CE-B04C-3C12E72F5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5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E3F9-9C93-4B80-871B-77B1A6889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9196A-AC7F-440B-99EC-99EE7BF27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49F01-243A-4C6F-BAAD-03D727D3E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EE86E-894F-47AC-BA0F-686302404D1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7A70C-D293-4F31-AF42-529C2FC0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8847F-4401-4239-B35D-FC7B4614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FB55-AAB7-43CE-B04C-3C12E72F5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20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2BEAD-85C7-4B54-AA05-A5AA7ED24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B8AC1-CBD1-432D-A2F4-7236B6712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A96BA-8B86-4519-9798-DC9DEE6CD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95CD6-B9CC-490C-8BDC-4E8713973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EE86E-894F-47AC-BA0F-686302404D1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9F0E1-8753-469D-A85E-97C615C54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7778D-4D37-4F7A-AD35-729DDA8CD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FB55-AAB7-43CE-B04C-3C12E72F5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7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0567-4786-4568-B077-FB8665D15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1FA9E-2731-4A3C-A3C4-E7270FF49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C2F08-4C97-4476-A73C-7DB967B99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9A8C92-CCD7-4286-A8CC-7BB01F6A8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572BF-2493-4DAA-93ED-56FB56C51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B730D-7F06-4D69-B9DE-07725632F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EE86E-894F-47AC-BA0F-686302404D1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7C5BFF-7A5E-40CF-8A5A-B91804DB8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9F0230-F830-4591-AD52-F330C9F8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FB55-AAB7-43CE-B04C-3C12E72F5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8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05189-E00B-4162-AC77-53F15075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B5183A-7A50-4559-A448-00D18D8F9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EE86E-894F-47AC-BA0F-686302404D1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1DA8EE-8533-4B50-ADB4-E3EDFF200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4F5B4-8E7B-440C-BAB7-8F7A22954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FB55-AAB7-43CE-B04C-3C12E72F5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39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9D3E50-D29D-483E-A1AE-75E374AB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EE86E-894F-47AC-BA0F-686302404D1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2D35CF-5538-4141-B55F-A7EB82286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6A1FF-1031-471B-A218-61CCABED3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FB55-AAB7-43CE-B04C-3C12E72F5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47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AD42-FACF-460F-A39A-023B70BE4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259CC-65FC-4C19-BED9-7873E9B78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14ABD-08AC-403C-BEDA-4715E4437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FBA7A-CC15-4DAE-ABDA-9ADF4DF66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EE86E-894F-47AC-BA0F-686302404D1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6F99F-A495-4150-982C-28BAB4F8D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121A5-F387-47B0-A6A0-04D83F07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FB55-AAB7-43CE-B04C-3C12E72F5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42F3-0DE9-43E3-B24A-DE0D99674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4A640C-ABEE-4598-9E12-07AB68FF3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DA35E-B8B4-408F-9404-DD9AF8CDD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62375-D18F-4F3B-99C4-7E26B7523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EE86E-894F-47AC-BA0F-686302404D1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15934-510D-4F98-BC9D-3DEBD6AC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894F0-C295-47CA-8AA1-3BA915BA1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FB55-AAB7-43CE-B04C-3C12E72F5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65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BB919-19BF-4F34-874F-F18E0BAE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A840ED-5ADD-43C1-8C12-BB8F8A0F5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53BA8-6578-4EE7-8ADF-90C3ED7B2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EE86E-894F-47AC-BA0F-686302404D1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2D4D4-C9D1-4368-8B28-4E7579ABC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F4A99-CE2E-4D13-BA0E-B46DA605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FB55-AAB7-43CE-B04C-3C12E72F5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35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A46209-4FBE-430C-9036-A31A2FF77B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CC1DF3-9204-443C-91C4-0EE1B4F5D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0920E-A17A-47BB-BB5F-F3BBCF444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EE86E-894F-47AC-BA0F-686302404D1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22E4D-FF71-4C2C-851C-1DC347490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89A39-0163-4D30-9E4A-DFFCC5C92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FB55-AAB7-43CE-B04C-3C12E72F5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9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0F4F8E-CBF6-4225-A3F9-CF4D8008A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20E73-A4F0-412D-816E-360BB6FF0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A978F-82F3-45E0-80A1-C9EEF09EE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EE86E-894F-47AC-BA0F-686302404D1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D2359-EEE2-491D-A9BC-496C2697A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89BBD-A972-46CB-B3CB-1FE9D7B24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7FB55-AAB7-43CE-B04C-3C12E72F5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87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#569 Doxology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US" sz="2800" dirty="0"/>
              <a:t>Praise God from whom all blessings flow;</a:t>
            </a:r>
            <a:br>
              <a:rPr lang="en-US" sz="2800" dirty="0"/>
            </a:br>
            <a:r>
              <a:rPr lang="en-US" sz="2800" dirty="0"/>
              <a:t>praise him, all creatures here below;</a:t>
            </a:r>
            <a:br>
              <a:rPr lang="en-US" sz="2800" dirty="0"/>
            </a:br>
            <a:r>
              <a:rPr lang="en-US" sz="2800" dirty="0"/>
              <a:t>praise him above, ye </a:t>
            </a:r>
            <a:r>
              <a:rPr lang="en-US" sz="2800" dirty="0" err="1"/>
              <a:t>heav'nly</a:t>
            </a:r>
            <a:r>
              <a:rPr lang="en-US" sz="2800" dirty="0"/>
              <a:t> host:</a:t>
            </a:r>
            <a:br>
              <a:rPr lang="en-US" sz="2800" dirty="0"/>
            </a:br>
            <a:r>
              <a:rPr lang="en-US" sz="2800" dirty="0"/>
              <a:t>praise Father, Son, and Holy Ghost.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421104-3B5E-44FB-A97C-F19111D8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104022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#569 Doxology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#569 Doxology</dc:title>
  <dc:creator>Eric Hoogendoorn</dc:creator>
  <cp:lastModifiedBy>Eric Hoogendoorn</cp:lastModifiedBy>
  <cp:revision>1</cp:revision>
  <dcterms:created xsi:type="dcterms:W3CDTF">2020-08-14T02:11:06Z</dcterms:created>
  <dcterms:modified xsi:type="dcterms:W3CDTF">2020-08-14T02:11:22Z</dcterms:modified>
</cp:coreProperties>
</file>