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A1F07A-3D5B-456D-BA37-6460F458B2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ABC0A9D-8502-42FD-A587-837E458680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91D699-1F34-46DE-9AD4-B35840B726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AD217D-0AAC-4EAC-9FB0-03FFA35DAE64}" type="datetimeFigureOut">
              <a:rPr lang="en-CA" smtClean="0"/>
              <a:t>2021-01-15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343560-4C29-4D8F-BC3B-4BE4B76788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AF9191-E4C3-4690-B008-917A9FE338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133075-43B3-4815-AE3E-485F8C973B4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747600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D41F9-2CFD-4417-815C-40BAE83651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F22F83-C0F6-49A0-B766-2753B0B162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39FA58-304D-4BA8-93C0-F88FFEC0A9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AD217D-0AAC-4EAC-9FB0-03FFA35DAE64}" type="datetimeFigureOut">
              <a:rPr lang="en-CA" smtClean="0"/>
              <a:t>2021-01-15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5D3C9E-996A-40B1-B7DC-43BF5C7C5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DD7726-6F61-4B46-B455-6491A14D1B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133075-43B3-4815-AE3E-485F8C973B4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723961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850E77-CB13-4774-A88F-5CD2BD9219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602AE8-F737-44B2-ADC8-7B01516597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3A5FF7-B4CA-4470-9F27-4FC2B4FCDB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AD217D-0AAC-4EAC-9FB0-03FFA35DAE64}" type="datetimeFigureOut">
              <a:rPr lang="en-CA" smtClean="0"/>
              <a:t>2021-01-15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B71B7C-0C30-4502-B449-DE15F0B5B2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810C95-0643-4413-8904-5634645F56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133075-43B3-4815-AE3E-485F8C973B4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418912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1D14C8-0350-407D-9DF4-B87F5CAFD8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22F7F1-6030-40AD-AB73-0490F32936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45B91B-FA77-4EAE-B950-260A48B774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FE3B94-031E-43EA-8B9C-BD1BC31058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AD217D-0AAC-4EAC-9FB0-03FFA35DAE64}" type="datetimeFigureOut">
              <a:rPr lang="en-CA" smtClean="0"/>
              <a:t>2021-01-15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94EFFC-B990-41AF-B39A-27D432910B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B408E3-B05D-4B4F-B22F-5F112C2BCA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133075-43B3-4815-AE3E-485F8C973B4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134387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8D55F2-D569-4E18-BDE0-8D514E5141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5A6A37-BC34-4B1C-9E42-1D430C87CF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A5EC29-0F58-4119-9AD5-56B49DC091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474D046-6911-4AF4-9F51-89AAD68A5A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3E15C4-B329-49F5-84E0-F8683259661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B8F2201-8A42-4FF9-A7A6-512E9F6F2A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AD217D-0AAC-4EAC-9FB0-03FFA35DAE64}" type="datetimeFigureOut">
              <a:rPr lang="en-CA" smtClean="0"/>
              <a:t>2021-01-15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E15AF51-ECBA-4726-86D8-B6E887CECA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E4D40BE-F983-44B4-AD39-4F422463B2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133075-43B3-4815-AE3E-485F8C973B4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645723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AF4454-6206-4309-AD26-6BC3229142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42856E5-3F90-4963-95C8-50D8CD3C2D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AD217D-0AAC-4EAC-9FB0-03FFA35DAE64}" type="datetimeFigureOut">
              <a:rPr lang="en-CA" smtClean="0"/>
              <a:t>2021-01-15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EF81C1B-1A0A-4B32-BB05-6428706999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145F85-FE97-4887-A9FA-ADB2056430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133075-43B3-4815-AE3E-485F8C973B4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973131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DA73BDC-A6ED-4FF8-BC08-F252329DB1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AD217D-0AAC-4EAC-9FB0-03FFA35DAE64}" type="datetimeFigureOut">
              <a:rPr lang="en-CA" smtClean="0"/>
              <a:t>2021-01-15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27BD009-830E-405C-BBFA-6E5E8C06CD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6A3786-FFEE-467A-8504-A974809599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133075-43B3-4815-AE3E-485F8C973B4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565048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FB86D5-3621-4C3C-BE22-D49863052C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5FBD32-6955-4E9E-AD4D-14744B735C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E6EF6D-7691-4A89-B85F-93D055A5E7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F60E0C-BDAC-4325-8A27-F457259D14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AD217D-0AAC-4EAC-9FB0-03FFA35DAE64}" type="datetimeFigureOut">
              <a:rPr lang="en-CA" smtClean="0"/>
              <a:t>2021-01-15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1A9C80-0114-45A7-B3F1-B8317DB09D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0435D4-93D6-40D1-B2B1-0A5C5A7ED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133075-43B3-4815-AE3E-485F8C973B4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850561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049FEE-207B-4846-BE76-5F14985015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7FE6E18-FE02-4590-840E-272DE581E31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5B051F-998E-4FE5-88EC-45394CBE20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E7AA77-3DA1-42C4-8A66-7228C3B52D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AD217D-0AAC-4EAC-9FB0-03FFA35DAE64}" type="datetimeFigureOut">
              <a:rPr lang="en-CA" smtClean="0"/>
              <a:t>2021-01-15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4271C6-C983-41A9-A0E4-7C64D86DBA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1CA759-E50A-47B9-BCAC-ED9FF1116B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133075-43B3-4815-AE3E-485F8C973B4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140540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495DCD-53DF-46E3-ABA3-E2ADD04B13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541DB1-ED89-45BA-8439-8FC944112D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3A428B-F0E8-438C-A6DB-1E2525BA4F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AD217D-0AAC-4EAC-9FB0-03FFA35DAE64}" type="datetimeFigureOut">
              <a:rPr lang="en-CA" smtClean="0"/>
              <a:t>2021-01-15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E344C8-41E6-4B7D-9A76-DC377E7EF5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5860DF-7B2E-474B-99C9-7AA0174A2E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133075-43B3-4815-AE3E-485F8C973B4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95868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B60F8CF-7195-4766-A307-0B13D16BDBD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FB9480-0225-44EC-B124-76E58051DF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E0CED6-979B-4983-9327-CC68095EF2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AD217D-0AAC-4EAC-9FB0-03FFA35DAE64}" type="datetimeFigureOut">
              <a:rPr lang="en-CA" smtClean="0"/>
              <a:t>2021-01-15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D57CB6-F2B4-4C1C-B07E-3688C63E24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17BC70-15E1-4FA9-84E3-7E860C7440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133075-43B3-4815-AE3E-485F8C973B4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574655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FA82753-72DB-4A46-BD72-AC5C512970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9D2B9D-7C5C-449E-995A-7EE51C559A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2BAE3F-0149-4BF1-9976-AC9EF1518E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AD217D-0AAC-4EAC-9FB0-03FFA35DAE64}" type="datetimeFigureOut">
              <a:rPr lang="en-CA" smtClean="0"/>
              <a:t>2021-01-15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A797DB-59ED-43E9-816D-F5F205FBFA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B6203C-F41A-4404-A800-3DA6267C63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133075-43B3-4815-AE3E-485F8C973B4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256736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7515F6D-0DC0-47FF-BFD1-28599210D00A}"/>
              </a:ext>
            </a:extLst>
          </p:cNvPr>
          <p:cNvSpPr txBox="1"/>
          <p:nvPr/>
        </p:nvSpPr>
        <p:spPr>
          <a:xfrm>
            <a:off x="928687" y="400050"/>
            <a:ext cx="1033462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4400" i="1">
                <a:solidFill>
                  <a:prstClr val="black"/>
                </a:solidFill>
                <a:latin typeface="Calibri Light" panose="020F0302020204030204"/>
                <a:ea typeface="+mj-ea"/>
                <a:cs typeface="+mj-cs"/>
              </a:rPr>
              <a:t>#539 Am I a Soldier of the Cross</a:t>
            </a:r>
            <a:endParaRPr lang="en-CA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2C29D0C-E854-4B50-B1AC-7A274AB5AB36}"/>
              </a:ext>
            </a:extLst>
          </p:cNvPr>
          <p:cNvSpPr txBox="1"/>
          <p:nvPr/>
        </p:nvSpPr>
        <p:spPr>
          <a:xfrm>
            <a:off x="1343024" y="2521059"/>
            <a:ext cx="950595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>
                <a:solidFill>
                  <a:srgbClr val="222222"/>
                </a:solidFill>
              </a:rPr>
              <a:t>1. Am I a soldier of the cross,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a foll'wer of the Lamb,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and shall I fear to own his cause,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or blush to speak his name?</a:t>
            </a:r>
            <a:endParaRPr lang="en-CA" sz="2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38433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DFE412A-AAD6-4D90-B2A9-E653D37127BE}"/>
              </a:ext>
            </a:extLst>
          </p:cNvPr>
          <p:cNvSpPr txBox="1"/>
          <p:nvPr/>
        </p:nvSpPr>
        <p:spPr>
          <a:xfrm>
            <a:off x="2286000" y="2271712"/>
            <a:ext cx="797242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>
                <a:solidFill>
                  <a:srgbClr val="222222"/>
                </a:solidFill>
              </a:rPr>
              <a:t>2. Must I be carried to the skies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on flow'ry beds of ease,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while others fought to win the prize,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and sailed thro' bloody seas?</a:t>
            </a:r>
            <a:endParaRPr lang="en-CA" sz="2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661243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D013DBA-85A9-4B7C-884C-8970B5AA8D3F}"/>
              </a:ext>
            </a:extLst>
          </p:cNvPr>
          <p:cNvSpPr txBox="1"/>
          <p:nvPr/>
        </p:nvSpPr>
        <p:spPr>
          <a:xfrm>
            <a:off x="2233612" y="2409825"/>
            <a:ext cx="772477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>
                <a:solidFill>
                  <a:srgbClr val="222222"/>
                </a:solidFill>
              </a:rPr>
              <a:t>3. Are there no foes for me to face?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Must I not stem the flood?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Is this vile world a friend to grace,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to help me on to God?</a:t>
            </a:r>
            <a:endParaRPr lang="en-US" sz="2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44569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CD24378-3A3A-45F6-9382-B1B8E1143FC1}"/>
              </a:ext>
            </a:extLst>
          </p:cNvPr>
          <p:cNvSpPr txBox="1"/>
          <p:nvPr/>
        </p:nvSpPr>
        <p:spPr>
          <a:xfrm>
            <a:off x="1938337" y="2357437"/>
            <a:ext cx="831532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>
                <a:solidFill>
                  <a:srgbClr val="222222"/>
                </a:solidFill>
              </a:rPr>
              <a:t>4. Since I must fight if I would reign: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increase my courage, Lord;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I'll bear the toil, endure the pain,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supported by thy Word.</a:t>
            </a:r>
            <a:endParaRPr lang="en-CA" sz="2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10416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B27C51E-3912-4147-93F1-0BD404438E3D}"/>
              </a:ext>
            </a:extLst>
          </p:cNvPr>
          <p:cNvSpPr txBox="1"/>
          <p:nvPr/>
        </p:nvSpPr>
        <p:spPr>
          <a:xfrm>
            <a:off x="1857375" y="2521059"/>
            <a:ext cx="847725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>
                <a:solidFill>
                  <a:srgbClr val="222222"/>
                </a:solidFill>
              </a:rPr>
              <a:t>5. Thy saints, in all this glorious war,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shall conquer, though they die;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they view the triumph from afar,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and seize it with their eye.</a:t>
            </a:r>
            <a:endParaRPr lang="en-CA" sz="2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02976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41B4C76-5E39-4BB0-ACCA-DCC6E61DBE25}"/>
              </a:ext>
            </a:extLst>
          </p:cNvPr>
          <p:cNvSpPr txBox="1"/>
          <p:nvPr/>
        </p:nvSpPr>
        <p:spPr>
          <a:xfrm>
            <a:off x="1738312" y="2521059"/>
            <a:ext cx="871537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>
                <a:solidFill>
                  <a:srgbClr val="222222"/>
                </a:solidFill>
              </a:rPr>
              <a:t>6. When that illustrious day shall rise,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and all thine armies shine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in robes of vict'ry through the skies,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the glory shall be thine.</a:t>
            </a:r>
            <a:endParaRPr lang="en-CA" sz="2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878662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214</Words>
  <Application>Microsoft Office PowerPoint</Application>
  <PresentationFormat>Widescreen</PresentationFormat>
  <Paragraphs>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Anya Hoogendoorn</dc:creator>
  <cp:lastModifiedBy>Anya Hoogendoorn</cp:lastModifiedBy>
  <cp:revision>1</cp:revision>
  <dcterms:created xsi:type="dcterms:W3CDTF">2021-01-15T23:55:34Z</dcterms:created>
  <dcterms:modified xsi:type="dcterms:W3CDTF">2021-01-15T23:55:34Z</dcterms:modified>
</cp:coreProperties>
</file>