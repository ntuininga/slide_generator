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DCBFB0-5F98-424A-B958-CF36DC1C2677}" type="datetimeFigureOut">
              <a:rPr lang="en-CA" smtClean="0"/>
              <a:t>2021-02-26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1FEB40-D96A-4BEC-895E-8039BB44BDE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45451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DA961-A1D8-409B-9B1B-88781339C2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838BEB-BC72-444A-9F12-FDC60E4F17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34E14-2B8A-475D-9D14-0E1C4790F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5A7EF-0125-4F83-86EE-3FFB766BD6F8}" type="datetimeFigureOut">
              <a:rPr lang="en-CA" smtClean="0"/>
              <a:t>2021-02-26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5F0270-9EA3-456D-837D-A60D42D30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BF9B3-BABA-41F0-B62B-A7E8D201B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12B06-4BCE-4D55-83E4-49B9B0172B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75284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BAD29-DF0D-49F3-9AE3-B1DAC4662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A6BFC-6C4F-418C-9445-36602428EC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26D43-DAFD-4FD0-8EFC-B38EE9CBF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5A7EF-0125-4F83-86EE-3FFB766BD6F8}" type="datetimeFigureOut">
              <a:rPr lang="en-CA" smtClean="0"/>
              <a:t>2021-02-26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0F078-F538-4068-8B4A-154475B6B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04D790-A12A-4859-86FA-C9C9F9C84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12B06-4BCE-4D55-83E4-49B9B0172B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2775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DB415-4CEB-4575-BB17-F88D05BB9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EA0C4E-C4FC-4561-9550-87E79711EB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95163-3FDC-47E9-9EA3-60094B51D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5A7EF-0125-4F83-86EE-3FFB766BD6F8}" type="datetimeFigureOut">
              <a:rPr lang="en-CA" smtClean="0"/>
              <a:t>2021-02-26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4B2879-4163-4360-BA12-7EF32DA25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6B539B-765B-4CF6-BF48-FB21B219A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12B06-4BCE-4D55-83E4-49B9B0172B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35046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EBB5E-F09F-41EF-B441-2D3977996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7BFAC-E9FB-4BEA-9C62-FEF4CD4087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88B984-4AE7-4C74-994F-CC587FA2EA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5B6A49-0000-4152-A4DE-15C23D057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5A7EF-0125-4F83-86EE-3FFB766BD6F8}" type="datetimeFigureOut">
              <a:rPr lang="en-CA" smtClean="0"/>
              <a:t>2021-02-26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1B0BFB-928D-4EDE-8736-26EB50A53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8ED99F-81D9-4617-8168-0F17B2CAF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12B06-4BCE-4D55-83E4-49B9B0172B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53260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36733-52CF-478B-99CE-70CCD29EF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8C7CA6-8375-45D0-B5D6-1684469B63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338C92-A740-4975-AA49-AA7716E549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6B9D2D-FCD3-4F2E-9873-60EB46BAA5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326775-9486-42F0-913F-A07EFB16EC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2306A0-7F5B-4CE8-BED6-1896D1920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5A7EF-0125-4F83-86EE-3FFB766BD6F8}" type="datetimeFigureOut">
              <a:rPr lang="en-CA" smtClean="0"/>
              <a:t>2021-02-26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45FB84-E343-49D7-96A0-0E06E5E7C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B5C05E-EE02-4B7B-8B42-781E7722B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12B06-4BCE-4D55-83E4-49B9B0172B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29828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69AEA-6CE5-474D-95B2-4ACCF61BB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7E9D8D-44A1-4D25-B16F-2944BA16B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5A7EF-0125-4F83-86EE-3FFB766BD6F8}" type="datetimeFigureOut">
              <a:rPr lang="en-CA" smtClean="0"/>
              <a:t>2021-02-26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575EAE-32EE-4127-AF9B-AC21ED11F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08706B-7816-4451-9D2A-1498B933D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12B06-4BCE-4D55-83E4-49B9B0172B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29499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5F2335-86F5-45E2-BF2D-784133D71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5A7EF-0125-4F83-86EE-3FFB766BD6F8}" type="datetimeFigureOut">
              <a:rPr lang="en-CA" smtClean="0"/>
              <a:t>2021-02-26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9986F9-E957-4277-BD74-78BAEEAD9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4B9320-6D4B-477A-9A42-D5BC2B31B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12B06-4BCE-4D55-83E4-49B9B0172B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05803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CFE84-6299-462D-98AC-C75F2E151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E4A7B-1FAA-494F-8B1E-F22790E711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20EB5E-5893-45DF-82AF-AB4CA7B08B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774C7-3E9B-4FB1-82D3-8198BDE26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5A7EF-0125-4F83-86EE-3FFB766BD6F8}" type="datetimeFigureOut">
              <a:rPr lang="en-CA" smtClean="0"/>
              <a:t>2021-02-26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7D53D9-9F27-46D4-B85D-AEFD4106D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B0A5DB-E0B7-4329-9219-39EC9B3A3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12B06-4BCE-4D55-83E4-49B9B0172B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03711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FD272-27CB-4954-AEAD-4639866A7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D505B8-F3BE-4397-B24B-36BF509217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6B02A1-F2E1-43CD-A2FB-06F3ED849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344D4A-6439-4598-A490-435865870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5A7EF-0125-4F83-86EE-3FFB766BD6F8}" type="datetimeFigureOut">
              <a:rPr lang="en-CA" smtClean="0"/>
              <a:t>2021-02-26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1F6AB7-2217-4AF5-86AC-48EB70850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18A0D5-1D7F-4D12-8E17-BDA947A97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12B06-4BCE-4D55-83E4-49B9B0172B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21593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A6BC4-D4B3-44D5-9DFD-5FCFAF5E2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714A1-D881-46FA-9353-0B4CBD27E3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A09060-67B1-4611-94F1-30AD1649E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5A7EF-0125-4F83-86EE-3FFB766BD6F8}" type="datetimeFigureOut">
              <a:rPr lang="en-CA" smtClean="0"/>
              <a:t>2021-02-26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A29BBC-3C5B-4810-AF40-3D5E5537E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391F86-BB52-4823-B182-C39775583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12B06-4BCE-4D55-83E4-49B9B0172B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14820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79E312-BCE6-49BF-8B46-D573E2C861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EBF29E-AF43-45A1-8FFE-5FE230CAA6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9B478-9F2B-4B34-B384-2E2457F47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5A7EF-0125-4F83-86EE-3FFB766BD6F8}" type="datetimeFigureOut">
              <a:rPr lang="en-CA" smtClean="0"/>
              <a:t>2021-02-26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79ACE-8804-46AA-AE86-5427B2891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7F8EC2-8078-4098-942E-E99449A9D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12B06-4BCE-4D55-83E4-49B9B0172B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61346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525814-4C68-4445-9F1C-EF31AAED3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A2C77B-90D9-4FDD-91D2-8086C7C56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8C1B20-1A17-468C-A766-FEA4FB1192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C5A7EF-0125-4F83-86EE-3FFB766BD6F8}" type="datetimeFigureOut">
              <a:rPr lang="en-CA" smtClean="0"/>
              <a:t>2021-02-26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660F48-6408-49CC-AC9F-CF3BA5DD97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5BE040-EAA8-458E-8A42-BE98C699D6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912B06-4BCE-4D55-83E4-49B9B0172B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7181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1B6C0D6-440B-47C6-BB9F-CD51BA8FDAFA}"/>
              </a:ext>
            </a:extLst>
          </p:cNvPr>
          <p:cNvSpPr txBox="1"/>
          <p:nvPr/>
        </p:nvSpPr>
        <p:spPr>
          <a:xfrm>
            <a:off x="1162050" y="285750"/>
            <a:ext cx="98679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400" i="1">
                <a:solidFill>
                  <a:prstClr val="black"/>
                </a:solidFill>
                <a:latin typeface="Calibri Light" panose="020F0302020204030204"/>
                <a:ea typeface="+mj-ea"/>
                <a:cs typeface="+mj-cs"/>
              </a:rPr>
              <a:t>#167 Jesus, Where’er Your People Meet</a:t>
            </a:r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F4995A-6C2F-46DB-B19E-AAB473649F72}"/>
              </a:ext>
            </a:extLst>
          </p:cNvPr>
          <p:cNvSpPr txBox="1"/>
          <p:nvPr/>
        </p:nvSpPr>
        <p:spPr>
          <a:xfrm>
            <a:off x="2024062" y="2521059"/>
            <a:ext cx="81438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1. Jesus, where'er your people meet,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there they behold your mercy seat;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where'er they seek you, you are found,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and ev'ry place is hallowed ground.</a:t>
            </a:r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2682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C78562-C524-4261-AEB7-1EDA6964924D}"/>
              </a:ext>
            </a:extLst>
          </p:cNvPr>
          <p:cNvSpPr txBox="1"/>
          <p:nvPr/>
        </p:nvSpPr>
        <p:spPr>
          <a:xfrm>
            <a:off x="1619250" y="2689118"/>
            <a:ext cx="8953500" cy="14797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80000"/>
              </a:lnSpc>
              <a:spcBef>
                <a:spcPts val="1200"/>
              </a:spcBef>
            </a:pPr>
            <a:r>
              <a:rPr lang="en-US" sz="2800">
                <a:solidFill>
                  <a:srgbClr val="222222"/>
                </a:solidFill>
              </a:rPr>
              <a:t>2. For you, within no walls confined,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are dwelling in the humble mind;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such ever bring you where they come,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and going, take you to their home.</a:t>
            </a:r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9697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F37884-E423-4241-8B0C-CE281D650305}"/>
              </a:ext>
            </a:extLst>
          </p:cNvPr>
          <p:cNvSpPr txBox="1"/>
          <p:nvPr/>
        </p:nvSpPr>
        <p:spPr>
          <a:xfrm>
            <a:off x="2500312" y="2400300"/>
            <a:ext cx="71913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3. Dear Shepherd of your chosen few,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your former mercies here renew;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here to our waiting hearts proclaim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the sweetness of your saving name.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5539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794467-FBF5-4B43-AAD1-EC94C478731A}"/>
              </a:ext>
            </a:extLst>
          </p:cNvPr>
          <p:cNvSpPr txBox="1"/>
          <p:nvPr/>
        </p:nvSpPr>
        <p:spPr>
          <a:xfrm>
            <a:off x="2028825" y="2521059"/>
            <a:ext cx="81343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4. Here may we prove the </a:t>
            </a:r>
            <a:r>
              <a:rPr lang="en-US" sz="2800" dirty="0" err="1">
                <a:solidFill>
                  <a:srgbClr val="222222"/>
                </a:solidFill>
              </a:rPr>
              <a:t>pow'r</a:t>
            </a:r>
            <a:r>
              <a:rPr lang="en-US" sz="2800" dirty="0">
                <a:solidFill>
                  <a:srgbClr val="222222"/>
                </a:solidFill>
              </a:rPr>
              <a:t> of </a:t>
            </a:r>
            <a:r>
              <a:rPr lang="en-US" sz="2800" dirty="0" err="1">
                <a:solidFill>
                  <a:srgbClr val="222222"/>
                </a:solidFill>
              </a:rPr>
              <a:t>pray'r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to strengthen faith and sweeten care,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to teach our faint desires to rise,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and bring all </a:t>
            </a:r>
            <a:r>
              <a:rPr lang="en-US" sz="2800" dirty="0" err="1">
                <a:solidFill>
                  <a:srgbClr val="222222"/>
                </a:solidFill>
              </a:rPr>
              <a:t>heav'n</a:t>
            </a:r>
            <a:r>
              <a:rPr lang="en-US" sz="2800" dirty="0">
                <a:solidFill>
                  <a:srgbClr val="222222"/>
                </a:solidFill>
              </a:rPr>
              <a:t> before our eyes.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8796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10EF3C-BBDC-4D45-BA00-189FB08A30CD}"/>
              </a:ext>
            </a:extLst>
          </p:cNvPr>
          <p:cNvSpPr txBox="1"/>
          <p:nvPr/>
        </p:nvSpPr>
        <p:spPr>
          <a:xfrm>
            <a:off x="2000250" y="2521059"/>
            <a:ext cx="81915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srgbClr val="222222"/>
                </a:solidFill>
              </a:rPr>
              <a:t>5. Lord, we are few, but you are near;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nor short your arm, nor deaf your ear;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O rend the heav'ns, come quickly down,</a:t>
            </a:r>
            <a:br>
              <a:rPr lang="en-US" sz="2800">
                <a:solidFill>
                  <a:prstClr val="black"/>
                </a:solidFill>
              </a:rPr>
            </a:br>
            <a:r>
              <a:rPr lang="en-US" sz="2800">
                <a:solidFill>
                  <a:srgbClr val="222222"/>
                </a:solidFill>
              </a:rPr>
              <a:t>and make a thousand hearts your own.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19220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190</Words>
  <Application>Microsoft Office PowerPoint</Application>
  <PresentationFormat>Widescreen</PresentationFormat>
  <Paragraphs>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2021-02-26T23:10:13Z</dcterms:created>
  <dcterms:modified xsi:type="dcterms:W3CDTF">2021-02-26T23:12:18Z</dcterms:modified>
</cp:coreProperties>
</file>