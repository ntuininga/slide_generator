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055F-B24A-4710-988A-421BCFB3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87FD5-FB89-403D-9E58-AAC785E5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068A-D9FC-4280-A6E9-1B0F4761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70ACE-FA4B-49E2-8EA3-F827A1D4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44767-1EC2-4FFC-8B44-BBBC00E9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527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011E-B8CC-4EE3-A0B1-F392800A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EF0E0-FC2D-43CB-A133-64A0E9CB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4C18B-3FDA-4184-9E6B-A4731ADB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E983-8C70-475E-A8F4-525EC584B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B6283-9DC2-4B02-BC56-1785611A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10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B5D4-7AFA-4798-8167-A3B2D09B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412CF-1307-47F5-8222-BAB05ABB5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5A38B-8A46-4485-BF64-18AB2943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02F13-B0F2-4842-97D2-058F0AC3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59B5-184F-4B06-B8D3-72A28A8B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73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8DF7-A3A0-4A6B-8F03-EF1FF800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89C13-CEA4-4304-9D1E-8CE84E33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FB70C-74ED-457B-A9F2-9E6BA8CDD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64CAB-404B-4783-B376-B67429B6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2F750-9799-4CE4-96C9-855A807F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AE3AC-5443-4DFC-9048-9437D4B0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572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574B-2CD2-4EE5-A0E1-48663063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0D0A-BA34-4F5B-896A-E724E6AB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DAD89-CE8F-4CBE-B038-C05B357E4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8FC2F-F6A8-432B-83F5-CDC6F1A7C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38FCB-4D7C-4E61-95A5-C9236E893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DB10D-FD51-467A-9861-F31E101B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00F4A-7861-4964-8DFB-D34FEA85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ACBF13-DC4D-40C4-9EBB-FDED9E3D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758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186F-14BC-4D6C-AD97-81362967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7ADE3E-DD66-4549-B522-EEA38912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E53C-3CCA-4DB6-9F87-45B4ABC0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B0D04-5F1B-4FB5-91D2-E39DF040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105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31FC4-A399-45F8-9C0D-D5ECADA4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7E7B6-5E7C-4CD7-8143-0E05F19F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14299-37EF-43FD-BFAD-74308649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1815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B058-7333-4B21-8149-82ED0AC9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7578D-931B-49C8-AC59-5E0334F17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23408-4716-4DBC-9666-A290A1D16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7DD31-42AE-44E9-8FFB-8E59E092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B17ED-9CD0-4E04-BA30-1673700E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E4C6E-ABE7-4613-9724-48D5C754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053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EDF7-A083-43D7-A151-6940C321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5D418-2500-4674-A352-97176F48D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35EB4-5DD8-4A07-B905-9A739E3E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2CE32-EA6A-40F4-9D76-47B211E2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0E3C-9E49-454E-B388-2099EC92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DB9FB-05F9-4913-96A8-28726A40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38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79E1-2B19-4C5F-B4DB-F5EDBE19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52BCB-38A1-4BB6-B279-5696296C3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89C6-4642-4724-8365-795B8373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5E9F7-4A5D-4339-B7F6-096CCA32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75EE-858C-43E7-9CE1-E7BF637F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68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84FC1B-4D86-4075-A562-BAEF5289B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2B67D-86EF-4460-8B9A-D5EA31931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63697-1082-42F8-92FD-F0426DF6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5079-C90F-48B2-A628-A9BAE56A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6F0AD-AEC0-47C5-889B-98F1BBFB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77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47B22-3826-4A8C-91DA-2C13ABA3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32E1-6455-455B-B799-4CCB0383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4C02C-E169-4DE3-AD84-4743766FB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5654D-D260-4627-9FE8-B7E76732DDE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76C0-D799-4EA5-B855-85D127928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DCD8-798D-4E38-B2E8-5941EF8B5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B0B19-1286-4007-B2BF-DFF52D944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650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219535-7C72-40AB-96BF-21FFED980BA6}"/>
              </a:ext>
            </a:extLst>
          </p:cNvPr>
          <p:cNvSpPr txBox="1"/>
          <p:nvPr/>
        </p:nvSpPr>
        <p:spPr>
          <a:xfrm>
            <a:off x="1438275" y="257175"/>
            <a:ext cx="9315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#568 Doxology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E9411-CFD7-4241-A274-48DC40568AFA}"/>
              </a:ext>
            </a:extLst>
          </p:cNvPr>
          <p:cNvSpPr txBox="1"/>
          <p:nvPr/>
        </p:nvSpPr>
        <p:spPr>
          <a:xfrm>
            <a:off x="1695450" y="2305615"/>
            <a:ext cx="8801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God from whom all blessings flow;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him, all creatures here below;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him above, ye heav'nly host: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Father, Son, and Holy Ghost.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11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2021-08-27T18:38:01Z</dcterms:created>
  <dcterms:modified xsi:type="dcterms:W3CDTF">2021-08-27T18:38:48Z</dcterms:modified>
</cp:coreProperties>
</file>