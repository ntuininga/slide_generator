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2" r:id="rId2"/>
    <p:sldId id="363" r:id="rId3"/>
    <p:sldId id="47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339981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1080851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8030411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449897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7110026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0098236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2264742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8408365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882183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86524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7015053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3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152399" y="2322616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Eternal is your word, O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heav’n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it stands forever sure.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truth remains thro’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ev’ry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age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earth you founded, it endures.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stand by your decree this day,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all things serve your 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sov’reign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way.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A99AD-CDF1-4331-B1BA-3C30B339D361}"/>
              </a:ext>
            </a:extLst>
          </p:cNvPr>
          <p:cNvSpPr txBox="1"/>
          <p:nvPr/>
        </p:nvSpPr>
        <p:spPr>
          <a:xfrm>
            <a:off x="766761" y="160422"/>
            <a:ext cx="10963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#119L Eternal Is Your Word, O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980887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Had not your law been my delight,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would have perished in my strife.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precepts I will not forget;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thro’ them you preserved my life.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LORD, rescue me, for I am yours,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 have sought to know your word.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3918259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D10FE2-BC6E-4E22-8528-97CC21E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31342-706D-40C0-9C06-598A77325C26}"/>
              </a:ext>
            </a:extLst>
          </p:cNvPr>
          <p:cNvSpPr txBox="1"/>
          <p:nvPr/>
        </p:nvSpPr>
        <p:spPr>
          <a:xfrm>
            <a:off x="1314450" y="2090172"/>
            <a:ext cx="9563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The wicked lie in wait for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estruction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threatens at their hands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en-CA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I, in spite of all their threats,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 still consider your commands.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Perfection’s limits I have found,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your commandments have no bound.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7412345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184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2022-01-08T23:03:04Z</dcterms:created>
  <dcterms:modified xsi:type="dcterms:W3CDTF">2022-01-08T23:04:43Z</dcterms:modified>
</cp:coreProperties>
</file>