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00A3-1E17-4FE2-A9F4-2792BB3E5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66FD-B898-440C-9500-96CBA24BC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E3A92-A1DF-4471-9ACD-A3D801F8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6FD3-E060-49D5-9925-0401694F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8CD5-FADE-4628-B6DF-9AE4D8CE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207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BF-EFA6-412B-BEBD-C5D7017B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4FBF-B3CD-4B9E-A2E1-2CF8A868B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BC7F-0215-48D5-83ED-D0A4672E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E63C-9412-44D1-BA44-F63F60C1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D1698-C36B-45FE-A671-B91EE511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589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ABD8-E44F-43D4-9BD0-08EE6D5E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C94D9-B7EA-4807-8822-F45084525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D530-93A8-46E9-B353-C501C60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50BF-24C5-4079-9A9B-18E018DC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7F906-ADDA-44D8-8F5D-6419DC78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19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6BA4-17B7-442A-A93F-A244B143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92BC-DE02-4E14-B529-4C19512F9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8E32-1626-4004-BA6E-FD49D9DEE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AE8D6-25FD-4FDC-905C-318FE8CD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3A890-E488-4456-B46B-F59BCA20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89D61-F55C-4734-9C4F-8BD56F68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68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7DB5-4451-4522-97F2-F8E4BC89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A2882-7490-4651-9BCF-928A5556B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ACCE9-F426-4770-B8F6-5C42FEDAA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9E46B-5399-4D00-901D-E8F60C354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F37FF-23E2-49D0-886F-DA97F6E0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7FBF5-E0C1-4FEB-B404-795CD2BF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06664-3372-4E2B-ACCB-9B483C4A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3EFBA-7A17-4667-8F26-2C7339F7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366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93D7-598C-4C05-BA0A-9D4C1F11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377CC-8A86-4C39-9300-BC87B8A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A35DB-40BE-494D-A10D-8E1375CD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69588-7E6D-44F0-8027-2FE39303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084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7A82A-3006-4093-9E91-114F0DF8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2C801-47FF-4271-9107-A5F5F7A1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83AD5-18FC-424C-9380-EFCF2B02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08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4226-4FA5-4167-9122-4B3C82D7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C22B2-0315-456B-91C3-AD66D38AF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55416-A4BD-4313-A63D-7FF1A4B39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DE183-13E3-48D6-A063-663706A10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0215B-3779-45B4-BCFD-4AA38FDC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C602E-26E5-4533-ADAD-B0B1AD15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103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9A13-F4BC-4BA4-9CEC-951168A3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6FD05-8F73-4E01-AFB8-5FE315613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87BF-4658-42EE-A626-9560C4916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27A6-5F0C-4750-91F3-DEAAD274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A169F-A1B5-43F6-90D9-46B5C263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32D8-8097-4E02-BB16-7610FD28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538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9C97-0419-4A01-808F-47BF9870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31723-EDBC-4BEE-A437-C1E968269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25A71-D15F-441F-8A67-4EA4DB27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38AF2-3865-48A9-A4F4-D5A5AE72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A1883-F517-4C81-951B-B963D09E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3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EA34D-8D7F-45F9-99A5-885144C2D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0B637-758B-4B4D-BE00-4E43966A1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4D274-4156-4AAF-A477-D6823747D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554C8-BA30-4921-95DC-AFE4FD49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4B98A-28C4-4772-8A46-0793C0A1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8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EDDE1-5EF8-4915-AC1E-6B86CC78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3D2E6-EDEC-4FD1-9160-58C49D7E9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FF809-958B-438F-85A8-54FAE2E0D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FD999-E31F-412A-AA73-29E364039799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EC1DB-C25D-43DC-A60A-EB0BA81DA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9EFBE-A684-4956-B899-FF732416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8B9B9-6CEC-4161-9761-532AD0EE65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374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819CEC-412C-4FB5-AAA0-A1FE843F0B87}"/>
              </a:ext>
            </a:extLst>
          </p:cNvPr>
          <p:cNvSpPr txBox="1"/>
          <p:nvPr/>
        </p:nvSpPr>
        <p:spPr>
          <a:xfrm>
            <a:off x="597692" y="333375"/>
            <a:ext cx="109966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#197 Come, Take by Faith the Body of the Lord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616BF-1740-4301-93DF-07CA8DEDE6D9}"/>
              </a:ext>
            </a:extLst>
          </p:cNvPr>
          <p:cNvSpPr txBox="1"/>
          <p:nvPr/>
        </p:nvSpPr>
        <p:spPr>
          <a:xfrm>
            <a:off x="2328860" y="2521059"/>
            <a:ext cx="7534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Come, take by faith the body of the Lord,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drink the blood of Christ for us outpoured.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Praise and confess the wonders of his grace: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rescue us, he suffered in our place.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56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D1055-5D7B-421C-9EAD-E28EB0C218E9}"/>
              </a:ext>
            </a:extLst>
          </p:cNvPr>
          <p:cNvSpPr txBox="1"/>
          <p:nvPr/>
        </p:nvSpPr>
        <p:spPr>
          <a:xfrm>
            <a:off x="2124075" y="2395537"/>
            <a:ext cx="7943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Led to the slaughter as the Lamb of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our Savior bought us with his precious blood.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Remember how he bore our curse and shame;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until he comes, let us his death proclaim.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31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B9C30E-7FCF-447D-93FC-ADFA2F662C5F}"/>
              </a:ext>
            </a:extLst>
          </p:cNvPr>
          <p:cNvSpPr txBox="1"/>
          <p:nvPr/>
        </p:nvSpPr>
        <p:spPr>
          <a:xfrm>
            <a:off x="1795462" y="2521059"/>
            <a:ext cx="8601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Come, let us then with contrite hearts draw near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seek the pledges of his mercy here.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He, who his saints in this world rules and shields,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all believers life eternal yields.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65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07C18-31EB-47FD-B4CE-07CEDDF6E41D}"/>
              </a:ext>
            </a:extLst>
          </p:cNvPr>
          <p:cNvSpPr txBox="1"/>
          <p:nvPr/>
        </p:nvSpPr>
        <p:spPr>
          <a:xfrm>
            <a:off x="1471612" y="2521059"/>
            <a:ext cx="9248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With heavenly bread he makes the hungry whole,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gives living waters to the thirsty soul.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his holy supper celebrate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and, so refreshed, our coming King await.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323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2021-01-15T23:57:06Z</dcterms:created>
  <dcterms:modified xsi:type="dcterms:W3CDTF">2021-03-12T20:42:40Z</dcterms:modified>
</cp:coreProperties>
</file>