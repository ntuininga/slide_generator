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4" r:id="rId3"/>
    <p:sldId id="295" r:id="rId4"/>
    <p:sldId id="296" r:id="rId5"/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14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A996-34EB-437F-8851-4FF9D6706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605F0-3AC0-4E83-822D-D79EBAA81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15555-CDEA-4D46-93C2-1D3E5BB0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A757F-0F42-46FA-9BD3-DE32AD896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E2063-CCCA-48B1-AFAB-6CA792C92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7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A45A-F0C9-4859-9065-8B774048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3945C-07D2-41EC-ADB0-CCB75C07B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58D01-71ED-4377-B8AE-C06F281B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E73C3-38C7-44EC-845D-B904AC2FB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FF74A-F17D-4A13-B0C4-F4A01E29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09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3229-558B-4E20-8DB5-4BFEEB86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BA69C-7FBB-427B-BA2B-D5CE37C51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77B2C-60EB-4A4C-865B-70A48E98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473A3-4C66-406D-834C-F286F6B4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43090-B4F4-4883-BB11-C66DA24D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44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523C-CABD-4FCC-8912-074CF941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DD80D-34C6-4D23-9610-250CDA197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E2B58-BB89-4A5F-BE98-686366F88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3B343-C1F2-465F-BB77-BE5239DC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A9AE9-51FD-4F66-904A-E539329B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E6001-01AF-442C-B353-B166A232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12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FEB7-76DC-4BC7-9CF8-60B541AE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6DB2F-2ACC-40BB-90F0-3B693085B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63E13-8FA5-42B3-854C-8A26931B3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741040-DE7F-4D54-9145-FCCB4F1D8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1A8B50-848F-4031-8EED-577CA0F51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DDE81-BB0C-415A-9B48-D11C1133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87491-94A7-48AB-A9CD-CA4F3488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3DD1CE-6F74-45EF-9358-FAF639F2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6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C581-7BDC-4F0C-93D1-4E569058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89781-9196-4E7A-B188-CF366DEE5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703A5-C40D-4884-B0F4-BDF12C95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DBD2A-C612-4661-9802-0BB817EF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0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DC295-56E2-403B-A469-7574D27E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88F25-339B-4CE6-8CEC-2B3E07E3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5D385-709D-4304-B3EC-290417B3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64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3281C-E318-45CB-A635-D2F1463A1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3405-A981-445C-9176-8DCBDFF25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3502-3991-48B9-844D-A15BA8BC2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3CAA1-EF5D-4B1B-A5D9-DFAFF373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7EFE1-8196-4D1B-8846-A348F2126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1CB13-9FA2-4E39-81FC-47B0D6FD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6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34289-6425-4BAC-9BF0-5DD308A4A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51E40-F4BF-4CF1-AAEA-400B9A35F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F326D-2850-4190-BA0D-6953B1AF6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D67CB-6104-4F6C-B552-251E0FE3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4518B-7F2E-429F-82BC-838929C17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05418-75B8-451B-8A0A-34F5629C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7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8FD0D-E36F-4899-9026-AAAEA35B5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D69EF-2FA9-4D6B-BD2B-71759DAE4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67F93-DFFC-4761-A427-3F70A645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EAB47-8033-4F01-8429-77E13484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E07E5-E7EA-4627-A6F5-ADAD18F0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72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B8CBE-A8A4-49D9-AB03-563D57254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01DF4-3502-48AC-B907-0CEFAB43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E20E2-C836-465F-A823-43103A6D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C4A95-B26D-4FD3-8928-04C30062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5DA42-D174-4E34-8A29-38D0BFC64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9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0F2AD-C0BF-4D51-88DA-D41D1A45B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2D738-6850-4AE4-B8B1-C29BE972B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C9668-B9ED-4601-8918-A76C58894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59AB2-0AA2-453D-B8E8-840EC12E63F4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CB73E-E9CA-4170-A3EB-ED831CEF8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05E5F-6F19-4B68-8D2A-F08CB645A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A9F41-B23F-46CF-815E-F4D18C059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2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The earth and the riches with which it is stored,</a:t>
            </a:r>
          </a:p>
          <a:p>
            <a:pPr algn="ctr"/>
            <a:r>
              <a:rPr lang="en-CA" sz="2800" dirty="0"/>
              <a:t>The world and its dwellers belong to the Lord,</a:t>
            </a:r>
          </a:p>
          <a:p>
            <a:pPr algn="ctr"/>
            <a:r>
              <a:rPr lang="en-CA" sz="2800" dirty="0"/>
              <a:t>For he on the seas its foundation has laid,</a:t>
            </a:r>
          </a:p>
          <a:p>
            <a:pPr algn="ctr"/>
            <a:r>
              <a:rPr lang="en-CA" sz="2800" dirty="0"/>
              <a:t>And firm on the waters its pillars has stayed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1991 Rowland S. Ward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#24A The Earth and the Riches</a:t>
            </a:r>
          </a:p>
        </p:txBody>
      </p:sp>
    </p:spTree>
    <p:extLst>
      <p:ext uri="{BB962C8B-B14F-4D97-AF65-F5344CB8AC3E}">
        <p14:creationId xmlns:p14="http://schemas.microsoft.com/office/powerpoint/2010/main" val="22653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O who shall the mount of the Lord God ascend,</a:t>
            </a:r>
          </a:p>
          <a:p>
            <a:pPr algn="ctr"/>
            <a:r>
              <a:rPr lang="en-CA" sz="2800" dirty="0"/>
              <a:t>Or who in the place of his holiness stand?</a:t>
            </a:r>
          </a:p>
          <a:p>
            <a:pPr algn="ctr"/>
            <a:r>
              <a:rPr lang="en-CA" sz="2800" dirty="0"/>
              <a:t>The man of pure heart and of hands without stain,</a:t>
            </a:r>
          </a:p>
          <a:p>
            <a:pPr algn="ctr"/>
            <a:r>
              <a:rPr lang="en-CA" sz="2800" dirty="0"/>
              <a:t>Who swears not in falsehood nor loves what is vain.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1991 Rowland S. Ward</a:t>
            </a:r>
          </a:p>
        </p:txBody>
      </p:sp>
    </p:spTree>
    <p:extLst>
      <p:ext uri="{BB962C8B-B14F-4D97-AF65-F5344CB8AC3E}">
        <p14:creationId xmlns:p14="http://schemas.microsoft.com/office/powerpoint/2010/main" val="73007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A blessing he shall from the Lord God receive;</a:t>
            </a:r>
          </a:p>
          <a:p>
            <a:pPr algn="ctr"/>
            <a:r>
              <a:rPr lang="en-CA" sz="2800" dirty="0"/>
              <a:t>The God of salvation shall righteousness give.</a:t>
            </a:r>
          </a:p>
          <a:p>
            <a:pPr algn="ctr"/>
            <a:r>
              <a:rPr lang="en-CA" sz="2800" dirty="0"/>
              <a:t>For this is the people, yea, this is the race,</a:t>
            </a:r>
          </a:p>
          <a:p>
            <a:pPr algn="ctr"/>
            <a:r>
              <a:rPr lang="en-CA" sz="2800" dirty="0"/>
              <a:t>Who seek Jacob’s God, who are seeking his face.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1991 Rowland S. Ward</a:t>
            </a:r>
          </a:p>
        </p:txBody>
      </p:sp>
    </p:spTree>
    <p:extLst>
      <p:ext uri="{BB962C8B-B14F-4D97-AF65-F5344CB8AC3E}">
        <p14:creationId xmlns:p14="http://schemas.microsoft.com/office/powerpoint/2010/main" val="3281741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O gates, lift your heads! Ancient doors, lift them high!</a:t>
            </a:r>
          </a:p>
          <a:p>
            <a:pPr algn="ctr"/>
            <a:r>
              <a:rPr lang="en-CA" sz="2800" dirty="0"/>
              <a:t>The King of all glory to enter draws nigh!</a:t>
            </a:r>
          </a:p>
          <a:p>
            <a:pPr algn="ctr"/>
            <a:r>
              <a:rPr lang="en-CA" sz="2800" dirty="0"/>
              <a:t>O who is this King that in glory draws near?</a:t>
            </a:r>
          </a:p>
          <a:p>
            <a:pPr algn="ctr"/>
            <a:r>
              <a:rPr lang="en-CA" sz="2800" dirty="0"/>
              <a:t>The Lord, mighty Lord of the battle is here!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1991 Rowland S. Ward</a:t>
            </a:r>
          </a:p>
        </p:txBody>
      </p:sp>
    </p:spTree>
    <p:extLst>
      <p:ext uri="{BB962C8B-B14F-4D97-AF65-F5344CB8AC3E}">
        <p14:creationId xmlns:p14="http://schemas.microsoft.com/office/powerpoint/2010/main" val="220107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O gates, lift your heads! Ancient doors, lift them high!</a:t>
            </a:r>
          </a:p>
          <a:p>
            <a:pPr algn="ctr"/>
            <a:r>
              <a:rPr lang="en-CA" sz="2800" dirty="0"/>
              <a:t>The King of all glory to enter draws nigh!</a:t>
            </a:r>
          </a:p>
          <a:p>
            <a:pPr algn="ctr"/>
            <a:r>
              <a:rPr lang="en-CA" sz="2800" dirty="0"/>
              <a:t>This King of all glory, O who can he be?</a:t>
            </a:r>
          </a:p>
          <a:p>
            <a:pPr algn="ctr"/>
            <a:r>
              <a:rPr lang="en-CA" sz="2800" dirty="0"/>
              <a:t>The Lord God of hosts! King of glory is he!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1991 Rowland S. Ward</a:t>
            </a:r>
          </a:p>
        </p:txBody>
      </p:sp>
    </p:spTree>
    <p:extLst>
      <p:ext uri="{BB962C8B-B14F-4D97-AF65-F5344CB8AC3E}">
        <p14:creationId xmlns:p14="http://schemas.microsoft.com/office/powerpoint/2010/main" val="101625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2020-05-21T02:12:30Z</dcterms:created>
  <dcterms:modified xsi:type="dcterms:W3CDTF">2020-05-21T02:14:12Z</dcterms:modified>
</cp:coreProperties>
</file>