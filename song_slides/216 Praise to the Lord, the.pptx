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8" r:id="rId2"/>
    <p:sldId id="281" r:id="rId3"/>
    <p:sldId id="282" r:id="rId4"/>
    <p:sldId id="283" r:id="rId5"/>
    <p:sldId id="28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1894B-BD34-454C-B2A0-7C937D9A794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1C640-F8AB-4F44-971E-9A8E6052E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76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B9ABE-34C7-4D1D-B4C1-94580E073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35564-FDFA-4C64-B683-7F2EC38B5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4E14A-2C79-4B7D-AD11-AF3E3DBCB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4068-8DB5-4AC3-8C78-01070091DD4C}" type="datetime1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8F855-11E4-4727-A23D-A51C1DB09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EF6C3-5D25-4612-A12A-93E88B70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2DA9C-973D-487C-AC13-F5F881DB8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4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4059-9BEE-4727-9D17-8BDC5FB88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98A04-D9A7-4416-AA2C-DCBCF8E38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96E8C-D102-422F-97D2-9B9B78DCB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EAC8-44C6-42A3-A2E9-F539EFF0A82A}" type="datetime1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05BF0-7B41-4F07-9EE4-029FDA35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233FF-32AC-4241-9576-6DE94D2F1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2DA9C-973D-487C-AC13-F5F881DB8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768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252E5-E130-4AF6-B124-8F55BFA53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D7E6B-6C31-45BC-945E-25724FBAA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81526-AE3A-4BFE-8AA4-390A8B36A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C1D9-3797-44D7-ABF5-23E8B4B2D8D0}" type="datetime1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79A27-7E37-4E45-AA9B-2B794C553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61865-E838-4F7A-B4FC-CB423188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2DA9C-973D-487C-AC13-F5F881DB8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6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F6076-C515-4888-9562-26596B704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21A99-5650-400F-833A-BDF6BD0F0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F2D15-255F-4C95-9587-603256B8C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8C484-669F-4483-92BF-69F109F5F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E984-50BE-4E57-916A-D2288091C3AA}" type="datetime1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DE1F6-2358-4578-B088-10AAFA86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D959F-2693-482A-9E03-F51B54FB7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2DA9C-973D-487C-AC13-F5F881DB8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7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A30EA-C37C-4233-98C0-B746C002C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EFAFE-0DE4-4E97-9ABC-B8EC9EAF7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5638B-184B-4BBF-82E0-81A0749C5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F86432-1841-494D-8D5F-C11796660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A8A24-B7C6-4070-9702-41198C73E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4EA4F2-2422-46D4-95AB-39D885286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E25C4-DC32-4462-B0B6-5FCE31364F44}" type="datetime1">
              <a:rPr lang="en-US" smtClean="0"/>
              <a:t>5/22/2020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0D164-3CBA-4871-B1E0-2E4758E59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275E4-1EDC-4CBB-8B40-DE38E833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2DA9C-973D-487C-AC13-F5F881DB8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22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22FC9-DB29-46E3-BEF3-F1F343BE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DCE33-3560-47E3-94F9-E98AFCBEF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F4FA5-0565-4044-BA8F-DF73D5B741BE}" type="datetime1">
              <a:rPr lang="en-US" smtClean="0"/>
              <a:t>5/22/2020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4A6C7-32C3-4DCD-8807-03EFF167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DAF29-0B88-4CDA-9547-4259D6A9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2DA9C-973D-487C-AC13-F5F881DB8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3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BF2A25-CB4C-431A-9586-2E881CC8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15A7C-1B9C-4F8D-813D-5D0533B27A48}" type="datetime1">
              <a:rPr lang="en-US" smtClean="0"/>
              <a:t>5/22/2020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76889-C76B-4AF8-82A5-7B3727876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529D6-2720-4B15-B637-AFD67902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2DA9C-973D-487C-AC13-F5F881DB8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72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A8024-4281-4A50-A947-65A74852B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60FB8-52EB-402F-BDEF-180F92CCA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B937E-132E-44B7-B79A-11968CA71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265F6-7EDE-4E77-8A0F-C8EA2B09B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5F31-1A13-4D23-8E0F-1802E3EA8836}" type="datetime1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2B1CE-AA5A-4A28-8C0E-78133220C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E2F6C-EA79-4877-89CA-C9E432C2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2DA9C-973D-487C-AC13-F5F881DB8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4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14FE4-761A-47A1-BD46-58CBBBE46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6BD0F-FFB6-4C20-A7C2-A4462505F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45ADC-6867-41CB-9A08-B0BFE92A9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AEE36-FC43-473B-88C2-4D8CD0DFF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2CAB0-1DBC-424E-9764-3C20FFD6B72F}" type="datetime1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56365-F6FD-4C08-A516-1682B4BD2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42A8D-8C03-4E1D-B12A-83CA6490F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2DA9C-973D-487C-AC13-F5F881DB8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54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B92B-5501-4941-919A-3F752D996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774D6-DC97-40CB-BCC9-689A4F90C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6A3EF-1AAC-4EEB-9CEA-49DBA946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9409-3B91-4BC8-B313-5F32DE1CE691}" type="datetime1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B7849-E063-409C-A6E7-A9DA85D9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469ED-C9FC-4FE3-B07E-B4D1C780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2DA9C-973D-487C-AC13-F5F881DB8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3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4EB469-D792-4A7B-934C-D418B5817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CF089-19C9-4889-9C2B-A3BC9107E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D11D8-47E6-483A-BC09-09C9CFA5F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390BC-186A-483A-9AF2-79CD478B2699}" type="datetime1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7800A-E3A0-43D0-821F-EBC45DF7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0DB93-FEED-4D95-8F86-9C5D6A2A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2DA9C-973D-487C-AC13-F5F881DB8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4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3E26A9-0B0C-4FD0-BD9C-0B46EA181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B11B1-DFE4-40B1-B57E-193073FF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7373F-FB4A-4622-B597-3F915DBC3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31A5D-7DBB-41C7-BCDD-B0E4E2B61012}" type="datetime1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E8669-F99B-43B6-B147-284E3AC72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D305-FBFA-45C7-B915-8368BD2C4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2DA9C-973D-487C-AC13-F5F881DB8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76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#216 Praise to the Lord, the Almighty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360612"/>
            <a:ext cx="12191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 </a:t>
            </a:r>
            <a:r>
              <a:rPr lang="en-CA" sz="2800" dirty="0"/>
              <a:t>Praise to the Lord, the Almighty, the King of creation!</a:t>
            </a:r>
          </a:p>
          <a:p>
            <a:pPr algn="ctr"/>
            <a:r>
              <a:rPr lang="en-CA" sz="2800" dirty="0"/>
              <a:t>O my soul, praise him, for he is thy health and salvation!</a:t>
            </a:r>
          </a:p>
          <a:p>
            <a:pPr algn="ctr"/>
            <a:r>
              <a:rPr lang="en-CA" sz="2800" dirty="0"/>
              <a:t>All ye who hear, </a:t>
            </a:r>
          </a:p>
          <a:p>
            <a:pPr algn="ctr"/>
            <a:r>
              <a:rPr lang="en-CA" sz="2800" dirty="0"/>
              <a:t>now to his temple draw near;</a:t>
            </a:r>
          </a:p>
          <a:p>
            <a:pPr algn="ctr"/>
            <a:r>
              <a:rPr lang="en-CA" sz="2800" dirty="0"/>
              <a:t>Join me in glad adoration.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6DE4A-BC18-499B-B857-3B757F3C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8573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340596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Praise to the Lord, who o’er all things so wondrously </a:t>
            </a:r>
            <a:r>
              <a:rPr lang="en-US" sz="2800" dirty="0" err="1"/>
              <a:t>reigneth</a:t>
            </a:r>
            <a:r>
              <a:rPr lang="en-US" sz="2800" dirty="0"/>
              <a:t>,</a:t>
            </a:r>
          </a:p>
          <a:p>
            <a:pPr algn="ctr"/>
            <a:r>
              <a:rPr lang="en-US" sz="2800" dirty="0"/>
              <a:t>Shelters thee under his wings, yea, so gently </a:t>
            </a:r>
            <a:r>
              <a:rPr lang="en-US" sz="2800" dirty="0" err="1"/>
              <a:t>sustaineth</a:t>
            </a:r>
            <a:r>
              <a:rPr lang="en-US" sz="2800" dirty="0"/>
              <a:t>!</a:t>
            </a:r>
          </a:p>
          <a:p>
            <a:pPr algn="ctr"/>
            <a:r>
              <a:rPr lang="en-US" sz="2800" dirty="0"/>
              <a:t>Hast thou not seen </a:t>
            </a:r>
          </a:p>
          <a:p>
            <a:pPr algn="ctr"/>
            <a:r>
              <a:rPr lang="en-US" sz="2800" dirty="0"/>
              <a:t>how thy desires </a:t>
            </a:r>
            <a:r>
              <a:rPr lang="en-US" sz="2800" dirty="0" err="1"/>
              <a:t>e’er</a:t>
            </a:r>
            <a:r>
              <a:rPr lang="en-US" sz="2800" dirty="0"/>
              <a:t> have been</a:t>
            </a:r>
          </a:p>
          <a:p>
            <a:pPr algn="ctr"/>
            <a:r>
              <a:rPr lang="en-US" sz="2800" dirty="0"/>
              <a:t>Granted in what he </a:t>
            </a:r>
            <a:r>
              <a:rPr lang="en-US" sz="2800" dirty="0" err="1"/>
              <a:t>ordaineth</a:t>
            </a:r>
            <a:r>
              <a:rPr lang="en-US" sz="2800" dirty="0"/>
              <a:t>?</a:t>
            </a: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0FCFF-34CA-4D57-82D5-E13DE04E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180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340596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Praise to the Lord, who doth prosper thy work and defend thee!</a:t>
            </a:r>
            <a:br>
              <a:rPr lang="en-US" sz="2800" dirty="0"/>
            </a:br>
            <a:r>
              <a:rPr lang="en-US" sz="2800" dirty="0"/>
              <a:t>Surely his goodness and mercy here daily attend thee.</a:t>
            </a:r>
            <a:br>
              <a:rPr lang="en-US" sz="2800" dirty="0"/>
            </a:br>
            <a:r>
              <a:rPr lang="en-US" sz="2800" dirty="0"/>
              <a:t>Ponder anew </a:t>
            </a:r>
            <a:br>
              <a:rPr lang="en-US" sz="2800" dirty="0"/>
            </a:br>
            <a:r>
              <a:rPr lang="en-US" sz="2800" dirty="0"/>
              <a:t>what the Almighty will do,</a:t>
            </a:r>
            <a:br>
              <a:rPr lang="en-US" sz="2800" dirty="0"/>
            </a:br>
            <a:r>
              <a:rPr lang="en-US" sz="2800" dirty="0"/>
              <a:t>if with his love he befriends thee.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0FCFF-34CA-4D57-82D5-E13DE04E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62967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340596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Praise to the Lord, who with marvelous wisdom hath made thee,</a:t>
            </a:r>
            <a:br>
              <a:rPr lang="en-US" sz="2800" dirty="0"/>
            </a:br>
            <a:r>
              <a:rPr lang="en-US" sz="2800" dirty="0"/>
              <a:t>decked thee with health, and with loving hand guided and stayed thee.</a:t>
            </a:r>
            <a:br>
              <a:rPr lang="en-US" sz="2800" dirty="0"/>
            </a:br>
            <a:r>
              <a:rPr lang="en-US" sz="2800" dirty="0"/>
              <a:t>How oft in grief </a:t>
            </a:r>
            <a:br>
              <a:rPr lang="en-US" sz="2800" dirty="0"/>
            </a:br>
            <a:r>
              <a:rPr lang="en-US" sz="2800" dirty="0"/>
              <a:t>hath not he brought thee relief,</a:t>
            </a:r>
            <a:br>
              <a:rPr lang="en-US" sz="2800" dirty="0"/>
            </a:br>
            <a:r>
              <a:rPr lang="en-US" sz="2800" dirty="0"/>
              <a:t>spreading his wings to </a:t>
            </a:r>
            <a:r>
              <a:rPr lang="en-US" sz="2800" dirty="0" err="1"/>
              <a:t>o'ershade</a:t>
            </a:r>
            <a:r>
              <a:rPr lang="en-US" sz="2800" dirty="0"/>
              <a:t> thee!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0FCFF-34CA-4D57-82D5-E13DE04E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186760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340596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Praise to the Lord! O let all that is in me adore him!</a:t>
            </a:r>
            <a:br>
              <a:rPr lang="en-US" sz="2800" dirty="0"/>
            </a:br>
            <a:r>
              <a:rPr lang="en-US" sz="2800" dirty="0"/>
              <a:t>All that hath life and breath, come now with praises before him!</a:t>
            </a:r>
            <a:br>
              <a:rPr lang="en-US" sz="2800" dirty="0"/>
            </a:br>
            <a:r>
              <a:rPr lang="en-US" sz="2800" dirty="0"/>
              <a:t>Let the amen </a:t>
            </a:r>
            <a:br>
              <a:rPr lang="en-US" sz="2800" dirty="0"/>
            </a:br>
            <a:r>
              <a:rPr lang="en-US" sz="2800" dirty="0"/>
              <a:t>sound from his people again;</a:t>
            </a:r>
            <a:br>
              <a:rPr lang="en-US" sz="2800" dirty="0"/>
            </a:br>
            <a:r>
              <a:rPr lang="en-US" sz="2800" dirty="0"/>
              <a:t>gladly </a:t>
            </a:r>
            <a:r>
              <a:rPr lang="en-US" sz="2800" dirty="0" err="1"/>
              <a:t>fore'er</a:t>
            </a:r>
            <a:r>
              <a:rPr lang="en-US" sz="2800" dirty="0"/>
              <a:t> we adore him.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0FCFF-34CA-4D57-82D5-E13DE04E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03356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297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#216 Praise to the Lord, the Almighty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#216 Praise to the Lord, the Almighty</dc:title>
  <dc:creator>Eric Hoogendoorn</dc:creator>
  <cp:lastModifiedBy>Eric Hoogendoorn</cp:lastModifiedBy>
  <cp:revision>4</cp:revision>
  <dcterms:created xsi:type="dcterms:W3CDTF">2020-04-26T02:58:08Z</dcterms:created>
  <dcterms:modified xsi:type="dcterms:W3CDTF">2020-05-22T23:01:58Z</dcterms:modified>
</cp:coreProperties>
</file>