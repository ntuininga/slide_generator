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9A73F-6E02-48BE-9A4B-54B6E87E3255}" type="datetimeFigureOut">
              <a:rPr lang="en-US" smtClean="0"/>
              <a:t>8/27/2022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F2F233-0EA6-4991-8E84-A2D2CB910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95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A98A3-BA16-2F52-A3CB-41053E3FA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63EF31-8B2A-5B8A-8F08-D654CAA209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7200C-75A3-3F14-5586-BBB035BA7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21812-94F6-4587-8DFD-ED101C4C3F74}" type="datetime1">
              <a:rPr lang="en-US" smtClean="0"/>
              <a:t>8/27/2022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289E4-CBF9-4D44-03B8-50B438643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1EE8A-673C-06C5-7E44-3D6B163ED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E2E3B-500C-4923-8D67-DDF2288DD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448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9976E-CF71-DC74-496D-BFABE3155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136F8-EC4D-CBA7-DC84-16BFAB1BB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C76A-C098-5F00-A6FB-3335D9763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00CFD-04CD-4D3B-88EF-D1FE2A2D1CC4}" type="datetime1">
              <a:rPr lang="en-US" smtClean="0"/>
              <a:t>8/27/2022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E8BA1-4E52-554E-EC29-04FDC41B4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42667-73CF-4C59-4ED2-08CCCAF99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E2E3B-500C-4923-8D67-DDF2288DD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832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08249-7385-BD85-5F14-AB4476D8B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31BC5-F83E-A69B-9E07-D93CD45ED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2C39E-20E4-1668-F353-FEFA36B63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637FE-4830-4654-A4EA-F8B07CEAA8EE}" type="datetime1">
              <a:rPr lang="en-US" smtClean="0"/>
              <a:t>8/27/2022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D67AD-35EB-377C-5976-8E3BDD030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CC1C1-6F62-C992-C220-3B94044D2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E2E3B-500C-4923-8D67-DDF2288DD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393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4285-516C-02AD-284A-C73331E1A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FF407-90A6-C6BB-0E7E-D1CD3D68F7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4F4777-F90C-C71F-816D-F895B40E1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233F0A-C818-0334-63D2-99C9D2F05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74627-8041-4834-9895-D578C05E3874}" type="datetime1">
              <a:rPr lang="en-US" smtClean="0"/>
              <a:t>8/27/2022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91B5C7-6A2E-1C12-53D2-92A9CF404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460478-8C98-9E8D-BA7B-54D7F08C1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E2E3B-500C-4923-8D67-DDF2288DD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853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D4B96-21D2-8E4C-CF92-4C55FA218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80F43-BED7-2931-4B73-A297B5EF1E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B5AB55-1BFE-801E-A235-EFE5E9A4A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906221-79F4-901F-DE6E-36D70434C2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01539D-3E7C-085B-C1D9-CA4F1F8EA2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D97397-F9F7-1109-4136-EA811F704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BFD2-E85F-404C-83EC-5EB17AE71465}" type="datetime1">
              <a:rPr lang="en-US" smtClean="0"/>
              <a:t>8/27/2022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C280D2-A6D5-BDE7-4FA0-C576DB325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1ACD39-B2BC-CBB3-0B65-94F624A1C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E2E3B-500C-4923-8D67-DDF2288DD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145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C9AE8-21BD-7D67-B840-525C066D0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D4E89F-2926-7E5B-30DC-AEEF23FB9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34B-AF4E-428D-A0C9-8A91D15C3C3D}" type="datetime1">
              <a:rPr lang="en-US" smtClean="0"/>
              <a:t>8/27/2022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1159F2-64C2-9B1B-FA50-C35D3D475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98B640-C18D-FD09-E727-E982AD04A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E2E3B-500C-4923-8D67-DDF2288DD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285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9FC1A7-DA2D-2056-E801-C419ABC91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233A2-C02E-4B74-B5F5-3283C92A3221}" type="datetime1">
              <a:rPr lang="en-US" smtClean="0"/>
              <a:t>8/27/2022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2F6B3D-728F-C203-11A7-B412CE365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8C070B-8F57-73B0-93B3-52F0A3482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E2E3B-500C-4923-8D67-DDF2288DD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218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657C5-1C1E-483C-0F9F-F348594D9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8F112-08F3-5867-C70C-75B1468CB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175FBC-BA37-C966-D420-AEBEDC600C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DF9658-A194-7D7D-9B2C-E80C6B8AE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C929D-116D-4C60-9EAD-FEA81748DBAC}" type="datetime1">
              <a:rPr lang="en-US" smtClean="0"/>
              <a:t>8/27/2022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CD9BA-A39E-5487-655F-179AD52DF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097477-A482-6F20-8443-77EEA3902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E2E3B-500C-4923-8D67-DDF2288DD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074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0B821-5FDC-0094-C255-B6CF0FC13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A46A37-8FA8-C810-FE74-CBDAE6F7FC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A247BD-3D19-BB73-E27F-208A21B80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5B54F-B01B-B696-7FB1-04ED226E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0DFBF-13DF-407A-AF3A-DF67013CF314}" type="datetime1">
              <a:rPr lang="en-US" smtClean="0"/>
              <a:t>8/27/2022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336FD-2CBB-9866-54CC-851353CB6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51EEF-954F-80E4-3DA6-6D4653E69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E2E3B-500C-4923-8D67-DDF2288DD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113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AAD50-4E40-6D54-B225-3049F52CF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77A609-168E-E7B5-D89B-00DCBF27B4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D4DC-3AA0-1C30-C645-7F24F5783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54983-FB3A-4D42-BEA2-428866B28130}" type="datetime1">
              <a:rPr lang="en-US" smtClean="0"/>
              <a:t>8/27/2022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37045-C0A0-3795-2FD5-6D031DF86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85329-3CEE-CA29-9395-BBCE7A08F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E2E3B-500C-4923-8D67-DDF2288DD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380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C478BF-6D24-F44A-2140-381623C29B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105317-7E4D-AA5B-F223-77D091EC4A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24587-94AF-D57F-90E3-1FF80938C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98D89-F25C-4896-AAE5-D8D06DA891D1}" type="datetime1">
              <a:rPr lang="en-US" smtClean="0"/>
              <a:t>8/27/2022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D4EC5-D89E-89AA-3219-68E2C5D2E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8B669-8377-FBFE-83F8-91F93AC1A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E2E3B-500C-4923-8D67-DDF2288DD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434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2166E3-601B-12E9-6F1F-07CCC8FE7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D9BE1-DFBC-6199-C8DF-4519E37C8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571EA-170B-C6E6-4FF8-6866A630E7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1B1DA8-EBBD-4734-A015-4CC0ACB9F644}" type="datetime1">
              <a:rPr lang="en-US" smtClean="0"/>
              <a:t>8/27/2022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7DB36-0859-85B0-6E31-23A1C30991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7B392-3E8A-B788-1B9D-88F84E68A9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2E2E3B-500C-4923-8D67-DDF2288DD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567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6A9DD-EF0B-8DC3-0374-E74725FFF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#177 Before Thee, God Who </a:t>
            </a:r>
            <a:r>
              <a:rPr lang="en-US" dirty="0" err="1"/>
              <a:t>Knowest</a:t>
            </a:r>
            <a:r>
              <a:rPr lang="en-US" dirty="0"/>
              <a:t> 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F0DB8-9EC2-7EE7-926F-E65B4C24F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Before thee, God, who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knowest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all,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with grief and shame I prostrate fall.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see my sins against thee, Lord,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 sins of thought, of deed, and word.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They press me sore; I cry to thee: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 God, be merciful to me!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E8B2A5-249E-F603-26D8-D39503583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3805768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0369D-B4CA-70F0-2B3A-6B62D7B53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O Lord, my God, to thee I pray: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 cast me not in wrath away!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Let thy good Spirit ne'er depart,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but let him draw to thee my heart,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that truly penitent I be: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 God, be merciful to me!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520B7-2D92-FFC4-7715-6512E5C94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1538922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B94B9-AD0B-88A3-661C-C6FBF93D0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O Jesus, let thy precious blood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be to my soul a cleansing flood.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Turn not, O Lord, thy guest away,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but grant that justified I may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go to my house at peace with thee: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 God, be merciful to me!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5B7E01-403F-57BF-488F-1F7C38F27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1425124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209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#177 Before Thee, God Who Knowest All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#177 Before Thee, God Who Knowest All</dc:title>
  <dc:creator>Neil Tuininga</dc:creator>
  <cp:lastModifiedBy>Neil Tuininga</cp:lastModifiedBy>
  <cp:revision>1</cp:revision>
  <dcterms:created xsi:type="dcterms:W3CDTF">2022-08-27T16:46:18Z</dcterms:created>
  <dcterms:modified xsi:type="dcterms:W3CDTF">2022-08-27T16:49:31Z</dcterms:modified>
</cp:coreProperties>
</file>