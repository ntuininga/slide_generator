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96" r:id="rId4"/>
    <p:sldId id="33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466E-A1E8-4350-B769-6307F8E99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7001D-8291-4520-99A3-4819E6CBF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13DC0-6BFF-4389-8DA2-AE2DFDD4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11A81-A29C-4EA5-8D99-618F04F1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C9B5D-7E25-4C90-9F7B-EC2A740C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268B-B830-4FB6-BAD7-A56FC4839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EC9A7-3D18-415C-B482-EB927CCEB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92396-9F75-4801-83B6-C152D51B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C6051-D0A4-49FD-A175-FACF98F9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F5A-B690-4D7A-A0D0-8C96C68BE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9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F8D0-8710-44B8-9F1B-8A7793958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324A2-5662-4416-9CFE-BE022362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5E168-0913-4E15-BCCA-A4CC8F8BB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F7146-FC25-486B-B6E6-9B2373DC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D4097-CC8E-4E24-BD25-BB5923FF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9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63C99-E9E1-4FDA-B861-0A339DA31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294F6-A304-4359-9B02-B4A09DFC2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9D827-5C7A-4F79-BB04-93A3A8AC2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E0809-F8D7-4695-9A72-5E23EE79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882EB-3450-4856-8106-6D1059498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0C5D6-E76B-437E-A6C8-F449ECF7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0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38A3-FE60-4F60-9747-EDF45E303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3ACB9-9EC1-4294-8BD7-C173FCD92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87B40-4E58-4BB0-9365-7AAB464BD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338CE0-1AA2-4A4F-B9BB-49C09E085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16B05-D107-47AD-9865-3FA9DFEA8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CBED3A-1453-45F4-B85E-F9FE9F857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B2114-D5EF-456F-9E0F-5CAB2196C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F214E-6E4D-4682-913E-B16429259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4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D7B85-DECC-4D41-8371-7B7FFC57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ED862-657B-441F-BA3A-D9440DF9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B3802-762D-4284-8FC7-2BEA042B9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48A92-0FA5-4297-A674-63963359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6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BDA75-24A7-4F1C-A974-23094E7E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21B18-A61D-4BD4-A866-1C25289B8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F0DDE-A68F-41CF-91E0-DD50C5D7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92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4FA0-031C-4346-B8FA-2622D988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B7760-3928-44F0-BA96-AAAC6C49D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455AE-4948-40D1-A3F7-A4B00191A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83782-D55F-4716-9EDE-8670DE26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3BD3F-E827-486D-B83F-0036D8C2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62C03-514F-47E8-9524-00FD69CC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C21C-FA44-4B50-A7B0-3CBACA91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B3CC8-034F-4021-99AE-F3C6014F8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AB09C-4FE6-4906-8A7F-319F768DB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0C390-0DA2-41A5-9D32-D5501ABC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031AF-72FC-42EC-9572-60F287005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9F818-35A3-4A26-9F32-1EE78A2E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1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D1AE3-6552-4BAA-8650-0424A05A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415A1-D85D-4D9D-B56F-78540502D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A3148-478D-48DF-B7B5-36495210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14D01-4986-4D67-8FEF-BA2C8CDD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5066D-241C-42B3-8531-A121B0C2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B56F85-5AA7-4C6A-9B32-B088B50A0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D1E4C-37C4-47F6-9509-B496EFA37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E26B2-AAC6-4F7F-8ABE-DD83B5D7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C4CEE-23C5-49BC-BDBC-253E7BE0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B249-21CB-42F2-BB13-0477A3BF9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8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82A0C-F248-4917-9F21-7710E3A54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57DD5-17D0-4AF7-9AA3-7360C15BD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B7649-7B5E-469F-B04D-9508AAA06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72026-C0C5-4D90-A1C4-C4125664E488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8C73A-AFE3-4323-8AAE-78CD2A0A5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39105-3CA0-4435-A0A3-995B950F1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5789D-C5CA-4E8A-BB2E-DFE1A173A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2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#403 Glorious Things of Thee Are Spoken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59285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Glorious things of thee are spoken,</a:t>
            </a:r>
            <a:br>
              <a:rPr lang="en-US" sz="2800" dirty="0"/>
            </a:br>
            <a:r>
              <a:rPr lang="en-US" sz="2800" dirty="0"/>
              <a:t>Zion, city of our God;</a:t>
            </a:r>
            <a:br>
              <a:rPr lang="en-US" sz="2800" dirty="0"/>
            </a:br>
            <a:r>
              <a:rPr lang="en-US" sz="2800" dirty="0"/>
              <a:t>he whose word cannot be broken</a:t>
            </a:r>
            <a:br>
              <a:rPr lang="en-US" sz="2800" dirty="0"/>
            </a:br>
            <a:r>
              <a:rPr lang="en-US" sz="2800" dirty="0"/>
              <a:t>formed thee for his own abode;</a:t>
            </a:r>
            <a:br>
              <a:rPr lang="en-US" sz="2800" dirty="0"/>
            </a:br>
            <a:r>
              <a:rPr lang="en-US" sz="2800" dirty="0"/>
              <a:t>on the Rock of Ages founded,</a:t>
            </a:r>
            <a:br>
              <a:rPr lang="en-US" sz="2800" dirty="0"/>
            </a:br>
            <a:r>
              <a:rPr lang="en-US" sz="2800" dirty="0"/>
              <a:t>what can shake thy sure repose?</a:t>
            </a:r>
            <a:br>
              <a:rPr lang="en-US" sz="2800" dirty="0"/>
            </a:br>
            <a:r>
              <a:rPr lang="en-US" sz="2800" dirty="0"/>
              <a:t>With salvation's walls surrounded,</a:t>
            </a:r>
            <a:br>
              <a:rPr lang="en-US" sz="2800" dirty="0"/>
            </a:br>
            <a:r>
              <a:rPr lang="en-US" sz="2800" dirty="0"/>
              <a:t>thou </a:t>
            </a:r>
            <a:r>
              <a:rPr lang="en-US" sz="2800" dirty="0" err="1"/>
              <a:t>may'st</a:t>
            </a:r>
            <a:r>
              <a:rPr lang="en-US" sz="2800" dirty="0"/>
              <a:t> smile at all thy foes.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See the streams of living waters,</a:t>
            </a:r>
            <a:br>
              <a:rPr lang="en-US" sz="2800" dirty="0"/>
            </a:br>
            <a:r>
              <a:rPr lang="en-US" sz="2800" dirty="0"/>
              <a:t>springing from eternal love,</a:t>
            </a:r>
            <a:br>
              <a:rPr lang="en-US" sz="2800" dirty="0"/>
            </a:br>
            <a:r>
              <a:rPr lang="en-US" sz="2800" dirty="0"/>
              <a:t>well supply thy sons and daughters,</a:t>
            </a:r>
            <a:br>
              <a:rPr lang="en-US" sz="2800" dirty="0"/>
            </a:br>
            <a:r>
              <a:rPr lang="en-US" sz="2800" dirty="0"/>
              <a:t>and all fear of want remove;</a:t>
            </a:r>
            <a:br>
              <a:rPr lang="en-US" sz="2800" dirty="0"/>
            </a:br>
            <a:r>
              <a:rPr lang="en-US" sz="2800" dirty="0"/>
              <a:t>who can faint while such a river</a:t>
            </a:r>
            <a:br>
              <a:rPr lang="en-US" sz="2800" dirty="0"/>
            </a:br>
            <a:r>
              <a:rPr lang="en-US" sz="2800" dirty="0"/>
              <a:t>ever flows their thirst </a:t>
            </a:r>
            <a:r>
              <a:rPr lang="en-US" sz="2800" dirty="0" err="1"/>
              <a:t>t'assuage</a:t>
            </a:r>
            <a:r>
              <a:rPr lang="en-US" sz="2800" dirty="0"/>
              <a:t>?</a:t>
            </a:r>
            <a:br>
              <a:rPr lang="en-US" sz="2800" dirty="0"/>
            </a:br>
            <a:r>
              <a:rPr lang="en-US" sz="2800" dirty="0"/>
              <a:t>Grace, which like the Lord, the giver,</a:t>
            </a:r>
            <a:br>
              <a:rPr lang="en-US" sz="2800" dirty="0"/>
            </a:br>
            <a:r>
              <a:rPr lang="en-US" sz="2800" dirty="0"/>
              <a:t>never fails from age to age.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Round each habitation </a:t>
            </a:r>
            <a:r>
              <a:rPr lang="en-US" sz="2800" dirty="0" err="1"/>
              <a:t>hov'ring</a:t>
            </a:r>
            <a:r>
              <a:rPr lang="en-US" sz="2800" dirty="0"/>
              <a:t>,</a:t>
            </a:r>
            <a:br>
              <a:rPr lang="en-US" sz="2800" dirty="0"/>
            </a:br>
            <a:r>
              <a:rPr lang="en-US" sz="2800" dirty="0"/>
              <a:t>see the cloud and fire appear</a:t>
            </a:r>
            <a:br>
              <a:rPr lang="en-US" sz="2800" dirty="0"/>
            </a:br>
            <a:r>
              <a:rPr lang="en-US" sz="2800" dirty="0"/>
              <a:t>for a glory and a </a:t>
            </a:r>
            <a:r>
              <a:rPr lang="en-US" sz="2800" dirty="0" err="1"/>
              <a:t>cov'ring</a:t>
            </a:r>
            <a:r>
              <a:rPr lang="en-US" sz="2800" dirty="0"/>
              <a:t>,</a:t>
            </a:r>
            <a:br>
              <a:rPr lang="en-US" sz="2800" dirty="0"/>
            </a:br>
            <a:r>
              <a:rPr lang="en-US" sz="2800" dirty="0"/>
              <a:t>showing that the Lord is near;</a:t>
            </a:r>
            <a:br>
              <a:rPr lang="en-US" sz="2800" dirty="0"/>
            </a:br>
            <a:r>
              <a:rPr lang="en-US" sz="2800" dirty="0"/>
              <a:t>thus deriving from their banner</a:t>
            </a:r>
            <a:br>
              <a:rPr lang="en-US" sz="2800" dirty="0"/>
            </a:br>
            <a:r>
              <a:rPr lang="en-US" sz="2800" dirty="0"/>
              <a:t>light by night and shade by day,</a:t>
            </a:r>
            <a:br>
              <a:rPr lang="en-US" sz="2800" dirty="0"/>
            </a:br>
            <a:r>
              <a:rPr lang="en-US" sz="2800" dirty="0"/>
              <a:t>safe they feed upon the manna</a:t>
            </a:r>
            <a:br>
              <a:rPr lang="en-US" sz="2800" dirty="0"/>
            </a:br>
            <a:r>
              <a:rPr lang="en-US" sz="2800" dirty="0"/>
              <a:t>which he gives them when they pray.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856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Savior, if of Zion's city</a:t>
            </a:r>
            <a:br>
              <a:rPr lang="en-US" sz="2800" dirty="0"/>
            </a:br>
            <a:r>
              <a:rPr lang="en-US" sz="2800" dirty="0"/>
              <a:t>I, thro' grace, a member am,</a:t>
            </a:r>
            <a:br>
              <a:rPr lang="en-US" sz="2800" dirty="0"/>
            </a:br>
            <a:r>
              <a:rPr lang="en-US" sz="2800" dirty="0"/>
              <a:t>let the world deride or pity,</a:t>
            </a:r>
            <a:br>
              <a:rPr lang="en-US" sz="2800" dirty="0"/>
            </a:br>
            <a:r>
              <a:rPr lang="en-US" sz="2800" dirty="0"/>
              <a:t>I will glory in thy name;</a:t>
            </a:r>
            <a:br>
              <a:rPr lang="en-US" sz="2800" dirty="0"/>
            </a:br>
            <a:r>
              <a:rPr lang="en-US" sz="2800" dirty="0"/>
              <a:t>fading is the </a:t>
            </a:r>
            <a:r>
              <a:rPr lang="en-US" sz="2800" dirty="0" err="1"/>
              <a:t>worldling's</a:t>
            </a:r>
            <a:r>
              <a:rPr lang="en-US" sz="2800" dirty="0"/>
              <a:t> pleasure,</a:t>
            </a:r>
            <a:br>
              <a:rPr lang="en-US" sz="2800" dirty="0"/>
            </a:br>
            <a:r>
              <a:rPr lang="en-US" sz="2800" dirty="0"/>
              <a:t>all his boasted pomp and show;</a:t>
            </a:r>
            <a:br>
              <a:rPr lang="en-US" sz="2800" dirty="0"/>
            </a:br>
            <a:r>
              <a:rPr lang="en-US" sz="2800" dirty="0"/>
              <a:t>solid joys and lasting treasure</a:t>
            </a:r>
            <a:br>
              <a:rPr lang="en-US" sz="2800" dirty="0"/>
            </a:br>
            <a:r>
              <a:rPr lang="en-US" sz="2800" dirty="0"/>
              <a:t>none but Zion's children know.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12950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#403 Glorious Things of Thee Are Spoken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#403 Glorious Things of Thee Are Spoken</dc:title>
  <dc:creator>Eric Hoogendoorn</dc:creator>
  <cp:lastModifiedBy>Eric Hoogendoorn</cp:lastModifiedBy>
  <cp:revision>1</cp:revision>
  <dcterms:created xsi:type="dcterms:W3CDTF">2020-07-04T15:40:20Z</dcterms:created>
  <dcterms:modified xsi:type="dcterms:W3CDTF">2020-07-04T15:40:49Z</dcterms:modified>
</cp:coreProperties>
</file>