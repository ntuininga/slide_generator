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C0051907-710C-4FBA-9F14-2C7C1783E1BC}" type="datetime">
              <a:rPr b="0" lang="en-CA" sz="1200" spc="-1" strike="noStrike">
                <a:solidFill>
                  <a:srgbClr val="8b8b8b"/>
                </a:solidFill>
                <a:latin typeface="Calibri"/>
              </a:rPr>
              <a:t>23-6-17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9F7C86CF-EA2A-4FE4-BD66-440C5785B060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1CF2ADFF-C1B9-4BEE-AA0D-DCA139B25622}" type="datetime">
              <a:rPr b="0" lang="en-CA" sz="1200" spc="-1" strike="noStrike">
                <a:solidFill>
                  <a:srgbClr val="8b8b8b"/>
                </a:solidFill>
                <a:latin typeface="Calibri"/>
              </a:rPr>
              <a:t>23-6-17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D77CFE98-BAC8-412D-A649-186A2A500EA9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52E42A17-492F-4241-8C18-36D13B2A0DE4}" type="datetime">
              <a:rPr b="0" lang="en-CA" sz="1200" spc="-1" strike="noStrike">
                <a:solidFill>
                  <a:srgbClr val="8b8b8b"/>
                </a:solidFill>
                <a:latin typeface="Calibri"/>
              </a:rPr>
              <a:t>23-6-17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CA" sz="24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63C30075-7262-475F-83BC-D8EAEEF01B25}" type="slidenum">
              <a:rPr b="0" lang="en-CA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CA" sz="12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766800" y="295200"/>
            <a:ext cx="1065816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</a:rPr>
              <a:t>#157 When Morning Gilds the Skies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1026360" y="1828800"/>
            <a:ext cx="1013904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1. When morning gilds the skies,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my heart awaking cries: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Jesus Christ be praised.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Alike at work and prayer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to Jesus I repair: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Jesus Christ be praised!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2157480" y="2090160"/>
            <a:ext cx="787680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2. When sleep her balm denies,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my silent spirit sighs: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Jesus Christ be praised.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When evil thoughts molest,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with this I shield my breast: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Jesus Christ be praised!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2567160" y="1542960"/>
            <a:ext cx="705780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3. Does sadness fill my mind?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A solace here I find: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Jesus Christ be praised.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Or fades my earthly bliss?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My comfort still is this: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Jesus Christ be praised!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2281320" y="2090160"/>
            <a:ext cx="762912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4. In heav'n's eternal bliss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loveliest strain is this: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Jesus Christ be praised.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The pow'rs of darkness fear,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when this sweet chant they hear: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Jesus Christ be praised!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1461960" y="1638360"/>
            <a:ext cx="926748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5. Let earth's wide circle round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in joyful notes resound: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Jesus Christ be praised.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Let air and sea and sky,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from depth to height, reply: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Jesus Christ be praised!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2052720" y="2090160"/>
            <a:ext cx="808632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6. Be this, while life is mine,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my canticle divine: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Jesus Christ be praised.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Be this th'eternal song,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through all the ages on:</a:t>
            </a:r>
            <a:br/>
            <a:r>
              <a:rPr b="0" lang="en-US" sz="2800" spc="-1" strike="noStrike">
                <a:solidFill>
                  <a:srgbClr val="222222"/>
                </a:solidFill>
                <a:latin typeface="Calibri"/>
              </a:rPr>
              <a:t>May Jesus Christ be praised!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Application>LibreOffice/7.0.4.2$Linux_X86_64 LibreOffice_project/00$Build-2</Application>
  <AppVersion>15.0000</AppVersion>
  <Words>259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2021-02-13T21:00:45Z</dcterms:created>
  <dc:creator>Anya Hoogendoorn</dc:creator>
  <dc:description/>
  <dc:language>en-CA</dc:language>
  <cp:lastModifiedBy>Anya Hoogendoorn</cp:lastModifiedBy>
  <dcterms:modified xsi:type="dcterms:W3CDTF">2021-05-14T21:49:07Z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