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28447-2F54-4292-B38B-46997238BA31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26E68E-7E03-4E3F-BDBE-5566F8FAE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97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A46A2-4024-A367-D5D0-824797E21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0839B-F6F9-C181-7620-29E0846344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949F2-E0C9-73DE-F8BD-096249AC9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7D1C2-73A4-4F78-8499-65C70552157E}" type="datetime1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66418-2009-57B5-805A-D646B95CF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6713D-F197-AD23-34AD-4251147EC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ACEC-F037-46D1-9F6F-5523D0C4E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42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0F2B4-1E05-0FDE-2727-CD9DC7CD3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AA3E6-87EF-1E9B-103E-3727850DD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30A30-479F-97BE-E18E-E78F820DD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F686-6050-4540-8919-A3597FDAFEBC}" type="datetime1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9A575-864A-CE7F-3309-BF1CD5623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9EC55-3E54-7B27-9EFF-522E20580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ACEC-F037-46D1-9F6F-5523D0C4E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299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71E82-8C77-93A2-A4FB-FF7552AE3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CC6DF-AEC5-B45E-8662-0A05C8CD4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C2703-614D-3CE2-C0D1-03A5D2C0F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6B553-3F2B-4EFD-9E4C-21A56A995759}" type="datetime1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0C5F6-772F-C0FA-3763-B3EC0D96D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D352C-D8BA-10B4-0DCB-A87CB8A0B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ACEC-F037-46D1-9F6F-5523D0C4E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783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E2100-D1C6-513C-3B08-8317ABCCD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F6F21-318F-623F-5EB7-AE6EFA234F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F827F4-B441-C13C-8E69-498D01597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745D46-C645-6E1C-1E04-487A7135C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41A6-794A-4205-92C7-8C1D18D87609}" type="datetime1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E0905-E501-F2EB-71ED-74254102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9238E-DF0A-189D-8657-D74F38A84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ACEC-F037-46D1-9F6F-5523D0C4E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21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8C69A-27B7-1DFD-07FB-847FA47C5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42ACA-BCA7-2A80-2E78-C13388BAA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FFA39-E8C2-E849-DD34-4BFFC0287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A843B-D4E0-B568-CE5D-8F8458EC4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6D72FC-FA9A-8B4B-580E-C5A8D3A17B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DDAC7E-760E-0684-76F9-242828EE3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DAEF4-55F2-4125-81F5-1AAABAA048CA}" type="datetime1">
              <a:rPr lang="en-US" smtClean="0"/>
              <a:t>4/28/2023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E6F5E-E223-012A-1A22-E551498AF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738D8D-39F3-EBB5-CFEE-405A50232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ACEC-F037-46D1-9F6F-5523D0C4E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95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D556E-299E-2116-2CBD-E2E9A53E0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028E17-E04D-7815-7A1D-C4EAD04F1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4C75-01E0-49A5-9B87-DB6115869D6A}" type="datetime1">
              <a:rPr lang="en-US" smtClean="0"/>
              <a:t>4/28/2023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B3D64D-FA4F-667E-106B-0F87BF985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2C3E5-0A4A-6C27-096E-6F4E6D7B0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ACEC-F037-46D1-9F6F-5523D0C4E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99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7D8EE8-B564-1214-E129-428A1FBF3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C6565-7A74-48A2-9202-F5ABC63E9C66}" type="datetime1">
              <a:rPr lang="en-US" smtClean="0"/>
              <a:t>4/28/2023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9B27F-63A9-B300-1AEA-7311668D2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0E606-0042-E79A-C6C6-BBCCE521E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ACEC-F037-46D1-9F6F-5523D0C4E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80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DAB99-C347-1F15-0EF8-B627B14B9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00501-9957-AAAC-6D9D-5DF979A20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DB732-4FC2-04D6-D4E7-0539BA1A1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EB6AB-FB90-9CDE-94E9-7583A5A97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B8C93-C63B-4AE1-8B44-3D6B8A4D9E59}" type="datetime1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BDB11-8F5A-4430-2255-E0F6A441E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8CF64-EAE1-AF58-3CD9-ADFBAB07B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ACEC-F037-46D1-9F6F-5523D0C4E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28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44A2F-B8A4-A348-631D-20A0BADE8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0C4FE3-E7B3-B97C-6724-B0BF639809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FD8332-D440-03CF-C281-CD4F74679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501E0-5AB7-2F00-1229-9AB136B1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43128-2BE2-4C74-BB6B-FBC073E66838}" type="datetime1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74B64-D219-2C2C-C977-162C2CE60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DB620-6E45-516F-F0FA-304E0D1F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ACEC-F037-46D1-9F6F-5523D0C4E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26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D3EEC-6820-4348-3DF9-BA6877BE1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6F375-7A1F-C083-0A53-611B3C34A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7A8D3-3384-CA8C-8725-5D56BBFA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2D125-9FBB-4E0E-BC5E-AE1909C58033}" type="datetime1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348D0-CDEB-FF78-CB28-C6B767937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CDEE0-0DCA-F75C-C6E2-30BB7A22A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ACEC-F037-46D1-9F6F-5523D0C4E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934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2DC682-16C8-19A9-26E0-551345F6FA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85A8E-E3EA-4772-B585-1422E6B5B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1202C-1C8B-9AD9-EB79-6B1C9BD1B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FC393-D791-4F90-A594-1C66B983773D}" type="datetime1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475E5-CC4D-0FD5-3E8D-EB1FACF52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16249-2FF5-62E8-5C9F-A4DEE02C9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ACEC-F037-46D1-9F6F-5523D0C4E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959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B72952-8A5B-494E-9B69-719C5B8CC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88E86-FFBF-C665-37BC-187AB0EF3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F472E-C286-3537-B0AF-775BA12261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09C4D-C910-43CA-B130-193D88AE386D}" type="datetime1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0AC21-8A74-84C1-F8DF-DBA446700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17E52-99D2-2720-EF92-6A9FB81A8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1ACEC-F037-46D1-9F6F-5523D0C4E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28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75EDA-2617-9CD7-6599-E572EE4C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#493 Savior, Teach Me, Day by 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049FE-54EF-F540-C989-64275D6AA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Savior, teach me, day by day,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love's sweet lesson to obey;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sweeter lesson cannot be,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loving him who first loved me.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03E785-8E42-CAA6-4ACE-4F830C2F7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44142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82528-340D-AA80-D92B-97AEF22CC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With a child's glad heart of love,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at thy bidding may I move;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prompt to serve and follow thee,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loving him who first loved me.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B2D267-A510-E1E1-1EAA-524912781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226102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37AD0-05ED-34A9-6DD8-BD18A180B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Teach me thus thy steps to trace,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strong to follow in thy grace;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learning how to love from thee,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loving him who first loved me.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2260B-D374-0266-5BEF-2095A0157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3067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C8917-A690-108B-94C5-22AEFC242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Love in loving finds employ,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in obedience all her joy;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ever new that joy will be,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loving him who first loved me.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221458-3ABE-D60D-B6FA-1EE464A81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086949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177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#493 Savior, Teach Me, Day by Day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#493 Savior, Teach Me, Day by Day</dc:title>
  <dc:creator>Neil</dc:creator>
  <cp:lastModifiedBy>Neil</cp:lastModifiedBy>
  <cp:revision>1</cp:revision>
  <dcterms:created xsi:type="dcterms:W3CDTF">2023-04-28T17:29:28Z</dcterms:created>
  <dcterms:modified xsi:type="dcterms:W3CDTF">2023-04-28T17:32:48Z</dcterms:modified>
</cp:coreProperties>
</file>