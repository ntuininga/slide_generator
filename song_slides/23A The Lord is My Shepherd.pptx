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3F42-562A-40BC-A30B-15BFEF0A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CB83A-181F-42D2-9B75-60B33856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DBF9D-107F-4A0E-9E75-368CF291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5285-F415-4F8D-A3EA-A0E89F5E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1A3CD-9572-4318-91A3-5A80806E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46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9014-A7B7-4E13-A4C6-C43F7827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3874-4D09-49A8-8900-4781F64A8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14BAA-9D6D-40E7-901C-40F38A80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19E9A-3474-4CC5-A2CF-FEAF7306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8EBBB-96D6-4CDE-821B-7235FD74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4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8F1C-140F-4C9E-A095-65485CA54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90F12-485B-4E8E-B0AE-E1205FA57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5ADE7-E921-4CFB-95CE-55F5F5B3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845C-9E83-469B-8874-1D2C4A1C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891F9-2BF8-4531-99B3-2F897A32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20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AD0D-691E-416C-B105-ED20DD47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1671D-ED6C-45B6-8CE7-9413CB785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0F6AE-207E-4B2C-9A48-88D507279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B300F-69B7-444A-8407-7FA23A65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290C1-DF21-4189-A4F0-EAB12DFC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F4E65-0C6F-4E0F-B337-50021D12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189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2C56-3835-46C0-9364-D5D25717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B4CFA-4A35-4AD3-929E-880186DA3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A56F6-E69E-4BCF-9211-B79242B39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71212-3F1D-4C96-9E0E-44DB0BEDE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27655-7ADF-4E68-A4CA-EC88AF36C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495447-706E-4E78-ABBB-C27C8EAA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092AC-ACE4-48C5-B5DD-81C5C6A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9349B-A993-443E-B10C-9F3F72D8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8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2FBD-A16C-4097-828D-66709B69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E8ACD0-48AB-455B-BE08-940683E3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D9CBB-6319-4E2F-A654-AD44F1F0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5DF9-455B-4C87-8E42-9AD6ED1C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676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F5464-B0AD-4B26-8EAC-DB3F4BBA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99D44-FC4D-41BB-B95D-EC00FDD2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4CF03-4822-4602-90F3-E7D1B16F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072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0937-C75A-41CF-822A-96147FBC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A7A3-BC88-4640-AC56-C4500412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36B4F-C151-4520-83CC-7E4D43C6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A5D1D-AD4F-46B5-8985-9C18F717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FA1C7-BE58-4000-A73B-3DDADB40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187C4-3886-445E-8678-8D3CE7D5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99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61D4-CF06-4B1F-907D-0A472BC5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DEEA6-D6D2-4089-9683-34AF9D951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296DD-8148-40B7-B0D1-80859194A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401C-2AF2-47E1-9A7A-91092306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3DF6C-8A68-48EE-8F8B-D37491FA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094F5-C0C6-4576-95B8-DD046743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608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46DA-50EA-4399-AFCB-19D31C8C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9665E-C719-4646-963B-082EA741B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EECF-EE92-4CB6-A93C-6359F79F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2F300-D0B7-4308-A480-F5FB12D5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C97-F73C-4DED-B131-4F3C7631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637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82B8A-C278-4993-B8AA-979C9CF22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C91E3-B59A-4AF3-B403-3913F5A45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0319-573F-4924-BFC5-3C44B92A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D000F-9CA9-468B-A619-C30EE4BC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8656-CE4E-4F37-B7AE-070BD620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299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D43CA-7D00-44E4-B06D-AFC68A51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E3697-8B3C-4E7A-88A4-48C396626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14395-3F44-4DC5-BECF-0C7A1F679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203D6-EE29-474F-8955-4285695E094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7A25A-A28F-4772-9BDC-5B576C077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06F8B-C675-44A9-9EFE-6349FC12B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217A-FA56-4BF1-AE71-8F39C36FF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27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C15A28-8114-4629-A7DE-033452C501E8}"/>
              </a:ext>
            </a:extLst>
          </p:cNvPr>
          <p:cNvSpPr txBox="1"/>
          <p:nvPr/>
        </p:nvSpPr>
        <p:spPr>
          <a:xfrm>
            <a:off x="938212" y="161925"/>
            <a:ext cx="10315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#23A The Lord’s My Shepherd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34716-1752-453D-8D4B-13BED9CE7F2D}"/>
              </a:ext>
            </a:extLst>
          </p:cNvPr>
          <p:cNvSpPr txBox="1"/>
          <p:nvPr/>
        </p:nvSpPr>
        <p:spPr>
          <a:xfrm>
            <a:off x="2514599" y="2521059"/>
            <a:ext cx="716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The Lord's my Shepherd, I'll not want;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makes me down to lie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pastures green; he leadeth 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quiet waters by.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49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A60AE9-44E8-44F2-8BC6-D6C1755E4EA5}"/>
              </a:ext>
            </a:extLst>
          </p:cNvPr>
          <p:cNvSpPr txBox="1"/>
          <p:nvPr/>
        </p:nvSpPr>
        <p:spPr>
          <a:xfrm>
            <a:off x="2214562" y="2521059"/>
            <a:ext cx="7762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My soul he doth restore again,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me to walk doth make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within the paths of righteousness,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e'en for his own name's sake.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835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8758F-E16D-450A-970B-25D9C00D4B16}"/>
              </a:ext>
            </a:extLst>
          </p:cNvPr>
          <p:cNvSpPr txBox="1"/>
          <p:nvPr/>
        </p:nvSpPr>
        <p:spPr>
          <a:xfrm>
            <a:off x="2081212" y="2521059"/>
            <a:ext cx="8029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Yea, though I walk through death's dark vale,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will I fear none ill,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thou art with me; and thy rod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staff me comfort still.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82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30EA5-C569-451B-8BAF-ED7686227FF8}"/>
              </a:ext>
            </a:extLst>
          </p:cNvPr>
          <p:cNvSpPr txBox="1"/>
          <p:nvPr/>
        </p:nvSpPr>
        <p:spPr>
          <a:xfrm>
            <a:off x="2024062" y="2521059"/>
            <a:ext cx="8143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My table thou hast furnished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presence of my foes;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head thou dost with oil anoint,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my cup overflows.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27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5A89CE-0C4D-40E6-9516-F8AB9E2A2444}"/>
              </a:ext>
            </a:extLst>
          </p:cNvPr>
          <p:cNvSpPr txBox="1"/>
          <p:nvPr/>
        </p:nvSpPr>
        <p:spPr>
          <a:xfrm>
            <a:off x="2614612" y="2521059"/>
            <a:ext cx="6962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Goodness and mercy all my life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surely follow 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God's house forevermore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dwelling place shall be.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871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162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2021-04-17T17:22:58Z</dcterms:created>
  <dcterms:modified xsi:type="dcterms:W3CDTF">2022-01-08T23:17:04Z</dcterms:modified>
</cp:coreProperties>
</file>