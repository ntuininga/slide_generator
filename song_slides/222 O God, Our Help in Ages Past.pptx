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357" r:id="rId4"/>
    <p:sldId id="372" r:id="rId5"/>
    <p:sldId id="373" r:id="rId6"/>
    <p:sldId id="374" r:id="rId7"/>
    <p:sldId id="3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6C6CE-1C74-4954-BBBE-BEEB7CB05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025AB-BD67-4D3B-8FA0-FCA9663F3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A9F74-A7A5-45E8-A1F0-0FABACEE0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2ED17-CF56-4184-B7A2-37480E1414E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23459-A3A0-4AAD-B1B3-B53E6F024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25AA6-ED44-4648-B404-B90BE4616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58EE-C69F-4163-889B-D0A5E43DA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96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3197C-D701-4DB0-AC71-52E0C52EC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01098-611B-4945-8AB5-ACDA99F3B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A9939-290C-4D6E-BFD8-4E1AD588A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2ED17-CF56-4184-B7A2-37480E1414E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3A8E7-6B71-446E-B79F-7ED5CE2F7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24F20-248A-4545-B374-9A2E7C800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58EE-C69F-4163-889B-D0A5E43DA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8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7A44-3DDA-417A-B255-D92CE89CD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168EE-BC2D-4AD7-8EB7-69C85325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4C07B-B865-461E-A966-86D5F354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2ED17-CF56-4184-B7A2-37480E1414E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1FF89-AF9D-4DFC-B88F-4D5E04B9D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E584E-389A-4812-9B01-32867FBFD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58EE-C69F-4163-889B-D0A5E43DA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85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4F9BA-9B72-4172-BC2A-FCCF4AE06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32834-D6C0-4F30-BC4E-E86BC72876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C13F34-075A-4B8B-BC8B-DEBB11D02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4E4B8-D7F5-41F1-84D8-3F843E4E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2ED17-CF56-4184-B7A2-37480E1414E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B521F-2D5F-48DE-8B5B-A3FF21346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95EB4-A63E-47E6-901E-803D35A69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58EE-C69F-4163-889B-D0A5E43DA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12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02A4D-B107-4131-AA7B-2F5BF3688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F18D9-26E5-4B3A-A6C1-44308B2D4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BD6E5-1F65-4D74-B078-B58C2E8A9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88F767-70A6-4FF4-AD70-8F12CB2E1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834350-1BD5-4E0B-84AD-C6F6C1C70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9FB341-5EE6-466D-B54D-043CDEAD6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2ED17-CF56-4184-B7A2-37480E1414E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8DF00C-79AF-4C36-99B9-6488AA8D5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5449AC-34E1-42C6-A5E2-B440C1E0F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58EE-C69F-4163-889B-D0A5E43DA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48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C45AA-B036-4F11-85ED-1D3BC582C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1FC4B6-479E-455C-A902-D397D9D8D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2ED17-CF56-4184-B7A2-37480E1414E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8898C2-206A-4EF5-A958-2E0BA45DA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40A63-167D-4B24-9BDA-BA1A10F3F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58EE-C69F-4163-889B-D0A5E43DA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85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5316DA-292D-4BCB-B861-7C78D2A05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2ED17-CF56-4184-B7A2-37480E1414E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939BCF-7353-4F09-BC1A-72E396678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FF17B-3385-49F3-A80F-CC9AEF39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58EE-C69F-4163-889B-D0A5E43DA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3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C3E3-B945-401B-9A39-6CF06F8B7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08677-8256-4261-8B3E-3A44C6DBC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D9321-34DB-4F0A-8370-FF0B11E4A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5595E-EA6E-4EE5-A273-9F5B92C69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2ED17-CF56-4184-B7A2-37480E1414E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51266-6720-4E61-A979-E98A823D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DA919-AC8F-4382-99B5-030C1422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58EE-C69F-4163-889B-D0A5E43DA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837EC-ABF9-4D8E-9294-1A6987EAB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B55E14-CC57-4E6A-A126-0F7FE8D23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B9EA0-B872-4F59-891B-EDE00D057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C6769-2C11-4B94-835C-113E656D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2ED17-CF56-4184-B7A2-37480E1414E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29BDF-4ABF-4ED7-90D4-258E7DD6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F274A-75C3-4FCF-AFF1-DBD51139F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58EE-C69F-4163-889B-D0A5E43DA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3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FA564-49C0-43E4-8BF5-EA9519592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15147-F5CE-41F7-B08A-22053EEFD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EB1AE-ACA2-4362-A9CF-E5B5E1EFD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2ED17-CF56-4184-B7A2-37480E1414E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8260A-555A-45AB-A45B-6AB24E485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97F4F-CD1E-40B1-A9B5-86FFBBEE2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58EE-C69F-4163-889B-D0A5E43DA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29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C453AD-AD64-40C7-929D-100FFC666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08352-175A-48B6-AA71-E83704608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2C0CD-9CCC-4EAE-B7B3-D49F12E55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2ED17-CF56-4184-B7A2-37480E1414E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739CE-D1B8-4E94-8881-97495EB46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4DCED-B230-48C9-B5EF-A839F528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358EE-C69F-4163-889B-D0A5E43DA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53C03C-A096-4B48-9D52-B01E3C9F2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EAE79-B881-4D0F-BEBB-3CD102D67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30FE3-C501-41B2-869B-D8074519C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2ED17-CF56-4184-B7A2-37480E1414E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7E570-4C3D-4E6F-9164-9B047BC08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8D0FD-0AF9-45FA-87E9-E94E6ACF8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358EE-C69F-4163-889B-D0A5E43DA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26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139679"/>
            <a:ext cx="12192000" cy="1815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O God, our help in ages past,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our hope for years to come,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our shelter from the stormy blast,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our eternal home.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#222 O God, Our Help in Ages Past</a:t>
            </a:r>
          </a:p>
        </p:txBody>
      </p:sp>
    </p:spTree>
    <p:extLst>
      <p:ext uri="{BB962C8B-B14F-4D97-AF65-F5344CB8AC3E}">
        <p14:creationId xmlns:p14="http://schemas.microsoft.com/office/powerpoint/2010/main" val="246043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93012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>
                <a:solidFill>
                  <a:prstClr val="black"/>
                </a:solidFill>
              </a:rPr>
              <a:t>2. </a:t>
            </a:r>
            <a:r>
              <a:rPr lang="en-CA" sz="2800" dirty="0">
                <a:solidFill>
                  <a:prstClr val="black"/>
                </a:solidFill>
              </a:rPr>
              <a:t>Under the shadow of your throne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your saints have dwelt secure;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sufficient is your arm alone,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our defense is sure.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06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8252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Before the hills in order stood,</a:t>
            </a:r>
          </a:p>
          <a:p>
            <a:pPr algn="ctr"/>
            <a:r>
              <a:rPr lang="en-CA" sz="2800" dirty="0"/>
              <a:t>or earth received her frame,</a:t>
            </a:r>
          </a:p>
          <a:p>
            <a:pPr algn="ctr"/>
            <a:r>
              <a:rPr lang="en-CA" sz="2800" dirty="0"/>
              <a:t>from everlasting you are God,</a:t>
            </a:r>
          </a:p>
          <a:p>
            <a:pPr algn="ctr"/>
            <a:r>
              <a:rPr lang="en-CA" sz="2800" dirty="0"/>
              <a:t>to endless years the same.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95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8252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A thousand ages in your sight </a:t>
            </a:r>
            <a:br>
              <a:rPr lang="en-US" sz="2800" dirty="0"/>
            </a:br>
            <a:r>
              <a:rPr lang="en-US" sz="2800" dirty="0"/>
              <a:t>are like an evening gone; </a:t>
            </a:r>
            <a:br>
              <a:rPr lang="en-US" sz="2800" dirty="0"/>
            </a:br>
            <a:r>
              <a:rPr lang="en-US" sz="2800" dirty="0"/>
              <a:t>short as the watch that ends the night </a:t>
            </a:r>
            <a:br>
              <a:rPr lang="en-US" sz="2800" dirty="0"/>
            </a:br>
            <a:r>
              <a:rPr lang="en-US" sz="2800" dirty="0"/>
              <a:t>before the rising sun</a:t>
            </a:r>
            <a:r>
              <a:rPr lang="en-CA" sz="2800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102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8252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</a:t>
            </a:r>
            <a:r>
              <a:rPr lang="en-US" sz="2800" dirty="0"/>
              <a:t>The busy tribes of flesh and blood,</a:t>
            </a:r>
            <a:br>
              <a:rPr lang="en-US" sz="2800" dirty="0"/>
            </a:br>
            <a:r>
              <a:rPr lang="en-US" sz="2800" dirty="0"/>
              <a:t>with all their lives and cares,</a:t>
            </a:r>
            <a:br>
              <a:rPr lang="en-US" sz="2800" dirty="0"/>
            </a:br>
            <a:r>
              <a:rPr lang="en-US" sz="2800" dirty="0"/>
              <a:t>are carried downward by your flood,</a:t>
            </a:r>
            <a:br>
              <a:rPr lang="en-US" sz="2800" dirty="0"/>
            </a:br>
            <a:r>
              <a:rPr lang="en-US" sz="2800" dirty="0"/>
              <a:t>and lost in </a:t>
            </a:r>
            <a:r>
              <a:rPr lang="en-US" sz="2800" dirty="0" err="1"/>
              <a:t>foll'wing</a:t>
            </a:r>
            <a:r>
              <a:rPr lang="en-US" sz="2800" dirty="0"/>
              <a:t> years</a:t>
            </a:r>
            <a:r>
              <a:rPr lang="en-CA" sz="2800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16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8252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6.</a:t>
            </a:r>
            <a:r>
              <a:rPr lang="en-CA" sz="2800" dirty="0"/>
              <a:t> </a:t>
            </a:r>
            <a:r>
              <a:rPr lang="en-US" sz="2800" dirty="0"/>
              <a:t>Time, like an ever-rolling stream, </a:t>
            </a:r>
            <a:br>
              <a:rPr lang="en-US" sz="2800" dirty="0"/>
            </a:br>
            <a:r>
              <a:rPr lang="en-US" sz="2800" dirty="0"/>
              <a:t>bears all its sons away; </a:t>
            </a:r>
            <a:br>
              <a:rPr lang="en-US" sz="2800" dirty="0"/>
            </a:br>
            <a:r>
              <a:rPr lang="en-US" sz="2800" dirty="0"/>
              <a:t>they fly forgotten, as a dream </a:t>
            </a:r>
            <a:br>
              <a:rPr lang="en-US" sz="2800" dirty="0"/>
            </a:br>
            <a:r>
              <a:rPr lang="en-US" sz="2800" dirty="0"/>
              <a:t>dies at the </a:t>
            </a:r>
            <a:r>
              <a:rPr lang="en-US" sz="2800" dirty="0" err="1"/>
              <a:t>op'ning</a:t>
            </a:r>
            <a:r>
              <a:rPr lang="en-US" sz="2800"/>
              <a:t> day</a:t>
            </a:r>
            <a:r>
              <a:rPr lang="en-CA" sz="2800"/>
              <a:t>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097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0BF088-8D66-4A47-BA40-E11CFC324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/>
              <a:t> 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6C67D3-3C0F-4028-B33B-8D7732F933B1}"/>
              </a:ext>
            </a:extLst>
          </p:cNvPr>
          <p:cNvSpPr txBox="1"/>
          <p:nvPr/>
        </p:nvSpPr>
        <p:spPr>
          <a:xfrm>
            <a:off x="1604962" y="2133600"/>
            <a:ext cx="89820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7. O God, our help in ages past,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our hope for years to come: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O be our guard while troubles last,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our eternal home.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123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287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2</cp:revision>
  <dcterms:created xsi:type="dcterms:W3CDTF">2020-11-06T15:23:40Z</dcterms:created>
  <dcterms:modified xsi:type="dcterms:W3CDTF">2020-12-29T23:09:42Z</dcterms:modified>
</cp:coreProperties>
</file>