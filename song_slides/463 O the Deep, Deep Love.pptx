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62A44-88F4-419E-A18C-57CC4ACC638F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B7E58E-2EBD-4810-9E38-1B68892EB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663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A25F-1892-F03C-9473-102721D29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69882-F628-5F0C-B88E-EBEEB657C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02894-D7D0-2C56-8ABA-94C5E6630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9406D-EA35-4008-B6B0-0D838CB48FB0}" type="datetime1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A54FF-1906-ACD0-16B0-DE1933894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12982-FA76-3FCE-1B75-44A4F072F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2B4C-AA0D-4D35-B829-F814CBDE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26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1E96-326F-1CE3-C12A-285DFF991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0E847-C349-F896-2FCD-62E221D11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6A321-69E7-8461-E672-AA53E4C6C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18030-A512-4424-A4FE-8F930200AB9D}" type="datetime1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8E6A4-DF75-9484-850A-ABED8368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6FAAC-269F-C8FF-8759-7B832A10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2B4C-AA0D-4D35-B829-F814CBDE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08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CD4E-EB25-F3D5-12C9-E4A0BB375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2C1C9-A9B8-7E04-FB2A-E0C79734E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C2391-2E80-1690-3DF5-F6A4DDF0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B2E0F-A184-4E80-8F82-0389B07C0DBB}" type="datetime1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40C4E-9282-7C9C-AC6E-37F6A7064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67CF7-AD4A-DBCB-4794-4B519D192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2B4C-AA0D-4D35-B829-F814CBDE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B3501-AE1A-0340-9105-23749C792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705B3-3688-1180-5EC7-B25D37DE5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532CB-0EE4-AF90-86EE-0C1F19A02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E49B5-217E-56E1-F3E5-B2C0CEF70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E0DD-58E0-4835-A9AD-E9DDF4FCF942}" type="datetime1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4A924-4C51-849F-D818-6A846254D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8DCD0-F3DF-6239-5DE1-E76ED533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2B4C-AA0D-4D35-B829-F814CBDE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44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CB40-F97F-4BFE-1391-50CEF934E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4FA1C-A281-9D75-775B-3E347EE9E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BDAFE-8328-9931-5063-A4DFFCA8E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51EE54-C7DF-EF71-E209-B29B025C0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174A10-E37A-F3FB-25E7-25D223704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E7EF81-27B1-F9A8-7A01-5433DC85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E844B-AAAA-48A0-9F8F-DF1F530A17B3}" type="datetime1">
              <a:rPr lang="en-US" smtClean="0"/>
              <a:t>5/13/2022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6B843F-B517-3B49-1765-EBE87C3AA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DC16DD-975B-3CAC-84A1-912579905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2B4C-AA0D-4D35-B829-F814CBDE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16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58F8-B1E2-B86F-7F0D-C702DE135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D4C100-7000-386B-E0C1-C5BA4D88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B7484-DEC1-4A66-BBC2-FAEF19D57EC1}" type="datetime1">
              <a:rPr lang="en-US" smtClean="0"/>
              <a:t>5/13/2022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DD181-C2E3-E878-AC3E-072A06DF4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829C1-B06E-54C1-DDE4-645F60F3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2B4C-AA0D-4D35-B829-F814CBDE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09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FD532E-4334-316A-9C55-0FD5C9886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BE7AF-DBD9-468B-9964-94AEAF547598}" type="datetime1">
              <a:rPr lang="en-US" smtClean="0"/>
              <a:t>5/13/2022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4FFF6-1515-96D8-D7DA-3A21E5A0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9BB7C-D61A-9672-6B15-5F1CC09B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2B4C-AA0D-4D35-B829-F814CBDE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79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3E20D-58AE-A109-D78F-AFB8137F9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B2F92-E31F-1B8E-01D5-6ED9EC7C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E5914-DC96-54A3-0698-600F2EACD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296B3-F30D-675F-406D-5327AE34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6F5B-F279-459E-BF56-CEB89DF22B74}" type="datetime1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D665C-D29B-7A1B-8FF2-029EC15E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5BA49-C148-FDE3-4DFD-3A0EEE2D2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2B4C-AA0D-4D35-B829-F814CBDE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59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1BEB7-1E3D-3D16-36C0-42FDA8669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07B8F-8C1D-FC33-3E9D-70CFC7C92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A7BB7-5A9D-F04E-8BCC-E6BC76C36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E4A5E-7708-BEA6-0805-8E360559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9288-7D1A-4A88-8A59-AE7136462AB8}" type="datetime1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E4D5F-A169-3E06-F25A-3799548DD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6C80B-DB99-6205-3F49-9C2462645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2B4C-AA0D-4D35-B829-F814CBDE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13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D522-81E0-1990-971F-0481A89EE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5C584-03C8-E8FB-1161-26EAF3386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30669-EBB3-6A12-0522-C15E1721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B9E98-298B-467F-8FE8-6AD42D812282}" type="datetime1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08900-8942-B02A-5161-59C1CE5E3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F4EA3-8B6C-CC0B-C476-E619E5E33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2B4C-AA0D-4D35-B829-F814CBDE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9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DD7D11-3906-8BFD-263D-CA8180CEE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36961-CF71-2151-C6A8-EB2E04AD7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5899-D27B-E2BC-10C6-BED8275A1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881F-5F72-4C50-A450-1C07CF4330FD}" type="datetime1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16EB3-51E7-8124-3DDF-F3CB0579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5DAE1-313D-3388-DA68-CAE60A22E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2B4C-AA0D-4D35-B829-F814CBDE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895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E2EC9D-5784-8886-BF86-DC3F09F56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8B825-0236-770A-5AB6-7B5F5B202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2190-9A17-21FB-35DA-BEAA60290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B69AD-3D97-4A50-8A12-1822BCE1B67A}" type="datetime1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0955A-62E6-6683-88E0-F4C9F0B91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with permisson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6B501-E41A-4AE6-8C46-D7AA0CB52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02B4C-AA0D-4D35-B829-F814CBDE8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2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D67A-8846-BE4A-B4AF-7EDC9D98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#463 O the Deep, Deep Love of Jesus!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1989F-7FC9-4291-EF22-A6BC9DDD5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1 O the deep, deep love of Jesus!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Vast, unmeasured, boundless, free,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rolling as a mighty ocean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in its fullness over me.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Underneath me, all around me,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is the current of thy love;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leading onward, leading homeward,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to thy glorious rest above.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1F04A2-5AFB-32A3-30BA-91D2EACBA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</p:spTree>
    <p:extLst>
      <p:ext uri="{BB962C8B-B14F-4D97-AF65-F5344CB8AC3E}">
        <p14:creationId xmlns:p14="http://schemas.microsoft.com/office/powerpoint/2010/main" val="1777283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36D6F-70CD-9EA5-D249-F8E2DA93E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2 O the deep, deep love of Jesus!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Spread his praise from shore to shore;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how he loveth, ever loveth,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changeth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never, nevermore;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how he watches o'er his loved ones,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died to call them all his own;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how for them he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intercedeth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,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watcheth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o'er them from the throne.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BF877-365C-99B2-6148-3A7FD0CFF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</p:spTree>
    <p:extLst>
      <p:ext uri="{BB962C8B-B14F-4D97-AF65-F5344CB8AC3E}">
        <p14:creationId xmlns:p14="http://schemas.microsoft.com/office/powerpoint/2010/main" val="682718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B37B7-3E34-2F91-8D62-7F796BB91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FABB0-C0A4-6EAD-0B22-28363DD37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3 O the deep, deep love of Jesus!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Love of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love the best: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'tis an ocean vast of blessing,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'tis a haven sweet of rest.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O the deep, deep love of Jesus!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'Tis a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of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heav'ns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to me;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and it lifts me up to glory,</a:t>
            </a:r>
            <a:b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for it lifts me up to thee.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7E89D3-86A3-87B4-A7A8-36B670588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permisson</a:t>
            </a:r>
          </a:p>
        </p:txBody>
      </p:sp>
    </p:spTree>
    <p:extLst>
      <p:ext uri="{BB962C8B-B14F-4D97-AF65-F5344CB8AC3E}">
        <p14:creationId xmlns:p14="http://schemas.microsoft.com/office/powerpoint/2010/main" val="2763709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242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Verdana</vt:lpstr>
      <vt:lpstr>Office Theme</vt:lpstr>
      <vt:lpstr>#463 O the Deep, Deep Love of Jesus!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#463 O the Deep, Deep Love of Jesus!</dc:title>
  <dc:creator>Neil Tuininga</dc:creator>
  <cp:lastModifiedBy>Neil Tuininga</cp:lastModifiedBy>
  <cp:revision>1</cp:revision>
  <dcterms:created xsi:type="dcterms:W3CDTF">2022-05-13T16:50:11Z</dcterms:created>
  <dcterms:modified xsi:type="dcterms:W3CDTF">2022-05-13T16:52:34Z</dcterms:modified>
</cp:coreProperties>
</file>