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4" r:id="rId2"/>
    <p:sldId id="375" r:id="rId3"/>
    <p:sldId id="376" r:id="rId4"/>
    <p:sldId id="419" r:id="rId5"/>
    <p:sldId id="42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EABC-A9CC-4660-AC9F-0E160B820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BCD0C8-ED75-4476-AE39-509790865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F3D86-748E-40F7-9B40-4A4F2F683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52E-1370-4A09-9DC9-C1E97B056464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7538-81CD-45A0-B7DC-52B3854D3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2B4C4-6C9C-44C3-A4BE-4A319FA30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7FB8C-931E-4C63-B041-AABD08A1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9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A004-1A97-4F56-B2C0-4C0055C0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5820D-2DC2-4AA1-9E08-761C257F1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36D8C-DEF6-4653-9E19-8299486E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52E-1370-4A09-9DC9-C1E97B056464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18B02-CE45-4973-959D-A90543033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1AF6-9735-4BA5-BC7B-0EB1F0B8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7FB8C-931E-4C63-B041-AABD08A1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9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23EB0-4FD0-43E8-A5B9-6311F4806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864D2-481A-4E56-AEF1-2D532975D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27723-59B7-4C6A-9D2F-DADC9FB9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52E-1370-4A09-9DC9-C1E97B056464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1E349-3781-4E71-A524-C7F966F6D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376EA-15BD-42F6-AB74-258AEA878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7FB8C-931E-4C63-B041-AABD08A1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7A00-7219-4FE0-983F-AB95F3815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18A05-E088-4481-8730-EB8C5CCF8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0621D-F31D-40A5-9313-E1255171F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D568A-8BB8-474B-8B9D-BE6E780D1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52E-1370-4A09-9DC9-C1E97B056464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89E91-3075-4C37-A44A-852BDFAEE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5FAD5-DA3A-45DC-A778-29AE16FD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7FB8C-931E-4C63-B041-AABD08A1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34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50DA-C57A-4942-B640-0BB875771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A842E-E357-4888-A80F-49129BF33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9ADD2-44A3-498B-9768-B03FC4D0F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E5D83-F26B-4E79-B9EB-1DB8BFEA9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0BB959-7045-42C7-BECE-795042CC5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935B5-02CA-4592-BD2C-835B7BF1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52E-1370-4A09-9DC9-C1E97B056464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9906C-8FD3-4C7D-A1D3-188D842C2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E9506-E374-4E71-87C1-42DB3B704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7FB8C-931E-4C63-B041-AABD08A1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61D2-1611-4F6E-9CB0-9AF8B7F20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515D6E-FC50-47AC-97EC-8D824316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52E-1370-4A09-9DC9-C1E97B056464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4457F-9F7F-4B11-B512-FF8264B24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2ACA3-80B2-4962-8113-FF0127727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7FB8C-931E-4C63-B041-AABD08A1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00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D3AA3D-1893-4097-A4B5-53D1918B7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52E-1370-4A09-9DC9-C1E97B056464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0DE26-8DC6-46B1-89E3-B4A3726CF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8FC8F-6F92-4F55-85C7-3F4B3B97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7FB8C-931E-4C63-B041-AABD08A1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9F4C-726A-442A-BDA3-C9DCBB758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079E9-DB66-49B4-8B6D-363364EA6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0A6EE-E081-487B-9D36-47AC085F0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5FD91-7580-4611-BA0D-DC342A04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52E-1370-4A09-9DC9-C1E97B056464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BFDF1-DBCC-420F-96A1-60EB214A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7E1E6-C4E4-469B-879E-CF6AC7DBA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7FB8C-931E-4C63-B041-AABD08A1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02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042D-EE00-41EB-ADEB-FC5F7898B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17C9F-8296-4A75-92FE-6A26BDE3A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CB018-B496-478D-895E-E50C292B5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96FA4-DDC4-480C-A7E1-7A98E29B1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52E-1370-4A09-9DC9-C1E97B056464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73679-3696-432F-88E8-24F4A37BE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7B7B8-46B1-4CCB-8376-639EC1E9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7FB8C-931E-4C63-B041-AABD08A1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5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236F-87A5-4252-A61E-07366142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E71A5-3672-4D99-AA36-77941FBE0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415B1-F47C-4CB8-A97D-439375597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52E-1370-4A09-9DC9-C1E97B056464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D7296-9750-4EF1-9F6B-EE952F44B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DF72D-4FEA-4E90-A04A-79565058C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7FB8C-931E-4C63-B041-AABD08A1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75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B53EFB-7BDD-4781-A8C6-790FEF871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2E400-BBB7-4CBD-AE3A-B6D20D008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1AFDD-FC24-4CFD-8343-F96192FD2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E852E-1370-4A09-9DC9-C1E97B056464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47A26-AA60-46DC-BE95-38CEC49C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53125-2560-4CCA-96B4-7726C39CB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7FB8C-931E-4C63-B041-AABD08A1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3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126DD2-7BB3-475B-A64D-250990A9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D51D0-D5A7-4FF9-AA82-ADFC71400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4DFA7-6F6D-4B9E-86F4-65A6A6712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E852E-1370-4A09-9DC9-C1E97B056464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38F07-280B-401E-8C29-23B14F31B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89BD4-BA39-43B4-988A-3174625D2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7FB8C-931E-4C63-B041-AABD08A14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60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1828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#159 Abide With 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 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94AEC-267F-4164-9FEF-233BF3C5A16A}"/>
              </a:ext>
            </a:extLst>
          </p:cNvPr>
          <p:cNvSpPr txBox="1"/>
          <p:nvPr/>
        </p:nvSpPr>
        <p:spPr>
          <a:xfrm>
            <a:off x="0" y="2050086"/>
            <a:ext cx="121002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800" dirty="0"/>
              <a:t>Abide with me: fast falls the eventide;</a:t>
            </a:r>
            <a:br>
              <a:rPr lang="en-US" sz="2800" dirty="0"/>
            </a:br>
            <a:r>
              <a:rPr lang="en-US" sz="2800" dirty="0"/>
              <a:t>the darkness deepens; Lord, with me abide:</a:t>
            </a:r>
            <a:br>
              <a:rPr lang="en-US" sz="2800" dirty="0"/>
            </a:br>
            <a:r>
              <a:rPr lang="en-US" sz="2800" dirty="0"/>
              <a:t>when other helpers fail, and comforts flee,</a:t>
            </a:r>
            <a:br>
              <a:rPr lang="en-US" sz="2800" dirty="0"/>
            </a:br>
            <a:r>
              <a:rPr lang="en-US" sz="2800" dirty="0"/>
              <a:t>help of the helpless, O abide with me</a:t>
            </a:r>
            <a:r>
              <a:rPr lang="en-US" sz="2800" dirty="0">
                <a:solidFill>
                  <a:prstClr val="black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839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D7632-A30D-4615-88DD-0C5B5DD82EFA}"/>
              </a:ext>
            </a:extLst>
          </p:cNvPr>
          <p:cNvSpPr txBox="1"/>
          <p:nvPr/>
        </p:nvSpPr>
        <p:spPr>
          <a:xfrm>
            <a:off x="0" y="2068810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2. </a:t>
            </a:r>
            <a:r>
              <a:rPr lang="en-US" sz="2800" dirty="0"/>
              <a:t>Swift to its close ebbs out life's little day;</a:t>
            </a:r>
            <a:br>
              <a:rPr lang="en-US" sz="2800" dirty="0"/>
            </a:br>
            <a:r>
              <a:rPr lang="en-US" sz="2800" dirty="0"/>
              <a:t>earth's joys grow dim, its glories pass away;</a:t>
            </a:r>
            <a:br>
              <a:rPr lang="en-US" sz="2800" dirty="0"/>
            </a:br>
            <a:r>
              <a:rPr lang="en-US" sz="2800" dirty="0"/>
              <a:t>change and decay in all around I see;</a:t>
            </a:r>
            <a:br>
              <a:rPr lang="en-US" sz="2800" dirty="0"/>
            </a:br>
            <a:r>
              <a:rPr lang="en-US" sz="2800" dirty="0"/>
              <a:t>O thou who </a:t>
            </a:r>
            <a:r>
              <a:rPr lang="en-US" sz="2800" dirty="0" err="1"/>
              <a:t>changest</a:t>
            </a:r>
            <a:r>
              <a:rPr lang="en-US" sz="2800" dirty="0"/>
              <a:t> not, abide with me</a:t>
            </a:r>
            <a:r>
              <a:rPr lang="en-CA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456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56410"/>
            <a:ext cx="12192000" cy="237694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3. </a:t>
            </a:r>
            <a:r>
              <a:rPr lang="en-US" dirty="0"/>
              <a:t>I need thy presence </a:t>
            </a:r>
            <a:r>
              <a:rPr lang="en-US" dirty="0" err="1"/>
              <a:t>ev'ry</a:t>
            </a:r>
            <a:r>
              <a:rPr lang="en-US" dirty="0"/>
              <a:t> passing hour;</a:t>
            </a:r>
            <a:br>
              <a:rPr lang="en-US" dirty="0"/>
            </a:br>
            <a:r>
              <a:rPr lang="en-US" dirty="0"/>
              <a:t>what but thy grace can foil the tempter's </a:t>
            </a:r>
            <a:r>
              <a:rPr lang="en-US" dirty="0" err="1"/>
              <a:t>pow'r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Who like thyself my guide and stay can be?</a:t>
            </a:r>
            <a:br>
              <a:rPr lang="en-US" dirty="0"/>
            </a:br>
            <a:r>
              <a:rPr lang="en-US" dirty="0"/>
              <a:t>Through cloud and sunshine, O abide with me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784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56410"/>
            <a:ext cx="12192000" cy="237694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4. </a:t>
            </a:r>
            <a:r>
              <a:rPr lang="en-US" dirty="0"/>
              <a:t>I fear no foe, with thee at hand to bless;</a:t>
            </a:r>
            <a:br>
              <a:rPr lang="en-US" dirty="0"/>
            </a:br>
            <a:r>
              <a:rPr lang="en-US" dirty="0"/>
              <a:t>ills have no weight, and tears no bitterness.</a:t>
            </a:r>
            <a:br>
              <a:rPr lang="en-US" dirty="0"/>
            </a:br>
            <a:r>
              <a:rPr lang="en-US" dirty="0"/>
              <a:t>Where is death's sting? Where, grave, thy victory?</a:t>
            </a:r>
            <a:br>
              <a:rPr lang="en-US" dirty="0"/>
            </a:br>
            <a:r>
              <a:rPr lang="en-US" dirty="0"/>
              <a:t>I triumph still, if thou abide with me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77037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56410"/>
            <a:ext cx="12192000" cy="237694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5. </a:t>
            </a:r>
            <a:r>
              <a:rPr lang="en-US" dirty="0"/>
              <a:t>Hold thou thy cross before my closing eyes;</a:t>
            </a:r>
            <a:br>
              <a:rPr lang="en-US" dirty="0"/>
            </a:br>
            <a:r>
              <a:rPr lang="en-US" dirty="0"/>
              <a:t>shine through the gloom, and point me to the skies:</a:t>
            </a:r>
            <a:br>
              <a:rPr lang="en-US" dirty="0"/>
            </a:br>
            <a:r>
              <a:rPr lang="en-US" dirty="0" err="1"/>
              <a:t>heav'n's</a:t>
            </a:r>
            <a:r>
              <a:rPr lang="en-US" dirty="0"/>
              <a:t> morning breaks, and earth's vain shadows flee:</a:t>
            </a:r>
            <a:br>
              <a:rPr lang="en-US" dirty="0"/>
            </a:br>
            <a:r>
              <a:rPr lang="en-US" dirty="0"/>
              <a:t>in life, in death, O Lord, abide with me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marL="0" lvl="0" indent="0" algn="ctr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 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19504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#159 Abide With 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#159 Abide With Me</dc:title>
  <dc:creator>Eric Hoogendoorn</dc:creator>
  <cp:lastModifiedBy>Eric Hoogendoorn</cp:lastModifiedBy>
  <cp:revision>1</cp:revision>
  <dcterms:created xsi:type="dcterms:W3CDTF">2020-12-29T23:05:37Z</dcterms:created>
  <dcterms:modified xsi:type="dcterms:W3CDTF">2020-12-29T23:05:59Z</dcterms:modified>
</cp:coreProperties>
</file>