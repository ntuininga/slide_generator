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86" r:id="rId2"/>
    <p:sldId id="487" r:id="rId3"/>
    <p:sldId id="48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1398134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1362809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1370001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6273371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2021-12-24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178528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2021-12-24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959597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2021-12-24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5627315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6791326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4429171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883532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8027275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63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839FF8-B649-4B93-89AC-14705087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FBBB5-122F-4C0A-81C6-BB62BA69E517}"/>
              </a:ext>
            </a:extLst>
          </p:cNvPr>
          <p:cNvSpPr txBox="1"/>
          <p:nvPr/>
        </p:nvSpPr>
        <p:spPr>
          <a:xfrm>
            <a:off x="1116804" y="190499"/>
            <a:ext cx="99583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#189 Lord Jesus Christ, Our Lord Most Dear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8879B-5485-4155-9129-F9CB3304E517}"/>
              </a:ext>
            </a:extLst>
          </p:cNvPr>
          <p:cNvSpPr txBox="1"/>
          <p:nvPr/>
        </p:nvSpPr>
        <p:spPr>
          <a:xfrm>
            <a:off x="1976435" y="1888430"/>
            <a:ext cx="82391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Lord Jesus Christ, our Lord most dear,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thou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once an infant here,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 give this child of thine, we pray,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grace and blessing day by day.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holy Jesus, Lord divine,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pray thee guard this child of thine.</a:t>
            </a:r>
          </a:p>
        </p:txBody>
      </p:sp>
    </p:spTree>
    <p:extLst>
      <p:ext uri="{BB962C8B-B14F-4D97-AF65-F5344CB8AC3E}">
        <p14:creationId xmlns:p14="http://schemas.microsoft.com/office/powerpoint/2010/main" val="4024834546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723AC3-2609-4C84-8649-9E8524B0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A363F-1DCE-4B13-BFB2-E3D4442BDA70}"/>
              </a:ext>
            </a:extLst>
          </p:cNvPr>
          <p:cNvSpPr txBox="1"/>
          <p:nvPr/>
        </p:nvSpPr>
        <p:spPr>
          <a:xfrm>
            <a:off x="1885950" y="1659285"/>
            <a:ext cx="8420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As in thy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heav'nly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kingdom,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things obey thy sacred word,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thou thy mighty succor give,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shield this child by morn and eve.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holy Jesus, Lord divine,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pray thee guard this child of thine.</a:t>
            </a:r>
          </a:p>
        </p:txBody>
      </p:sp>
    </p:spTree>
    <p:extLst>
      <p:ext uri="{BB962C8B-B14F-4D97-AF65-F5344CB8AC3E}">
        <p14:creationId xmlns:p14="http://schemas.microsoft.com/office/powerpoint/2010/main" val="1964418885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43C5CA-9D7C-4874-B444-69C34C0F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E0A22-0832-41C1-BFEF-3CDEDD77AAFC}"/>
              </a:ext>
            </a:extLst>
          </p:cNvPr>
          <p:cNvSpPr txBox="1"/>
          <p:nvPr/>
        </p:nvSpPr>
        <p:spPr>
          <a:xfrm>
            <a:off x="2085975" y="1659285"/>
            <a:ext cx="80200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Their watch let angels round him keep,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where'er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he be, awake, asleep;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saving grace on him bestow,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he in thee may live and grow.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holy Jesus, Lord divine,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pray thee guard this child of thine.</a:t>
            </a:r>
          </a:p>
        </p:txBody>
      </p:sp>
    </p:spTree>
    <p:extLst>
      <p:ext uri="{BB962C8B-B14F-4D97-AF65-F5344CB8AC3E}">
        <p14:creationId xmlns:p14="http://schemas.microsoft.com/office/powerpoint/2010/main" val="722010806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2021-12-24T23:31:29Z</dcterms:created>
  <dcterms:modified xsi:type="dcterms:W3CDTF">2021-12-24T23:32:07Z</dcterms:modified>
</cp:coreProperties>
</file>