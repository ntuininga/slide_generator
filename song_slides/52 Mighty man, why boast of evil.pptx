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154E1-B1FD-44A5-BE63-3C0DAEC42D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41B9A3-D4FC-428C-961C-97FC77ECA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E72DD-26FA-4FC2-AED9-7E7FA1540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070D-C942-4BC1-A412-0B25FFDFAF3A}" type="datetimeFigureOut">
              <a:rPr lang="en-CA" smtClean="0"/>
              <a:t>2021-09-17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78C5C-B1DF-4008-9806-F4FFEF721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F18D3-DE80-4168-BA05-035AAF3F3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AF29-AC7A-4AAD-9630-3FB1331FF7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75046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50F91-7FA3-4E63-9575-EBBB8049A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40276-063D-4A8B-9B51-94B11FD6B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2727C-656C-4108-935A-A3573E28E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070D-C942-4BC1-A412-0B25FFDFAF3A}" type="datetimeFigureOut">
              <a:rPr lang="en-CA" smtClean="0"/>
              <a:t>2021-09-17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BACDE-BA4B-497F-9CA0-DD0786B8C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59F45-FC35-4C4A-A2FF-E6D28FA26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AF29-AC7A-4AAD-9630-3FB1331FF7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6134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F2C8B-E510-4145-A736-3F12AEA6E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4B34C-8F50-4A3C-ADBE-12445AC50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15313-6F54-4890-8B0E-46B0894D5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070D-C942-4BC1-A412-0B25FFDFAF3A}" type="datetimeFigureOut">
              <a:rPr lang="en-CA" smtClean="0"/>
              <a:t>2021-09-17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34F6B-608E-4026-8D62-4F70F3EB1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A9395-F0F4-46F4-8DFE-9E571C33C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AF29-AC7A-4AAD-9630-3FB1331FF7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8512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5463D-0111-4ECE-9A51-16A4BC9B6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96CED-7A88-47AB-B61E-6B3DAD6851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53C25-20ED-45AC-879E-E28C3EAF8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D83304-05C4-4613-972C-99C9A411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070D-C942-4BC1-A412-0B25FFDFAF3A}" type="datetimeFigureOut">
              <a:rPr lang="en-CA" smtClean="0"/>
              <a:t>2021-09-17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4518C-154B-440D-818D-38D27E4DB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C6724B-9159-4253-AD3F-648A4953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AF29-AC7A-4AAD-9630-3FB1331FF7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1387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DE45C-8880-4D50-9E10-D2A3DBD5E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AE353-DD13-47C1-8CF7-905FF751C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D5C009-8011-4FA3-A283-71F1B17281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CBBADF-44BE-4D1B-996B-D3854A1DD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4F2049-522D-4C74-A753-73D83D73B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6D1C4-8EB5-49B3-A312-6F76113F1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070D-C942-4BC1-A412-0B25FFDFAF3A}" type="datetimeFigureOut">
              <a:rPr lang="en-CA" smtClean="0"/>
              <a:t>2021-09-17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D3267D-9815-4747-8DDC-9C3D3E113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EAEF96-21E8-4705-91D2-FE948277B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AF29-AC7A-4AAD-9630-3FB1331FF7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9573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4009-DFFA-43DC-B86A-6536BB3DB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923F64-7059-41FA-9A7F-9E4F6D6FF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070D-C942-4BC1-A412-0B25FFDFAF3A}" type="datetimeFigureOut">
              <a:rPr lang="en-CA" smtClean="0"/>
              <a:t>2021-09-17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96CE1-EC9A-47FC-B4AE-3D4378E1B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C117DF-511E-42E0-AD5F-E6B6F49EF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AF29-AC7A-4AAD-9630-3FB1331FF7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9651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9078AE-3027-4C23-A19D-F516D4EC9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070D-C942-4BC1-A412-0B25FFDFAF3A}" type="datetimeFigureOut">
              <a:rPr lang="en-CA" smtClean="0"/>
              <a:t>2021-09-17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5B56D6-A257-4E0A-A878-62E53C8D7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FCDF4-E5D0-4386-815A-C6D5DE337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AF29-AC7A-4AAD-9630-3FB1331FF7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4765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3C4DC-B95F-46EC-B1F3-8215CA92E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A7847-A41D-47F0-A287-A37D55DEB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4EBF9E-801B-49BE-B2B5-7908DC68A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61FB5-7C3D-41D4-9138-A7DCDC8F5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070D-C942-4BC1-A412-0B25FFDFAF3A}" type="datetimeFigureOut">
              <a:rPr lang="en-CA" smtClean="0"/>
              <a:t>2021-09-17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41FFD-FB62-41B0-8D29-81A18EEDB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1311B-3555-438E-A079-33D57922A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AF29-AC7A-4AAD-9630-3FB1331FF7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3229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3CB76-D63F-4982-ACA6-FBA2956BB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DE4694-D982-4829-B2C4-EC8172266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3D9B09-DC87-4318-8F94-7906AACC0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12836-77B0-4026-940E-9BBC73FEA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070D-C942-4BC1-A412-0B25FFDFAF3A}" type="datetimeFigureOut">
              <a:rPr lang="en-CA" smtClean="0"/>
              <a:t>2021-09-17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3C0C3-B4EF-48AE-B2A9-83C9017D4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11EBC-8B5C-4826-AD21-4F5F128D9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AF29-AC7A-4AAD-9630-3FB1331FF7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3936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92409-1F8A-42CF-A7E4-514162D77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99C5A2-DF17-4045-B0A1-536C80EDC9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C7058-1DAA-47FE-AD54-443BD0B62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070D-C942-4BC1-A412-0B25FFDFAF3A}" type="datetimeFigureOut">
              <a:rPr lang="en-CA" smtClean="0"/>
              <a:t>2021-09-17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C4F79-EBF9-4539-A6FC-D59FFF979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35F11-706E-4E7A-94EC-97E0850B7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AF29-AC7A-4AAD-9630-3FB1331FF7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5679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6B1605-7642-4899-AC5D-B969AEB1E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C7F3D3-D6BC-46CA-B749-A04F38F6C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F7C26-95EE-4F43-B738-9AD2BFC96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070D-C942-4BC1-A412-0B25FFDFAF3A}" type="datetimeFigureOut">
              <a:rPr lang="en-CA" smtClean="0"/>
              <a:t>2021-09-17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564C9-F94C-4782-A2B2-07D19FB10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4D8E3-3D0E-43C8-940C-DA6CF6AA3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AAF29-AC7A-4AAD-9630-3FB1331FF7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8930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658E26-9F21-4D2F-9CB9-DDD5D6B87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47C1B-8011-48E1-8D7A-AAF9B0090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2ADA2-444F-4CDA-A154-BEFE910A97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9070D-C942-4BC1-A412-0B25FFDFAF3A}" type="datetimeFigureOut">
              <a:rPr lang="en-CA" smtClean="0"/>
              <a:t>2021-09-17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B2CA6-8353-4D8D-9095-21E7EFBEFC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6B8EB-738F-41F6-88B1-7EF22BA97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AAF29-AC7A-4AAD-9630-3FB1331FF7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0516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C8F43D-AF1F-473F-88C4-6A7E9B58E1F1}"/>
              </a:ext>
            </a:extLst>
          </p:cNvPr>
          <p:cNvSpPr txBox="1"/>
          <p:nvPr/>
        </p:nvSpPr>
        <p:spPr>
          <a:xfrm>
            <a:off x="566737" y="333375"/>
            <a:ext cx="110585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#52 Mighty Man, Why Boast of Evil?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2B99CD-C784-4D19-9376-5ACF20C03D98}"/>
              </a:ext>
            </a:extLst>
          </p:cNvPr>
          <p:cNvSpPr txBox="1"/>
          <p:nvPr/>
        </p:nvSpPr>
        <p:spPr>
          <a:xfrm>
            <a:off x="1562099" y="1714500"/>
            <a:ext cx="9067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US" sz="2800" dirty="0">
                <a:solidFill>
                  <a:srgbClr val="222222"/>
                </a:solidFill>
              </a:rPr>
              <a:t>Mighty man, why boast of evil?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All the day God’s love is faithful.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With your sharpened razor-tongue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you plot harm, deceitful one.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You love evil more than goodness,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lying more than speaking justice.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You love words that will devour,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O you tongue of crafty </a:t>
            </a:r>
            <a:r>
              <a:rPr lang="en-US" sz="2800" dirty="0" err="1">
                <a:solidFill>
                  <a:srgbClr val="222222"/>
                </a:solidFill>
              </a:rPr>
              <a:t>pow’r</a:t>
            </a:r>
            <a:r>
              <a:rPr lang="en-US" sz="2800" dirty="0">
                <a:solidFill>
                  <a:srgbClr val="222222"/>
                </a:solidFill>
              </a:rPr>
              <a:t>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3992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051091-34C1-4318-A361-77ADD56A2DC9}"/>
              </a:ext>
            </a:extLst>
          </p:cNvPr>
          <p:cNvSpPr txBox="1"/>
          <p:nvPr/>
        </p:nvSpPr>
        <p:spPr>
          <a:xfrm>
            <a:off x="1652587" y="1659285"/>
            <a:ext cx="88868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God will break you down forever,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snatch and tear you from your shelter.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He will pluck you from the ground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where the living can be found.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Just men fear and say with laughter,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“See the man who sought disaster,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spurning God as his defense,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making wealth his confidence.”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97767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415A99-44ED-493B-B3E1-04FC597EE686}"/>
              </a:ext>
            </a:extLst>
          </p:cNvPr>
          <p:cNvSpPr txBox="1"/>
          <p:nvPr/>
        </p:nvSpPr>
        <p:spPr>
          <a:xfrm>
            <a:off x="1076325" y="1659285"/>
            <a:ext cx="100393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But in God’s house I’m abiding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like an olive tree that’s thriving.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I am trusting evermore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in your steadfast love, O Lord.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I give thanks with endless praises,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for I know that you have done this.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I will hope in your good name,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in the presence of the saints.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66765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180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2021-01-21T21:02:10Z</dcterms:created>
  <dcterms:modified xsi:type="dcterms:W3CDTF">2021-09-18T04:05:13Z</dcterms:modified>
</cp:coreProperties>
</file>