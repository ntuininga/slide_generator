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4B5004CD-B3F6-45AE-B0C3-BBE5875FC2D3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06/24/2023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4C8E8F0-4827-4DBE-A102-CA963B13948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5E268E06-B19F-492D-B9B5-6E0A692A1773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06/24/2023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3F1E900-EAB4-4B95-8CC0-84DB60047DB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#523 O God, My Faithful God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1360440"/>
            <a:ext cx="1219176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1.  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O God, my faithful God, 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true fountain ever flowing,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without whom nothing is,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all perfect gifts bestowing: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give me a healthy frame,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and may I have within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 conscience free from blame,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 soul unstained from sin.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CA" sz="2800" spc="-1" strike="noStrike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340640"/>
            <a:ext cx="1219176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Give me the strength to do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 ready heart and willing,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whatever you command,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calling here fulfilling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do it when I ought,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 all my strength; and bless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whatever I have wrought, 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 you must give success.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CA" sz="2800" spc="-1" strike="noStrike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134064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3.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Keep me from saying words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that later need recalling;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guard me, lest idle speech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may from my lips be falling: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but when, within my place,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must and ought to speak,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then to my words give grace,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lest I offend the weak.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134064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4.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When dangers gather round,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oh, keep me calm and fearless;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 me to bear the cross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when life seems dark and cheerless;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 me, as you have taught,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love both great and small,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and, by your Spirit’s might,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live at peace with all.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LibreOffice/7.0.4.2$Linux_X86_64 LibreOffice_project/00$Build-2</Application>
  <AppVersion>15.0000</AppVersion>
  <Words>198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2020-04-26T02:58:43Z</dcterms:created>
  <dc:creator>Eric Hoogendoorn</dc:creator>
  <dc:description/>
  <dc:language>en-CA</dc:language>
  <cp:lastModifiedBy/>
  <dcterms:modified xsi:type="dcterms:W3CDTF">2023-06-24T16:14:05Z</dcterms:modified>
  <cp:revision>7</cp:revision>
  <dc:subject/>
  <dc:title>#524 Guide Me, O Thou Great Jehovah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