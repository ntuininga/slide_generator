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0E09-CEC6-40E3-B783-A5E805C67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CE9F1-11B1-4D18-97B7-2B3ADB901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02D3F-08DB-4E88-B252-2B2E70E2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55D03-73FE-46A4-A317-BB6816C1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0B02A-1B4C-40C6-9080-700CDF2F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69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8A2D-267B-404B-A7D0-A76841E0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41C56-47B8-406A-8239-48FFF04B6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CE0C7-D152-4B57-8DCA-586DE3FC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A17B5-8093-40D4-A298-3A8FC0F1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2B5E1-1E5E-42EE-A215-00110391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138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DE81-9EA8-4980-ADD1-636F9985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297CC-D4AA-42CA-ACD5-456E003E4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22D11-600C-4FBD-9DF8-7800CD9C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D78C5-E38D-4187-960F-E07F7DDA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BC995-B196-4EA9-97E8-42992A7E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081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89D7-BF4F-4D2D-9D0C-1AA45081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4730-E46D-460C-80C4-D550800C0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7BC7-871C-45E5-9264-46B1E1971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D4799-B6CE-4422-9789-A30BA9DB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1473A-C977-4590-A7DF-66F9C94A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D7588-D5B9-4F79-B347-F6512FF7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193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E035-85F1-40ED-B11B-10091A82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BC4D6-305A-4FC2-99B2-28011821A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BD05-F6E3-479E-A014-BDC4FD283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3424A-F1CF-4469-A869-150BF2F98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114C1-FF17-49CE-9AFC-B9F8B4FEC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87D50-F29D-4482-A80C-C59F0739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FA6AA-F8C5-429C-8E94-4AFE4C98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863E8-FF29-497F-967B-BD5389E5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008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862C-5219-4A3F-8986-BABC55D4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22649-D541-4446-8396-40D3AA70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778C9-1B91-47BF-BF17-8C7BAFD5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46CC7-F6D8-4B1C-8085-EF681658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30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4F1B6-14D8-44B0-9E5D-E9E5987D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4E057-02A1-469E-A255-6E0BB639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32B1C-9343-4169-808E-19E55392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2296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0BD1-1D53-45DB-B764-6B504D81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C5CB0-95DA-4108-921F-82A4FD315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A60EA-F499-44DE-983D-0A78F653C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BCE33-A5A3-434C-893F-9C5779D68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6D74F-223E-462E-9329-42EB409F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E063D-C23F-4C7B-B536-E759E416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380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3475-13D3-48DF-98D5-AF9C6D26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CDC47-F9A8-40F7-802C-D44C81416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D7F51-CF57-4AD9-B311-BA03D2551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5AE2F-AB5F-41DA-BBB8-A61187B6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E5C90-1BF1-4D33-ACDE-22E7C9A4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3CCAE-E204-4146-BC6C-F6608296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818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9AFC-F699-4EE7-ACE0-A11EA319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DEA3E-6A03-4C36-A18B-2A4C37300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B1762-7127-4E40-89C0-340A5CD6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8A45F-D751-40FD-9E02-6C0D3252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294A9-C922-4307-A7E6-AA98F238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940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4A174-D93F-4639-9529-E9575A423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0B63E-6734-4D1A-BBB6-DE4A14390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FCA6-9823-4333-85BF-D1CB18FE4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47691-2A08-4B89-9190-EB1806EF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D0C0D-C245-4689-AB98-FDA8A162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6921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C32B0-3408-48AA-8BAD-3F1AB3B6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4E4D0-492E-4822-A264-35A9FC80D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88A7C-1A22-43FB-992F-16A972ACC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77676-ED38-492A-BD4F-3598464AFCB9}" type="datetimeFigureOut">
              <a:rPr lang="en-CA" smtClean="0"/>
              <a:t>2021-10-16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23CFE-A218-43A5-8E9D-BA7C1A873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85936-BE5C-4379-AF52-45D8F8025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EF8DC-557F-41A8-80F7-A34B750CA0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9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5C2E85-DE90-42FE-8753-FE5903DE9856}"/>
              </a:ext>
            </a:extLst>
          </p:cNvPr>
          <p:cNvSpPr txBox="1"/>
          <p:nvPr/>
        </p:nvSpPr>
        <p:spPr>
          <a:xfrm>
            <a:off x="723900" y="342900"/>
            <a:ext cx="1074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#404 The Church’s One Foundation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39C22-BDB9-40EB-90E5-60B62D6EC097}"/>
              </a:ext>
            </a:extLst>
          </p:cNvPr>
          <p:cNvSpPr txBox="1"/>
          <p:nvPr/>
        </p:nvSpPr>
        <p:spPr>
          <a:xfrm>
            <a:off x="1524000" y="1659285"/>
            <a:ext cx="9144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The church's one foundation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Jesus Christ, her Lord;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she is his new creation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water and the Word: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he came and sought her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be his holy bride;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his own blood he bought her,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for her life he died.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25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A87C1-BD66-45E0-A62A-ECF24634BFCE}"/>
              </a:ext>
            </a:extLst>
          </p:cNvPr>
          <p:cNvSpPr txBox="1"/>
          <p:nvPr/>
        </p:nvSpPr>
        <p:spPr>
          <a:xfrm>
            <a:off x="1462087" y="1659285"/>
            <a:ext cx="92678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Elect from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one o'er all the earth,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 charter of salvation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Lord, one faith, one birth;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holy name she blesses,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partakes one holy food,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to one hope she presses,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grace endued.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05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22732E-53F6-4AC8-A8F6-8D0FEDD39370}"/>
              </a:ext>
            </a:extLst>
          </p:cNvPr>
          <p:cNvSpPr txBox="1"/>
          <p:nvPr/>
        </p:nvSpPr>
        <p:spPr>
          <a:xfrm>
            <a:off x="1243012" y="1659285"/>
            <a:ext cx="9705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Though with a scornful wonder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 see her sore oppressed,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schisms rent asunder,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heresies distressed,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saints their watch are keeping,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cry goes up, "How long?"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soon the night of weeping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be the morn of song.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64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8909E6-9D77-49BA-B319-B30732E2A1E1}"/>
              </a:ext>
            </a:extLst>
          </p:cNvPr>
          <p:cNvSpPr txBox="1"/>
          <p:nvPr/>
        </p:nvSpPr>
        <p:spPr>
          <a:xfrm>
            <a:off x="2328862" y="1659285"/>
            <a:ext cx="7534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 church shall never perish!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 dear Lord to defend,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guide, sustain, and cherish,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with her to the end;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though there be those that hate her,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false sons in her pale,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against both foe and traitor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she ever shall prevail.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06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2A768-08FB-45FE-90A6-01717F10DA86}"/>
              </a:ext>
            </a:extLst>
          </p:cNvPr>
          <p:cNvSpPr txBox="1"/>
          <p:nvPr/>
        </p:nvSpPr>
        <p:spPr>
          <a:xfrm>
            <a:off x="1981200" y="1659285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'Mid toil and tribulation,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tumult of her war,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she waits the consummation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peace forevermore;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till with the vision glorious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 longing eyes are blest,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 great church victorious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be the church at rest.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6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5FC32A-5F05-489E-964A-8539C506851B}"/>
              </a:ext>
            </a:extLst>
          </p:cNvPr>
          <p:cNvSpPr txBox="1"/>
          <p:nvPr/>
        </p:nvSpPr>
        <p:spPr>
          <a:xfrm>
            <a:off x="1933575" y="1659285"/>
            <a:ext cx="83248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Yet she on earth hath union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the God the Three in One,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mystic sweet communion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those whose rest is won: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happy ones and holy!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give us grace that we,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them, the meek and lowly,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high may dwell with thee.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871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355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2021-10-01T22:07:33Z</dcterms:created>
  <dcterms:modified xsi:type="dcterms:W3CDTF">2021-10-16T22:26:42Z</dcterms:modified>
</cp:coreProperties>
</file>