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9" r:id="rId2"/>
    <p:sldId id="261" r:id="rId3"/>
    <p:sldId id="260" r:id="rId4"/>
    <p:sldId id="257" r:id="rId5"/>
    <p:sldId id="262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3037B0-80AE-460C-825D-0ED76EE771C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B36253-2939-4239-BE33-4A822A825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64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6E886-37AC-7BCA-283B-BDB651B91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A676FB-0B54-12CC-8A8A-32479DFFC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D4356-76F4-A7C5-9C98-AB3B71495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4CFA2-9CC3-4EEB-8813-932AAED9D787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542C1-5F58-C46E-F467-C81D6455D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Singing, 1973; alt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4ADE9-77F1-9796-F3A8-DC842239E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BE982-CAFB-451B-A8F7-1D27294EC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01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269E1-9A6D-6C07-10BE-48527FAD4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8486B-6193-2A5A-5AAE-E31F29248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E5579-AEA4-0077-E932-C91FF3D15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A393D-D60D-4626-9EB7-75E14DCBCB00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AA1EA-4D70-83B1-B665-43D45CACB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Singing, 1973; alt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A9946-1ACB-C541-0D61-4DEDB1D4E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BE982-CAFB-451B-A8F7-1D27294EC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39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90EFC-582E-994A-A492-C3FC35781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00D48-D389-3826-1BD3-88C1F455F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1139E-E919-2FA3-B3C0-5D6918CE6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21382-2D5D-41C5-9811-129B0AD06C94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2F425-9472-9BDE-4BDB-E0143C224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Singing, 1973; alt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84C8C-2772-997D-B839-BD485E065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BE982-CAFB-451B-A8F7-1D27294EC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98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1318-F800-701A-88D7-C86F13BCD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25959-DC7B-7D50-D1B6-B51FEF5030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20AF3-F7EC-AD3F-B39D-E3C8A1487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D6C45-E0C1-6B1B-3826-80D6DDC46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BE197-F78D-4C73-B41C-A61D1810B625}" type="datetime1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E7F78-4629-2511-9040-6B038CDDE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Singing, 1973; alt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1FC2F-1DAF-1AAB-D578-3DD6E1344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BE982-CAFB-451B-A8F7-1D27294EC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51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93F01-2AF4-47A5-B2EA-5A7E7919A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05707-3606-039E-106D-99FD0BB4B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C5E700-5C7B-4058-64C4-2556A08EC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45C3CB-9696-DD4E-DCA5-2476DE7D0A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04EA59-CE2E-E886-ADBC-7F7726D954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EABF71-BDB5-E61B-D9EA-486A7E32E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E8C12-673D-49E0-96DE-99A5A33FADF4}" type="datetime1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A9136E-9EB8-DD65-B7CE-B3BBDEB00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Singing, 1973; alt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3BA59-759E-D98B-8B54-5E7C8A46F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BE982-CAFB-451B-A8F7-1D27294EC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768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D7343-B734-6081-2D22-CA5B7CCA7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53CED4-F6B2-7791-12A2-0C99F044C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C504E-E5D3-4093-A729-A11D34067908}" type="datetime1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08971F-88DB-20EE-DDF3-AB7DE301A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Singing, 1973; alt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8F4EE9-500D-DFCF-2323-7DF038D01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BE982-CAFB-451B-A8F7-1D27294EC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56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33D0C8-2EC1-7656-8DA4-06ECDF3EA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0ECE-3195-418D-BD5A-DE97F7DDB306}" type="datetime1">
              <a:rPr lang="en-US" smtClean="0"/>
              <a:t>4/17/2025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6933C9-3FB5-AE74-9AC9-77E8038CF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Singing, 1973; alt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E479F-2E79-EFBB-5BF1-0F1F36296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BE982-CAFB-451B-A8F7-1D27294EC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184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0CA3B-0EA2-69EF-B456-97016DA9A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B94A4-0B49-952B-3CA2-3845FB431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3DDDAF-BC32-A030-B2A2-59799CD2C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794FC2-9E8A-4F6A-4D22-246A8A334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8A64-A867-43F3-80F3-005FC624AE52}" type="datetime1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A2391-DB58-A27D-C9E5-03996FDAF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Singing, 1973; alt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89135-71B9-AE24-04F0-48D444B35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BE982-CAFB-451B-A8F7-1D27294EC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311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4F69B-328D-C467-038A-E2A31A8DF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9B5695-1DFF-E313-6FC1-6A282A0CC3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56F72E-35C9-E5D6-378F-82C6E6C25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CB462-5115-F61B-DD8B-66C6E35D6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14095-5C57-4370-B88E-EC5651CDCD72}" type="datetime1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688EC-7358-F7C7-53B9-27550EEB3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Singing, 1973; alt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E62A1-E98B-BD66-DC8C-816027B21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BE982-CAFB-451B-A8F7-1D27294EC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57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34578-9BBE-1DB8-1596-6E1580C03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6CCB5-224D-51ED-EC0E-F062050D4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3EDAA-C979-241B-58D4-AC894299C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9D1CD-BAC5-42A5-8B73-58CB644696A9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E685D-69EB-69BE-4228-1230CB357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Singing, 1973; alt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A2024-DBB0-2B6B-B513-45D6AEB94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BE982-CAFB-451B-A8F7-1D27294EC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28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19FFDE-1601-8E7C-58AF-7CF6856CA3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8670D-ED90-205E-D636-A1D067898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863BF-A5FC-D9B7-5D5E-544DA81AA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4F907-5055-4FF7-83F0-1F9ED9C37ABB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5FF85-E702-C90B-0E83-8350EE4FE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Singing, 1973; alt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BB007-1AEC-2AC8-8E90-1D31DB572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BE982-CAFB-451B-A8F7-1D27294EC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90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52FC4C-A578-4838-89C5-171940DE1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F0D00-6671-A427-270B-6EE765BE3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82973-A1BD-3D67-5AC5-B8FB5EB938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15E67B-6E5C-4086-9B62-9D22A027DF59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EADC4-43FB-C60B-882C-489B94AF6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The Book of Psalms for Singing, 1973; alt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9E37B-EE75-73DE-EC97-CEDE49BC0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BBE982-CAFB-451B-A8F7-1D27294EC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866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DBC4A7-9986-492C-B73F-C1EDEEE214C8}"/>
              </a:ext>
            </a:extLst>
          </p:cNvPr>
          <p:cNvSpPr txBox="1"/>
          <p:nvPr/>
        </p:nvSpPr>
        <p:spPr>
          <a:xfrm>
            <a:off x="1828800" y="1659285"/>
            <a:ext cx="8534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God, my God, O have you forsaken me?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why are you so far from saving me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from my groaning cry?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By day and night, My God, I call;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answer still delays,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And yet you are the Holy One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 who dwells in Israel’s praise.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5C8B28-D46F-3317-A449-6E7E93EC9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#22A My God, My God, O Why Have Your Forsaken Me?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9B61AA-7E96-0911-3E73-44ED954A1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Singing, 1973; alt</a:t>
            </a:r>
          </a:p>
        </p:txBody>
      </p:sp>
    </p:spTree>
    <p:extLst>
      <p:ext uri="{BB962C8B-B14F-4D97-AF65-F5344CB8AC3E}">
        <p14:creationId xmlns:p14="http://schemas.microsoft.com/office/powerpoint/2010/main" val="1371737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30535-D018-10E5-C72A-8742F77BB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1653B-1273-5E7E-CCA3-F5D288E45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Our fathers put their trust in you;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you salvation came.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begged you and you set them free;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were not put to shame.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 as for me, I am a worm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not a man at all.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men I am despised and base;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Their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scornings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me fall.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70C592-B384-A284-D7F7-1ED624F41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Singing, 1973; alt</a:t>
            </a:r>
          </a:p>
        </p:txBody>
      </p:sp>
    </p:spTree>
    <p:extLst>
      <p:ext uri="{BB962C8B-B14F-4D97-AF65-F5344CB8AC3E}">
        <p14:creationId xmlns:p14="http://schemas.microsoft.com/office/powerpoint/2010/main" val="2167535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6B50C-8B1D-FFC6-778E-F2FA5C173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AF811-1691-6037-D2C7-5A304387A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All those who look at me will laugh 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cast reproach at me.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Their mouths they open wide;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wag their heads in mockery.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man has trusted in the Lord;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God redemption send.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Now let his God deliver him,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he delights in him.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C47A52-F953-57EE-42F7-3E8B192BA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Singing, 1973; alt</a:t>
            </a:r>
          </a:p>
        </p:txBody>
      </p:sp>
    </p:spTree>
    <p:extLst>
      <p:ext uri="{BB962C8B-B14F-4D97-AF65-F5344CB8AC3E}">
        <p14:creationId xmlns:p14="http://schemas.microsoft.com/office/powerpoint/2010/main" val="2015468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9C74C-FB7C-F26E-E9AD-2B6CB1A17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You took me from my mother’s womb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safety at the breast.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Since birth, when I was cast on you,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You’ve been my God, my rest.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 not far off, for grief is near, 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none to help is found.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bulls of Bashan circle me, 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bulls do me surround.</a:t>
            </a:r>
          </a:p>
          <a:p>
            <a:pPr marL="0" indent="0" algn="ctr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8B1D4-1DF3-6DC0-2B12-D77BCCD15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Singing, 1973; alt</a:t>
            </a:r>
          </a:p>
        </p:txBody>
      </p:sp>
    </p:spTree>
    <p:extLst>
      <p:ext uri="{BB962C8B-B14F-4D97-AF65-F5344CB8AC3E}">
        <p14:creationId xmlns:p14="http://schemas.microsoft.com/office/powerpoint/2010/main" val="257125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2D80E-E491-A08C-12FD-6540D894B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6FE7C-A502-1384-8A7E-DE04F8D79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For see how dogs encircle me!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every side there stands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brotherhood of cruelty;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pierce my feet and hands.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bones are plain for me to count;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 see me and they stare.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clothes among them they divide,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gamble for their share.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E6C6C0-E21A-B6B6-9451-89E0BB736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Singing, 1973; alt</a:t>
            </a:r>
          </a:p>
        </p:txBody>
      </p:sp>
    </p:spTree>
    <p:extLst>
      <p:ext uri="{BB962C8B-B14F-4D97-AF65-F5344CB8AC3E}">
        <p14:creationId xmlns:p14="http://schemas.microsoft.com/office/powerpoint/2010/main" val="2144628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130C8-012A-09EE-FC1E-1536A234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01FDA-3E0A-1AE8-E06E-F010E84D3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11. All those whose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sould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descend to dust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Will fall before his throne;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cannot keep themselves alive,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rest on him alone.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seed shall serve him; future songs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Will hear about the Lord.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righteousndess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they will declare 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people yet unborn.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9E3603-E772-DF6C-19F6-897130B0A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Singing, 1973; alt</a:t>
            </a:r>
          </a:p>
        </p:txBody>
      </p:sp>
    </p:spTree>
    <p:extLst>
      <p:ext uri="{BB962C8B-B14F-4D97-AF65-F5344CB8AC3E}">
        <p14:creationId xmlns:p14="http://schemas.microsoft.com/office/powerpoint/2010/main" val="1368918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420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Calibri Light</vt:lpstr>
      <vt:lpstr>Office Theme</vt:lpstr>
      <vt:lpstr>#22A My God, My God, O Why Have Your Forsaken Me?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#22A My God, My God, O Why Have Your Forsaken Me?</dc:title>
  <dc:creator>Neil Tuininga</dc:creator>
  <cp:lastModifiedBy>Neil Tuininga</cp:lastModifiedBy>
  <cp:revision>2</cp:revision>
  <dcterms:created xsi:type="dcterms:W3CDTF">2024-05-09T22:17:54Z</dcterms:created>
  <dcterms:modified xsi:type="dcterms:W3CDTF">2025-04-18T02:41:16Z</dcterms:modified>
</cp:coreProperties>
</file>