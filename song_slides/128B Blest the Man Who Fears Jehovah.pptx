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2" r:id="rId2"/>
    <p:sldId id="363" r:id="rId3"/>
    <p:sldId id="383" r:id="rId4"/>
    <p:sldId id="384" r:id="rId5"/>
    <p:sldId id="38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F0337-F5BA-46FE-978D-2B1C2F2339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0D02F6-E3EB-4624-8F3E-2BC281783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472AF-3848-4EA6-A4D2-A24E299E0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B30B-5F54-4AE3-ABE0-87E6257DF5DE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E15EC-8533-4D22-A68B-83FC34E05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1B64C-5F52-4DC4-ABE3-B6547CEEF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DBF81-3506-4173-96EB-6E01D016E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88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3E03-14AA-40E7-93D3-2EAD8621D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D2C1F-F514-43C0-86CB-35464CBDA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252E2-CD2E-495F-A33A-F2158F7A7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B30B-5F54-4AE3-ABE0-87E6257DF5DE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09ED3-0F9A-482E-98D8-1674B6BF9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D4DF1-1522-4E74-9843-961D3C6F7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DBF81-3506-4173-96EB-6E01D016E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10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42143-5D91-465F-8B3D-5B28AFEC5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78F87-02BA-470C-9B4E-67261CEAB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D5236-3323-4AFA-B0CC-D78D40AB5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B30B-5F54-4AE3-ABE0-87E6257DF5DE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EF727-4913-4407-AF47-66BE8ED68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10B63-C1CA-4418-A1BE-030806071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DBF81-3506-4173-96EB-6E01D016E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037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AEB2C-7D14-4A3C-9C42-BA6F74AC2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01281-11EC-48EB-AF5B-C6E24829E0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85A5A-3237-422C-AC06-879B115DD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0A521-2E7C-4DA6-A51F-CCDD4E7AF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B30B-5F54-4AE3-ABE0-87E6257DF5DE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51FF4D-6B2E-4065-B9A4-8A12678A3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88BE4-81A8-42B0-BFBA-FF4F5572C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DBF81-3506-4173-96EB-6E01D016E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577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75D7A-E550-4A83-9886-4ED39FDA4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D975E-BA66-4A09-9471-6F8AD099F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401F2-1567-433D-BE62-CD43BAE68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5EE767-5D43-4BBD-9849-031077BA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CA4697-8D15-47E0-B35B-2F7F15843E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237CFC-D5C2-41E7-9969-FCC9060FD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B30B-5F54-4AE3-ABE0-87E6257DF5DE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4D4B5A-FD1E-408B-A750-2DE06635D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9A1BB9-60BF-4145-92EB-59210CFE6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DBF81-3506-4173-96EB-6E01D016E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05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7FD23-991D-4CC8-8D94-09B332674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AD36B1-E425-43E5-9002-B31BE75F6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B30B-5F54-4AE3-ABE0-87E6257DF5DE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FFF843-F5FF-4780-9387-BD49E5392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35C63-D192-4DC0-82DE-97E9B22A9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DBF81-3506-4173-96EB-6E01D016E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65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996BEC-3204-48CA-AAE6-661477B33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B30B-5F54-4AE3-ABE0-87E6257DF5DE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52D1AB-5446-425E-ADAB-0E2F9D0E8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8A09C-5243-4D6B-BBB0-690D8875C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DBF81-3506-4173-96EB-6E01D016E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902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EE1AB-528E-4A4F-908D-D1E02A8F9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4BE08-D41D-46FA-BF3F-BED156A6C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6E47D7-CABE-4251-A11C-3898E181D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512BE-6BBD-4421-B32B-E905C1D40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B30B-5F54-4AE3-ABE0-87E6257DF5DE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7DA75-026B-4563-B8B4-7D43A6EF4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36B16-0B6F-4DA4-99EF-3970427CC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DBF81-3506-4173-96EB-6E01D016E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133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0507E-A9DA-4A34-BC46-09872C52F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60F748-CDBF-48E1-B162-6DE05B1EE7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68363-8345-495A-BA11-7BAABAA72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40847D-292B-45C2-BBB3-F485B545C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B30B-5F54-4AE3-ABE0-87E6257DF5DE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2E506C-BD66-4903-BAE6-07B21022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697AB-F525-482D-B545-F9576C427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DBF81-3506-4173-96EB-6E01D016E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128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82BC-EF1C-4F92-A0EB-12563CF45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C8CAC9-CF56-47A0-865C-02072F1E6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2DC7C-B067-46C6-9679-F20FA33A8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B30B-5F54-4AE3-ABE0-87E6257DF5DE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58476-7200-4A31-9C21-78E8E4EC6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15F6A-0448-4DC3-BD4A-E01369D68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DBF81-3506-4173-96EB-6E01D016E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779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967108-8B53-45CD-879F-A6F0C747C3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DDCFF-E516-48A1-BB4A-8EED08835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AEB42-C248-4000-B347-1AF820307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B30B-5F54-4AE3-ABE0-87E6257DF5DE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A1ABC-1D75-40AA-88FE-1AC013C5F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A1FB7-8F85-4CF5-8613-EE0E3D841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DBF81-3506-4173-96EB-6E01D016E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6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971561-7106-4660-83F2-EBFFCD06F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8A600-24C6-4321-9228-252F990C3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4EB5D-643A-4E92-BCFD-025681331D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EB30B-5F54-4AE3-ABE0-87E6257DF5DE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8C475-7B27-460F-A7AE-624F051F0A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7D285-9B10-4980-9573-91AD7C272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DBF81-3506-4173-96EB-6E01D016E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9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84556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/>
            </a:pPr>
            <a:r>
              <a:rPr lang="en-US" sz="2800" dirty="0"/>
              <a:t>Blest the man who fears Jehovah,</a:t>
            </a:r>
          </a:p>
          <a:p>
            <a:pPr algn="ctr"/>
            <a:r>
              <a:rPr lang="en-US" sz="2800" dirty="0"/>
              <a:t>walking ever in his ways;</a:t>
            </a:r>
          </a:p>
          <a:p>
            <a:pPr algn="ctr"/>
            <a:r>
              <a:rPr lang="en-US" sz="2800" dirty="0"/>
              <a:t>by your toil you shall be prospered</a:t>
            </a:r>
          </a:p>
          <a:p>
            <a:pPr algn="ctr"/>
            <a:r>
              <a:rPr lang="en-US" sz="2800" dirty="0"/>
              <a:t>and be happy all your days.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#128B Blest the Man Who Fears Jehovah</a:t>
            </a:r>
          </a:p>
        </p:txBody>
      </p:sp>
    </p:spTree>
    <p:extLst>
      <p:ext uri="{BB962C8B-B14F-4D97-AF65-F5344CB8AC3E}">
        <p14:creationId xmlns:p14="http://schemas.microsoft.com/office/powerpoint/2010/main" val="640980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1585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CA" sz="2800" dirty="0"/>
              <a:t>In your wife you shall have gladness,</a:t>
            </a:r>
          </a:p>
          <a:p>
            <a:pPr algn="ctr"/>
            <a:r>
              <a:rPr lang="en-CA" sz="2800" dirty="0"/>
              <a:t>she shall fill your home with good,</a:t>
            </a:r>
          </a:p>
          <a:p>
            <a:pPr algn="ctr"/>
            <a:r>
              <a:rPr lang="en-CA" sz="2800" dirty="0"/>
              <a:t>happy in her loving service</a:t>
            </a:r>
          </a:p>
          <a:p>
            <a:pPr algn="ctr"/>
            <a:r>
              <a:rPr lang="en-CA" sz="2800" dirty="0"/>
              <a:t>and the joys of motherhood.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91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5188AE-252F-461D-824C-8C9E90397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71510E-E92A-49E5-998F-9FCD076F1C34}"/>
              </a:ext>
            </a:extLst>
          </p:cNvPr>
          <p:cNvSpPr txBox="1"/>
          <p:nvPr/>
        </p:nvSpPr>
        <p:spPr>
          <a:xfrm>
            <a:off x="1557337" y="1981200"/>
            <a:ext cx="90773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</a:t>
            </a:r>
            <a:r>
              <a:rPr lang="en-CA" sz="2800" dirty="0"/>
              <a:t>. Joyful children, sons and daughters,</a:t>
            </a:r>
          </a:p>
          <a:p>
            <a:pPr algn="ctr"/>
            <a:r>
              <a:rPr lang="en-CA" sz="2800" dirty="0"/>
              <a:t>shall about your table meet,</a:t>
            </a:r>
          </a:p>
          <a:p>
            <a:pPr algn="ctr"/>
            <a:r>
              <a:rPr lang="en-CA" sz="2800" dirty="0"/>
              <a:t>olive plants, in strength and beauty,</a:t>
            </a:r>
          </a:p>
          <a:p>
            <a:pPr algn="ctr"/>
            <a:r>
              <a:rPr lang="en-CA" sz="2800" dirty="0"/>
              <a:t>full of hope and promise sweet.</a:t>
            </a:r>
          </a:p>
        </p:txBody>
      </p:sp>
    </p:spTree>
    <p:extLst>
      <p:ext uri="{BB962C8B-B14F-4D97-AF65-F5344CB8AC3E}">
        <p14:creationId xmlns:p14="http://schemas.microsoft.com/office/powerpoint/2010/main" val="92264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FC1E63-1F55-4EF9-9BE4-95BD88A05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0AE0EB-E00E-4FB5-AA87-281812B6FE21}"/>
              </a:ext>
            </a:extLst>
          </p:cNvPr>
          <p:cNvSpPr txBox="1"/>
          <p:nvPr/>
        </p:nvSpPr>
        <p:spPr>
          <a:xfrm>
            <a:off x="2100262" y="1924050"/>
            <a:ext cx="79914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</a:t>
            </a:r>
            <a:r>
              <a:rPr lang="en-CA" sz="2800" dirty="0"/>
              <a:t>. Lo, on him who fears Jehovah</a:t>
            </a:r>
          </a:p>
          <a:p>
            <a:pPr algn="ctr"/>
            <a:r>
              <a:rPr lang="en-CA" sz="2800" dirty="0"/>
              <a:t>shall this blessedness attend,</a:t>
            </a:r>
          </a:p>
          <a:p>
            <a:pPr algn="ctr"/>
            <a:r>
              <a:rPr lang="en-CA" sz="2800" dirty="0"/>
              <a:t>for Jehovah out of Zion</a:t>
            </a:r>
          </a:p>
          <a:p>
            <a:pPr algn="ctr"/>
            <a:r>
              <a:rPr lang="en-CA" sz="2800" dirty="0"/>
              <a:t>shall to you his blessing send.</a:t>
            </a:r>
          </a:p>
        </p:txBody>
      </p:sp>
    </p:spTree>
    <p:extLst>
      <p:ext uri="{BB962C8B-B14F-4D97-AF65-F5344CB8AC3E}">
        <p14:creationId xmlns:p14="http://schemas.microsoft.com/office/powerpoint/2010/main" val="3040667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66CBB28-EF6C-42C7-99DC-93BC4E9F2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7070AD-0818-422F-967E-07399B9102B1}"/>
              </a:ext>
            </a:extLst>
          </p:cNvPr>
          <p:cNvSpPr txBox="1"/>
          <p:nvPr/>
        </p:nvSpPr>
        <p:spPr>
          <a:xfrm>
            <a:off x="1952625" y="1895475"/>
            <a:ext cx="82867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</a:t>
            </a:r>
            <a:r>
              <a:rPr lang="en-CA" sz="2800" dirty="0"/>
              <a:t>. You shall see God’s kingdom prosper</a:t>
            </a:r>
          </a:p>
          <a:p>
            <a:pPr algn="ctr"/>
            <a:r>
              <a:rPr lang="en-CA" sz="2800" dirty="0"/>
              <a:t>all your days, till life shall cease,</a:t>
            </a:r>
          </a:p>
          <a:p>
            <a:pPr algn="ctr"/>
            <a:r>
              <a:rPr lang="en-CA" sz="2800" dirty="0"/>
              <a:t>you shall see your children’s children;</a:t>
            </a:r>
          </a:p>
          <a:p>
            <a:pPr algn="ctr"/>
            <a:r>
              <a:rPr lang="en-CA" sz="2800" dirty="0"/>
              <a:t>on your people, Lord, be peace!</a:t>
            </a:r>
          </a:p>
        </p:txBody>
      </p:sp>
    </p:spTree>
    <p:extLst>
      <p:ext uri="{BB962C8B-B14F-4D97-AF65-F5344CB8AC3E}">
        <p14:creationId xmlns:p14="http://schemas.microsoft.com/office/powerpoint/2010/main" val="873338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2020-11-06T15:27:28Z</dcterms:created>
  <dcterms:modified xsi:type="dcterms:W3CDTF">2020-11-06T15:27:42Z</dcterms:modified>
</cp:coreProperties>
</file>