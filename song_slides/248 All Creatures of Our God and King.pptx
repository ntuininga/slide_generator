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9" r:id="rId2"/>
    <p:sldId id="291" r:id="rId3"/>
    <p:sldId id="340" r:id="rId4"/>
    <p:sldId id="341" r:id="rId5"/>
    <p:sldId id="34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6C22F-0B65-4BFF-8BBF-C80BC0C48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ECEEF-2B6B-4071-956B-C0F2F6CA6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9CDCF-BB5B-4F33-9307-C4608863F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1A603-D9FA-4EEA-BF39-3FFE6E6D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D599B-F09B-4DBE-8152-7B0633FC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4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27CF-7158-4FE6-A53E-62455E65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2DC0B-6A23-4880-A5C5-EDCE02D60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BA3F1-D43E-4D5A-8BB1-B13C5F9C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75026-598F-495A-847E-8AD87B432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9529-46AC-4E81-94A5-90D06BA6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0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C090-996F-45D3-8468-94ADB242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1B2BB-0519-4BD1-9F52-3A018CF27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45A61-65D3-44F9-8D5F-FE0FF915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F21AA-372C-47DB-BFD4-2199F684D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4FE93-BEBD-4394-BFA5-0ADF4DBA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E1DE-C26C-47F4-A7B5-623B75CE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3834-D8E5-411F-9643-A4A36BEAC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FE030-82F0-44E9-BBA2-7796EDA04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A2556-6C26-4372-B981-08BE8EC0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188BD-BEE1-4058-9E88-FB518B1F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27CC8-96B9-4A28-BD36-F5B3A254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9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FE01-3539-4345-9953-13CF65ED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0BD4B-C449-4DFB-8012-AEBB90904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D69AF-EF44-4412-AA46-A929ACDF3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36C84-55FA-46AA-9DF6-F484D63DD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4CCFD-FF07-452B-9707-18E08EE4A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DBD99-BD80-46E3-BD4C-BDC840A7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2848B-68BC-4D1A-9792-44C3678C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D3D8D-A024-4422-95C6-DF3F76AE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7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33F1B-EB1C-412F-9D52-2B64B621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EBE698-F39A-452A-9F7B-69CD9C1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EBA52-81D1-4BF3-B9F0-31C55A36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3BF-A3D6-4A26-A664-FCF0DC7F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3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46EFEB-296F-4062-B9F9-EE6708BC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C239B-F83F-46A5-8771-99C551F4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678F9-6E2E-4DA5-A43D-FD66E45C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8399-0967-443F-8F7B-F89A58851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9BFA5-8ED4-402E-9E95-96ED83E42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F1D4F-80B6-4F62-81FD-E2B034C79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2EAD0-8032-44B9-8B60-5D2208BE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09416-23B3-4865-8D89-3D90B854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7B0F8-B251-44A1-96AC-06CD8C24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4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1BD8-E205-4B16-B5E2-8FAA22BE8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928B9-0F78-4FBC-B7DC-D35B7E5CC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97DF3-851C-47CD-93A6-F4000C33F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EFE74-EDE9-4BBC-9B56-D82C68529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3C236-7FA6-4C63-819C-F3E53C05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6956F-BC83-4837-A0BB-DDCBE29B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9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1498-DE31-4924-A18A-F9777D45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EDF62-813A-4486-9743-5B8EEE476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70C68-1ABF-4BCC-9EE9-5D357EF9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47239-9224-48B4-8687-9FAA8F76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20564-6858-4DCF-9143-EBF581CC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7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5279E-4631-4E7B-8D9B-B544C4D49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C6FA5-0CCD-4465-A663-0566793FC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5DA98-EFE8-4533-8AFB-D3A9CC703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D0497-8AE1-4EE6-B6A9-45228965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C56E0-6BC5-4F08-92F4-F8C1D590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2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B7FBB-7DD3-429C-86D2-4A296EFC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5032D-A319-47E6-95BC-CBB82717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5F91F-39B7-498F-BE35-719D9D4C4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AD6C2-72CC-4509-9AED-CF5865D36F9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7EF60-0EB1-4B6B-A2F4-43A80054C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A758-9E4A-4B02-9FB1-6547BD088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C4BEE-ED43-4D36-B95F-AA0EB07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9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#248 All Creatures of Our God and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All creatures of our God and King, </a:t>
            </a:r>
            <a:br>
              <a:rPr lang="en-US" sz="2800" dirty="0"/>
            </a:br>
            <a:r>
              <a:rPr lang="en-US" sz="2800" dirty="0"/>
              <a:t>lift up your voice and with us sing </a:t>
            </a:r>
            <a:br>
              <a:rPr lang="en-US" sz="2800" dirty="0"/>
            </a:br>
            <a:r>
              <a:rPr lang="en-US" sz="2800" dirty="0"/>
              <a:t>alleluia, alleluia! </a:t>
            </a:r>
            <a:br>
              <a:rPr lang="en-US" sz="2800" dirty="0"/>
            </a:br>
            <a:r>
              <a:rPr lang="en-US" sz="2800" dirty="0"/>
              <a:t>Thou burning sun with golden beam, </a:t>
            </a:r>
            <a:br>
              <a:rPr lang="en-US" sz="2800" dirty="0"/>
            </a:br>
            <a:r>
              <a:rPr lang="en-US" sz="2800" dirty="0"/>
              <a:t>thou silver moon with softer gleam, </a:t>
            </a:r>
            <a:br>
              <a:rPr lang="en-US" sz="2800" dirty="0"/>
            </a:br>
            <a:r>
              <a:rPr lang="en-US" sz="2800" dirty="0"/>
              <a:t>O praise him, O praise him, </a:t>
            </a:r>
            <a:br>
              <a:rPr lang="en-US" sz="2800" dirty="0"/>
            </a:br>
            <a:r>
              <a:rPr lang="en-US" sz="2800" dirty="0"/>
              <a:t>alleluia, alleluia, alleluia!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388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</a:t>
            </a:r>
            <a:r>
              <a:rPr lang="en-US" sz="2800" dirty="0"/>
              <a:t>  Thou rushing wind that art so strong, </a:t>
            </a:r>
            <a:br>
              <a:rPr lang="en-US" sz="2800" dirty="0"/>
            </a:br>
            <a:r>
              <a:rPr lang="en-US" sz="2800" dirty="0"/>
              <a:t>ye clouds that sail in </a:t>
            </a:r>
            <a:r>
              <a:rPr lang="en-US" sz="2800" dirty="0" err="1"/>
              <a:t>heav'n</a:t>
            </a:r>
            <a:r>
              <a:rPr lang="en-US" sz="2800" dirty="0"/>
              <a:t> along, </a:t>
            </a:r>
            <a:br>
              <a:rPr lang="en-US" sz="2800" dirty="0"/>
            </a:br>
            <a:r>
              <a:rPr lang="en-US" sz="2800" dirty="0"/>
              <a:t>O praise him, alleluia! </a:t>
            </a:r>
            <a:br>
              <a:rPr lang="en-US" sz="2800" dirty="0"/>
            </a:br>
            <a:r>
              <a:rPr lang="en-US" sz="2800" dirty="0"/>
              <a:t>Thou rising morn, in praise rejoice, </a:t>
            </a:r>
            <a:br>
              <a:rPr lang="en-US" sz="2800" dirty="0"/>
            </a:br>
            <a:r>
              <a:rPr lang="en-US" sz="2800" dirty="0"/>
              <a:t>ye lights of evening, find a voice, </a:t>
            </a:r>
            <a:br>
              <a:rPr lang="en-US" sz="2800" dirty="0"/>
            </a:br>
            <a:r>
              <a:rPr lang="en-US" sz="2800" dirty="0"/>
              <a:t>O praise him, O praise him, </a:t>
            </a:r>
            <a:br>
              <a:rPr lang="en-US" sz="2800" dirty="0"/>
            </a:br>
            <a:r>
              <a:rPr lang="en-US" sz="2800" dirty="0"/>
              <a:t>alleluia, alleluia, alleluia!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186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3</a:t>
            </a:r>
            <a:r>
              <a:rPr lang="en-US" sz="2800" dirty="0"/>
              <a:t>  Thou flowing water, pure and clear, </a:t>
            </a:r>
            <a:br>
              <a:rPr lang="en-US" sz="2800" dirty="0"/>
            </a:br>
            <a:r>
              <a:rPr lang="en-US" sz="2800" dirty="0"/>
              <a:t>make music for thy Lord to hear, </a:t>
            </a:r>
            <a:br>
              <a:rPr lang="en-US" sz="2800" dirty="0"/>
            </a:br>
            <a:r>
              <a:rPr lang="en-US" sz="2800" dirty="0"/>
              <a:t>alleluia, alleluia!</a:t>
            </a:r>
            <a:br>
              <a:rPr lang="en-US" sz="2800" dirty="0"/>
            </a:br>
            <a:r>
              <a:rPr lang="en-US" sz="2800" dirty="0"/>
              <a:t>Thou fire so masterful and bright, </a:t>
            </a:r>
            <a:br>
              <a:rPr lang="en-US" sz="2800" dirty="0"/>
            </a:br>
            <a:r>
              <a:rPr lang="en-US" sz="2800" dirty="0"/>
              <a:t>that </a:t>
            </a:r>
            <a:r>
              <a:rPr lang="en-US" sz="2800" dirty="0" err="1"/>
              <a:t>givest</a:t>
            </a:r>
            <a:r>
              <a:rPr lang="en-US" sz="2800" dirty="0"/>
              <a:t> man both warmth and light, </a:t>
            </a:r>
            <a:br>
              <a:rPr lang="en-US" sz="2800" dirty="0"/>
            </a:br>
            <a:r>
              <a:rPr lang="en-US" sz="2800" dirty="0"/>
              <a:t>O praise him, O praise him, </a:t>
            </a:r>
            <a:br>
              <a:rPr lang="en-US" sz="2800" dirty="0"/>
            </a:br>
            <a:r>
              <a:rPr lang="en-US" sz="2800" dirty="0"/>
              <a:t>alleluia, alleluia, alleluia!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865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4</a:t>
            </a:r>
            <a:r>
              <a:rPr lang="en-US" sz="2800" dirty="0"/>
              <a:t>  And all ye men of tender heart,</a:t>
            </a:r>
            <a:br>
              <a:rPr lang="en-US" sz="2800" dirty="0"/>
            </a:br>
            <a:r>
              <a:rPr lang="en-US" sz="2800" dirty="0"/>
              <a:t>forgiving others, take your part, </a:t>
            </a:r>
            <a:br>
              <a:rPr lang="en-US" sz="2800" dirty="0"/>
            </a:br>
            <a:r>
              <a:rPr lang="en-US" sz="2800" dirty="0"/>
              <a:t>O sing ye, alleluia! </a:t>
            </a:r>
            <a:br>
              <a:rPr lang="en-US" sz="2800" dirty="0"/>
            </a:br>
            <a:r>
              <a:rPr lang="en-US" sz="2800" dirty="0"/>
              <a:t>Ye who long pain and sorrow bear,</a:t>
            </a:r>
            <a:br>
              <a:rPr lang="en-US" sz="2800" dirty="0"/>
            </a:br>
            <a:r>
              <a:rPr lang="en-US" sz="2800" dirty="0"/>
              <a:t>praise God and on him cast your care,</a:t>
            </a:r>
            <a:br>
              <a:rPr lang="en-US" sz="2800" dirty="0"/>
            </a:br>
            <a:r>
              <a:rPr lang="en-US" sz="2800" dirty="0"/>
              <a:t>O praise him, O praise him, </a:t>
            </a:r>
            <a:br>
              <a:rPr lang="en-US" sz="2800" dirty="0"/>
            </a:br>
            <a:r>
              <a:rPr lang="en-US" sz="2800" dirty="0"/>
              <a:t>alleluia, alleluia,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4543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5</a:t>
            </a:r>
            <a:r>
              <a:rPr lang="en-US" sz="2800" dirty="0"/>
              <a:t>  Let all things their Creator bless,</a:t>
            </a:r>
            <a:br>
              <a:rPr lang="en-US" sz="2800" dirty="0"/>
            </a:br>
            <a:r>
              <a:rPr lang="en-US" sz="2800" dirty="0"/>
              <a:t>and worship him in humbleness,</a:t>
            </a:r>
            <a:br>
              <a:rPr lang="en-US" sz="2800" dirty="0"/>
            </a:br>
            <a:r>
              <a:rPr lang="en-US" sz="2800" dirty="0"/>
              <a:t>O praise him, alleluia!</a:t>
            </a:r>
            <a:br>
              <a:rPr lang="en-US" sz="2800" dirty="0"/>
            </a:br>
            <a:r>
              <a:rPr lang="en-US" sz="2800" dirty="0"/>
              <a:t>Praise, praise the Father, praise the Son,</a:t>
            </a:r>
            <a:br>
              <a:rPr lang="en-US" sz="2800" dirty="0"/>
            </a:br>
            <a:r>
              <a:rPr lang="en-US" sz="2800" dirty="0"/>
              <a:t>and praise the Spirit, three in one, </a:t>
            </a:r>
            <a:br>
              <a:rPr lang="en-US" sz="2800" dirty="0"/>
            </a:br>
            <a:r>
              <a:rPr lang="en-US" sz="2800" dirty="0"/>
              <a:t>O praise him, O praise him, </a:t>
            </a:r>
            <a:br>
              <a:rPr lang="en-US" sz="2800" dirty="0"/>
            </a:br>
            <a:r>
              <a:rPr lang="en-US" sz="2800" dirty="0"/>
              <a:t>alleluia, alleluia, alleluia!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3556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349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#248 All Creatures of Our God and King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#248 All Creatures of Our God and King</dc:title>
  <dc:creator>Eric Hoogendoorn</dc:creator>
  <cp:lastModifiedBy>Eric Hoogendoorn</cp:lastModifiedBy>
  <cp:revision>1</cp:revision>
  <dcterms:created xsi:type="dcterms:W3CDTF">2020-07-10T02:22:24Z</dcterms:created>
  <dcterms:modified xsi:type="dcterms:W3CDTF">2020-07-10T02:23:32Z</dcterms:modified>
</cp:coreProperties>
</file>