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53A97-35F9-49B8-832D-C325C0B04AA5}" type="datetimeFigureOut">
              <a:rPr lang="en-US" smtClean="0"/>
              <a:t>9/30/2023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D3D6E-E293-4362-B861-11A71237C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5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12FB-5902-F914-A7D5-6C7F05AEC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5B14E-F7C1-5606-081A-FD2F4DDCB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E9515-DE3A-11B8-BAE0-6194469A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42D59-36EE-4D8C-85B4-0395EEEB8437}" type="datetime1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89905-EDA7-CAE9-0785-9B9A306E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FE839-4862-0863-EF9F-DA58607D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DA6A-6C55-4C18-8003-089894AC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50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D431-EFF6-54F2-CE1E-A2DD500D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A779B-4E05-2150-8E48-C3C34107D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2146D-26FE-2355-EF89-DEF1C8369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B3E3-7729-430C-98F7-BD6252C847C7}" type="datetime1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E558A-537F-2819-FC5B-2377F08A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E85FA-5D59-8C13-6ABB-5C72F4AD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DA6A-6C55-4C18-8003-089894AC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89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0E04B-7109-9AA6-9239-0D4A267B9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17D94-0065-62ED-A894-0C4D8F826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0F8E4-381F-E883-6626-C970D94EB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39567-4F99-4C23-97DF-64DF53F72100}" type="datetime1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345DF-1E85-F16C-6DC6-D88A7A44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463BD-6E24-01B0-7D1C-A4D99A53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DA6A-6C55-4C18-8003-089894AC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7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9093A-975B-F5F2-479C-ED1731D1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84E1B-B1EC-081F-8FF5-24EA82836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C723B-C8BC-1749-1796-ADCEF5787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D08C8-E831-CC4C-6ED7-C7739897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30D5F-C768-4BC1-806E-FB8FD94A25A7}" type="datetime1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6B0B1-898D-9F89-1B15-D797F871D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EE548-4C12-1121-522D-8CBE5803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DA6A-6C55-4C18-8003-089894AC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09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71BD-158C-87D7-C4B2-4BDF4888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B3E0B-0EF1-227A-43B3-7C68595A3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A053E-ED28-1CFF-2CE1-38104DFE9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3E1955-C16A-AC33-3A68-6E1F7A993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B5981A-11FE-578C-4D96-62B550238A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EEFF60-BDC1-B0E7-C619-73493748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C7A2A-6E1F-4B8E-948B-10E664A0F0BA}" type="datetime1">
              <a:rPr lang="en-US" smtClean="0"/>
              <a:t>9/30/2023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9C992D-507E-9907-6136-CE616B0B7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404515-72A3-85FC-BF45-F15FB69A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DA6A-6C55-4C18-8003-089894AC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8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C0C0D-568F-A625-A16A-0B082D832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2472FB-AFEC-9AC9-FA5D-665394B3C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9BE3F-5524-40F0-BBCE-827FB32C711E}" type="datetime1">
              <a:rPr lang="en-US" smtClean="0"/>
              <a:t>9/30/2023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FB443-F898-F58A-DF95-8B8C257E6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9E556-2685-7539-45D3-38B299381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DA6A-6C55-4C18-8003-089894AC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8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94937-6EE2-567E-96CC-7D8BC754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17E4B-FF59-4628-A6AB-1C1A302DD7BC}" type="datetime1">
              <a:rPr lang="en-US" smtClean="0"/>
              <a:t>9/30/2023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E695D9-F2EC-FCC8-A6BB-1881D362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2AAFE-4EE4-3148-CABD-B5B94AA61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DA6A-6C55-4C18-8003-089894AC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48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3EE60-1FD1-82DB-057E-1FFE6A56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824E9-D16A-1EA7-7D93-7FA309584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2F845-F586-FCD2-6BE5-4A8B25B7A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B81DF-FE98-9753-E529-5E8BD010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25180-0CBA-44B3-B667-7AABC0C81101}" type="datetime1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2025C-0B5B-2F6E-AA6D-C5BBB5AFF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F7AB5-0BD8-64B2-7350-C16C5B9EB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DA6A-6C55-4C18-8003-089894AC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41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8DFC4-3D6D-5046-F8C9-A2D3270B8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1F7F94-A144-0E0C-460B-D31DF4B44E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DA5FF-947F-575C-A597-53A6C4BA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24508-E0AD-3803-39BF-D398C6685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C4703-A0DA-4CA9-BE6E-D4D1D9AF4D7A}" type="datetime1">
              <a:rPr lang="en-US" smtClean="0"/>
              <a:t>9/30/2023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9620D-65FF-6C72-ADB2-963DA7C1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D7ECE-A973-25C3-3387-958A0B854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DA6A-6C55-4C18-8003-089894AC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04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6332-1068-90ED-1278-251871A9B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F1054-598D-23CE-5616-E712D9072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EF0A9-F8C8-59CC-944F-29B62E90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E7F0-BE5B-4C8A-8BE7-2731A84743B0}" type="datetime1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5EB5D-7EEA-266D-8F82-0FF8B532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2F540-0774-6365-ECAF-3BB614C42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DA6A-6C55-4C18-8003-089894AC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78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29034B-D392-DE29-D26B-47EC5D058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DE720-91DC-8056-09EB-51D22EAC7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89112-FD5B-E16E-315A-2B5B1D4D8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10AA-E0E8-4579-9448-673AEFE1BD62}" type="datetime1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1A316-B67E-A3A9-1AEB-E85A0B70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D56DD-94AE-A435-D4DD-E14A814F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DA6A-6C55-4C18-8003-089894AC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36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F03E2-44E2-6BA9-07AB-7AD15E01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95F83-041C-AF34-40AA-C828C9BF9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72CEB-8842-46F4-0210-CDC90D1FB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CB747-8065-474A-85C7-E7D1349277F9}" type="datetime1">
              <a:rPr lang="en-US" smtClean="0"/>
              <a:t>9/30/2023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26878-954E-E76B-3E3D-9DBB1F3C5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C9AD9-9ADD-73AF-F4F1-3E45EA98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0DA6A-6C55-4C18-8003-089894ACB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91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0688-4C48-BAC5-079D-2F315A42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#451 Approach, My Soul, the Mercy Seat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31254-28CB-A436-5A83-418E474CE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Approach, my soul, the mercy seat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where Jesus answers prayer;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there humbly fall before his feet,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none can perish there.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C5464-F751-E09E-DC9A-3364FD5CD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7245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55C99-2F12-6576-FF99-BC9331DA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08EE2-969B-3FC6-0C41-C25F8F1C7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Thy promise is my only plea;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 this I venture nigh: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thou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callest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burdened souls to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such, O Lord, am I.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F1F0-076A-BF2C-940B-B8DB9770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47786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1689-709F-B799-5353-84E2AB31C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DAF6B-CB80-3DC3-4EE1-E2C9F416C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Bowed down beneath a load of sin,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by Satan sorely pressed,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by war without and fears within,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come to thee for rest.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A6054-FCBC-5A18-68E9-DF4D096F0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37154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928B2-4934-B395-B1B3-84C5260AE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DF274-E43D-83DB-EE2E-8AA521EC2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Be thou my shield and hiding place,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that, sheltered near thy side,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may my fierce accuser face,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tell him thou hast died.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BF0E4-CFB5-5CF6-639D-326AF801C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06249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7AE1-A329-57E9-F5B2-DD0EA3CD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9175F-B971-BD70-9495-7FCE2CC46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5 O wondrous love! to bleed and die,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bear the cross and shame,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guilty sinners, such as I,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might plead thy gracious name!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B37078-B3FF-88E1-F31F-85DEC927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66091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216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#451 Approach, My Soul, the Mercy Seat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#451 Approach, My Soul, the Mercy Seat</dc:title>
  <dc:creator>Neil Tuininga</dc:creator>
  <cp:lastModifiedBy>Neil Tuininga</cp:lastModifiedBy>
  <cp:revision>1</cp:revision>
  <dcterms:created xsi:type="dcterms:W3CDTF">2023-09-30T14:50:32Z</dcterms:created>
  <dcterms:modified xsi:type="dcterms:W3CDTF">2023-09-30T15:31:25Z</dcterms:modified>
</cp:coreProperties>
</file>