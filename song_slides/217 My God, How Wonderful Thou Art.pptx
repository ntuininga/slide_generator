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0" r:id="rId2"/>
    <p:sldId id="271" r:id="rId3"/>
    <p:sldId id="272" r:id="rId4"/>
    <p:sldId id="354" r:id="rId5"/>
    <p:sldId id="355" r:id="rId6"/>
    <p:sldId id="356" r:id="rId7"/>
    <p:sldId id="3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7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BBFDC-CD7D-45D3-90DB-9C0CE7994208}" type="datetimeFigureOut">
              <a:rPr lang="en-US" smtClean="0"/>
              <a:t>8/22/2020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99F6E6-2419-40AE-A9D0-BFE9ED1F6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65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ED52D-9EB3-4EF0-8A7C-2BE0203AF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FAB11E-7AD1-4EA0-8EF8-09DFD366B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BAB5C-5C75-4B05-A951-C89EE8096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4A3E38-E189-4B2F-BBF7-251D03A3BD80}" type="datetime1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5C2D4-C7C4-4D4F-9CDB-6D7ED5F5F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CAAB5-51A0-4798-9366-A501CF3B0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7021-1FFB-4668-8D65-71A65F130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176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83079-A42E-4964-BEE9-8D5DE25AC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D3344-DA64-4FC6-9131-7FB25D3FA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80E8F-8917-4A16-985B-1ABF16489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C0BCC-EAB7-409C-9378-016ED3CF8FFF}" type="datetime1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570F5-AFA2-43F4-9D0B-6F6D9C48D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9B0B9-E30C-42B0-9DB2-2048DF55B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7021-1FFB-4668-8D65-71A65F130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170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388FF-4395-4B23-A700-8A9438A2E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5A161-E516-4206-B9F3-5BCE6E7CD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E0C62-CF7D-4509-8DF7-14605822D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81BF7-54F1-4FCD-90AC-16258A676481}" type="datetime1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412B8-26A5-45B5-94A9-D15F4FCDE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03CF1-7026-43F0-BCA0-C84181CEC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7021-1FFB-4668-8D65-71A65F130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537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2F29-2059-4857-B5B2-BB5C509C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92B4D-00D4-45F6-B927-A15B3D8257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10860-34F1-469D-A9DE-2E1B8EEA2B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67331-0CB5-490D-9C80-904873D2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98E65-B239-4005-9555-E8B14A1798C1}" type="datetime1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572775-ADF2-4B71-936B-9093BE45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F15752-03D2-4E25-BE19-1D73C289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7021-1FFB-4668-8D65-71A65F130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5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7FBA8-A6A2-4F7F-A17B-0EC59552A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CA8CDD-2E66-4A85-B35C-B0BE0DBB5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B4F0B8-BF4D-473D-AF9D-421DE9E02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8458B2-4543-4910-AF9A-0F2DF5128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CB1B97-3D49-4503-B5E2-B34A97DF99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38558D-2093-48FF-9A0D-72133F8B9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23CC2-5058-4225-9978-736866FDE780}" type="datetime1">
              <a:rPr lang="en-US" smtClean="0"/>
              <a:t>8/22/2020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1546E-3532-4AB0-8E79-DEED775B2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3668E2-2E6C-4E26-95EC-93FAE1299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7021-1FFB-4668-8D65-71A65F130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624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7480B-8FE8-4320-A9CD-65EC1F747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B5F8E5-FC5B-484E-98FA-07781945B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3EBC5-FF69-4203-9A00-933FB456DF27}" type="datetime1">
              <a:rPr lang="en-US" smtClean="0"/>
              <a:t>8/22/2020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0640F7-42C1-4D4D-80EB-265BBE33F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F5A4A8-3D31-4D21-8CBC-3689D9A87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7021-1FFB-4668-8D65-71A65F130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7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C16BDC-6B6C-4891-846D-167B5B430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3CB2C-4006-4791-9A27-8F32A284DE0C}" type="datetime1">
              <a:rPr lang="en-US" smtClean="0"/>
              <a:t>8/22/2020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AFB13-8761-4EA7-AE81-011D7F3CD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BE9D4-B2D8-489C-AA1B-6DCF2E0C8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7021-1FFB-4668-8D65-71A65F130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09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FB170-B714-42C3-B917-58BCF36B2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A64DA-F9FF-48C3-849E-510FB94C8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579CC3-82C3-4CDD-8C78-0041643989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F55D7-C8E7-4269-8A10-0C679A15B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D58AF-5863-4BED-BD5C-42391103B361}" type="datetime1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01EFE-7EF1-47FF-A61E-09815AD83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31EE66-F9A8-4C62-A3D4-AD977375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7021-1FFB-4668-8D65-71A65F130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65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A79D3-8C4D-479D-8746-5727682DA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5F96C9-5C1F-4150-8A5D-3130EFBF1A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4BD8D-416E-4BBD-9425-AF72C677D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436171-ACF8-40EF-BFC3-2AF4672EA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EA09A-E7BD-4493-B901-1BD6C13C4830}" type="datetime1">
              <a:rPr lang="en-US" smtClean="0"/>
              <a:t>8/22/2020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715CF-0C5B-4913-ACDE-7240F8469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CE2153-6B06-4F55-B628-6A994AFB3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7021-1FFB-4668-8D65-71A65F130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211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7709B-97B7-4E03-BA2C-A0F69E658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CDCD98-0B55-4DB5-A18E-233084C77B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D20B2-C37B-407E-8D4B-FA73C13A0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99116-9152-4EA2-B3A5-867D9BE52F10}" type="datetime1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946DF-4DFD-48A2-81EC-3DE87657A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AEB49-8450-437A-ABB6-13DC6279A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7021-1FFB-4668-8D65-71A65F130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04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72FC0-DA30-4C92-9295-32F4C7B1C3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7C6945-FE89-4E01-8998-F01DF164D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2A36E-D486-4B6D-87B4-86DA1F6DA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76960-E64A-4DAF-88FB-136E5A74C3B1}" type="datetime1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21744-6CF7-46A7-A59C-BE1D40DA8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65B91-5037-4098-8BB5-80F89B0D7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47021-1FFB-4668-8D65-71A65F130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9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F42A9F-4F38-445E-A3C2-03573A189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1ED36-FD4C-42F6-B5B1-A1FB25632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28F6E-BCB9-435A-9199-00BB863C8D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40C87-C009-45F5-8DF0-21A1D02045FC}" type="datetime1">
              <a:rPr lang="en-US" smtClean="0"/>
              <a:t>8/22/2020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09A88-D0E7-4837-BF43-84BE80585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AD3D6-92EF-473C-8D5B-139D75403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447021-1FFB-4668-8D65-71A65F1306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1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3769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#217 My God, How Wonderful Thou Art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My God, how wonderful thou art,</a:t>
            </a:r>
            <a:br>
              <a:rPr lang="en-US" sz="2800" dirty="0"/>
            </a:br>
            <a:r>
              <a:rPr lang="en-US" sz="2800" dirty="0"/>
              <a:t>thy majesty how bright!</a:t>
            </a:r>
            <a:br>
              <a:rPr lang="en-US" sz="2800" dirty="0"/>
            </a:br>
            <a:r>
              <a:rPr lang="en-US" sz="2800" dirty="0"/>
              <a:t>How beautiful thy mercy seat,</a:t>
            </a:r>
            <a:br>
              <a:rPr lang="en-US" sz="2800" dirty="0"/>
            </a:br>
            <a:r>
              <a:rPr lang="en-US" sz="2800" dirty="0"/>
              <a:t>in depths of burning light!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ADA750-2B8F-4335-80A5-F2B204079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05239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77607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 </a:t>
            </a:r>
            <a:r>
              <a:rPr lang="en-US" sz="2800" dirty="0"/>
              <a:t>Wondrous are thine eternal years,</a:t>
            </a:r>
            <a:br>
              <a:rPr lang="en-US" sz="2800" dirty="0"/>
            </a:br>
            <a:r>
              <a:rPr lang="en-US" sz="2800" dirty="0"/>
              <a:t>O everlasting Lord,</a:t>
            </a:r>
            <a:br>
              <a:rPr lang="en-US" sz="2800" dirty="0"/>
            </a:br>
            <a:r>
              <a:rPr lang="en-US" sz="2800" dirty="0"/>
              <a:t>by holy angels day and night</a:t>
            </a:r>
            <a:br>
              <a:rPr lang="en-US" sz="2800" dirty="0"/>
            </a:br>
            <a:r>
              <a:rPr lang="en-US" sz="2800" dirty="0"/>
              <a:t>unceasingly adored!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F866DF-4443-49ED-B307-2829CC19A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49921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86428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O how I fear thee, living God,</a:t>
            </a:r>
            <a:br>
              <a:rPr lang="en-US" sz="2800" dirty="0"/>
            </a:br>
            <a:r>
              <a:rPr lang="en-US" sz="2800" dirty="0"/>
              <a:t>with deepest, </a:t>
            </a:r>
            <a:r>
              <a:rPr lang="en-US" sz="2800" dirty="0" err="1"/>
              <a:t>tend'rest</a:t>
            </a:r>
            <a:r>
              <a:rPr lang="en-US" sz="2800" dirty="0"/>
              <a:t> fears,</a:t>
            </a:r>
            <a:br>
              <a:rPr lang="en-US" sz="2800" dirty="0"/>
            </a:br>
            <a:r>
              <a:rPr lang="en-US" sz="2800" dirty="0"/>
              <a:t>and worship thee with trembling hope</a:t>
            </a:r>
            <a:br>
              <a:rPr lang="en-US" sz="2800" dirty="0"/>
            </a:br>
            <a:r>
              <a:rPr lang="en-US" sz="2800" dirty="0"/>
              <a:t>and penitential tears!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5D4930-F050-41E3-935C-13E60EA28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78228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86428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Yet I may love thee too, O Lord,</a:t>
            </a:r>
            <a:br>
              <a:rPr lang="en-US" sz="2800" dirty="0"/>
            </a:br>
            <a:r>
              <a:rPr lang="en-US" sz="2800" dirty="0"/>
              <a:t>almighty as thou art,</a:t>
            </a:r>
            <a:br>
              <a:rPr lang="en-US" sz="2800" dirty="0"/>
            </a:br>
            <a:r>
              <a:rPr lang="en-US" sz="2800" dirty="0"/>
              <a:t>for thou hast stooped to ask of me</a:t>
            </a:r>
            <a:br>
              <a:rPr lang="en-US" sz="2800" dirty="0"/>
            </a:br>
            <a:r>
              <a:rPr lang="en-US" sz="2800" dirty="0"/>
              <a:t>the love of my poor heart.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265E6D-9281-44AB-8438-B79F0B04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68536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86428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</a:t>
            </a:r>
            <a:r>
              <a:rPr lang="en-US" sz="2800" dirty="0"/>
              <a:t>No earthly father loves like thee,</a:t>
            </a:r>
            <a:br>
              <a:rPr lang="en-US" sz="2800" dirty="0"/>
            </a:br>
            <a:r>
              <a:rPr lang="en-US" sz="2800" dirty="0"/>
              <a:t>no mother half so mild</a:t>
            </a:r>
            <a:br>
              <a:rPr lang="en-US" sz="2800" dirty="0"/>
            </a:br>
            <a:r>
              <a:rPr lang="en-US" sz="2800" dirty="0"/>
              <a:t>bears and forbears, as thou hast done</a:t>
            </a:r>
            <a:br>
              <a:rPr lang="en-US" sz="2800" dirty="0"/>
            </a:br>
            <a:r>
              <a:rPr lang="en-US" sz="2800" dirty="0"/>
              <a:t>with me, thy sinful child.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C31DF1-DE62-48D8-80E8-78E5C6BEF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472733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86428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6.</a:t>
            </a:r>
            <a:r>
              <a:rPr lang="en-CA" sz="2800" dirty="0"/>
              <a:t> </a:t>
            </a:r>
            <a:r>
              <a:rPr lang="en-US" sz="2800" dirty="0"/>
              <a:t>How wonderful, how beautiful,</a:t>
            </a:r>
            <a:br>
              <a:rPr lang="en-US" sz="2800" dirty="0"/>
            </a:br>
            <a:r>
              <a:rPr lang="en-US" sz="2800" dirty="0"/>
              <a:t>the sight of thee will be,</a:t>
            </a:r>
            <a:br>
              <a:rPr lang="en-US" sz="2800" dirty="0"/>
            </a:br>
            <a:r>
              <a:rPr lang="en-US" sz="2800" dirty="0"/>
              <a:t>thine endless wisdom, boundless </a:t>
            </a:r>
            <a:r>
              <a:rPr lang="en-US" sz="2800" dirty="0" err="1"/>
              <a:t>pow'r</a:t>
            </a:r>
            <a:r>
              <a:rPr lang="en-US" sz="2800" dirty="0"/>
              <a:t>,</a:t>
            </a:r>
            <a:br>
              <a:rPr lang="en-US" sz="2800" dirty="0"/>
            </a:br>
            <a:r>
              <a:rPr lang="en-US" sz="2800" dirty="0"/>
              <a:t>and awesome purity!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38EBD1-429B-4C00-A3EB-4E8316DAA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93906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586428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7.</a:t>
            </a:r>
            <a:r>
              <a:rPr lang="en-CA" sz="2800" dirty="0"/>
              <a:t> </a:t>
            </a:r>
            <a:r>
              <a:rPr lang="en-US" sz="2800" dirty="0"/>
              <a:t>Father of Jesus, Love divine,</a:t>
            </a:r>
            <a:br>
              <a:rPr lang="en-US" sz="2800" dirty="0"/>
            </a:br>
            <a:r>
              <a:rPr lang="en-US" sz="2800" dirty="0"/>
              <a:t>what rapture it will be,</a:t>
            </a:r>
            <a:br>
              <a:rPr lang="en-US" sz="2800" dirty="0"/>
            </a:br>
            <a:r>
              <a:rPr lang="en-US" sz="2800" dirty="0"/>
              <a:t>prostrate before thy throne to lie,</a:t>
            </a:r>
            <a:br>
              <a:rPr lang="en-US" sz="2800" dirty="0"/>
            </a:br>
            <a:r>
              <a:rPr lang="en-US" sz="2800" dirty="0"/>
              <a:t>and gaze and gaze on thee!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B3BAE6-56BC-4EF2-B9BF-9F256AAB7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3268204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#217 My God, How Wonderful Thou Art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#217 My God, How Wonderful Thou Art</dc:title>
  <dc:creator>Eric Hoogendoorn</dc:creator>
  <cp:lastModifiedBy>Eric Hoogendoorn</cp:lastModifiedBy>
  <cp:revision>2</cp:revision>
  <dcterms:created xsi:type="dcterms:W3CDTF">2020-08-14T02:08:18Z</dcterms:created>
  <dcterms:modified xsi:type="dcterms:W3CDTF">2020-08-22T13:31:16Z</dcterms:modified>
</cp:coreProperties>
</file>