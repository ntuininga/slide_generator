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59" r:id="rId3"/>
    <p:sldId id="372" r:id="rId4"/>
    <p:sldId id="391" r:id="rId5"/>
    <p:sldId id="39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81648-4F67-43AA-9B84-541A7DA0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CE33B-6A28-4622-86C3-80DB3DC00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294EB-2FFF-4D5B-B41C-5722F40BE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BF9C9-C043-4FF7-9F09-71720F3B6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BD008-6AFB-49B4-800C-A25D3B31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0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9388-CF57-4402-AFBF-62BAB1AF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B1502-06F0-4685-AA8B-0BE41474D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528BB-9DB1-4B9F-B66E-AD4BC1C6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4E7BE-197B-4303-A70B-15916064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98EEE-3333-4091-AD65-D395BC05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9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D026C-A8D8-4580-AB99-EA1AA6AC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8D66D-0176-4ADB-97F8-47BAAD7FF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0B626-F72D-4350-9AA1-79164BE75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B5EF8-6D9F-4BD1-9A25-9E6CAFB5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5376F-A66F-4E3E-8606-69786530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0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BF6F7-028E-4026-B361-3F549FB0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6CC1F-2867-490B-A9A0-69E0020BE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5F664-A66A-40EE-88E4-78D3A4DE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72175-79C4-4DF3-AA95-E1E461DF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D813F-267F-43C1-8D58-D6F44BFF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08A6D-0B6E-4B1E-9DD5-4B65C3A9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90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E4CB-1BF5-4F68-AAC1-39FE1654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4C9D4-BF63-4416-BCEF-477AC3C4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2F96D-BECD-4D6E-A71E-549771FE1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A1097-12D1-4B24-951A-3CC9867B1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75250C-5CB3-424B-B03F-0AF0E2375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0B615-B15C-4AE7-ADBD-E958DCB2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21DF2-80B6-48F5-A136-6F11A38FF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A2CEFD-180E-487F-B7E9-F373C607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45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9BD1-AD46-4E97-B432-42027796A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2D790-8C46-4012-9469-FF7FA4D42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F2C87-E98B-4154-B01E-BE060CE6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5C944-DBDB-4FE1-9F4F-F5CA4F12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4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1D7AD-11B7-4131-B27E-B70303D9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200D8-8A01-4FBF-8E66-B8B85A7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5CC3F-CD0E-4AB1-B846-EE027260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3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34E5-D5FC-4103-8305-43332F4BC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16630-EEDA-4FEF-9904-6296F57E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C67BB-F4C3-462F-9FB8-7C5174F59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7E00D-DDBE-4030-87E1-0DF545BBA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7F058-0913-4E30-9663-8D73CDD7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72AA3-690D-452B-B07B-FCE40827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60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5235-9338-4050-92A8-5CE4588F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25C39-B913-45AF-90F0-7AB9517E6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33245-ED78-4E31-9681-EC39BF133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4CDE8-BA2A-42B6-85AC-B1D7CCF57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13F4F-3F21-45F3-9D20-587FBB04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4CFF1-4628-4934-91B6-F65831BE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4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538C-C9CC-4158-924E-9E8E7487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E7EFB-7584-46A5-A649-8064E81B0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170C5-E368-4193-B097-6E35EA9A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7330-1523-4FCC-A599-D52B70DD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53CBD-9337-4D17-8474-8D123FB6F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54FEEE-C24E-4EEB-B130-2293A7158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3EC19-71BA-41B8-A369-E21C72458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50B2A-1E1B-4FAD-94C0-30C86FEE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52D26-7E6A-47DF-AE1B-E877D9E0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82EC0-3038-4F80-8386-EC41414E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0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E9373-85E2-41AB-B02C-1ACC4C89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1D9A5-1C8B-452A-8F82-EBB4FFC20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0690-6DD7-4728-8D98-132E51E7E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6003F-0757-429A-B022-1A9E20F8B2CA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FE037-A161-43CF-BE90-C3092BD0EA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77913-7CDE-4ABA-8243-8616BF717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B32EE-F33D-42E1-9807-EF4213DC9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#155B Not Unto Us, O Lord of Heaven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5E3CE-1398-4B41-B2AB-5076284A6451}"/>
              </a:ext>
            </a:extLst>
          </p:cNvPr>
          <p:cNvSpPr txBox="1"/>
          <p:nvPr/>
        </p:nvSpPr>
        <p:spPr>
          <a:xfrm>
            <a:off x="0" y="17777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BC9EF-AC92-448E-B279-36DE4E3738C5}"/>
              </a:ext>
            </a:extLst>
          </p:cNvPr>
          <p:cNvSpPr txBox="1"/>
          <p:nvPr/>
        </p:nvSpPr>
        <p:spPr>
          <a:xfrm>
            <a:off x="152400" y="19301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092B7-9169-465D-BAEB-7133B522B108}"/>
              </a:ext>
            </a:extLst>
          </p:cNvPr>
          <p:cNvSpPr txBox="1"/>
          <p:nvPr/>
        </p:nvSpPr>
        <p:spPr>
          <a:xfrm>
            <a:off x="0" y="1930129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>
                <a:solidFill>
                  <a:prstClr val="black"/>
                </a:solidFill>
              </a:rPr>
              <a:t>1. </a:t>
            </a:r>
            <a:r>
              <a:rPr lang="en-CA" sz="2800">
                <a:solidFill>
                  <a:prstClr val="black"/>
                </a:solidFill>
              </a:rPr>
              <a:t>Not unto us, O Lord of heav’n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But unto you be glory giv’n.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In love and truth you do fulfill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The counsels of your sov’reign will;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Though nations fail your pow’r to own,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Yet, Lord, you reign and you alone.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9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916460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2. The idol-gods of heathen lands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are but the work of human hands;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they cannot see, they cannot speak,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their ears are deaf, their hands are weak.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Like them shall be all those who hold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gods of silver and of gold.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658D45-914C-476D-8B51-D61D19B1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87538-0B62-44C8-8388-D6CEF80DEABB}"/>
              </a:ext>
            </a:extLst>
          </p:cNvPr>
          <p:cNvSpPr txBox="1"/>
          <p:nvPr/>
        </p:nvSpPr>
        <p:spPr>
          <a:xfrm>
            <a:off x="1485900" y="2090172"/>
            <a:ext cx="9220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>
                <a:solidFill>
                  <a:prstClr val="black"/>
                </a:solidFill>
              </a:rPr>
              <a:t>3. </a:t>
            </a:r>
            <a:r>
              <a:rPr lang="en-US" sz="2800">
                <a:solidFill>
                  <a:prstClr val="black"/>
                </a:solidFill>
              </a:rPr>
              <a:t>Let Isr’el trust in God alone,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Lord whose grace and pow’r are known.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To him your full allegiance yield,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And he will be your help and shield.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All those who fear him God will bless;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His saints have proved his faithfulness.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17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909E59-DBAC-4C2C-BAC3-169A4E21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829B3-F76A-40E8-81D6-F5E9C5EE1721}"/>
              </a:ext>
            </a:extLst>
          </p:cNvPr>
          <p:cNvSpPr txBox="1"/>
          <p:nvPr/>
        </p:nvSpPr>
        <p:spPr>
          <a:xfrm>
            <a:off x="1843087" y="2090172"/>
            <a:ext cx="85058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All you who fear him and adore,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Lord increase you more and more.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Both great and small who him confess,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you and your children he will bless.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Yea, blest are you by him who made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</a:t>
            </a:r>
            <a:r>
              <a:rPr lang="en-US" sz="2800" dirty="0" err="1">
                <a:solidFill>
                  <a:srgbClr val="222222"/>
                </a:solidFill>
              </a:rPr>
              <a:t>heav'ns</a:t>
            </a:r>
            <a:r>
              <a:rPr lang="en-US" sz="2800" dirty="0">
                <a:solidFill>
                  <a:srgbClr val="222222"/>
                </a:solidFill>
              </a:rPr>
              <a:t>, and earth's foundations laid.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651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F527B8-2BBA-49FD-91FA-3A37141E6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CD3C0-F84F-4063-A11D-5CBCFBCDAE47}"/>
              </a:ext>
            </a:extLst>
          </p:cNvPr>
          <p:cNvSpPr txBox="1"/>
          <p:nvPr/>
        </p:nvSpPr>
        <p:spPr>
          <a:xfrm>
            <a:off x="1719262" y="1924050"/>
            <a:ext cx="87534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5. The </a:t>
            </a:r>
            <a:r>
              <a:rPr lang="en-US" sz="2800" dirty="0" err="1">
                <a:solidFill>
                  <a:srgbClr val="222222"/>
                </a:solidFill>
              </a:rPr>
              <a:t>heav'ns</a:t>
            </a:r>
            <a:r>
              <a:rPr lang="en-US" sz="2800" dirty="0">
                <a:solidFill>
                  <a:srgbClr val="222222"/>
                </a:solidFill>
              </a:rPr>
              <a:t> are God's since time began,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but he has </a:t>
            </a:r>
            <a:r>
              <a:rPr lang="en-US" sz="2800" dirty="0" err="1">
                <a:solidFill>
                  <a:srgbClr val="222222"/>
                </a:solidFill>
              </a:rPr>
              <a:t>giv'n</a:t>
            </a:r>
            <a:r>
              <a:rPr lang="en-US" sz="2800" dirty="0">
                <a:solidFill>
                  <a:srgbClr val="222222"/>
                </a:solidFill>
              </a:rPr>
              <a:t> the earth to man.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dead praise not the living God,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but we will sound his praise abroad.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Yea, we will ever bless his name;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praise the Lord, his praise proclaim.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998844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2020-12-20T00:12:37Z</dcterms:created>
  <dcterms:modified xsi:type="dcterms:W3CDTF">2020-12-20T00:12:54Z</dcterms:modified>
</cp:coreProperties>
</file>