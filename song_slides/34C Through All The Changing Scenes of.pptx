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96" r:id="rId5"/>
    <p:sldId id="297" r:id="rId6"/>
    <p:sldId id="29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95EB-7159-4286-8C77-32BD9D046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D107F-0AD8-402C-A2B0-A5540DE01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EDE87-42D1-41E8-8E14-BCCD2D40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5581F-D51E-4389-B8CF-F04B62F4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18BC5-2EB6-44AB-9444-2EDF9593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1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9137-405E-49A7-9ACD-E0044D9B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F28C-D40E-4200-8A8E-4ABC73829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8A707-5A47-4106-8E38-F884F3D7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F2BB-13FA-4F35-9FF4-BFC24BA5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7465-B560-41DB-A9AC-CA0D1014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9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3D6B-3E22-43C0-8821-E9A013093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00B59-DEF1-442E-87A1-BD70506F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435E6-50F5-4BF7-A1D1-701851EE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10E08-E93D-41D3-A850-E7216188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8C09E-9561-4247-944D-7FFCFDDE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51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704A-23FF-431D-B341-0AF2C889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FF133-A339-42E6-8C08-038ADA2A8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9B791-86E9-405F-A17B-B901B81B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C0786-EB79-4863-9689-9E0A9BA4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96119-F847-4267-BECF-B7465A58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BB041-A23D-4697-AF75-7F0F5D00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2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2E61-2E31-4870-87E5-58754781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07BD4-7AED-4494-A873-6112978F1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897FE-76D6-4E6D-B594-42A3AC6E2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71294-A632-444D-B455-B2A337989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86585-3949-4BFC-BEDA-326FACEF5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F719C-B79E-4B2E-9888-C4416335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07A3A9-1CC9-4C35-8BD2-FBFA81C5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EFEDC-9C92-4E5E-9A08-8DD1CACF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0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1F8-6C40-4CDE-AB59-AAA9C3A4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A73C8-080A-42D4-B549-F3F50854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89C89-E6E1-4A3E-901A-583C742F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B1491-3899-4CD6-8E91-F84E9B90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C82EB-0AA6-4E28-A42B-F22FC710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B6230-902D-47C6-93DC-9E9C88C4E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85CEE-D2B2-4872-B0C8-70CF70AF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1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DFAE-1015-4249-9913-0D0C2F6F6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42E8D-F3EF-4B5C-A859-3FC27EE8E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D4997-2ACA-4562-A321-60059AECA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923DF-761F-43F4-97C2-56F2B938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6E0A3-6210-44D3-8705-119A04416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9A605-4BE4-4349-8E79-1094C0C3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5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1F42-2064-446B-8C7F-508AA7C3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5EA87-6B30-47A5-BC44-B96C2D24E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639EC-8504-4529-92D5-E23EA23C0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B3401-60D3-40C9-BDED-17999C3B1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FE0FA-DB7F-4624-BE43-59046C7C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1C06C-990A-4433-BAC9-D2ACD317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2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4A3E-46D4-4314-93F7-E6DE137D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4E69E-F9BD-4E95-B0B8-D527CAFBF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968D-2114-4CBE-9A73-17912EE97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B577A-CDDD-401F-B1B3-45791537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01852-5DBC-4A45-8C79-EC684A88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9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F739F-3154-41F4-B897-B49E35A4B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437C0-2FE9-495D-93D1-F0085A112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AA1E7-31B7-495D-BF13-7F0CCD44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34E39-E5C9-4FD1-8696-1E822612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40473-9B67-49D5-9882-AB975FBC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428EF3-C072-4C4E-A1E4-408F451DE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46B55-EF52-4D67-917F-CDD630FDE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C65B9-3DD3-4849-956C-A827FBA0C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54C22-000B-4521-848A-DF4E05A4CE7A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51515-CD0D-4E90-A2E6-C9A16F17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3F337-86E0-4CFC-874A-9205F48E9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77AB6-8A6B-4F26-BA43-4D18065AC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1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#34C Through All The Changing Scenes of Life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65928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Through all the changing scenes of life,</a:t>
            </a:r>
            <a:br>
              <a:rPr lang="en-CA" sz="2800" dirty="0"/>
            </a:br>
            <a:r>
              <a:rPr lang="en-CA" sz="2800" dirty="0"/>
              <a:t>in trouble and in joy,</a:t>
            </a:r>
            <a:br>
              <a:rPr lang="en-CA" sz="2800" dirty="0"/>
            </a:br>
            <a:r>
              <a:rPr lang="en-CA" sz="2800" dirty="0"/>
              <a:t>the praises of my God shall still</a:t>
            </a:r>
            <a:br>
              <a:rPr lang="en-CA" sz="2800" dirty="0"/>
            </a:br>
            <a:r>
              <a:rPr lang="en-CA" sz="2800" dirty="0"/>
              <a:t>my heart and tongue employ.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08ED8-D9A7-42F2-8523-5918EA7D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Of his </a:t>
            </a:r>
            <a:r>
              <a:rPr lang="en-CA" sz="2800" dirty="0" err="1"/>
              <a:t>deliv'rance</a:t>
            </a:r>
            <a:r>
              <a:rPr lang="en-CA" sz="2800" dirty="0"/>
              <a:t> I will boast,</a:t>
            </a:r>
            <a:br>
              <a:rPr lang="en-CA" sz="2800" dirty="0"/>
            </a:br>
            <a:r>
              <a:rPr lang="en-CA" sz="2800" dirty="0"/>
              <a:t>till all that are distressed</a:t>
            </a:r>
            <a:br>
              <a:rPr lang="en-CA" sz="2800" dirty="0"/>
            </a:br>
            <a:r>
              <a:rPr lang="en-CA" sz="2800" dirty="0"/>
              <a:t>from my example comfort take,</a:t>
            </a:r>
            <a:br>
              <a:rPr lang="en-CA" sz="2800" dirty="0"/>
            </a:br>
            <a:r>
              <a:rPr lang="en-CA" sz="2800" dirty="0"/>
              <a:t>and charm their griefs to rest.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423A-F235-4D72-85BA-F72C871F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Oh, magnify the Lord with me;</a:t>
            </a:r>
            <a:br>
              <a:rPr lang="en-CA" sz="2800" dirty="0"/>
            </a:br>
            <a:r>
              <a:rPr lang="en-CA" sz="2800" dirty="0"/>
              <a:t>with me exalt his name;</a:t>
            </a:r>
            <a:br>
              <a:rPr lang="en-CA" sz="2800" dirty="0"/>
            </a:br>
            <a:r>
              <a:rPr lang="en-CA" sz="2800" dirty="0"/>
              <a:t>when in distress to him I called,</a:t>
            </a:r>
            <a:br>
              <a:rPr lang="en-CA" sz="2800" dirty="0"/>
            </a:br>
            <a:r>
              <a:rPr lang="en-CA" sz="2800" dirty="0"/>
              <a:t>he to my rescue came.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The hosts of God encamp around</a:t>
            </a:r>
            <a:br>
              <a:rPr lang="en-CA" sz="2800" dirty="0"/>
            </a:br>
            <a:r>
              <a:rPr lang="en-CA" sz="2800" dirty="0"/>
              <a:t>the dwellings of the just;</a:t>
            </a:r>
            <a:br>
              <a:rPr lang="en-CA" sz="2800" dirty="0"/>
            </a:br>
            <a:r>
              <a:rPr lang="en-CA" sz="2800" dirty="0" err="1"/>
              <a:t>deliv'rance</a:t>
            </a:r>
            <a:r>
              <a:rPr lang="en-CA" sz="2800" dirty="0"/>
              <a:t> he affords to all</a:t>
            </a:r>
            <a:br>
              <a:rPr lang="en-CA" sz="2800" dirty="0"/>
            </a:br>
            <a:r>
              <a:rPr lang="en-CA" sz="2800" dirty="0"/>
              <a:t>who on his succor trust.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8052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Oh, make but trial of his love,</a:t>
            </a:r>
            <a:br>
              <a:rPr lang="en-CA" sz="2800" dirty="0"/>
            </a:br>
            <a:r>
              <a:rPr lang="en-CA" sz="2800" dirty="0"/>
              <a:t>experience will decide</a:t>
            </a:r>
            <a:br>
              <a:rPr lang="en-CA" sz="2800" dirty="0"/>
            </a:br>
            <a:r>
              <a:rPr lang="en-CA" sz="2800" dirty="0"/>
              <a:t>how </a:t>
            </a:r>
            <a:r>
              <a:rPr lang="en-CA" sz="2800"/>
              <a:t>blest they </a:t>
            </a:r>
            <a:r>
              <a:rPr lang="en-CA" sz="2800" dirty="0"/>
              <a:t>are, and only they,</a:t>
            </a:r>
            <a:br>
              <a:rPr lang="en-CA" sz="2800" dirty="0"/>
            </a:br>
            <a:r>
              <a:rPr lang="en-CA" sz="2800" dirty="0"/>
              <a:t>who in his truth confide.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7557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Fear him, ye saints, and you will then</a:t>
            </a:r>
            <a:br>
              <a:rPr lang="en-CA" sz="2800" dirty="0"/>
            </a:br>
            <a:r>
              <a:rPr lang="en-CA" sz="2800" dirty="0"/>
              <a:t>have nothing else to fear;</a:t>
            </a:r>
            <a:br>
              <a:rPr lang="en-CA" sz="2800" dirty="0"/>
            </a:br>
            <a:r>
              <a:rPr lang="en-CA" sz="2800" dirty="0"/>
              <a:t>make you his service your delight,</a:t>
            </a:r>
            <a:br>
              <a:rPr lang="en-CA" sz="2800" dirty="0"/>
            </a:br>
            <a:r>
              <a:rPr lang="en-CA" sz="2800" dirty="0"/>
              <a:t>your wants shall be his care.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5952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#34C Through All The Changing Scenes of Life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#34C Through All The Changing Scenes of Life</dc:title>
  <dc:creator>Eric Hoogendoorn</dc:creator>
  <cp:lastModifiedBy>Eric Hoogendoorn</cp:lastModifiedBy>
  <cp:revision>1</cp:revision>
  <dcterms:created xsi:type="dcterms:W3CDTF">2020-04-25T02:27:17Z</dcterms:created>
  <dcterms:modified xsi:type="dcterms:W3CDTF">2020-04-25T02:27:43Z</dcterms:modified>
</cp:coreProperties>
</file>