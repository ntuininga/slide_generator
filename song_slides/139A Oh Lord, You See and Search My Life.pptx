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97" r:id="rId3"/>
    <p:sldId id="299" r:id="rId4"/>
    <p:sldId id="301" r:id="rId5"/>
    <p:sldId id="298" r:id="rId6"/>
    <p:sldId id="30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5F351-F400-482D-BFD1-BB48B71064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1A284A-12A8-4EC1-B6E3-9A3F32FE3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DC358-38D2-4B5D-A85A-B733CD814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FD28-B7CF-4249-BC5A-7A3CF6A19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F6813-7CB8-411F-AB75-C5C269829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9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513C-1675-46F8-BC1C-A08C38008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93379-EEB9-43C6-B64D-961120728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DC8F1-FD2A-4D42-9A7E-7184013FB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BD375-9DFD-4A41-B4D5-C55CF72B5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16C68-890E-497D-9FC3-D04D8376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1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6FCC-F9C1-49DA-AD4A-DA08B8E43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0E843-4B4B-4CEC-8F7B-6CA8886C3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22DDEC-29C6-47D8-9793-57069788C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31C2F-F42D-4779-9B65-90F35C46F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2EF3F-2550-49C0-9CCC-27E317721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63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8035-54AC-4CF6-91D6-346E2EE97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EB38D-6D55-4009-86CC-E12A9C1A32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FD8A27-F339-48A4-9300-95561BE20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C2AA1-020C-47D3-9F21-24D85D65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A2C14-1C52-4EC6-9369-5DDA737E4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F710B-DE68-4B79-89FD-2508B691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063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55ADC-D135-4DF0-8916-E70685CE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55F3E-83B3-4B8C-9633-8ED8D0A6B8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DF1255-F357-4B16-AA4E-86350512E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D3F37F-27B9-46A8-9BFF-4D5C3E1C8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FDE0FE-BB98-47EC-9752-3CF48C408D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5A451-AE92-4CB3-A9C7-5D4943EFF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2E9D77-535F-4CB2-B1AC-4B9F8987C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78C561-2EA0-47F6-AA3D-BB5FD6E10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89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C341-04AE-40B9-BD3E-08F9641D6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BFC852-338D-46FD-9506-33E1A8BB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D4A5A6-471B-42CD-9AB2-B27E20C8D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491AAB-E616-4CDB-8677-64A890BFD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5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C8D68-9FD6-48A1-B37D-5B0A32744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D7DC95-C7F0-4AD0-8E4E-C547CF81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C010F-02B8-4FBA-A227-0FED35079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927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C6027-1DE7-41EA-9CA5-498E991E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B3E10-4A33-40BA-AD04-1546DC84A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66B51-1CF0-42C0-AC08-D86D011F2E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3D173-21E9-4320-9110-FF5A32E40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0A94C-69B3-4C3D-B25A-E9D096F1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4CC79-3783-4A3B-B7D2-9CF782D4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240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B494B-FEF6-4274-B73A-60E1323D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359777-E129-4786-A8B8-046D1082C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238BED-87B8-4144-9007-27DD1EF30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30E1B-94DE-428D-8D7F-BE3298240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EDEC07-AFF6-42AD-8D68-5DF86C9F1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D91E69-D31E-449C-9008-8CBD1996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26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CC5EF-52F8-4E13-AEC6-FB6E09C4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A7FB2C-E6E1-4C7A-BC5A-2C85EB6A7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6BBBC1-EAE4-40A3-8492-8083D89F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4899D-ED02-4189-B3C1-AADAFBC09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11426-EF62-4061-9709-4E560C26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1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26E43E-33B5-4C78-853C-7DBF54D9A6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1941B-01AE-4EBC-A736-E64A875AD6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F0E29-37EE-4BCB-8E99-35A086952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8BD59-5ED2-47FC-81F7-E282122ED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01DC8-DA87-4DC0-BA9D-220E1B7F2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744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B95128-E544-41C7-BA01-DD36C2947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1B7823-B763-423D-BCA8-3C72A5C70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5C2EF-6255-41EC-9234-17B1C34BE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92970-9913-44FA-A60D-8817201BFD2A}" type="datetimeFigureOut">
              <a:rPr lang="en-US" smtClean="0"/>
              <a:t>9/1/2024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A2A58-F69F-43AF-BCB4-EB7F0BD71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AC13D-057D-42F7-A979-B25F8F85F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9ED82-8BA5-4F56-B2CD-F409C6B4FE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54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O Lord, you see and search my life;</a:t>
            </a:r>
          </a:p>
          <a:p>
            <a:pPr algn="ctr"/>
            <a:r>
              <a:rPr lang="en-US" sz="2800" dirty="0"/>
              <a:t>You know me through and through.</a:t>
            </a:r>
          </a:p>
          <a:p>
            <a:pPr algn="ctr"/>
            <a:r>
              <a:rPr lang="en-US" sz="2800" dirty="0"/>
              <a:t>Before a word is on my tongue,</a:t>
            </a:r>
          </a:p>
          <a:p>
            <a:pPr algn="ctr"/>
            <a:r>
              <a:rPr lang="en-US" sz="2800" dirty="0"/>
              <a:t>Behold, it’s known to you.</a:t>
            </a:r>
          </a:p>
          <a:p>
            <a:pPr algn="ctr"/>
            <a:r>
              <a:rPr lang="en-US" sz="2800" dirty="0"/>
              <a:t>My going out and lying down</a:t>
            </a:r>
          </a:p>
          <a:p>
            <a:pPr algn="ctr"/>
            <a:r>
              <a:rPr lang="en-US" sz="2800" dirty="0"/>
              <a:t>Are plain before your view.</a:t>
            </a:r>
          </a:p>
          <a:p>
            <a:pPr algn="ctr"/>
            <a:r>
              <a:rPr lang="en-US" sz="2800" dirty="0"/>
              <a:t>Before I speak a word, O Lord,</a:t>
            </a:r>
          </a:p>
          <a:p>
            <a:pPr algn="ctr"/>
            <a:r>
              <a:rPr lang="en-US" sz="2800" dirty="0"/>
              <a:t>It is well known to you.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57841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#139A Oh Lord, You See and Search My Life</a:t>
            </a:r>
          </a:p>
        </p:txBody>
      </p:sp>
    </p:spTree>
    <p:extLst>
      <p:ext uri="{BB962C8B-B14F-4D97-AF65-F5344CB8AC3E}">
        <p14:creationId xmlns:p14="http://schemas.microsoft.com/office/powerpoint/2010/main" val="972085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You hem me in behind, before;</a:t>
            </a:r>
          </a:p>
          <a:p>
            <a:pPr algn="ctr"/>
            <a:r>
              <a:rPr lang="en-US" sz="2800" dirty="0"/>
              <a:t>On me you lay your hand.</a:t>
            </a:r>
          </a:p>
          <a:p>
            <a:pPr algn="ctr"/>
            <a:r>
              <a:rPr lang="en-US" sz="2800" dirty="0"/>
              <a:t>Such knowledge is too wonderful,</a:t>
            </a:r>
          </a:p>
          <a:p>
            <a:pPr algn="ctr"/>
            <a:r>
              <a:rPr lang="en-US" sz="2800" dirty="0"/>
              <a:t>Too high to understand.</a:t>
            </a:r>
          </a:p>
          <a:p>
            <a:pPr algn="ctr"/>
            <a:r>
              <a:rPr lang="en-US" sz="2800" dirty="0"/>
              <a:t>Where can I from your Spirit flee</a:t>
            </a:r>
          </a:p>
          <a:p>
            <a:pPr algn="ctr"/>
            <a:r>
              <a:rPr lang="en-US" sz="2800" dirty="0"/>
              <a:t>Or from your presence go?</a:t>
            </a:r>
          </a:p>
          <a:p>
            <a:pPr algn="ctr"/>
            <a:r>
              <a:rPr lang="en-US" sz="2800" dirty="0"/>
              <a:t>In </a:t>
            </a:r>
            <a:r>
              <a:rPr lang="en-US" sz="2800" dirty="0" err="1"/>
              <a:t>heav’n</a:t>
            </a:r>
            <a:r>
              <a:rPr lang="en-US" sz="2800" dirty="0"/>
              <a:t> above, Lord, you are there,</a:t>
            </a:r>
          </a:p>
          <a:p>
            <a:pPr algn="ctr"/>
            <a:r>
              <a:rPr lang="en-US" sz="2800" dirty="0"/>
              <a:t>Or deep in death below.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61571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If I should take the wings of dawn</a:t>
            </a:r>
          </a:p>
          <a:p>
            <a:pPr algn="ctr"/>
            <a:r>
              <a:rPr lang="en-US" sz="2800" dirty="0"/>
              <a:t>And dwell beyond the sea,</a:t>
            </a:r>
          </a:p>
          <a:p>
            <a:pPr algn="ctr"/>
            <a:r>
              <a:rPr lang="en-US" sz="2800" dirty="0" err="1"/>
              <a:t>E’en</a:t>
            </a:r>
            <a:r>
              <a:rPr lang="en-US" sz="2800" dirty="0"/>
              <a:t> there your hand my guide would be,</a:t>
            </a:r>
          </a:p>
          <a:p>
            <a:pPr algn="ctr"/>
            <a:r>
              <a:rPr lang="en-US" sz="2800" dirty="0"/>
              <a:t>Your right hand holding me.</a:t>
            </a:r>
          </a:p>
          <a:p>
            <a:pPr algn="ctr"/>
            <a:r>
              <a:rPr lang="en-US" sz="2800" dirty="0"/>
              <a:t>If I should say, “The dark will surely</a:t>
            </a:r>
          </a:p>
          <a:p>
            <a:pPr algn="ctr"/>
            <a:r>
              <a:rPr lang="en-US" sz="2800" dirty="0"/>
              <a:t>Hide me from your sight,</a:t>
            </a:r>
          </a:p>
          <a:p>
            <a:pPr algn="ctr"/>
            <a:r>
              <a:rPr lang="en-US" sz="2800" dirty="0"/>
              <a:t>And all the light surrounding me</a:t>
            </a:r>
          </a:p>
          <a:p>
            <a:pPr algn="ctr"/>
            <a:r>
              <a:rPr lang="en-US" sz="2800" dirty="0"/>
              <a:t>Become as dark as night.”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1690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You made me, LORD, in awe – some ways;</a:t>
            </a:r>
          </a:p>
          <a:p>
            <a:pPr algn="ctr"/>
            <a:r>
              <a:rPr lang="en-CA" sz="2800" dirty="0"/>
              <a:t>Your won-</a:t>
            </a:r>
            <a:r>
              <a:rPr lang="en-CA" sz="2800" dirty="0" err="1"/>
              <a:t>drous</a:t>
            </a:r>
            <a:r>
              <a:rPr lang="en-CA" sz="2800" dirty="0"/>
              <a:t> praise I tell;</a:t>
            </a:r>
          </a:p>
          <a:p>
            <a:pPr algn="ctr"/>
            <a:r>
              <a:rPr lang="en-CA" sz="2800" dirty="0"/>
              <a:t>How great and won-</a:t>
            </a:r>
            <a:r>
              <a:rPr lang="en-CA" sz="2800" dirty="0" err="1"/>
              <a:t>drous</a:t>
            </a:r>
            <a:r>
              <a:rPr lang="en-CA" sz="2800" dirty="0"/>
              <a:t> are your works,</a:t>
            </a:r>
          </a:p>
          <a:p>
            <a:pPr algn="ctr"/>
            <a:r>
              <a:rPr lang="en-CA" sz="2800" dirty="0"/>
              <a:t>My soul knows this full well.</a:t>
            </a:r>
          </a:p>
          <a:p>
            <a:pPr algn="ctr"/>
            <a:r>
              <a:rPr lang="en-CA" sz="2800" dirty="0"/>
              <a:t>When I was made in se-</a:t>
            </a:r>
            <a:r>
              <a:rPr lang="en-CA" sz="2800" dirty="0" err="1"/>
              <a:t>cret</a:t>
            </a:r>
            <a:r>
              <a:rPr lang="en-CA" sz="2800" dirty="0"/>
              <a:t>, LORD, </a:t>
            </a:r>
          </a:p>
          <a:p>
            <a:pPr algn="ctr"/>
            <a:r>
              <a:rPr lang="en-CA" sz="2800" dirty="0"/>
              <a:t>and wo-</a:t>
            </a:r>
            <a:r>
              <a:rPr lang="en-CA" sz="2800" dirty="0" err="1"/>
              <a:t>ven</a:t>
            </a:r>
            <a:r>
              <a:rPr lang="en-CA" sz="2800" dirty="0"/>
              <a:t> with great skill,</a:t>
            </a:r>
          </a:p>
          <a:p>
            <a:pPr algn="ctr"/>
            <a:r>
              <a:rPr lang="en-CA" sz="2800" dirty="0"/>
              <a:t>You saw my sub-stance yet un-formed,</a:t>
            </a:r>
          </a:p>
          <a:p>
            <a:pPr algn="ctr"/>
            <a:r>
              <a:rPr lang="en-CA" sz="2800" dirty="0"/>
              <a:t>In depths of earth conc-</a:t>
            </a:r>
            <a:r>
              <a:rPr lang="en-CA" sz="2800" dirty="0" err="1"/>
              <a:t>cealed</a:t>
            </a:r>
            <a:r>
              <a:rPr lang="en-CA" sz="2800" dirty="0"/>
              <a:t>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179515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7.</a:t>
            </a:r>
            <a:r>
              <a:rPr lang="en-CA" sz="2800" dirty="0"/>
              <a:t> </a:t>
            </a:r>
            <a:r>
              <a:rPr lang="en-US" sz="2800" dirty="0"/>
              <a:t>Were I to count them, they would number</a:t>
            </a:r>
          </a:p>
          <a:p>
            <a:pPr algn="ctr"/>
            <a:r>
              <a:rPr lang="en-US" sz="2800" dirty="0"/>
              <a:t>More than grains of sand.</a:t>
            </a:r>
          </a:p>
          <a:p>
            <a:pPr algn="ctr"/>
            <a:r>
              <a:rPr lang="en-US" sz="2800" dirty="0"/>
              <a:t>I’m still with you when I awake,</a:t>
            </a:r>
          </a:p>
          <a:p>
            <a:pPr algn="ctr"/>
            <a:r>
              <a:rPr lang="en-US" sz="2800" dirty="0"/>
              <a:t>I’m safe within your hand.</a:t>
            </a:r>
          </a:p>
          <a:p>
            <a:pPr algn="ctr"/>
            <a:r>
              <a:rPr lang="en-US" sz="2800" dirty="0"/>
              <a:t>May God destroy all wicked men!</a:t>
            </a:r>
          </a:p>
          <a:p>
            <a:pPr algn="ctr"/>
            <a:r>
              <a:rPr lang="en-US" sz="2800" dirty="0"/>
              <a:t>You men of blood, away!</a:t>
            </a:r>
          </a:p>
          <a:p>
            <a:pPr algn="ctr"/>
            <a:r>
              <a:rPr lang="en-US" sz="2800" dirty="0"/>
              <a:t>They speak of you with hateful hearts,</a:t>
            </a:r>
          </a:p>
          <a:p>
            <a:pPr algn="ctr"/>
            <a:r>
              <a:rPr lang="en-US" sz="2800" dirty="0"/>
              <a:t>Your foes abuse your name.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79367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8.</a:t>
            </a:r>
            <a:r>
              <a:rPr lang="en-CA" sz="2800" dirty="0"/>
              <a:t> </a:t>
            </a:r>
            <a:r>
              <a:rPr lang="en-US" sz="2800" dirty="0"/>
              <a:t>Do I not hate all those, O Lord,</a:t>
            </a:r>
          </a:p>
          <a:p>
            <a:pPr algn="ctr"/>
            <a:r>
              <a:rPr lang="en-US" sz="2800" dirty="0"/>
              <a:t>Who hate you and oppose?</a:t>
            </a:r>
          </a:p>
          <a:p>
            <a:pPr algn="ctr"/>
            <a:r>
              <a:rPr lang="en-US" sz="2800" dirty="0"/>
              <a:t>With perfect hatred I abhor</a:t>
            </a:r>
          </a:p>
          <a:p>
            <a:pPr algn="ctr"/>
            <a:r>
              <a:rPr lang="en-US" sz="2800" dirty="0"/>
              <a:t>And count them as my foes.</a:t>
            </a:r>
          </a:p>
          <a:p>
            <a:pPr algn="ctr"/>
            <a:r>
              <a:rPr lang="en-US" sz="2800" dirty="0"/>
              <a:t>O search me, God, and know my heart;</a:t>
            </a:r>
          </a:p>
          <a:p>
            <a:pPr algn="ctr"/>
            <a:r>
              <a:rPr lang="en-US" sz="2800" dirty="0"/>
              <a:t>My anxious thoughts survey,</a:t>
            </a:r>
          </a:p>
          <a:p>
            <a:pPr algn="ctr"/>
            <a:r>
              <a:rPr lang="en-US" sz="2800" dirty="0"/>
              <a:t>And lead me, if in sin I stray,</a:t>
            </a:r>
          </a:p>
          <a:p>
            <a:pPr algn="ctr"/>
            <a:r>
              <a:rPr lang="en-US" sz="2800" dirty="0"/>
              <a:t>In your eternal way.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855508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432</Words>
  <Application>Microsoft Office PowerPoint</Application>
  <PresentationFormat>Widescreen</PresentationFormat>
  <Paragraphs>55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3</cp:revision>
  <dcterms:created xsi:type="dcterms:W3CDTF">2020-05-23T00:48:02Z</dcterms:created>
  <dcterms:modified xsi:type="dcterms:W3CDTF">2024-09-01T15:10:44Z</dcterms:modified>
</cp:coreProperties>
</file>