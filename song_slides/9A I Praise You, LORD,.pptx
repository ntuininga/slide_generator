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3744F-FE99-4161-B646-7C48FDCAEC1A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8E8F3-B9DC-462F-B701-08D6702CB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6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2466-3971-6909-2105-EB36BE9B1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D50CC-BC3E-CA43-2110-4F243E12B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BEC38-124D-2868-FA4C-38F61EE2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D7D2-3876-4E79-AC93-BDFA379B4B01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33BC5-7F78-46A1-B6AC-F1ED1262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14BC1-E6A4-0A07-9E66-932BD398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7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3B17-1204-2778-700F-BDC24526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807-25A0-E60D-37F4-2187A9355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67D37-2BCE-0C6B-E014-C8CFEB9F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20EF-EBCB-4CD1-9B4D-3E3D32E9B6EB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E6BD-28E5-79DE-5CBF-48C41B55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049B-39AF-CD54-E3D9-722BA8C2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8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DCE3-F98B-2873-F35E-6D45A9B2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72AC2-18D6-16CB-4E6C-5A3A38DF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D654-59B0-B5E5-F9BD-D8678FCA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6505-5764-41B3-B827-0B1153C89405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0CAF8-F9FC-6F7E-396F-1453BE11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17EBE-33E4-612B-C534-4BE333C9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8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371E-7831-8E32-6774-00524D5D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0A6E-48AC-3986-3368-5D62EC580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114C5-443D-A3D5-9CAD-3A3840239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86A71-B280-CF84-A72C-CAFFD252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F24A8-8DD7-4FDF-BF67-FDD8C3F14CEF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CC25D-4C84-4EBD-95FD-0C22A677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CB0A5-055D-0091-9724-C392985B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4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69A4-F568-4795-7832-3538DF11F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67413-DCCF-53FE-0732-C6CB943CA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4A5CB-7702-134E-91A3-B3A5390A2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3F450-A41D-5083-EAE3-36BC1E893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66F2A-0375-6B54-B01C-266699814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D4394-0C54-FF29-878C-BD949A05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4890-A305-4DEC-BCE0-C6A878343127}" type="datetime1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6F24E-687C-6E19-40B9-8BF7EFA9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EC615-92BC-8A8C-A07D-E70BC264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9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68D3-F249-1F11-883B-62F5D492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DD8BD-AB4B-7784-B2C7-34B08866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CDF4F-DC06-416C-994C-434F80878418}" type="datetime1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549E8-9897-D319-CEF0-1E9E55E3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55C79-BBD0-2840-61B0-068091F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0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C0A8D-A0E2-513D-D390-9A41BDB8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9832-74CB-4A0C-B70D-8E6521EA8BA9}" type="datetime1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A5107-BB64-23E9-971B-AEF4F79C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47818-4432-4FC2-A8E6-113B031F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2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9093-061E-3641-A858-7B26AF24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730C-5264-7F4D-D490-40FC2883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DA32E-E195-5DFC-D946-990E70286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27E70-5501-51F9-F693-039C72F7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1E2-D511-43F1-A813-E611E1F99AE9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3CB4A-6140-B95B-AADD-E153C821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05F81-733C-E193-4736-F22DE2F0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6B44-186C-2216-132F-582EF49C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68609-72DA-3E36-615F-9B4837D9C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38EE7-BB53-4241-FB02-E20FC885D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A1FA7-C11E-E70C-D879-AA310218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3D240-6F78-4283-8CA4-729F6C34C8A8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7D486-0D64-B1FF-EEA3-7EB09358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67BF3-7BDE-0296-D172-D5B9B6E6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6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52C7-EBFF-B960-1B6D-7ABFB306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63FC9-0D84-5F2B-F17C-7A6263ADC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FCEA9-BA01-B168-F016-4D23D72B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57A3C-6149-4AAB-A7C4-6CB4AD76B514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95E62-65F6-48E4-B245-8A8161FA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02909-0DB2-D0E0-CF7F-FD98FD57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FA9D1-33F3-9994-1FE4-ED000E939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927C7-D3A7-298E-43C1-2E12C37DA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FDF16-ABB2-2AA2-60B0-25161E69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B8AF-0B09-45C6-B4FC-EF0EF1299B29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FDAE0-DB5C-31DF-E7AB-6EC42F99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B4F9-4CBC-673E-C6E1-173B4C1E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9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B6A6C8-4DC4-0E33-DB52-67725C7B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0F16E-FE50-FC76-FBF8-468ABE48D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F988D-D28B-D7F5-C7D6-230D95C5F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90F81-C02C-409F-8FA7-6CF05DA0F63A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CDF6A-39C0-FAD5-A1D0-258B53303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5C222-43B3-E6CD-10ED-C0FB25360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86E87-5992-4BFC-8C03-28EFC8B9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8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DB9A-13D0-D921-80EA-E187FE02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#9A I Praise You, LORD, With All My Heart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05F82-680F-F666-D713-82DC043A8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I praise you, LORD, with my heart;</a:t>
            </a:r>
          </a:p>
          <a:p>
            <a:pPr marL="0" indent="0" algn="ctr">
              <a:buNone/>
            </a:pPr>
            <a:r>
              <a:rPr lang="en-US" dirty="0"/>
              <a:t>Your wonders I proclaim.</a:t>
            </a:r>
          </a:p>
          <a:p>
            <a:pPr marL="0" indent="0" algn="ctr">
              <a:buNone/>
            </a:pPr>
            <a:r>
              <a:rPr lang="en-US" dirty="0"/>
              <a:t>In you, Most High, will I rejoice</a:t>
            </a:r>
          </a:p>
          <a:p>
            <a:pPr marL="0" indent="0" algn="ctr">
              <a:buNone/>
            </a:pPr>
            <a:r>
              <a:rPr lang="en-US" dirty="0"/>
              <a:t> and praise your holy name.</a:t>
            </a:r>
          </a:p>
          <a:p>
            <a:pPr marL="0" indent="0" algn="ctr">
              <a:buNone/>
            </a:pPr>
            <a:r>
              <a:rPr lang="en-US" dirty="0"/>
              <a:t>My enemies before you fall,</a:t>
            </a:r>
          </a:p>
          <a:p>
            <a:pPr marL="0" indent="0" algn="ctr">
              <a:buNone/>
            </a:pPr>
            <a:r>
              <a:rPr lang="en-US" dirty="0"/>
              <a:t>They turn their backs and flee.</a:t>
            </a:r>
          </a:p>
          <a:p>
            <a:pPr marL="0" indent="0" algn="ctr">
              <a:buNone/>
            </a:pPr>
            <a:r>
              <a:rPr lang="en-US" dirty="0"/>
              <a:t>For you upheld my right </a:t>
            </a:r>
            <a:r>
              <a:rPr lang="en-US"/>
              <a:t>and cause</a:t>
            </a:r>
          </a:p>
          <a:p>
            <a:pPr marL="0" indent="0" algn="ctr">
              <a:buNone/>
            </a:pPr>
            <a:r>
              <a:rPr lang="en-US"/>
              <a:t> </a:t>
            </a:r>
            <a:r>
              <a:rPr lang="en-US" dirty="0"/>
              <a:t>and judged </a:t>
            </a:r>
            <a:r>
              <a:rPr lang="en-US"/>
              <a:t>me righteously.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BBB3E-93C4-F0F9-34BA-40BD7B8A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54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FFD64-BADC-7C03-C09C-17E50789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The nations you rebuked, </a:t>
            </a:r>
          </a:p>
          <a:p>
            <a:pPr marL="0" indent="0" algn="ctr">
              <a:buNone/>
            </a:pPr>
            <a:r>
              <a:rPr lang="en-US" dirty="0"/>
              <a:t>O Lord; the wicked you destroyed.</a:t>
            </a:r>
          </a:p>
          <a:p>
            <a:pPr marL="0" indent="0" algn="ctr">
              <a:buNone/>
            </a:pPr>
            <a:r>
              <a:rPr lang="en-US" dirty="0"/>
              <a:t>You blotted out the heathen name,</a:t>
            </a:r>
          </a:p>
          <a:p>
            <a:pPr marL="0" indent="0" algn="ctr">
              <a:buNone/>
            </a:pPr>
            <a:r>
              <a:rPr lang="en-US" dirty="0"/>
              <a:t>Forever made it void.</a:t>
            </a:r>
          </a:p>
          <a:p>
            <a:pPr marL="0" indent="0" algn="ctr">
              <a:buNone/>
            </a:pPr>
            <a:r>
              <a:rPr lang="en-US" dirty="0"/>
              <a:t> The enemies before you fall,</a:t>
            </a:r>
          </a:p>
          <a:p>
            <a:pPr marL="0" indent="0" algn="ctr">
              <a:buNone/>
            </a:pPr>
            <a:r>
              <a:rPr lang="en-US" dirty="0"/>
              <a:t>They turn their backs and flee.</a:t>
            </a:r>
          </a:p>
          <a:p>
            <a:pPr marL="0" indent="0" algn="ctr">
              <a:buNone/>
            </a:pPr>
            <a:r>
              <a:rPr lang="en-US" dirty="0"/>
              <a:t>Their cities you have rooted out,</a:t>
            </a:r>
          </a:p>
          <a:p>
            <a:pPr marL="0" indent="0" algn="ctr">
              <a:buNone/>
            </a:pPr>
            <a:r>
              <a:rPr lang="en-US" dirty="0"/>
              <a:t>Erased their memory.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26F67-1236-0380-B334-83B1B8C7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87194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6FED-2E8F-0123-2783-E7B77E83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The Lord forever reigns on high;</a:t>
            </a:r>
          </a:p>
          <a:p>
            <a:pPr marL="0" indent="0" algn="ctr">
              <a:buNone/>
            </a:pPr>
            <a:r>
              <a:rPr lang="en-US" dirty="0"/>
              <a:t>His throne for judgment stands.</a:t>
            </a:r>
          </a:p>
          <a:p>
            <a:pPr marL="0" indent="0" algn="ctr">
              <a:buNone/>
            </a:pPr>
            <a:r>
              <a:rPr lang="en-US" dirty="0"/>
              <a:t>He’ll judge the world in righteousness,</a:t>
            </a:r>
          </a:p>
          <a:p>
            <a:pPr marL="0" indent="0" algn="ctr">
              <a:buNone/>
            </a:pPr>
            <a:r>
              <a:rPr lang="en-US" dirty="0"/>
              <a:t>With justice rule the lands.</a:t>
            </a:r>
          </a:p>
          <a:p>
            <a:pPr marL="0" indent="0" algn="ctr">
              <a:buNone/>
            </a:pPr>
            <a:r>
              <a:rPr lang="en-US" dirty="0"/>
              <a:t>The Lord will be a hiding place </a:t>
            </a:r>
          </a:p>
          <a:p>
            <a:pPr marL="0" indent="0" algn="ctr">
              <a:buNone/>
            </a:pPr>
            <a:r>
              <a:rPr lang="en-US" dirty="0"/>
              <a:t>For those who are oppressed,</a:t>
            </a:r>
          </a:p>
          <a:p>
            <a:pPr marL="0" indent="0" algn="ctr">
              <a:buNone/>
            </a:pPr>
            <a:r>
              <a:rPr lang="en-US" dirty="0"/>
              <a:t>And he will be a strong defense </a:t>
            </a:r>
          </a:p>
          <a:p>
            <a:pPr marL="0" indent="0" algn="ctr">
              <a:buNone/>
            </a:pPr>
            <a:r>
              <a:rPr lang="en-US" dirty="0"/>
              <a:t>for those who are distressed.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E89AA-9D3E-5891-50DA-949F787A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370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C462-529F-AFBD-0839-B6CDE1208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All those who know your name, O Lord,</a:t>
            </a:r>
          </a:p>
          <a:p>
            <a:pPr marL="0" indent="0" algn="ctr">
              <a:buNone/>
            </a:pPr>
            <a:r>
              <a:rPr lang="en-US" dirty="0"/>
              <a:t>In you their trust will place,</a:t>
            </a:r>
          </a:p>
          <a:p>
            <a:pPr marL="0" indent="0" algn="ctr">
              <a:buNone/>
            </a:pPr>
            <a:r>
              <a:rPr lang="en-US" dirty="0"/>
              <a:t>For you do not abandon those</a:t>
            </a:r>
          </a:p>
          <a:p>
            <a:pPr marL="0" indent="0" algn="ctr">
              <a:buNone/>
            </a:pPr>
            <a:r>
              <a:rPr lang="en-US" dirty="0"/>
              <a:t> who seek your gracious face.</a:t>
            </a:r>
          </a:p>
          <a:p>
            <a:pPr marL="0" indent="0" algn="ctr">
              <a:buNone/>
            </a:pPr>
            <a:r>
              <a:rPr lang="en-US" dirty="0"/>
              <a:t>Sing praises to the Lord,</a:t>
            </a:r>
          </a:p>
          <a:p>
            <a:pPr marL="0" indent="0" algn="ctr">
              <a:buNone/>
            </a:pPr>
            <a:r>
              <a:rPr lang="en-US" dirty="0"/>
              <a:t>Who sits in Zion on his throne;</a:t>
            </a:r>
          </a:p>
          <a:p>
            <a:pPr marL="0" indent="0" algn="ctr">
              <a:buNone/>
            </a:pPr>
            <a:r>
              <a:rPr lang="en-US" dirty="0"/>
              <a:t>And tell among the peoples </a:t>
            </a:r>
          </a:p>
          <a:p>
            <a:pPr marL="0" indent="0" algn="ctr">
              <a:buNone/>
            </a:pPr>
            <a:r>
              <a:rPr lang="en-US" dirty="0"/>
              <a:t>Of the world what he has done.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EE4F7-70FE-A4E0-38AC-1CAE34D7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6289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0AC5-77DF-0D99-5654-6106FB61E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The Lord does not forget </a:t>
            </a:r>
          </a:p>
          <a:p>
            <a:pPr marL="0" indent="0" algn="ctr">
              <a:buNone/>
            </a:pPr>
            <a:r>
              <a:rPr lang="en-US" dirty="0"/>
              <a:t>The cry of his afflicted ones.</a:t>
            </a:r>
          </a:p>
          <a:p>
            <a:pPr marL="0" indent="0" algn="ctr">
              <a:buNone/>
            </a:pPr>
            <a:r>
              <a:rPr lang="en-US" dirty="0"/>
              <a:t>But he demands an answer </a:t>
            </a:r>
          </a:p>
          <a:p>
            <a:pPr marL="0" indent="0" algn="ctr">
              <a:buNone/>
            </a:pPr>
            <a:r>
              <a:rPr lang="en-US" dirty="0"/>
              <a:t>for the blood of all his sons.</a:t>
            </a:r>
          </a:p>
          <a:p>
            <a:pPr marL="0" indent="0" algn="ctr">
              <a:buNone/>
            </a:pPr>
            <a:r>
              <a:rPr lang="en-US" dirty="0"/>
              <a:t>O Lord, behold my enemies </a:t>
            </a:r>
          </a:p>
          <a:p>
            <a:pPr marL="0" indent="0" algn="ctr">
              <a:buNone/>
            </a:pPr>
            <a:r>
              <a:rPr lang="en-US" dirty="0"/>
              <a:t>With pain afflicting me.</a:t>
            </a:r>
          </a:p>
          <a:p>
            <a:pPr marL="0" indent="0" algn="ctr">
              <a:buNone/>
            </a:pPr>
            <a:r>
              <a:rPr lang="en-US" dirty="0"/>
              <a:t>Have mercy! From the gates of death</a:t>
            </a:r>
          </a:p>
          <a:p>
            <a:pPr marL="0" indent="0" algn="ctr">
              <a:buNone/>
            </a:pPr>
            <a:r>
              <a:rPr lang="en-US" dirty="0"/>
              <a:t>Uplift and set me free.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C72BD-E11C-6845-5BEA-ECE44811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39829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6FF4-DBBA-455D-7647-B44C7F35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1AC53-0FE8-CC7D-15A7-5F6EF7643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That I, in gates of Zion’s daughter,</a:t>
            </a:r>
          </a:p>
          <a:p>
            <a:pPr marL="0" indent="0" algn="ctr">
              <a:buNone/>
            </a:pPr>
            <a:r>
              <a:rPr lang="en-US" dirty="0"/>
              <a:t>May your praise declare,</a:t>
            </a:r>
          </a:p>
          <a:p>
            <a:pPr marL="0" indent="0" algn="ctr">
              <a:buNone/>
            </a:pPr>
            <a:r>
              <a:rPr lang="en-US" dirty="0"/>
              <a:t>And joyously I may exult</a:t>
            </a:r>
          </a:p>
          <a:p>
            <a:pPr marL="0" indent="0" algn="ctr">
              <a:buNone/>
            </a:pPr>
            <a:r>
              <a:rPr lang="en-US" dirty="0"/>
              <a:t>In your salvation there.</a:t>
            </a:r>
          </a:p>
          <a:p>
            <a:pPr marL="0" indent="0" algn="ctr">
              <a:buNone/>
            </a:pPr>
            <a:r>
              <a:rPr lang="en-US" dirty="0"/>
              <a:t>The nations fell into the it,</a:t>
            </a:r>
          </a:p>
          <a:p>
            <a:pPr marL="0" indent="0" algn="ctr">
              <a:buNone/>
            </a:pPr>
            <a:r>
              <a:rPr lang="en-US" dirty="0"/>
              <a:t>The hole which they have made;</a:t>
            </a:r>
          </a:p>
          <a:p>
            <a:pPr marL="0" indent="0" algn="ctr">
              <a:buNone/>
            </a:pPr>
            <a:r>
              <a:rPr lang="en-US" dirty="0"/>
              <a:t>Their feet are tangled in the net</a:t>
            </a:r>
          </a:p>
          <a:p>
            <a:pPr marL="0" indent="0" algn="ctr">
              <a:buNone/>
            </a:pPr>
            <a:r>
              <a:rPr lang="en-US" dirty="0"/>
              <a:t>Which they themselves have laid.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F81D8-DF72-BF78-8EC5-A980294F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1365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D436-1827-0299-69E4-2382196A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F3D10-F0A1-806F-8382-0A5F53E8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The Lord is known by righteous deeds;</a:t>
            </a:r>
          </a:p>
          <a:p>
            <a:pPr marL="0" indent="0" algn="ctr">
              <a:buNone/>
            </a:pPr>
            <a:r>
              <a:rPr lang="en-US" dirty="0"/>
              <a:t>His justice always stands.</a:t>
            </a:r>
          </a:p>
          <a:p>
            <a:pPr marL="0" indent="0" algn="ctr">
              <a:buNone/>
            </a:pPr>
            <a:r>
              <a:rPr lang="en-US" dirty="0"/>
              <a:t>The wicked are ensnared in traps,</a:t>
            </a:r>
          </a:p>
          <a:p>
            <a:pPr marL="0" indent="0" algn="ctr">
              <a:buNone/>
            </a:pPr>
            <a:r>
              <a:rPr lang="en-US" dirty="0"/>
              <a:t>The work of their own hands.</a:t>
            </a:r>
          </a:p>
          <a:p>
            <a:pPr marL="0" indent="0" algn="ctr">
              <a:buNone/>
            </a:pPr>
            <a:r>
              <a:rPr lang="en-US" dirty="0"/>
              <a:t>The wicked will to hell return,</a:t>
            </a:r>
          </a:p>
          <a:p>
            <a:pPr marL="0" indent="0" algn="ctr">
              <a:buNone/>
            </a:pPr>
            <a:r>
              <a:rPr lang="en-US" dirty="0"/>
              <a:t>The evil man’s abode,</a:t>
            </a:r>
          </a:p>
          <a:p>
            <a:pPr marL="0" indent="0" algn="ctr">
              <a:buNone/>
            </a:pPr>
            <a:r>
              <a:rPr lang="en-US" dirty="0"/>
              <a:t>Where all the heathen nations go </a:t>
            </a:r>
          </a:p>
          <a:p>
            <a:pPr marL="0" indent="0" algn="ctr">
              <a:buNone/>
            </a:pPr>
            <a:r>
              <a:rPr lang="en-US" dirty="0"/>
              <a:t>That have forgotten God.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6CB05-A2B2-3A18-AF52-3ADFEA64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015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B4AF7-E619-CE4F-4521-8DC3E6C39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8. The needy will not always be </a:t>
            </a:r>
          </a:p>
          <a:p>
            <a:pPr marL="0" indent="0" algn="ctr">
              <a:buNone/>
            </a:pPr>
            <a:r>
              <a:rPr lang="en-US" dirty="0"/>
              <a:t>Forgotten and ignored;</a:t>
            </a:r>
          </a:p>
          <a:p>
            <a:pPr marL="0" indent="0" algn="ctr">
              <a:buNone/>
            </a:pPr>
            <a:r>
              <a:rPr lang="en-US" dirty="0"/>
              <a:t>Nor will the hopes of those afflicted </a:t>
            </a:r>
          </a:p>
          <a:p>
            <a:pPr marL="0" indent="0" algn="ctr">
              <a:buNone/>
            </a:pPr>
            <a:r>
              <a:rPr lang="en-US" dirty="0"/>
              <a:t>perish evermore.</a:t>
            </a:r>
          </a:p>
          <a:p>
            <a:pPr marL="0" indent="0" algn="ctr">
              <a:buNone/>
            </a:pPr>
            <a:r>
              <a:rPr lang="en-US" dirty="0"/>
              <a:t>Arise, O Lord! Let man not boast;</a:t>
            </a:r>
          </a:p>
          <a:p>
            <a:pPr marL="0" indent="0" algn="ctr">
              <a:buNone/>
            </a:pPr>
            <a:r>
              <a:rPr lang="en-US" dirty="0"/>
              <a:t>The nations judge in might.</a:t>
            </a:r>
          </a:p>
          <a:p>
            <a:pPr marL="0" indent="0" algn="ctr">
              <a:buNone/>
            </a:pPr>
            <a:r>
              <a:rPr lang="en-US" dirty="0"/>
              <a:t>Now let them know they are but men,</a:t>
            </a:r>
          </a:p>
          <a:p>
            <a:pPr marL="0" indent="0" algn="ctr">
              <a:buNone/>
            </a:pPr>
            <a:r>
              <a:rPr lang="en-US" dirty="0"/>
              <a:t>And strike them, Lord, with fright.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03C84-38B5-F708-C2BE-7F402F5A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3799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527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#9A I Praise You, LORD, With All My Heart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#9A I Praise You, LORD, With All My Heart</dc:title>
  <dc:creator>Neil</dc:creator>
  <cp:lastModifiedBy>Neil Tuininga</cp:lastModifiedBy>
  <cp:revision>3</cp:revision>
  <dcterms:created xsi:type="dcterms:W3CDTF">2023-04-28T17:34:09Z</dcterms:created>
  <dcterms:modified xsi:type="dcterms:W3CDTF">2023-10-06T16:06:23Z</dcterms:modified>
</cp:coreProperties>
</file>