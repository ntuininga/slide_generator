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49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8202347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491425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5524888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4318107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847732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1774197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5779017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5835952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482471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166509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3206433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7996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A7DCE-2F5E-4F2C-9762-A3EC8B1BE505}"/>
              </a:ext>
            </a:extLst>
          </p:cNvPr>
          <p:cNvSpPr txBox="1"/>
          <p:nvPr/>
        </p:nvSpPr>
        <p:spPr>
          <a:xfrm>
            <a:off x="1364450" y="1851645"/>
            <a:ext cx="94630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marR="0" lvl="1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 hallelujah! Praise the LORD!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God within his sacred courts!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Praise, praise him in his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heav’nly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height!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Praise, praise him for his deeds of might!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aise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him! O praise him!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D2854-2887-499D-BFFD-286A34F5CF97}"/>
              </a:ext>
            </a:extLst>
          </p:cNvPr>
          <p:cNvSpPr txBox="1"/>
          <p:nvPr/>
        </p:nvSpPr>
        <p:spPr>
          <a:xfrm>
            <a:off x="814384" y="116929"/>
            <a:ext cx="10563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#150C Sing Hallelujah! Praise the LORD!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B5467F-E82E-45D3-84C5-18A5F560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D0A90-4289-4BED-9D00-9A7CAA588903}"/>
              </a:ext>
            </a:extLst>
          </p:cNvPr>
          <p:cNvSpPr txBox="1"/>
          <p:nvPr/>
        </p:nvSpPr>
        <p:spPr>
          <a:xfrm>
            <a:off x="1419225" y="1659285"/>
            <a:ext cx="93535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With sounding cymbals praise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clashing cymbals praise aloud!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that breathes now praise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praise the LORD forevermore!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praise him!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 praise him!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201738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2021-12-24T23:32:14Z</dcterms:created>
  <dcterms:modified xsi:type="dcterms:W3CDTF">2021-12-24T23:32:42Z</dcterms:modified>
</cp:coreProperties>
</file>