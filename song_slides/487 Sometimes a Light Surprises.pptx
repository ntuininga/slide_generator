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ya Hoogendoorn" initials="AH" lastIdx="1" clrIdx="0">
    <p:extLst>
      <p:ext uri="{19B8F6BF-5375-455C-9EA6-DF929625EA0E}">
        <p15:presenceInfo xmlns:p15="http://schemas.microsoft.com/office/powerpoint/2012/main" userId="S::ahoogendoorn1@athabasca.edu::37478fb0-1821-4863-a020-be935f56cf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961B-E13C-455E-B384-125000FF1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4BF3D-A5AE-449E-A00D-B528D9A00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EA65E-C74E-40E1-88EB-2D7D8D85C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3D16-95ED-4FE9-809A-4CB961255517}" type="datetimeFigureOut">
              <a:rPr lang="en-CA" smtClean="0"/>
              <a:t>2021-06-24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665AC-894D-4C9D-B4E6-101F1C627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D9F0A-8A71-4266-A0E2-CDEFBB28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242D6-A185-4853-AB63-2A3F7E15AF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769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46C86-B3CD-4D07-9FF0-BDF72BC7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68873-BFCB-415D-A00C-E7ACC1A78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49E73-4F27-4DB7-AF45-1CB141D53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3D16-95ED-4FE9-809A-4CB961255517}" type="datetimeFigureOut">
              <a:rPr lang="en-CA" smtClean="0"/>
              <a:t>2021-06-24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B574-C694-410B-88AA-69106137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7094-BA0F-40C7-96C4-FF7C9F40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242D6-A185-4853-AB63-2A3F7E15AF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36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C2A5-BEBF-4A43-A6BD-F226F0B3C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4AC6E-BADE-4648-9A4A-C0BEABA36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F38B5-4770-444A-82E9-C3DCF198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3D16-95ED-4FE9-809A-4CB961255517}" type="datetimeFigureOut">
              <a:rPr lang="en-CA" smtClean="0"/>
              <a:t>2021-06-24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2CD5E-38DF-4F32-8FF3-02BE1ABD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7070D-6FFB-41CC-AE93-D7AEF57C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242D6-A185-4853-AB63-2A3F7E15AF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7225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4194-CE24-4FFD-8926-383589716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A1079-7F37-4465-B95F-8419DC484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1EF26-0C3C-47B8-8BB4-34FA78B18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BA80F-D482-4BCE-8B4B-B1EF942DC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3D16-95ED-4FE9-809A-4CB961255517}" type="datetimeFigureOut">
              <a:rPr lang="en-CA" smtClean="0"/>
              <a:t>2021-06-24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33C56-3CE2-4BEE-B63D-C5D3CCD5F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F99DD-DA6E-4D96-9292-B79D46F3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242D6-A185-4853-AB63-2A3F7E15AF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79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6ABF-F187-42A4-B338-6C14B8BC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7B77E-2745-4ABC-9411-3A5158151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44170-876D-4D5B-B18C-754788425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323E5-6D03-4671-8FAF-50EEAFDD51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480FD3-BA04-46BB-BCC1-508C2668A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CB6C4-B43D-462C-8D7C-6BBA4381F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3D16-95ED-4FE9-809A-4CB961255517}" type="datetimeFigureOut">
              <a:rPr lang="en-CA" smtClean="0"/>
              <a:t>2021-06-24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7C74A4-0C90-41BC-94A9-AA7A9870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1BA9D-15EC-40BE-B3F2-D32D383C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242D6-A185-4853-AB63-2A3F7E15AF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2051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AF73-F047-4C35-84E8-3B8CB8D7F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6977D6-B78D-48AC-B8C3-C273F65EE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3D16-95ED-4FE9-809A-4CB961255517}" type="datetimeFigureOut">
              <a:rPr lang="en-CA" smtClean="0"/>
              <a:t>2021-06-24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B9AC2-467F-49A6-84CB-8057F5250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D8D04-9465-410D-999F-FA191C9E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242D6-A185-4853-AB63-2A3F7E15AF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12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F64055-C42C-4F57-875B-A1754BB1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3D16-95ED-4FE9-809A-4CB961255517}" type="datetimeFigureOut">
              <a:rPr lang="en-CA" smtClean="0"/>
              <a:t>2021-06-24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77204E-9D65-43FF-9FA3-0D82C77E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1FE63-D7E6-4E8C-91F1-4ED98550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242D6-A185-4853-AB63-2A3F7E15AF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7692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F6EFE-2B5D-4444-A2D3-BCC7AE9CD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A3EE-949A-4F2B-A951-9B3A7D667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4DEE9-2747-419F-BA2D-2D7448E06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4BBB7-DB93-42C5-BAE1-02DFDF35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3D16-95ED-4FE9-809A-4CB961255517}" type="datetimeFigureOut">
              <a:rPr lang="en-CA" smtClean="0"/>
              <a:t>2021-06-24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3AD7A-F17D-4A0E-A576-955A601F7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04748-0AF1-48BA-9F11-C38E00A4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242D6-A185-4853-AB63-2A3F7E15AF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0751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73239-38C2-4579-9669-3C89D337E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C55441-AC8C-4899-BA04-C364CC459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EE450-721F-47AB-9BBA-5862B7D92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CFA96-A90D-4CF5-B2B7-A5A2B5A19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3D16-95ED-4FE9-809A-4CB961255517}" type="datetimeFigureOut">
              <a:rPr lang="en-CA" smtClean="0"/>
              <a:t>2021-06-24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62635-CF04-4D33-A6E7-4D6F9CBD6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B9783-8FF8-49DD-B7E5-10DE403AE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242D6-A185-4853-AB63-2A3F7E15AF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665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3881-4FD4-4C51-B951-19619BA48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1309D9-2CAA-421F-92B8-C3F26A11A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10E1C-AC34-4AD2-BE10-7CE4FD4C9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3D16-95ED-4FE9-809A-4CB961255517}" type="datetimeFigureOut">
              <a:rPr lang="en-CA" smtClean="0"/>
              <a:t>2021-06-24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234D1-EF8A-42E3-B096-2E5D2B2B1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D65FD-9213-48B9-B95A-26016B74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242D6-A185-4853-AB63-2A3F7E15AF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519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BE68B6-722A-44DF-8F65-00EE5764C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85102-EA84-4187-8ECD-5E4B35777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40E63-E268-4F7B-A6D4-D3176E725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3D16-95ED-4FE9-809A-4CB961255517}" type="datetimeFigureOut">
              <a:rPr lang="en-CA" smtClean="0"/>
              <a:t>2021-06-24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BB9B5-96B4-4A9C-BA6E-8E145B1A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AD479-F6E2-4329-BF41-49CE936C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242D6-A185-4853-AB63-2A3F7E15AF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4955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20576D-5051-4740-9E79-9590C0FAA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8060E-994D-4F89-8747-FAD8A664C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59B4D-E9D6-416B-A031-57A9362B8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93D16-95ED-4FE9-809A-4CB961255517}" type="datetimeFigureOut">
              <a:rPr lang="en-CA" smtClean="0"/>
              <a:t>2021-06-24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5B85D-DE99-45A6-8F87-CAF9156D7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EC636-564B-4F88-8C9C-2AB358DA7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242D6-A185-4853-AB63-2A3F7E15AF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3455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CAE544-00FB-4183-8ECD-272761F1677D}"/>
              </a:ext>
            </a:extLst>
          </p:cNvPr>
          <p:cNvSpPr txBox="1"/>
          <p:nvPr/>
        </p:nvSpPr>
        <p:spPr>
          <a:xfrm>
            <a:off x="1023937" y="276225"/>
            <a:ext cx="101441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#487 Sometimes a Light Surprises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FBFB2C-2BE8-4B8B-9510-C0CC582273CF}"/>
              </a:ext>
            </a:extLst>
          </p:cNvPr>
          <p:cNvSpPr txBox="1"/>
          <p:nvPr/>
        </p:nvSpPr>
        <p:spPr>
          <a:xfrm>
            <a:off x="1662111" y="1659285"/>
            <a:ext cx="88677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Sometimes a light surprises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Christian while he sings;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is the Lord, who rises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healing in his wings: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comforts are declining,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grants the soul again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season of clear shining,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cheer it after rain.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741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F576B8-FD8B-4B89-A357-51160071AC31}"/>
              </a:ext>
            </a:extLst>
          </p:cNvPr>
          <p:cNvSpPr txBox="1"/>
          <p:nvPr/>
        </p:nvSpPr>
        <p:spPr>
          <a:xfrm>
            <a:off x="1847850" y="1659285"/>
            <a:ext cx="84963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In holy contemplation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sweetly then pursue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theme of God’s salvation,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find it ever new;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 free from present sorrow,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cheerfully can say,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“Let the unknown tomorrow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bring with it what it may.”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0557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C999A7-2EFB-4FC6-917B-EF22232CAAE2}"/>
              </a:ext>
            </a:extLst>
          </p:cNvPr>
          <p:cNvSpPr txBox="1"/>
          <p:nvPr/>
        </p:nvSpPr>
        <p:spPr>
          <a:xfrm>
            <a:off x="1590675" y="1659285"/>
            <a:ext cx="90106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It can bring with it nothing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he will bear us through;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gives the lilies clothing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clothe his people too: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beneath the spreading heavens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creature but is fed;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he who feeds the ravens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give his children bread.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8273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3809A5-DF21-43E8-A8B8-FD94578F9236}"/>
              </a:ext>
            </a:extLst>
          </p:cNvPr>
          <p:cNvSpPr txBox="1"/>
          <p:nvPr/>
        </p:nvSpPr>
        <p:spPr>
          <a:xfrm>
            <a:off x="1581150" y="1659285"/>
            <a:ext cx="90297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Though vine nor fig tree neither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their wonted fruit should bear,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though all the field should wither,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 flocks nor herds be there;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yet God the same abideth,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praise shall tune my voice,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for, while in him confiding,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cannot but rejoice.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187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226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2021-06-24T20:31:26Z</dcterms:created>
  <dcterms:modified xsi:type="dcterms:W3CDTF">2021-06-24T20:33:12Z</dcterms:modified>
</cp:coreProperties>
</file>