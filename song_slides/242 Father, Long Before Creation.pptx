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1032C-16BE-4D0C-B9AA-CA34AF484593}" type="datetimeFigureOut">
              <a:rPr lang="en-US" smtClean="0"/>
              <a:t>10/29/2022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34E5C-27BF-433B-A348-FC682613F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1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EFED-D0B1-5ED4-7239-8BEF4F21F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0BD65-FD42-6C12-F950-676B8A16B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6ECAB-8344-A336-4F9C-797B0E30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731E-BC0D-4D4C-A225-491A04D9E1DB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E080D-2A9A-CF56-AFFC-944B2A32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B293B-6574-84BA-64FA-912240FB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64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8C67-8DB6-CD40-9F4B-45FA6BB3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3F97E-6E06-B67B-9633-18B82649A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94414-5863-9CB7-0921-1EC62CF6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484C-152A-4EDE-A7D2-FC13787B5224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44CB-A1DF-ED6B-D190-6348ED9D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FAEC-8337-86AF-C1D6-96CEF2CD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2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E7F2-9569-0946-CC09-2C948E85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037C6-A8E3-3A8F-C7BE-97BE0E41A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82FAE-78FA-50A2-A5BB-5C89E6BF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E2A9-FBD3-4470-9BCA-504AF4F9C861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4CD2-6F19-DFF3-088C-689F7912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0C40-F3ED-6C42-AB8D-75DBB410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4955-211E-8CD2-8103-E03176F3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FABC-6CB4-B509-C045-A6887159C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10024-5106-8BC1-3357-7D135E34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D5D09-C995-4100-49C5-DB924470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83A-D914-47DB-88F1-E0316DD90077}" type="datetime1">
              <a:rPr lang="en-US" smtClean="0"/>
              <a:t>10/29/2022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7FCD0-9CD3-6629-5938-9D91BC1F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67C29-92DF-AB01-55D5-7E22F6E2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2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544E-97D4-525C-9A54-79404077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80608-5E39-20FD-7068-947BBF78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814CC-D208-5E2D-D851-A79A35B8C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1827E-89A9-80C7-169F-EDE7B220B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89AC1-A00E-572D-4202-F217B0621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F9E60-9714-A165-A712-A2F82541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660B-BCD2-47FE-91C7-E270663C34AC}" type="datetime1">
              <a:rPr lang="en-US" smtClean="0"/>
              <a:t>10/29/2022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20F2D-F960-98EF-F398-BAE83D48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ABAA9-8BD0-99E1-45EF-45261750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2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AF82-1735-28A9-6A3B-16324D32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C6066-3EE9-F742-1FF6-3480482B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A028-8969-4DE2-B69C-CE9A8645BFE9}" type="datetime1">
              <a:rPr lang="en-US" smtClean="0"/>
              <a:t>10/29/2022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0B3B9-A132-0ACA-E135-678E5C7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6233C-EF7F-7B9C-473F-9209C3B8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8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07BAF-A7CA-0F0C-9E7B-FD503867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AC5-B4D9-40A0-8B71-BF903DC24EDE}" type="datetime1">
              <a:rPr lang="en-US" smtClean="0"/>
              <a:t>10/29/2022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EE488-F8F5-5A38-B479-C52E072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2A9EA-0E83-560E-3196-5ECB7A69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8F55-00F3-E0D2-BA83-28E89D7D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FB41-DCB9-D730-271E-12E372B14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CD6C0-7226-C412-8254-3B1435DB8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EDE5F-416E-291A-5316-54A83DBF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BE5-8227-42FB-BAEC-C65914D81E1B}" type="datetime1">
              <a:rPr lang="en-US" smtClean="0"/>
              <a:t>10/29/2022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15926-40C4-F200-6E4B-CEA5C4AE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3E388-4C87-4C5E-10CF-4A5D9259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0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0950-D051-9B68-8500-5EF0D368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6D4DC1-11C1-0690-8419-D5D9057CC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AC5B9-DFDC-6664-5A1F-384ED6BEA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B12D3-74F1-84AE-3845-D76746F1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F90E-7C64-498B-8F44-801919E0AF2C}" type="datetime1">
              <a:rPr lang="en-US" smtClean="0"/>
              <a:t>10/29/2022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7DB40-89F4-FE22-1132-2AECB851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FDD72-E9E2-A9D1-0C5A-FFE46132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7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6BDF-B2DD-0CB7-78C1-1046C1C1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64A7F-6137-A813-4332-1CC69E861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C1C4-C5E6-03D9-BF63-F7E0F5EC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4CA0-D84A-4581-AB61-72CBAEE65212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28F18-174E-9124-626C-AFAF330E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C5BC-300C-E719-E833-253F7026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75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B0DA7-1E44-9A8A-1640-CBD3247F4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1BC46-D591-6F9A-DFF0-EFD4AA6F2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347CB-1F4D-7D35-876E-A485A278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91A6-B6C7-48AE-A0D0-D2FFE93CBE7A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B4EED-B2E6-92DE-5A97-44092C12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F4956-32F8-53F4-93EE-23FD5F53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7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F10DA-39CC-57D5-7B98-D6EF2B78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97200-C38D-F023-D803-AECB8D76D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857C-0B72-DF34-F858-CD3898EB4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599A3-8B82-4F2D-9874-DF28C27029C0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887C8-425B-F5BC-F637-1FF633647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026A2-7A7C-88DE-DC32-77AAD6BF2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CF416-7F7C-4D39-95AF-B29C2E6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7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EC4-2157-1FBA-D395-18E19568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#242 Father, Long Before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CA0-C019-7B0A-0F0D-3A6411BFD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>
                <a:solidFill>
                  <a:srgbClr val="222222"/>
                </a:solidFill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Father, long before creation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 had chosen us in love,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that love so deep, so moving,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draws us close to Christ above.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Still it keeps us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firmly fixed in Christ alone.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986D8-9B07-F3F9-4DC3-64A57F0C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6171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C10F8-6B7F-45A4-D387-B888A448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>
                <a:solidFill>
                  <a:srgbClr val="222222"/>
                </a:solidFill>
              </a:rPr>
              <a:t>2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Though the world may change its fashion,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 will still remain the same;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compassion and your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cov'nant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through all ages will remain.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own children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shall forever praise your name.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12C1B-88BC-0282-B089-0B20F9EB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0988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0603-6058-454A-8862-4CFCDE2A1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Your compassion is our story,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our boasting all the day;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mercy free and never failing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moves our will, directs our way.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God so loved us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he gave his only Son.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4CA51-AFCE-921F-BFA2-2FA2B923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7412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9624-226F-64C1-9198-F4A5434A4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>
                <a:solidFill>
                  <a:srgbClr val="222222"/>
                </a:solidFill>
              </a:rPr>
              <a:t>4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Loving Father, now before you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shall ever sing your grace,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our song will sound forever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we see you face to face,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giving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the Lamb upon the throne.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2797F-ED20-959F-2D9D-EF971A51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3217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#242 Father, Long Before Creation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#242 Father, Long Before Creation</dc:title>
  <dc:creator>Neil Tuininga</dc:creator>
  <cp:lastModifiedBy>Neil Tuininga</cp:lastModifiedBy>
  <cp:revision>1</cp:revision>
  <dcterms:created xsi:type="dcterms:W3CDTF">2022-10-29T19:19:58Z</dcterms:created>
  <dcterms:modified xsi:type="dcterms:W3CDTF">2022-10-29T19:26:47Z</dcterms:modified>
</cp:coreProperties>
</file>