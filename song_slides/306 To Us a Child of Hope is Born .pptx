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8" r:id="rId2"/>
    <p:sldId id="359" r:id="rId3"/>
    <p:sldId id="372" r:id="rId4"/>
    <p:sldId id="39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FE038-DC38-449F-B680-EB8FFA507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E6480-432D-4BAA-BAEC-321E44C6B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18822-FF7B-4A97-A877-DE4FA929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EB5D-6CC5-4255-BCAD-90917E36827D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83FA7-AA86-4F86-AA1E-383C20B83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243BA-7128-4C91-9522-DE02A7F6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BD20F-07F2-46B9-9015-5D904A9E9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61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0D8D9-B9E7-4611-86E3-E7EB8543C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1E75C-C9B4-401A-9C76-6771C53B4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73F0F-12D9-4BBE-B393-DA0A83CFE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EB5D-6CC5-4255-BCAD-90917E36827D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69965-57E4-475A-9A5D-8150CCE35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7B839-30B7-45AE-8F44-45EC9D1F2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BD20F-07F2-46B9-9015-5D904A9E9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2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B1831-EA65-4DA5-8390-84A4B6259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F3602-AA8E-41FF-A663-10A86F861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69C96-1976-4ABF-B994-A2ED53314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EB5D-6CC5-4255-BCAD-90917E36827D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A1243-648F-414E-A86A-E3210E1BC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A76C4-51D0-4897-A0FE-D4A04A56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BD20F-07F2-46B9-9015-5D904A9E9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35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8BBA9-2A6A-4ADB-9853-C9A205B3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B6869-B38F-47FE-B5A3-64FE2BC266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6DDEA-9FEB-414E-90F5-8DB198028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8ADF8-6DE9-4F08-BF37-4A2D638CD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EB5D-6CC5-4255-BCAD-90917E36827D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427A1-9B8B-4AD3-BEF6-CE9DFBBA7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B38AF-7DEF-4278-8CD1-5ECA8D5E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BD20F-07F2-46B9-9015-5D904A9E9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0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C55FF-AB69-4427-9FCD-F448AA3B3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9B2AF-39E4-467C-847D-9CAD519F1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A3A69-900E-43E2-A67C-8FFE0930E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E96DD8-A368-4080-8337-7AF98BDF2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3D18EA-BDC1-4719-AE91-AF5BB2A111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FB1BD8-D137-479D-A684-07DB58642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EB5D-6CC5-4255-BCAD-90917E36827D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E269E9-0882-4FED-B03F-FAF3145A2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6DF886-A02B-4BB9-929D-8BF8562FC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BD20F-07F2-46B9-9015-5D904A9E9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1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6EA2F-7E18-4A29-AE07-2FEAB8F32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35CABC-2F3F-4137-A7F4-71ECE7260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EB5D-6CC5-4255-BCAD-90917E36827D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1772A4-6561-4AB1-BC36-27E6BC3D9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02C62E-AE53-4149-A3F2-945E7B442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BD20F-07F2-46B9-9015-5D904A9E9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68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72E5A-B9BB-49FE-BEA0-6734338AE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EB5D-6CC5-4255-BCAD-90917E36827D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A4F2EE-EE27-4AF5-846A-C8A5E9D32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1C18E-5B02-4676-9EAE-7B53CC08B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BD20F-07F2-46B9-9015-5D904A9E9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69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B063B-934C-4758-ADA1-97F1EC891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1C26C-93CE-48C2-B8BF-2D40EA8E2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BC1729-87ED-4FA1-907B-FB47E5094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7B9B2-8D81-44C8-9475-B1FE840FF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EB5D-6CC5-4255-BCAD-90917E36827D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728B4-4B57-4D50-8554-831C54C37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25C0E-9883-4ABF-8ED4-89E1937C8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BD20F-07F2-46B9-9015-5D904A9E9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45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DF1E8-0F3B-4557-A3C1-C6B20F14B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695B68-3C05-4BF5-BBB7-2861AB5A9A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C5DB1-DA81-49CE-8B2A-A1075054A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0D4F1-BC39-4804-B90F-CD4D7400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EB5D-6CC5-4255-BCAD-90917E36827D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4C76E-6499-4989-8E8E-06C69777E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69FA2-AFE6-417E-BA49-701E8BC9D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BD20F-07F2-46B9-9015-5D904A9E9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53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23ADB-7EBF-44C1-8A35-206D8F2F0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5A044-AD08-42A2-9270-6B26D2216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F9B45-CDA5-40C7-A108-D872E3587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EB5D-6CC5-4255-BCAD-90917E36827D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ADFFA-424A-459F-B055-3D7E67F68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DCD7E-2935-4CAD-B816-17B1177D1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BD20F-07F2-46B9-9015-5D904A9E9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55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D7B602-B204-42F9-BB3E-9C742EADAB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BF434-D9EE-443F-AAD9-792750230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1BADF-7584-486A-A331-08D2C23B6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EB5D-6CC5-4255-BCAD-90917E36827D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84785-5875-4EAA-A995-65E15852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802C4-F8F6-426D-8C85-AB450ED6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BD20F-07F2-46B9-9015-5D904A9E9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93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5200F-9865-403C-A2B4-92489669D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8CD80-7E4F-4BB6-8DC8-7FFC4C297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C79C3-20F2-4842-A571-A73E48C1EE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1EB5D-6CC5-4255-BCAD-90917E36827D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7AFF3-3EC1-41D4-993B-D06C1F699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D118F-1697-4575-A60F-D921ADAE5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BD20F-07F2-46B9-9015-5D904A9E9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70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#306 To Us a Child of Hope is Born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5E3CE-1398-4B41-B2AB-5076284A6451}"/>
              </a:ext>
            </a:extLst>
          </p:cNvPr>
          <p:cNvSpPr txBox="1"/>
          <p:nvPr/>
        </p:nvSpPr>
        <p:spPr>
          <a:xfrm>
            <a:off x="0" y="1777729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 algn="ctr"/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4BC9EF-AC92-448E-B279-36DE4E3738C5}"/>
              </a:ext>
            </a:extLst>
          </p:cNvPr>
          <p:cNvSpPr txBox="1"/>
          <p:nvPr/>
        </p:nvSpPr>
        <p:spPr>
          <a:xfrm>
            <a:off x="152400" y="1930129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 algn="ctr"/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092B7-9169-465D-BAEB-7133B522B108}"/>
              </a:ext>
            </a:extLst>
          </p:cNvPr>
          <p:cNvSpPr txBox="1"/>
          <p:nvPr/>
        </p:nvSpPr>
        <p:spPr>
          <a:xfrm>
            <a:off x="0" y="230094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To us a child of hope is born,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to us a son is </a:t>
            </a:r>
            <a:r>
              <a:rPr lang="en-US" sz="2800" dirty="0" err="1">
                <a:solidFill>
                  <a:srgbClr val="222222"/>
                </a:solidFill>
              </a:rPr>
              <a:t>giv'n</a:t>
            </a:r>
            <a:r>
              <a:rPr lang="en-US" sz="2800" dirty="0">
                <a:solidFill>
                  <a:srgbClr val="222222"/>
                </a:solidFill>
              </a:rPr>
              <a:t>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him shall the tribes of earth obey,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him all the hosts of </a:t>
            </a:r>
            <a:r>
              <a:rPr lang="en-US" sz="2800" dirty="0" err="1">
                <a:solidFill>
                  <a:srgbClr val="222222"/>
                </a:solidFill>
              </a:rPr>
              <a:t>heav'n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09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297460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2. His name shall be the Prince of Peace,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forevermore adored,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 Wonderful, the Counselor,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 great and mighty Lord.</a:t>
            </a:r>
            <a:br>
              <a:rPr lang="en-US" sz="2800" dirty="0">
                <a:solidFill>
                  <a:srgbClr val="222222"/>
                </a:solidFill>
              </a:rPr>
            </a:br>
            <a:endParaRPr lang="en-US" sz="2800" dirty="0">
              <a:solidFill>
                <a:srgbClr val="222222"/>
              </a:solidFill>
            </a:endParaRPr>
          </a:p>
          <a:p>
            <a:pPr algn="ctr"/>
            <a:br>
              <a:rPr lang="en-US" sz="2800" dirty="0"/>
            </a:b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4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658D45-914C-476D-8B51-D61D19B11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87538-0B62-44C8-8388-D6CEF80DEABB}"/>
              </a:ext>
            </a:extLst>
          </p:cNvPr>
          <p:cNvSpPr txBox="1"/>
          <p:nvPr/>
        </p:nvSpPr>
        <p:spPr>
          <a:xfrm>
            <a:off x="1485900" y="2257425"/>
            <a:ext cx="9220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His </a:t>
            </a:r>
            <a:r>
              <a:rPr lang="en-US" sz="2800" dirty="0" err="1">
                <a:solidFill>
                  <a:srgbClr val="222222"/>
                </a:solidFill>
              </a:rPr>
              <a:t>pow'r</a:t>
            </a:r>
            <a:r>
              <a:rPr lang="en-US" sz="2800" dirty="0">
                <a:solidFill>
                  <a:srgbClr val="222222"/>
                </a:solidFill>
              </a:rPr>
              <a:t>, increasing, still shall spread,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his reign no end shall know;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justice shall guard his throne above,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peace abound below.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179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909E59-DBAC-4C2C-BAC3-169A4E21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4829B3-F76A-40E8-81D6-F5E9C5EE1721}"/>
              </a:ext>
            </a:extLst>
          </p:cNvPr>
          <p:cNvSpPr txBox="1"/>
          <p:nvPr/>
        </p:nvSpPr>
        <p:spPr>
          <a:xfrm>
            <a:off x="1843087" y="2200275"/>
            <a:ext cx="85058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To us a child of hope is born,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to us a son is </a:t>
            </a:r>
            <a:r>
              <a:rPr lang="en-US" sz="2800" dirty="0" err="1">
                <a:solidFill>
                  <a:srgbClr val="222222"/>
                </a:solidFill>
              </a:rPr>
              <a:t>giv'n</a:t>
            </a:r>
            <a:r>
              <a:rPr lang="en-US" sz="2800" dirty="0">
                <a:solidFill>
                  <a:srgbClr val="222222"/>
                </a:solidFill>
              </a:rPr>
              <a:t>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 Wonderful, the Counselor,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 mighty Lord of </a:t>
            </a:r>
            <a:r>
              <a:rPr lang="en-US" sz="2800" dirty="0" err="1">
                <a:solidFill>
                  <a:srgbClr val="222222"/>
                </a:solidFill>
              </a:rPr>
              <a:t>heav'n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651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2020-12-20T00:02:29Z</dcterms:created>
  <dcterms:modified xsi:type="dcterms:W3CDTF">2020-12-20T00:02:41Z</dcterms:modified>
</cp:coreProperties>
</file>