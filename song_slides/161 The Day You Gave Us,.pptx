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0BB6F-00C3-4A7A-B0EE-FA578F844453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A54A0-ADBD-4DC2-807A-6881C08A2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1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47D7-5556-C2AA-E916-42BEAC8CA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640C1-5FFA-5412-887A-2725B67CE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9716-5F11-9CE1-9A3B-41E44C8F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6BDC-8A53-4361-A271-1374B7F2216E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8781D-69A9-E146-DC05-6946B191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1B907-0550-413D-575E-ADD8DE72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8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5394-4AB6-AE35-3FBD-996BD593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086BA-614E-E65B-02F3-C05058BED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4B5D-A26C-375F-8F27-A0DF81F8B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4034-1BAA-4970-88A5-C4E493537F9E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8E70D-AEE4-08E0-E2A3-ACC1504E5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B196F-1622-2FDD-F30A-58D73433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9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C911-258D-B352-9EF7-5C9262F2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E6A91-50B1-7E2B-6EE4-1E1C2F360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743E3-FDBD-A328-1810-D2379DB5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3B2D-C2C3-4443-9234-D035C8817761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3B76E-9CAD-F046-10B5-07D6A427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5917C-2626-B984-1D09-68114288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2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BD4A-3ABE-07A6-2623-A424EE29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AFB1-41DD-8FEA-4CED-8C8735208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5E7CA-40D2-59C4-33C5-0FA68EFCE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0E1E-4304-B363-3FDB-E2EAB8BB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A8D62-5CC9-47BE-830C-AE620628AADF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0E45D-F05F-DEF2-1AC4-440F8F35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DE37A-84F2-0010-8A45-37F29EF1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F6F5-958B-27AD-7DF5-80F0EB5E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AA172-3A94-65DA-4ABB-68A147777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595DB-B434-95B1-4994-88F667980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A085B-B68C-30DC-82DE-EB37D74FB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DB3C9-1C6A-3C84-C6D8-D08C646FA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919A0-D079-35C1-F2D9-979D8CBD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0F912-22C3-4F8F-B828-C5358A35A4F0}" type="datetime1">
              <a:rPr lang="en-US" smtClean="0"/>
              <a:t>9/15/2023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AE172-5121-E38B-C7FD-64D5EDB0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C85F6-5017-3162-932C-90743D65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3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8657-2C2D-C6EE-D963-30B6B283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B2AC1-1A33-C3AC-AFC9-9C325BC9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35FE-93DF-4778-94E3-0B52FB5FA93D}" type="datetime1">
              <a:rPr lang="en-US" smtClean="0"/>
              <a:t>9/15/2023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19B38-2F2F-EB44-24CF-575470AF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FF58E-59EC-3611-41CE-04C1C3CB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A4176-ED7B-D432-F852-F1FE61E3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D507-6130-479F-B49F-D616E6643892}" type="datetime1">
              <a:rPr lang="en-US" smtClean="0"/>
              <a:t>9/15/2023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D664E-BEBC-7E3D-31C2-B9A73D59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0EBD3-1584-9D42-2F46-8FC6CE23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C653-7F03-A89B-60CB-85F7ED19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AC391-12A7-D066-626B-2C7568588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514C2-E631-0FFB-F31C-6D27CA3F6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A594F-7835-FA12-060E-A640F8C3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D0190-BDC1-48C9-B8B8-810D453B5356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5F54D-674D-6633-4A25-C412DF35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4AA6D-3060-3225-54D1-C06BDA38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1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7C69-FA77-6A29-5E7A-3302665C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F4079-96DC-F308-5E42-29FBAE5DB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C1CEC-D89A-DDEB-1B60-7B9C7D34F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FF892-FE6E-4CAA-0AD1-48C2B577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1249-E552-4B95-9ECE-97C788F49A01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30B5B-2C30-1E6B-6942-9CF0286D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A316-EBD6-90FD-04BE-A6A196DC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7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4B86-8A5D-27E4-3F35-CF4A196D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B106-EAF7-10D2-C487-8896D3015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004A1-DF61-C19E-22F6-F205CF02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80D-8D0E-41BA-A6CE-6D7C9D915FF3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55F76-133F-D889-B95D-76BF5B4F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2DB2-CA51-D8E8-B04C-F6119EC3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8613C1-B514-9162-3897-658180BE7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EF034-C39B-977A-933B-05A342C47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C9678-F064-251F-A11E-9EB4524A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CDC8C-C0F3-4174-906F-CC94FC58A27D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E8639-A42D-B7DA-7BF8-27D983B8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1586-4167-7AF3-EF88-54626594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7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2778-F835-BD3B-A872-859AEF1F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41791-FEB9-3B5F-67BB-F5F2BCCAB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27B34-46F1-71EF-C1CF-8848E685B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C7F37-4152-45FA-B350-ADACB4B8D02A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803B-A0DA-9F6E-F138-642101DD0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D70D2-DD59-76C0-648A-EE5225600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89D60-A470-426D-9EAB-09D9A808E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45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F0F1-85C2-B2E5-F988-643B7C0D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#161 The Day You Gave Us, Lord, Is 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38518-F054-0773-FB0C-8D260770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The day you gave us, Lord, is ended,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darkness falls at your behest;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you our morning hymns ascended,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praise shall hallow now our rest.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52923-B03A-8DB4-DA71-1DA3BAE2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8633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F2A1E-2CC2-9E47-6445-CF40D36B9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We thank you that your church, unsleeping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while earth rolls onward into light,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through all the world her watch is keeping,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rests not now by day or night.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65D4C-1212-C94C-409D-E7B99CAA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3263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F087-C1BB-2D71-AEF3-6E70A071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2B463-3A77-7024-73DB-48E031AB3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As o'er each continent and island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dawn leads on another day,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voice of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pray'r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is never silent,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nor dies the strain of praise away.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39E04-C657-7F94-C657-CCE14FD5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7699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100BF-BE16-C30C-F4D4-17B127CB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The sun, that bids us rest, is waking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brethren 'neath the western sky,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hour by hour fresh lips are making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wondrous doings heard on high.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2639F-AA5B-10B7-DA93-84A2C40F7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4959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5AF1-2FE7-CD63-C80C-B99EB3E3E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So be it, Lord; your throne shall never,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like earth's proud empires, pass away;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but stand and rule and grow forever,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'til all your creatures own your sway.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55B3F-28F2-8599-F5E0-1EE8F325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56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#161 The Day You Gave Us, Lord, Is Ended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#161 The Day You Gave Us, Lord, Is Ended</dc:title>
  <dc:creator>Neil Tuininga</dc:creator>
  <cp:lastModifiedBy>Neil Tuininga</cp:lastModifiedBy>
  <cp:revision>1</cp:revision>
  <dcterms:created xsi:type="dcterms:W3CDTF">2023-09-16T02:48:54Z</dcterms:created>
  <dcterms:modified xsi:type="dcterms:W3CDTF">2023-09-16T02:52:22Z</dcterms:modified>
</cp:coreProperties>
</file>