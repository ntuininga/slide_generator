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92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16C2-32EE-4911-8F8F-6AE2FB590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E757B-666A-4419-BF4D-25F6DE88C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AAB4F-CA72-41BD-A59D-C32038ED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4A294-C00B-4F2D-A932-5D173111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1818-5E0D-4B3C-861D-1C3E9E68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B866-0830-46D3-8AE3-982D4C56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E17A3-FC91-416B-B6F2-5BF0D5F1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3FBF7-62D5-4629-A401-7BFFEB46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DED77-8A42-47DA-A073-571243522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6BF07-B976-4FFC-86DB-D743E68D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24F2-BD1D-47BC-A190-44B151FB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4556B-ACA5-4DB1-A988-4BFA94045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79539-2E28-4273-AB5D-53007056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96EE9-42FC-487E-90C9-354E059E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839A-5535-4675-926C-923380B6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B130-5C9E-41CC-B7C3-E651B151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6BAE-ECD4-4C43-AAE4-71CA53FD6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504F8-8C92-4C22-A813-5A6C4BC38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3073C-0AC0-4C06-9054-AD2D2512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077EA-6EBF-445D-A2DE-FE87C4D4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15937-FCC4-4823-8B36-4039E192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4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6246-D853-40B1-B1C1-CA53B73D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AD80A-C802-4AF2-AB83-F57BA32D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D4918-B975-4EA7-9596-C187FD7FB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FFC8C-9478-4435-9130-092FAD2DC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949E9-1CBD-4DA3-BC09-D97D8A4E8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E9FB0-82FC-44CF-9859-1D807F2F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E5814-6E6F-41E6-AFE0-2A3C2298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69CC3-C44D-4943-BEC4-035FEFAA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1D53-5667-42F5-8568-59C8B8E9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A542-7A73-46AB-808F-275451FB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B48D6-8569-4E39-85A2-307760AC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D9181-2F0A-4FC8-80A0-AD71D13D7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9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E1953-5E93-40D2-B4CD-5951EEE4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672F4-686B-4A2B-BC5B-A812560D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756DD-1BBD-40B5-8742-B08311B6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C2AC-B3A6-4759-8E65-8EFC2EED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126F-7C92-498F-89FF-2E529BB20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A3291-CF78-44C1-9CA8-2A4E0146A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CE21F-453A-47EE-A2F7-35EE3C42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9C64A-1EA6-4A3C-A673-07DDC277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5AAC3-4248-4B39-B66C-EED39CBC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2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B0EE-35FA-4344-8F80-9181FCFB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B2AD20-C982-4800-8474-B78379B49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33C95-F3E5-483B-A7AB-42103922C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4C6E1-7BD9-4438-BADC-DEA20940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B0F04-3842-4610-BA9F-7BE8C035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42467-495A-4B64-98B4-D3721AE2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E00D-B450-44D1-AB96-BBE45C5B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B4D21-FDC3-4E1A-B0B6-E04517D5B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BDC3D-E056-46FE-A9EE-B5F52243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1A663-DB2D-42C0-9233-015BDE93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5434F-D8B1-493D-B8A2-A895AD7F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5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50E8A-9C69-407B-A282-7AD3FAC8E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4EDA0-7DF1-4F93-8D26-3AAB37D86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A5397-01FF-452C-96CC-AFCF1CA4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38CCF-BAC9-44C3-8B6C-A8A5A620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F1241-FB9E-4631-A911-5B5717EE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1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F54C9-8BB6-4F57-97DD-C99F5656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5561E-00B2-4B0C-B187-4AB3BBAAE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DA6D-5B1C-41EE-A15A-705EA9266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A535F-A02A-4DBD-8BCE-37718CC44A3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8DB3-2E9D-4538-89D4-8F7B62C57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C6C66-D0E0-4D09-8E88-44A54D2BB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89510-564C-474C-A1AC-FE4C8862D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3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1. Blest be God, the Lord of Israel;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has come to set us free!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a horn of full salvation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has raised from David’s seed.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has visited his people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redeem them as foretold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the promise he had spoken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thro’ his prophets from of old.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#294 Song of Zechariah 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2. God has come in might to save us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the hatred of our foes.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their cruel hand he frees us,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his tender mercy shows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mercy promised in his </a:t>
            </a:r>
            <a:r>
              <a:rPr lang="en-CA" sz="2800" dirty="0" err="1">
                <a:solidFill>
                  <a:prstClr val="black"/>
                </a:solidFill>
              </a:rPr>
              <a:t>cov’nant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our fathers whom he chose.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will keep his oath to </a:t>
            </a:r>
            <a:r>
              <a:rPr lang="en-CA" sz="2800" dirty="0" err="1">
                <a:solidFill>
                  <a:prstClr val="black"/>
                </a:solidFill>
              </a:rPr>
              <a:t>Abr’am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release us from our woes.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EED48-C142-432C-B868-303826DE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62560-5DFF-443C-8D1A-9131659343EF}"/>
              </a:ext>
            </a:extLst>
          </p:cNvPr>
          <p:cNvSpPr txBox="1"/>
          <p:nvPr/>
        </p:nvSpPr>
        <p:spPr>
          <a:xfrm>
            <a:off x="2433637" y="1724025"/>
            <a:ext cx="7324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3. God has sworn to grant </a:t>
            </a:r>
            <a:r>
              <a:rPr lang="en-CA" sz="2800" dirty="0" err="1"/>
              <a:t>deliv’rance</a:t>
            </a:r>
            <a:endParaRPr lang="en-CA" sz="2800" dirty="0"/>
          </a:p>
          <a:p>
            <a:pPr algn="ctr"/>
            <a:r>
              <a:rPr lang="en-CA" sz="2800" dirty="0"/>
              <a:t>and restore us to our place:</a:t>
            </a:r>
          </a:p>
          <a:p>
            <a:pPr algn="ctr"/>
            <a:r>
              <a:rPr lang="en-CA" sz="2800" dirty="0"/>
              <a:t>serving boldly in his presence,</a:t>
            </a:r>
          </a:p>
          <a:p>
            <a:pPr algn="ctr"/>
            <a:r>
              <a:rPr lang="en-CA" sz="2800" dirty="0"/>
              <a:t>just and holy all our days.</a:t>
            </a:r>
          </a:p>
          <a:p>
            <a:pPr algn="ctr"/>
            <a:r>
              <a:rPr lang="en-CA" sz="2800" dirty="0"/>
              <a:t>You, my child, will be his Prophet,</a:t>
            </a:r>
          </a:p>
          <a:p>
            <a:pPr algn="ctr"/>
            <a:r>
              <a:rPr lang="en-CA" sz="2800" dirty="0"/>
              <a:t>called and sent by God Most High.</a:t>
            </a:r>
          </a:p>
          <a:p>
            <a:pPr algn="ctr"/>
            <a:r>
              <a:rPr lang="en-CA" sz="2800" dirty="0"/>
              <a:t>You must go before the Lord now</a:t>
            </a:r>
          </a:p>
          <a:p>
            <a:pPr algn="ctr"/>
            <a:r>
              <a:rPr lang="en-CA" sz="2800" dirty="0"/>
              <a:t>to prepare his ways aright.</a:t>
            </a:r>
          </a:p>
        </p:txBody>
      </p:sp>
    </p:spTree>
    <p:extLst>
      <p:ext uri="{BB962C8B-B14F-4D97-AF65-F5344CB8AC3E}">
        <p14:creationId xmlns:p14="http://schemas.microsoft.com/office/powerpoint/2010/main" val="157907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A32310-C0DF-41E2-B1BD-EE62E9D1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F84EB-86E2-402E-942A-EB84A84176F0}"/>
              </a:ext>
            </a:extLst>
          </p:cNvPr>
          <p:cNvSpPr txBox="1"/>
          <p:nvPr/>
        </p:nvSpPr>
        <p:spPr>
          <a:xfrm>
            <a:off x="2224087" y="1552575"/>
            <a:ext cx="7743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4. Bring the knowledge of salvation</a:t>
            </a:r>
          </a:p>
          <a:p>
            <a:pPr algn="ctr"/>
            <a:r>
              <a:rPr lang="en-CA" sz="2800" dirty="0"/>
              <a:t>to God’s people in their sin.</a:t>
            </a:r>
          </a:p>
          <a:p>
            <a:pPr algn="ctr"/>
            <a:r>
              <a:rPr lang="en-CA" sz="2800" dirty="0"/>
              <a:t>Preach that God is tender-hearted,</a:t>
            </a:r>
          </a:p>
          <a:p>
            <a:pPr algn="ctr"/>
            <a:r>
              <a:rPr lang="en-CA" sz="2800" dirty="0"/>
              <a:t>and by him are sins </a:t>
            </a:r>
            <a:r>
              <a:rPr lang="en-CA" sz="2800" dirty="0" err="1"/>
              <a:t>forgiv’n</a:t>
            </a:r>
            <a:r>
              <a:rPr lang="en-CA" sz="2800" dirty="0"/>
              <a:t>.</a:t>
            </a:r>
          </a:p>
          <a:p>
            <a:pPr algn="ctr"/>
            <a:r>
              <a:rPr lang="en-CA" sz="2800" dirty="0"/>
              <a:t>His great mercy, like the sunrise,</a:t>
            </a:r>
          </a:p>
          <a:p>
            <a:pPr algn="ctr"/>
            <a:r>
              <a:rPr lang="en-CA" sz="2800" dirty="0"/>
              <a:t>brightly shines in deepest night,</a:t>
            </a:r>
          </a:p>
          <a:p>
            <a:pPr algn="ctr"/>
            <a:r>
              <a:rPr lang="en-CA" sz="2800" dirty="0"/>
              <a:t>guiding those who sit in darkness</a:t>
            </a:r>
          </a:p>
          <a:p>
            <a:pPr algn="ctr"/>
            <a:r>
              <a:rPr lang="en-CA" sz="2800" dirty="0"/>
              <a:t>to the way of peace and light.</a:t>
            </a:r>
          </a:p>
        </p:txBody>
      </p:sp>
    </p:spTree>
    <p:extLst>
      <p:ext uri="{BB962C8B-B14F-4D97-AF65-F5344CB8AC3E}">
        <p14:creationId xmlns:p14="http://schemas.microsoft.com/office/powerpoint/2010/main" val="272238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2020-12-20T00:13:07Z</dcterms:created>
  <dcterms:modified xsi:type="dcterms:W3CDTF">2020-12-20T00:13:26Z</dcterms:modified>
</cp:coreProperties>
</file>