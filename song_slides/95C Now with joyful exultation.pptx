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35BF-0A20-4EE1-8ADF-DABDED73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C3F64-E9DE-4437-AE5A-F8EEFCFA0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A8969-61B6-4FDC-82E6-EEDA933C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4EB2B-7D3F-4EA1-884D-F93C67E3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5C18A-04AF-4ECC-A547-B7087D8B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472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FD2-C179-4A40-9E0B-40437E40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C340-F740-44B7-A3B9-1A4E667D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C8EBF-359C-4CDA-AB45-19561DA1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7C84A-D434-4AF9-A818-A500EC41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2DF88-98CD-446B-A41B-3469FF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82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783B-7893-4F56-B49E-D6868F92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A2EF6-9763-444E-ACB2-1EBD762D6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26DC5-A8C4-4A17-8CEC-EA04E5E9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624FD-B247-4A22-B2B5-BE329D76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9B6FB-CCD4-4E44-B684-95F6020E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8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EDD2-E4C9-477E-B65F-25850783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DE4E-9FE2-483F-BD63-50460FE90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098D2-5A78-46CF-BBF4-5B9C3F9EE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276DB-A2AF-42F2-8642-BD7F88C9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0052E-76E9-4C7F-AC3E-92864CD0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6E4B3-72F1-4ED4-8A5E-AA036C7F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40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7B1D-1337-46DA-B0F1-CC119665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B8C3B-BB42-4FD8-A635-102BDD611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8B205-0BA9-45C0-8492-95A03FBCC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73DFEC-63CB-4DF2-97B4-2EFDFF1F3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38DA7-2104-45E7-8504-85D8F9F9C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EF872-0F89-4DCE-B283-264093C7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CB64AC-1B4B-47BB-B4FF-E335639D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24672-164C-49DB-8828-99AC14B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599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52D5-637A-4EA3-91F3-4D559AF7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644C0-D71C-4BAB-9F06-23FB502D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5B642-7DBA-4D0B-808B-CE8D4273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794DD-F319-4F2F-86C3-C69DE0B6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798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24377-58CC-4BE7-8F2B-68B1C748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D5EE4-A7D2-47B8-AB0A-A3ED3207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ED190-31E9-464E-A6C2-4BF67706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86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45E1-FFAF-43FD-BC49-708131ED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0069-51E7-488C-BD24-01622AEE7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40071-3795-4538-B0CA-F3B763163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F264-FD0F-42C4-B567-8D495006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58DC7-1C63-49B4-A123-7735CAF8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01380-8BC5-4468-9AD7-03705B30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37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8A56-1283-4377-B4F9-3A0ADB9F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5DDBC-1094-4133-A7D6-2EFB31E65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A5DEA-02B0-43B7-96F5-4FD9F2B29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F824C-F9AE-4D89-9DB5-44436712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5695B-4E03-41C7-99CF-253DBE6A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FECD3-F357-41B2-A46D-4109ACFD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036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49BC-B534-4FED-9B38-A9E7B1EE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45317-A1C2-482B-889D-C3BD3249F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B1C69-B375-4719-A9C7-774EC1EC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6E964-589C-457A-8130-9B57A96E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A008F-C6FC-4B80-97B9-C4597C00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636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6E9F70-B758-4628-B31F-114EE651F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30489-FB48-438C-8CE8-54ADC183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D0840-AB79-4D50-8EC9-A6030FC4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FDD05-A1F8-4976-A2AC-2274E6C4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98A53-04E0-4EE6-8837-7679F971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228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ED170-DA2A-45AF-B12A-0C1F67E8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E3AC5-1B2D-4285-9ACC-4C0135B87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E37D-4713-4E64-B489-E915BD03B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FC61B-A671-4DBE-A022-1FCC5C424DCF}" type="datetimeFigureOut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DEBDB-9407-4815-AE95-36C42648A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C600B-1570-4989-A4E5-4D75A0D5D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4F99F-FBAB-4B15-ADF2-A742F65BA9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269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DE324D-AABC-4E6F-8060-EDD403E05360}"/>
              </a:ext>
            </a:extLst>
          </p:cNvPr>
          <p:cNvSpPr txBox="1"/>
          <p:nvPr/>
        </p:nvSpPr>
        <p:spPr>
          <a:xfrm>
            <a:off x="609600" y="390525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#95C Now with Joyful Exultation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78991-B358-45E2-9E6F-94E5CFFBBB56}"/>
              </a:ext>
            </a:extLst>
          </p:cNvPr>
          <p:cNvSpPr txBox="1"/>
          <p:nvPr/>
        </p:nvSpPr>
        <p:spPr>
          <a:xfrm>
            <a:off x="1304925" y="1724025"/>
            <a:ext cx="95821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Now with joyful exultation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sing to God our praise;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the rock of our salvation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loud hosannas let us raise.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Thankful tribute gladly bringing,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come before him now,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and, with psalms his praises singing,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joyful in his presence bow.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12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977CDC-17F2-4CCC-8DC3-CF81CD79D4EE}"/>
              </a:ext>
            </a:extLst>
          </p:cNvPr>
          <p:cNvSpPr txBox="1"/>
          <p:nvPr/>
        </p:nvSpPr>
        <p:spPr>
          <a:xfrm>
            <a:off x="1204912" y="1659285"/>
            <a:ext cx="97821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For how great a God, and glorious,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is the Lord to whom we sing;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over idol gods victorious,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great is he, our God and King.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In his hand are earth's deep places,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also his are all the hills;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the sea whose bounds he traces,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his the land his bounty fills.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53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F599F-B78F-44AA-99A5-1D84732BEBDC}"/>
              </a:ext>
            </a:extLst>
          </p:cNvPr>
          <p:cNvSpPr txBox="1"/>
          <p:nvPr/>
        </p:nvSpPr>
        <p:spPr>
          <a:xfrm>
            <a:off x="1552575" y="1314450"/>
            <a:ext cx="90868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To the Lord such might revealing,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come with </a:t>
            </a:r>
            <a:r>
              <a:rPr lang="en-US" sz="2800" dirty="0" err="1">
                <a:solidFill>
                  <a:srgbClr val="222222"/>
                </a:solidFill>
              </a:rPr>
              <a:t>rev'rence</a:t>
            </a:r>
            <a:r>
              <a:rPr lang="en-US" sz="2800" dirty="0">
                <a:solidFill>
                  <a:srgbClr val="222222"/>
                </a:solidFill>
              </a:rPr>
              <a:t> meet,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and, before our maker kneeling,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worship at his feet.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is our own God who leads us,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we the people of his care;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a shepherd's hand he feeds us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his flock in pastures fair.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62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505D4-E1F3-4819-ADE2-77D65B12AAB9}"/>
              </a:ext>
            </a:extLst>
          </p:cNvPr>
          <p:cNvSpPr txBox="1"/>
          <p:nvPr/>
        </p:nvSpPr>
        <p:spPr>
          <a:xfrm>
            <a:off x="962025" y="1659285"/>
            <a:ext cx="102679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While he offers peace and pardon,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let us hear his voice today,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lest, if we our hearts should harden,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we should perish in the way;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lest to us, so unbelieving,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in judgment shall declare: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"You, so long my Spirit grieving,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never in my rest can share."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97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2021-02-04T21:51:20Z</dcterms:created>
  <dcterms:modified xsi:type="dcterms:W3CDTF">2021-11-06T18:09:33Z</dcterms:modified>
</cp:coreProperties>
</file>