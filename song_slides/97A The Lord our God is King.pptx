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867FA-DF2B-43DF-817F-6717DB0EF9A8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990D7-FA98-4741-B516-28A5FC1E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09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ED0F-8E31-49BB-987E-DA5327FFF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3CC38-CB10-4433-9395-8AF34B2B9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A999-E8E6-4925-9F41-B9B4915D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8E95-6D55-4D67-A88C-B20BA8809E44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A6C7-1D83-4D3D-823C-ED00BF88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785F2-F468-4040-B016-41209FD3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53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51CA-019A-40EF-8F2E-C13B4D8D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14F9-E6ED-471E-8EFF-0FCFF4A90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ABF4-52B1-4E69-BE5B-174A2687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51ED-1582-4D11-AF13-CA7AF5BAFCAB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1657-014A-4131-B33F-C0441545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8735E-5875-44DE-BFF6-698111EE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28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0518-7344-4E8B-AD4F-A385D101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B2E1A-54C4-473B-B5DF-D234C48AF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93ADA-F5E3-4527-A4D8-8A93EB65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A139-641F-4185-AC4A-26E5D04EEFF0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81CB-BFF9-45DE-82AE-984B264F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E6462-0FA7-4B6D-9BE3-F87CE3A3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474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894A-70C9-4593-A2AE-57476E07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28AF2-AF3A-48E8-9179-BF7F6BB01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6BA3E-A51F-4D01-94C0-544B373FD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B2EEF-5183-41D8-AC04-32C55C04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2C6F0-89D9-4436-A6B2-871A388CA523}" type="datetime1">
              <a:rPr lang="en-CA" smtClean="0"/>
              <a:t>2022-05-20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F2B72-D731-4AE8-8C3A-C0223632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B5C43-98BF-4A6B-BBA2-EE131B77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22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73BA-CDF4-4B32-B508-EE7B9A9E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85091-2F13-4918-A165-031C93DA0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7E76A-A4D8-4B03-A521-EBFC4B9F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50F9B-7F62-4F9D-97D1-92098A895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B4ED8-6590-4C3C-846A-F84420E89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BE789-D58E-42EC-AE93-9DEF8075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23AD9-3FDD-419C-BBE7-CAEC2D3467EB}" type="datetime1">
              <a:rPr lang="en-CA" smtClean="0"/>
              <a:t>2022-05-20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645CD-6866-4171-BC33-EA275EA4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F5798-38E8-4AE0-B18F-ECA55787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81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6ACF-D35B-4F07-905B-CE23B1EA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27EC0-F34C-4927-9C5F-58F8F074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3D542-67A2-4FE1-AD17-7CB693939E51}" type="datetime1">
              <a:rPr lang="en-CA" smtClean="0"/>
              <a:t>2022-05-20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F10D1-32AF-42C9-98CD-85A04754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CA50E-A2FB-4190-A201-0CB762DE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5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95B72-C9AF-4A56-ACAB-F47B334D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51B4-AA57-403A-9A18-D0845DAD7A93}" type="datetime1">
              <a:rPr lang="en-CA" smtClean="0"/>
              <a:t>2022-05-20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60A18-5CD0-4BA4-8B5B-8C22BD63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9B86E-364C-49B5-A08F-3E924C92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632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AE4F-4934-47E9-94BA-CE9FC8CC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133E-22FA-41BD-977C-1E1565264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AAFB-0EC9-480C-89A9-0C71F237A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6B7A6-3205-45BE-864A-B6525E6D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1C6E-4778-4159-8F0B-3769DDE04C17}" type="datetime1">
              <a:rPr lang="en-CA" smtClean="0"/>
              <a:t>2022-05-20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640F8-F07F-47CD-97B5-BCB631B2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9577D-F98F-466C-AE0F-A82DD890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110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1C30-F721-4EF2-B8C0-8CAC7EC4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F51C3-2FA7-49D7-9140-3C9998F17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A4935-EBBD-4812-B007-297A84469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3890F-A2B4-47E3-99FA-358F3E60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0AAF-02EC-4ED1-A438-65BA0A9B13C3}" type="datetime1">
              <a:rPr lang="en-CA" smtClean="0"/>
              <a:t>2022-05-20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B61B6-D600-4DB6-9077-2A61A60B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C1E61-CB2E-4179-8C7E-BA4CA48B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25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6D5E-D125-405F-B117-51F05C33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2310F-E437-41CE-B3B4-EFE4D9478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82C5-2888-484D-83E1-79CEEC08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CB51-E3A2-4008-BB0E-8A9E662D8536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28BE3-B5F0-4EB1-9061-8820021C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1DD98-2700-44C6-BB71-66819DF5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633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1BC08-CCFC-438F-8C35-C80128AE8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2EB86-4237-4DB5-834F-F5E6030DF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2696E-1FBD-46D6-8D95-E3277406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5569-5EDD-482B-8214-E1E7813200B0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E78BE-8F37-4648-B487-158A9921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85108-30E4-41B1-A82C-F01C806F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348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A5070-CA7E-4F25-BA31-978EEA2C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A0412-322E-4151-A905-02DB139C8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F1F9-75E4-44E1-8597-0B80F918C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F1E63-8CA9-41B6-83EF-C19E58CD94A3}" type="datetime1">
              <a:rPr lang="en-CA" smtClean="0"/>
              <a:t>2022-05-20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5694-87E3-4759-9B3E-B5C011F9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1E41-329D-41B5-A239-ADE54C517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B28C8-DB22-4B0E-B3E8-875F36860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98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B2766F-7D93-4842-B4A3-5709EF86F590}"/>
              </a:ext>
            </a:extLst>
          </p:cNvPr>
          <p:cNvSpPr txBox="1"/>
          <p:nvPr/>
        </p:nvSpPr>
        <p:spPr>
          <a:xfrm>
            <a:off x="619125" y="123825"/>
            <a:ext cx="10953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i="1" dirty="0">
                <a:solidFill>
                  <a:prstClr val="black"/>
                </a:solidFill>
                <a:latin typeface="Calibri Light" panose="020F0302020204030204"/>
              </a:rPr>
              <a:t>#97A The LORD Our God Is King!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36FED-F9CF-45FD-A359-4064D877D9D0}"/>
              </a:ext>
            </a:extLst>
          </p:cNvPr>
          <p:cNvSpPr txBox="1"/>
          <p:nvPr/>
        </p:nvSpPr>
        <p:spPr>
          <a:xfrm>
            <a:off x="2185987" y="1443841"/>
            <a:ext cx="7820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LORD our God is King!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Let earth rejoice and sing.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Let shores of distant nations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resound with jubilation.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Clouds dark with mystery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enfold his majesty.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firmly based his throne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on righteousness alone.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glorious King is he.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930992-2258-5CEE-7B4D-75918218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313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E045F-CEE6-4A45-8C4A-9844C7970E23}"/>
              </a:ext>
            </a:extLst>
          </p:cNvPr>
          <p:cNvSpPr txBox="1"/>
          <p:nvPr/>
        </p:nvSpPr>
        <p:spPr>
          <a:xfrm>
            <a:off x="2724150" y="1443841"/>
            <a:ext cx="6743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2. Fire that consumes his foes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fiercely before him goes.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thunder bolts are </a:t>
            </a:r>
            <a:r>
              <a:rPr lang="en-CA" sz="2800" dirty="0" err="1">
                <a:solidFill>
                  <a:prstClr val="black"/>
                </a:solidFill>
              </a:rPr>
              <a:t>fright’ning</a:t>
            </a:r>
            <a:r>
              <a:rPr lang="en-CA" sz="2800" dirty="0">
                <a:solidFill>
                  <a:prstClr val="black"/>
                </a:solidFill>
              </a:rPr>
              <a:t>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world’s lit up with lightning.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Earth trembles at the sight.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mountains, great in height,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like wax all melt away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terror and dismay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when God reveals his might.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74F05-417A-DE11-04E4-E3101990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51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B42CB-D624-4FE9-BB35-E618F777D442}"/>
              </a:ext>
            </a:extLst>
          </p:cNvPr>
          <p:cNvSpPr txBox="1"/>
          <p:nvPr/>
        </p:nvSpPr>
        <p:spPr>
          <a:xfrm>
            <a:off x="2790825" y="1443841"/>
            <a:ext cx="66103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The heavens ev’rywhere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righteousness declare.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world in awe and wonder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beholds his holy splendor.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But God puts those to shame 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do not fear his name,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in their idols boast,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all their worthless host.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You gods, all worship him!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AF777-448B-E5BC-5D3A-0182B0B3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18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9A26B-F581-4CC4-A8D3-5A07A1C5B6F9}"/>
              </a:ext>
            </a:extLst>
          </p:cNvPr>
          <p:cNvSpPr txBox="1"/>
          <p:nvPr/>
        </p:nvSpPr>
        <p:spPr>
          <a:xfrm>
            <a:off x="3028950" y="1443841"/>
            <a:ext cx="6134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4. Now Zion lifts her voice;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all Judah’s towns rejoice.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They heard the proclamation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of glorious vindication.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LORD, none with you compare,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God Most High you are.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earth is yours alone;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exalted is your throne,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supreme forevermore.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44E6C-2D69-8F15-57CF-72A6270A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561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37DAA-9C00-4AC1-80B3-DE91774A585E}"/>
              </a:ext>
            </a:extLst>
          </p:cNvPr>
          <p:cNvSpPr txBox="1"/>
          <p:nvPr/>
        </p:nvSpPr>
        <p:spPr>
          <a:xfrm>
            <a:off x="2005012" y="1443841"/>
            <a:ext cx="81819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5. Let evil be abhorred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by those who love the LORD.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faithful he will ever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from wicked men deliver.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Light dawns for the upright;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in joy they will delight.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 saints, rejoice in him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praise his holy name.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Extol his glorious might!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D852C-E746-0221-D115-DE765D26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2009 Standing Committee for the Publication of the Book of Praise of the Canadian Reformed Churches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471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340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2021-03-26T23:06:35Z</dcterms:created>
  <dcterms:modified xsi:type="dcterms:W3CDTF">2022-05-21T02:49:17Z</dcterms:modified>
</cp:coreProperties>
</file>