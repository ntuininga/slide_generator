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95040-C75C-48AF-B40B-6C596A3473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ADA6C3-605B-4880-A2C6-5FEFC73725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368CAA-D9EE-482F-830B-67D248C22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14A0C-319B-463A-A9EC-3210DB9FA300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11330-2C5C-4F0A-9507-E003AEB02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44A2F-526E-4C53-AD46-5127EA4DC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9762A-747C-4BC7-ABAA-8D0172DAE3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5451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E13A7-A4C0-421B-B640-CFC9DBBC7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8E5F2-E629-40EE-9249-DD6BC2DE5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2412E-26F4-4739-99BB-28745A495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14A0C-319B-463A-A9EC-3210DB9FA300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CA94A-A431-4E63-B1A5-E222EF51C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56D8B-E703-42C9-BC2C-18BA930A6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9762A-747C-4BC7-ABAA-8D0172DAE3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84683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CB36E-E1CE-49FB-B709-3FD1E7F9F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BF5D5-1A99-458C-9F5F-72DE46CEA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AFAEB-6891-433D-BAE2-E0B8CD16E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14A0C-319B-463A-A9EC-3210DB9FA300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C668E-EC30-44AE-8C5D-B91A0C3EB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7892C-CE4B-4C6A-9EAD-09F6E26D7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9762A-747C-4BC7-ABAA-8D0172DAE3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72379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0A29C-E1D7-48F7-932F-70071857C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11BE3-3584-4F39-B883-8226356A08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5004E5-3CBA-45B9-8747-7DD8F1336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7F681-260E-4F5A-95D1-CCF68185A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14A0C-319B-463A-A9EC-3210DB9FA300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F21F78-0B40-48F9-A1C6-1EC972327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577D17-5A43-4059-92B3-56738A5E0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9762A-747C-4BC7-ABAA-8D0172DAE3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892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305AB-2B68-4EF3-B401-01EC746D0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4A6542-0687-40BC-9091-2037E08DE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F682ED-7442-466D-9366-70A0581A98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BC00C0-3C38-470B-9409-A2D4C5FD29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4E892E-2444-450A-A538-44DE660E9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965ECC-EAAD-456A-9AA8-22C220D63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14A0C-319B-463A-A9EC-3210DB9FA300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EC1402-B354-4ADD-8345-8F6D5F423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50F5AE-D416-4985-85A6-3AB8FD068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9762A-747C-4BC7-ABAA-8D0172DAE3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7939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071B5-8A46-4695-B9C5-9FA946B7C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2F93F8-BFC3-4E04-90AB-A9999226F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14A0C-319B-463A-A9EC-3210DB9FA300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6894DD-576E-4945-B338-6088932D1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05AED7-964A-4E8C-BBC0-7F86F7A48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9762A-747C-4BC7-ABAA-8D0172DAE3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1146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1B5BAC-FD92-4345-9DB8-6D2D03C0F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14A0C-319B-463A-A9EC-3210DB9FA300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A4E96B-4FDD-4705-A2C1-BD579A732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DCCAC-E21C-4C94-9E4A-4939598D8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9762A-747C-4BC7-ABAA-8D0172DAE3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05322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08C77-5DDB-4E3B-9BFD-EAE6B0855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BB6A5-0EDE-4935-A37E-22960676D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528DC2-2835-42FF-9629-15C466419E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07DBC-22F9-4148-A9E5-4A36A2054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14A0C-319B-463A-A9EC-3210DB9FA300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3B01C-BB47-4EC0-8844-D32173689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574158-C2ED-4778-A09F-2E652FB99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9762A-747C-4BC7-ABAA-8D0172DAE3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79274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1B369-6385-4B13-9165-165115D63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EE650F-6878-4362-9FCA-D2952A7111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361805-630E-45D0-A6E4-8210B7A465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93C00-3598-474B-B5B6-E37E7DFB5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14A0C-319B-463A-A9EC-3210DB9FA300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76354A-13A4-4A6D-B844-B0375C4C7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EF7604-5B0A-4E85-AB94-9DABDD313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9762A-747C-4BC7-ABAA-8D0172DAE3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8437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E6A3A-D8E1-4891-ADF8-1D2004E8F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6DB135-EC93-44A2-9559-FEEEE6788B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070C0-C9B6-4D27-8D5F-B22D2A98F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14A0C-319B-463A-A9EC-3210DB9FA300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00E59-6773-42B8-BDE2-54500984D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4DC7D-B80A-416E-BEA3-2D80AC929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9762A-747C-4BC7-ABAA-8D0172DAE3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02253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5AA9EF-23D1-433A-A1EB-13F58AC2BC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FDD361-C460-433F-BCE1-35A7C005A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C596F-5DEE-44CD-AB62-D86379A0B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14A0C-319B-463A-A9EC-3210DB9FA300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8228D-D8EB-41BD-A1FA-70F4ACB40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BD780-0D59-48F4-90B9-9463BBA75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9762A-747C-4BC7-ABAA-8D0172DAE3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78160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16D719-F6BA-422E-90B0-A19DA09EA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B9781-9EDF-4FEE-AF41-3BFE06281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84829-DA10-4A31-9EBF-347D35F6C6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714A0C-319B-463A-A9EC-3210DB9FA300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550AE-D565-43D8-A11E-82B04CD518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F8D58-3337-4786-9FE9-0CC6386B59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9762A-747C-4BC7-ABAA-8D0172DAE3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1068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5C78E2-EFA7-463D-820A-BBFD585F637E}"/>
              </a:ext>
            </a:extLst>
          </p:cNvPr>
          <p:cNvSpPr txBox="1"/>
          <p:nvPr/>
        </p:nvSpPr>
        <p:spPr>
          <a:xfrm>
            <a:off x="862012" y="219075"/>
            <a:ext cx="104679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#536 Jesus Calls Us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45C2CD-73F2-4041-896B-C64DA5A90A09}"/>
              </a:ext>
            </a:extLst>
          </p:cNvPr>
          <p:cNvSpPr txBox="1"/>
          <p:nvPr/>
        </p:nvSpPr>
        <p:spPr>
          <a:xfrm>
            <a:off x="1947861" y="2521059"/>
            <a:ext cx="82962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Jesus calls us o'er the tumult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 our life's wild, restless sea;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day by day his sweet voice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soundeth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saying "Christian, follow me."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4198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554AEB-B01F-4B60-B03A-672943BFE2B7}"/>
              </a:ext>
            </a:extLst>
          </p:cNvPr>
          <p:cNvSpPr txBox="1"/>
          <p:nvPr/>
        </p:nvSpPr>
        <p:spPr>
          <a:xfrm>
            <a:off x="2681287" y="2521059"/>
            <a:ext cx="68294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As, of old, apostles heard it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the Galilean lake,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turned from home and toil and kindred,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leaving all for his dear sake.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493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79E710-8BFE-4D8C-BF9F-A7E2B611647A}"/>
              </a:ext>
            </a:extLst>
          </p:cNvPr>
          <p:cNvSpPr txBox="1"/>
          <p:nvPr/>
        </p:nvSpPr>
        <p:spPr>
          <a:xfrm>
            <a:off x="2024062" y="2521059"/>
            <a:ext cx="81438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Jesus calls us from the worship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 the vain world's golden store,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 each idol that would keep us,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saying "Christian, love me more."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888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25C672-4183-4E77-997B-B4EB26B54A12}"/>
              </a:ext>
            </a:extLst>
          </p:cNvPr>
          <p:cNvSpPr txBox="1"/>
          <p:nvPr/>
        </p:nvSpPr>
        <p:spPr>
          <a:xfrm>
            <a:off x="2566987" y="2521059"/>
            <a:ext cx="70580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In our joys and in our sorrows,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days of toil and hours of ease,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still he calls, in cares and pleasures,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"Christian, love me more than these."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5615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A0C2A6-002B-4847-927D-7AD739D91010}"/>
              </a:ext>
            </a:extLst>
          </p:cNvPr>
          <p:cNvSpPr txBox="1"/>
          <p:nvPr/>
        </p:nvSpPr>
        <p:spPr>
          <a:xfrm>
            <a:off x="2481262" y="2521059"/>
            <a:ext cx="72294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Jesus calls us; by thy mercies,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Savior, may we hear thy call,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give our hearts to thine obedience,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serve and love thee best of all.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0834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181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2021-04-24T18:04:58Z</dcterms:created>
  <dcterms:modified xsi:type="dcterms:W3CDTF">2022-01-29T02:45:36Z</dcterms:modified>
</cp:coreProperties>
</file>