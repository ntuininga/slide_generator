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64" r:id="rId4"/>
    <p:sldId id="365" r:id="rId5"/>
    <p:sldId id="367" r:id="rId6"/>
    <p:sldId id="3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83FC-822B-422F-AB30-B83D665E4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4D69F-80C0-475C-A8FC-7CE710D3A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9E670-4B59-4901-AF37-F1ED67416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92892-669F-4E4C-BC5D-5E39A69C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D5CDE-0EFB-48E0-BB11-860345B2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9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7E00-2BAE-4A1D-AD0A-1749D8B8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ED32B-0172-4ED5-9EBE-364248B8D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FA670-31F8-4BA4-83FE-2FFA1CAB5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5F710-6B7C-4D75-8F3E-546557FA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14436-34E1-4F55-A8C1-7BB4B0A6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D293-C5DD-4E85-8C30-61AB2502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6A331-A376-4612-BD78-DC24B57DD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34925-B543-43E7-B358-D51DE39E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B64CD-A7A6-4841-A217-76AEAF5D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FB3A2-83C6-4794-B1E7-AD161B8A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6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DFB6-CBA3-4AFC-989E-D6FA6E99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33B98-7AE4-44A7-9B4E-3F3F31959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5B068-511C-481B-94B1-ED12BFA25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F0C92-E169-42C8-92D8-B9E0681C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33E5F-1DAE-4125-9C93-9BA95C25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F9283-5901-46F6-ACAC-4A7E54BF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24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5EEB-1452-4E9C-B311-6526CB37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1D852-CAC9-4D74-ABCD-F48A89DD8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7582F-AE6A-4292-9A6A-045DE66D6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A0E5A-6641-4731-B839-8FDEE3046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D6DEE-1DDF-42FC-B245-109A568F6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CAA7-8213-423D-B408-B01BA0A1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F6580-1F6F-494B-808C-87EDF07B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F79D8-0A73-46B8-BAEE-7624A5F1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55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97E7-C0B8-4DB7-BB40-4D7FDA62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6C32CE-AC51-4EF2-B372-9E1A5FF8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5C3A8-4EEB-490C-9D8E-F7FF7755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52E2A-C647-482D-8E25-FDDBB0CB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67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599BF-B24E-456E-A20B-F5C25EF37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96EA3-D314-4C56-9D61-AD6FE0F5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F706B-A23B-4879-AC1D-57088F01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1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95EC-CC66-4108-8C9E-A4AC051F6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B9C8E-9B8C-4520-BD3F-765F30F88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5492D-E2A4-446F-B090-B28EEB283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EAE80-9526-4450-B425-BD418F01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67FEC-7683-4C89-AD17-4AABC8895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E11FB-90D5-4E1A-BEAD-BDE48777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01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ADE5-941F-47D0-B45A-68903E3B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BD6D8-52AA-427A-83C1-51096C5E9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5480C-8184-40F5-BBCA-DB196070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95ECE-88CF-483E-B705-966F2FA7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6BA00-3CBB-471A-8E19-8BA91593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1AE8A-2F4F-4F6C-91D5-E134E74A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675A-803F-4A32-A63E-F2CFED06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B37DA-72A6-4BED-A15E-A367A7FCD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1280-AFC7-4AFB-9EA5-C905F63A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C509-4645-42E6-B924-F2AA27707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DA5DF-1365-436C-82BD-F477CA1F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7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5E080-1568-47CA-AA41-8F799A9F2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3BB25-DE08-454C-87E8-B0172A42C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7F883-5A69-40C5-AAAF-29BB386A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F840A-6DC3-4425-8B0F-AF3FCCB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71B26-04DB-4D71-A79F-74FB00C9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33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F84DA-45CE-4B4B-BA6D-690CDCBA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49437-FECA-4746-A5C3-318896CCA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159D3-A2D8-4442-A722-815ED5640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A14D7-5324-4CE9-90A9-89B3F394BE03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E3A5-F232-454D-B544-170C4270C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84F2-A74B-4764-8306-679F5D948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C78FF-09E0-451B-B18C-5CFC3A3E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1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Lord, in your wrath rebuke me not,</a:t>
            </a:r>
          </a:p>
          <a:p>
            <a:pPr algn="ctr"/>
            <a:r>
              <a:rPr lang="en-US" sz="2800" dirty="0"/>
              <a:t>nor in your anger chasten me.</a:t>
            </a:r>
          </a:p>
          <a:p>
            <a:pPr algn="ctr"/>
            <a:r>
              <a:rPr lang="en-US" sz="2800" dirty="0"/>
              <a:t>Deeply your arrows sink within;</a:t>
            </a:r>
          </a:p>
          <a:p>
            <a:pPr algn="ctr"/>
            <a:r>
              <a:rPr lang="en-US" sz="2800" dirty="0"/>
              <a:t>heavy, your hand weights down on 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#38 Lord, in Your Wrath Rebuke Me Not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There is no soundness in my flesh,</a:t>
            </a:r>
          </a:p>
          <a:p>
            <a:pPr algn="ctr"/>
            <a:r>
              <a:rPr lang="en-US" sz="2800" dirty="0"/>
              <a:t>for you are angry at my sin.</a:t>
            </a:r>
          </a:p>
          <a:p>
            <a:pPr algn="ctr"/>
            <a:r>
              <a:rPr lang="en-US" sz="2800" dirty="0"/>
              <a:t>There is no health within my bones;</a:t>
            </a:r>
          </a:p>
          <a:p>
            <a:pPr algn="ctr"/>
            <a:r>
              <a:rPr lang="en-US" sz="2800" dirty="0"/>
              <a:t>your indignation burns within.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Guilt rises up above my head;</a:t>
            </a:r>
          </a:p>
          <a:p>
            <a:pPr algn="ctr"/>
            <a:r>
              <a:rPr lang="en-US" sz="2800" dirty="0"/>
              <a:t>sins’ heavy burden weighs me down.</a:t>
            </a:r>
          </a:p>
          <a:p>
            <a:pPr algn="ctr"/>
            <a:r>
              <a:rPr lang="en-US" sz="2800" dirty="0"/>
              <a:t>Loathsome and </a:t>
            </a:r>
            <a:r>
              <a:rPr lang="en-US" sz="2800" dirty="0" err="1"/>
              <a:t>fest’ring</a:t>
            </a:r>
            <a:r>
              <a:rPr lang="en-US" sz="2800" dirty="0"/>
              <a:t> are my wounds;</a:t>
            </a:r>
          </a:p>
          <a:p>
            <a:pPr algn="ctr"/>
            <a:r>
              <a:rPr lang="en-US" sz="2800" dirty="0"/>
              <a:t>Lord, for my foolishness I mourn.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1614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9 </a:t>
            </a:r>
            <a:r>
              <a:rPr lang="en-US" sz="2800" dirty="0"/>
              <a:t>O Lord my God, I wait for you.</a:t>
            </a:r>
          </a:p>
          <a:p>
            <a:pPr algn="ctr"/>
            <a:r>
              <a:rPr lang="en-US" sz="2800" dirty="0"/>
              <a:t>Lord, you will answer when  call.</a:t>
            </a:r>
          </a:p>
          <a:p>
            <a:pPr algn="ctr"/>
            <a:r>
              <a:rPr lang="en-US" sz="2800" dirty="0"/>
              <a:t>I prayed, “Let them not gloat o’er me,</a:t>
            </a:r>
          </a:p>
          <a:p>
            <a:pPr algn="ctr"/>
            <a:r>
              <a:rPr lang="en-US" sz="2800" dirty="0"/>
              <a:t>Who boast against me when I fall.”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2469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10 </a:t>
            </a:r>
            <a:r>
              <a:rPr lang="en-US" sz="2800" dirty="0"/>
              <a:t>Soon I will slip and fall in pain;</a:t>
            </a:r>
          </a:p>
          <a:p>
            <a:pPr algn="ctr"/>
            <a:r>
              <a:rPr lang="en-US" sz="2800" dirty="0"/>
              <a:t>Constant the grief I feel within. </a:t>
            </a:r>
          </a:p>
          <a:p>
            <a:pPr algn="ctr"/>
            <a:r>
              <a:rPr lang="en-US" sz="2800" dirty="0"/>
              <a:t>I will confess iniquity;</a:t>
            </a:r>
          </a:p>
          <a:p>
            <a:pPr algn="ctr"/>
            <a:r>
              <a:rPr lang="en-US" sz="2800" dirty="0"/>
              <a:t>I’m deeply troubled by my sin.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0379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12 </a:t>
            </a:r>
            <a:r>
              <a:rPr lang="en-US" sz="2800" dirty="0"/>
              <a:t>Lord God, I pray, forsake me not!</a:t>
            </a:r>
          </a:p>
          <a:p>
            <a:pPr algn="ctr"/>
            <a:r>
              <a:rPr lang="en-US" sz="2800" dirty="0"/>
              <a:t>My God, do not be far from me!</a:t>
            </a:r>
          </a:p>
          <a:p>
            <a:pPr algn="ctr"/>
            <a:r>
              <a:rPr lang="en-US" sz="2800" dirty="0"/>
              <a:t>Hasten to rescue me, O Lord,</a:t>
            </a:r>
          </a:p>
          <a:p>
            <a:pPr algn="ctr"/>
            <a:r>
              <a:rPr lang="en-US" sz="2800" dirty="0"/>
              <a:t>You are salvation unto me!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9822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2</cp:revision>
  <dcterms:created xsi:type="dcterms:W3CDTF">2020-09-04T03:13:55Z</dcterms:created>
  <dcterms:modified xsi:type="dcterms:W3CDTF">2023-08-19T20:32:12Z</dcterms:modified>
</cp:coreProperties>
</file>