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B589-AC5A-4DCF-B930-3D18109B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2DDD4-B391-474D-8B43-518386269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1BE40-7090-45E9-B32C-E8FDBDB9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A9A81-7F0C-487F-AC19-98928515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F5F1C-F447-4AE1-AC0A-8828CF6D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93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2D43-7DAD-4664-AD50-1336641C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EA222-B85B-4E4F-89BA-FBEEFD2F9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F77B-BDD3-479E-BF4B-871A85D1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7ED73-9EB9-4201-B84B-828DE7B8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06E7B-E937-4619-B352-4A66A3DB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69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32C1-423D-4B44-B377-95FB7548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088B9-1EC1-4667-9286-CE2E4D87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EE42F-8339-4272-887F-9C69904F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15F8C-227C-4F85-A7C3-FF76AEDD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B2EB1-3885-4A72-B9D9-40A60B9B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73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A466-6875-4641-AD3E-2CC16E3E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84D1C-FD20-4B89-B813-8AED0C188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8E40C-9ED0-4955-8090-CCE3DFCA1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F2972-7BB0-4901-A235-1F5C0205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E9246-3BF6-4323-B31D-75D1BFC8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4CF22-7258-430B-B400-8CAA46D9A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696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1344-A03D-4FA5-AF3C-E45792DD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5E58A-B762-4B9B-BF4A-637F5FE0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C8265-D3AA-430E-95F3-21A7B58C2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490C1-08F1-44B0-A907-AFAFEF041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BBA4D-3365-4CB3-9248-CD612F8CD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8095D-4B78-4723-8331-BD427DBE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31F7-F048-4771-8E35-70BBE817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2FC65-F20A-4735-826B-5281E5BF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63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1087-836D-4CBD-A96D-D192A0CD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1AF4B-95FA-4059-BB78-53795495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52997-B6F8-4FC7-BD7D-5251F7CA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7C186-9158-4EB2-8C21-0A7CE3D5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331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6E890-D77F-4B07-A2DA-F39585FE9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A4035-0FE6-4CC7-B788-94555BA2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F50B0-FE3A-43A3-A7A3-FECA8523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456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73CC-1CE9-4743-915F-3C817EB6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19FED-3339-4D00-92A9-ED902841A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EE06B-4C71-4414-ACB6-F03BB9F4D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9A96F-89A2-4EA1-822C-8540458C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1A226-247A-4A03-9A38-9B2CF241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81E22-400A-4A61-8B4C-0B1DEF70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61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5994E-B0CF-41EC-BC72-51F8D4ED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CCFFA-F410-4EE0-AE6A-A7DE446A8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594C2-9C65-4811-8FBB-725B92F53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D1CB4-F5C4-449C-896C-CD0802BE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E1291-07E5-4699-A318-A7968115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20599-E70C-489A-AD8E-26BB590B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560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BBFE-BFEC-4ED4-8119-88378538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C4D66-E029-4726-80A7-DE8DCCBD0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D8F2-6188-42CF-AD38-C4AED914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DF234-F050-446B-BEFD-6FA57176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D0AF5-0C14-43DD-882F-40EEA4F3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911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EABFD-E79D-45D2-9B81-D36826B2D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E086A-968E-4451-A530-6538C8D3B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250B-4292-4617-8F43-56B65C23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547BE-050B-47E3-A021-31535B4E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39CC0-60C9-457F-966A-CB2D46C1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107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A18D7-F23F-4591-83AB-526CF261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A845-9FEE-4BE1-A7A6-F0E561D07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CD5D-D871-46AC-8F15-B024D2C9C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83BE5-6D2D-48E8-A8BC-49A125E40CB2}" type="datetimeFigureOut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B52DB-6CEE-4003-B41F-D4A781225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C0EAF-1A6B-4EE7-9C57-B6428AD93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6F095-B92F-4DC7-B23B-65226FEF83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700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EE440-C8DA-4487-AEF0-6E72760CD57F}"/>
              </a:ext>
            </a:extLst>
          </p:cNvPr>
          <p:cNvSpPr txBox="1"/>
          <p:nvPr/>
        </p:nvSpPr>
        <p:spPr>
          <a:xfrm>
            <a:off x="1252537" y="361950"/>
            <a:ext cx="9686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#537 Jesus, Master, Whose I 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F625A-B0CA-4ADE-8D32-995E173498A4}"/>
              </a:ext>
            </a:extLst>
          </p:cNvPr>
          <p:cNvSpPr txBox="1"/>
          <p:nvPr/>
        </p:nvSpPr>
        <p:spPr>
          <a:xfrm>
            <a:off x="1633536" y="1819275"/>
            <a:ext cx="8924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Jesus, Master, whose I am,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purchased thine alone to be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by thy blood, O spotless Lamb,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shed so willingly for me,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my heart be all thine own,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me live to thee alone.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062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7ADACD-247A-4E5E-B488-1D0948B18B03}"/>
              </a:ext>
            </a:extLst>
          </p:cNvPr>
          <p:cNvSpPr txBox="1"/>
          <p:nvPr/>
        </p:nvSpPr>
        <p:spPr>
          <a:xfrm>
            <a:off x="1866900" y="2344408"/>
            <a:ext cx="8458200" cy="216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800"/>
              </a:spcBef>
            </a:pPr>
            <a:r>
              <a:rPr lang="en-US" sz="2800" dirty="0">
                <a:solidFill>
                  <a:srgbClr val="222222"/>
                </a:solidFill>
              </a:rPr>
              <a:t>2. Jesus, Master, I am thine: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keep me faithful, keep me near;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thy presence in me shine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my homeward way to cheer.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Jesus, at thy feet I fall,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 be thou my all in all.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05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A3965-6B73-4AF2-B72F-A83FDB912EDC}"/>
              </a:ext>
            </a:extLst>
          </p:cNvPr>
          <p:cNvSpPr txBox="1"/>
          <p:nvPr/>
        </p:nvSpPr>
        <p:spPr>
          <a:xfrm>
            <a:off x="2405062" y="2014537"/>
            <a:ext cx="73818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Jesus, Master, whom I serve,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though so feebly and so ill,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strengthen hand and heart and nerve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thy bidding to fulfill.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Open thou mine eyes to see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the work thou hast for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24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57DD7-A8EF-4532-8ADE-9C8EFEED0887}"/>
              </a:ext>
            </a:extLst>
          </p:cNvPr>
          <p:cNvSpPr txBox="1"/>
          <p:nvPr/>
        </p:nvSpPr>
        <p:spPr>
          <a:xfrm>
            <a:off x="2262187" y="2090172"/>
            <a:ext cx="76676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Lord, thou </a:t>
            </a:r>
            <a:r>
              <a:rPr lang="en-US" sz="2800" dirty="0" err="1">
                <a:solidFill>
                  <a:srgbClr val="222222"/>
                </a:solidFill>
              </a:rPr>
              <a:t>needest</a:t>
            </a:r>
            <a:r>
              <a:rPr lang="en-US" sz="2800" dirty="0">
                <a:solidFill>
                  <a:srgbClr val="222222"/>
                </a:solidFill>
              </a:rPr>
              <a:t> not, I know,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service such as I can bring;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yet I long to prove and show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full allegiance to my King.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Thou an honor art to me: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me be a praise to thee.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52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209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2021-01-15T23:42:19Z</dcterms:created>
  <dcterms:modified xsi:type="dcterms:W3CDTF">2025-05-10T15:15:00Z</dcterms:modified>
</cp:coreProperties>
</file>