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4957F-BFF0-42AA-ACB1-25A4300665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679DBD-3384-45FE-B551-92FDC425F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32A87-3582-428F-8DC6-04EF3A443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5127-C0DD-49CA-8CC1-B23ADACCCB7D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4E8F0-C49B-4096-ABCE-C3FDDED10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32263-2987-4577-97AB-87F70FDD1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53C9-728F-4A1E-A2B8-4343AF5590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457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3DC35-954B-42B9-871F-0AD8B2E51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D9694-DC59-42A3-8F83-6E734DFEC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1F1A1-ACC4-44C3-869A-20BA52E0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5127-C0DD-49CA-8CC1-B23ADACCCB7D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DC6A8-68CC-4D8C-8C65-9CE9D5CB3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1405B-F5CD-4E6F-B865-5AB4BD87E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53C9-728F-4A1E-A2B8-4343AF5590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7746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1E146-1477-40DF-90D6-BF1FD997A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DB567-45AA-4594-9B2E-BFD74769D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5D346-A044-4FBF-B341-CB5A89337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5127-C0DD-49CA-8CC1-B23ADACCCB7D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4E643-79C3-4706-81E0-5C7726693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2E02D-78BB-4DE8-9B0D-CC250F60C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53C9-728F-4A1E-A2B8-4343AF5590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240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6D4AA-9FD3-4C7C-8F02-3C72638C7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7B9AD-916F-4315-A93D-E331C0ADB4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9AD63-CE5C-48BD-9635-C5E27E321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21441-98E0-415E-8F88-BCE855832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5127-C0DD-49CA-8CC1-B23ADACCCB7D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B1897-46BA-4EF8-A128-208436512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34B5E-81EB-40B1-9F89-48E29A481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53C9-728F-4A1E-A2B8-4343AF5590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4609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B5675-A757-4408-9CC0-3F57E6345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955E9-8DD7-420F-AF83-00A4973DC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3EDC5F-24A0-48AA-8196-10ACF33B3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0CFEFC-014F-410D-87B1-C3AA21CE9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75D146-4429-4080-867C-5966FF6577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C8A1CA-934B-41E5-A106-C7F337E64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5127-C0DD-49CA-8CC1-B23ADACCCB7D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3A0211-FDAC-4BE1-83B1-831F9EC2F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A57B2D-D38A-4760-B21C-4D8ACDF71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53C9-728F-4A1E-A2B8-4343AF5590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9960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AEA7F-214E-418F-98A1-E06C00619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E7D0DC-E1E5-48A7-BF20-976D7DDD9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5127-C0DD-49CA-8CC1-B23ADACCCB7D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18801-C410-46E1-8908-2C306B55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541467-DCF9-44D3-8250-4B1151E41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53C9-728F-4A1E-A2B8-4343AF5590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5694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F5E0FF-F5D0-40A5-98F7-166C4BB8D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5127-C0DD-49CA-8CC1-B23ADACCCB7D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13651-7975-44F7-AF81-F0A2BB9CB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E56DE-3836-43A1-A4A4-28A105908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53C9-728F-4A1E-A2B8-4343AF5590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6520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E450D-3637-40D5-B88D-97BF25228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2236F-46E7-4506-AB18-C792BF8CA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B9A694-8518-40FD-829C-C2F4761E9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DE8F7-A0EA-4192-88F1-CAACC87D7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5127-C0DD-49CA-8CC1-B23ADACCCB7D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352A5-7CBC-4713-B26F-38EEECDEF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507A2-007D-4279-AAE0-720670494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53C9-728F-4A1E-A2B8-4343AF5590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6410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9EAD5-E5B5-439D-A342-481AF19D7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A21B9B-67B0-4A5E-B907-D3559875B5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AC1756-3BC8-4BFC-AFD8-0A911C6AC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B015F-8A6D-44F0-9C4F-B1B30EECF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5127-C0DD-49CA-8CC1-B23ADACCCB7D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498CF-B52A-45AD-A54A-02A8958E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22952-4E38-4727-BC0B-BA75FD049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53C9-728F-4A1E-A2B8-4343AF5590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775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5E687-8155-4312-89D2-0C15767A2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D240D-161C-4DCB-994E-CEF49B1E6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CF541-6F2C-4F3B-B628-6A1353A86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5127-C0DD-49CA-8CC1-B23ADACCCB7D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CCC8A-FDAE-4B18-8B86-D3768B449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2058D-61D2-4B63-B20E-E10738CD0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53C9-728F-4A1E-A2B8-4343AF5590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34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208560-C4E6-4BF0-BADD-F49AC501D1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8CC209-855B-4278-AB2F-558D9F07C1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F7B13-2DEF-4CD4-A5E3-9BAA64C74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5127-C0DD-49CA-8CC1-B23ADACCCB7D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689DD-EBD0-4F69-A2B6-83CCC344F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107A8-71C0-4BA5-BAEF-61F059D1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53C9-728F-4A1E-A2B8-4343AF5590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1277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5950EA-F557-4EBF-8261-CBBDD39F6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C1F6D-3B58-4442-A4B2-B8FBF67BC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E0E73-90A9-451F-AEE9-13C5DBC9A6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F5127-C0DD-49CA-8CC1-B23ADACCCB7D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6ED17-A34F-4235-A340-209BF458C7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AE0CA-CA0E-4483-BFAB-55D586E2E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B53C9-728F-4A1E-A2B8-4343AF5590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7443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612B6B-0E04-40BF-9164-47EC4E6BD3C7}"/>
              </a:ext>
            </a:extLst>
          </p:cNvPr>
          <p:cNvSpPr txBox="1"/>
          <p:nvPr/>
        </p:nvSpPr>
        <p:spPr>
          <a:xfrm>
            <a:off x="609600" y="247650"/>
            <a:ext cx="1097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#56 O God, Be Merciful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F48CB8-1665-4992-B397-27CCEEE7B21C}"/>
              </a:ext>
            </a:extLst>
          </p:cNvPr>
          <p:cNvSpPr txBox="1"/>
          <p:nvPr/>
        </p:nvSpPr>
        <p:spPr>
          <a:xfrm>
            <a:off x="1919287" y="1659285"/>
            <a:ext cx="83534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God, be merciful,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 merciful to me;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day man tramples 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oppressing without cease.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Boldly my many foes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against me wage their fight;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day they trample 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attacking me in pride.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5037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972634-9513-4A8C-AFF7-98D162B2981A}"/>
              </a:ext>
            </a:extLst>
          </p:cNvPr>
          <p:cNvSpPr txBox="1"/>
          <p:nvPr/>
        </p:nvSpPr>
        <p:spPr>
          <a:xfrm>
            <a:off x="1809750" y="1659285"/>
            <a:ext cx="85725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LORD, I will trust in you,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whenever I’m afraid.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God the LORD I trust;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God, whose word I praise.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can man do to me?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will not be afraid.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day they hurt my cause;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their thoughts against me rage.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1621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2AC77E-AA0C-466C-8C0E-19646BEECE69}"/>
              </a:ext>
            </a:extLst>
          </p:cNvPr>
          <p:cNvSpPr txBox="1"/>
          <p:nvPr/>
        </p:nvSpPr>
        <p:spPr>
          <a:xfrm>
            <a:off x="1619250" y="1659285"/>
            <a:ext cx="89535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They meet, they lurk, they watch,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for my life they wait.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God cast them down in wrath!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Will they their crimes escape?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have kept count of all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tossings to and fro.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Bottle my tears, O LORD;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are they not in your scroll?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6634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606F02-EEA3-4CA0-A712-A5EAC7493A7F}"/>
              </a:ext>
            </a:extLst>
          </p:cNvPr>
          <p:cNvSpPr txBox="1"/>
          <p:nvPr/>
        </p:nvSpPr>
        <p:spPr>
          <a:xfrm>
            <a:off x="1633537" y="1659285"/>
            <a:ext cx="89249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LORD, when I call to you,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foes shall turn and flee,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this I surely know,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God is still for me.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God the LORD I trust;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God, whose word I praise.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can man do to me?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shall not be afraid.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3224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D32BF2-5514-4EAC-B34E-710448BD4E69}"/>
              </a:ext>
            </a:extLst>
          </p:cNvPr>
          <p:cNvSpPr txBox="1"/>
          <p:nvPr/>
        </p:nvSpPr>
        <p:spPr>
          <a:xfrm>
            <a:off x="1947862" y="1659285"/>
            <a:ext cx="82962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O LORD, my God, to you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solemn vows are due.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Thank off’rings I will bring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offer unto you.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death you saved my soul,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falling kept my feet,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in the light of life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walk with you may be.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6408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271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2021-06-18T20:25:47Z</dcterms:created>
  <dcterms:modified xsi:type="dcterms:W3CDTF">2021-06-18T20:27:33Z</dcterms:modified>
</cp:coreProperties>
</file>