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92" r:id="rId3"/>
    <p:sldId id="29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20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85B52-00D3-47CC-A35D-E6A0C3298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2A4DF-64C8-40E0-B05C-9BBC8C283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5D5D2-AE84-4E2C-9555-6FD3A7C3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F25F-4420-4ADB-8305-B45606231654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2A213-9B52-4EA9-BBE4-A5E2EBB73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430F4-9BAC-4975-A00C-C814B86F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E6633-D11A-4274-B397-9995A6D95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D4E26-EFCE-45F5-90EA-E6285556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C6FEC-DEEB-40BF-9FA2-3819907FE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2A59A-E097-4F16-ADA8-8FF1CF5B6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F25F-4420-4ADB-8305-B45606231654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02775-DEF1-432A-8C67-27568AA11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0D1D1-11CC-45BB-A3B0-7AAF0CA25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E6633-D11A-4274-B397-9995A6D95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3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B7AF-3F3B-43FC-A9EC-BFC391791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25E15-D514-4C99-AFC5-35284001E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DB5D-D42D-4191-A6DC-89170651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F25F-4420-4ADB-8305-B45606231654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861C-1EDB-44D2-9E27-AD70E14A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C6510-0DAA-48FC-80C6-6231136A7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E6633-D11A-4274-B397-9995A6D95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966EF-6A81-4261-B9C8-1ADF8ADF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7C19B-C34E-465F-998C-386EB62D7B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BA899-53DB-467F-A569-6AF96A652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927AA-648F-4C89-8AA6-29EE6B16D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F25F-4420-4ADB-8305-B45606231654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617D6-1DBA-4BCD-8B9A-0C81B654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21896-91AE-4641-B6BB-B487961B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E6633-D11A-4274-B397-9995A6D95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77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CBEC-0F70-4B08-A06D-BE523426C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29D65-E20D-4892-AABE-249A46C67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99FDD-D976-4CF3-9AAD-686E3A430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C3CE9-2CEA-4209-A9E7-9612C24DB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50D42E-3F8F-4719-B572-5881CDF93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C71C08-816B-4469-B65C-DFA6DD13C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F25F-4420-4ADB-8305-B45606231654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FAED8A-B7DD-49C9-A49B-45458EDED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AD2EA1-0124-4004-A754-892BFCC6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E6633-D11A-4274-B397-9995A6D95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82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FA79-F661-4A5A-9F8E-93EAEB3B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95135-3024-465A-9091-6D3163D51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F25F-4420-4ADB-8305-B45606231654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89E3D-A081-4071-A356-9B155675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EF456-1E97-4048-82F0-59B35B84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E6633-D11A-4274-B397-9995A6D95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95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372138-043A-48F2-8798-C375B607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F25F-4420-4ADB-8305-B45606231654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1D902-97F5-471A-9105-C6454074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C87C3-D2E4-4FE1-9961-4D6C007C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E6633-D11A-4274-B397-9995A6D95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30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305F-45D2-459A-A23B-DE984AA0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1F660-251C-45AA-AA06-02681EDC1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62DB5-AD43-4804-9A06-85886057C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D8E21-263E-4781-A5DE-ABA9811E4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F25F-4420-4ADB-8305-B45606231654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D9150-7B56-47E0-81F2-3DF442C6B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BF45A-0C76-4778-BBC3-9F1DFB61A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E6633-D11A-4274-B397-9995A6D95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1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6E9A0-844B-4E8A-A8F1-3801A490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9E368-15B7-4D03-8593-6EB2F45B3B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55283-4B82-4620-9411-80965BF3F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F0A0B-E74E-4C2E-B2E0-7111735D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F25F-4420-4ADB-8305-B45606231654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E14CE-B059-4302-B8EA-CEDC2569B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CA1A8-CE12-4340-9040-4A292E710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E6633-D11A-4274-B397-9995A6D95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9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4E02-9C1F-4E3C-962D-F7B75323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F32D3-C703-49F7-9907-DDEFC90AE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71F5D-7E54-4573-B259-487AC6B89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F25F-4420-4ADB-8305-B45606231654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50873-AC8A-48DC-BE8A-5C3D2EED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71F95-962A-4B52-B2AE-0F3BD11F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E6633-D11A-4274-B397-9995A6D95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5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956C7-2BFE-4899-9AC5-C0F0F6E45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883AF-0714-4B9E-BB12-3E3EB0F24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69BDA-9648-47E9-9DDD-E7D37865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F25F-4420-4ADB-8305-B45606231654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FF17-D035-4061-9879-BA439F80E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A3C5C-AC6B-4D67-800D-2360355C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E6633-D11A-4274-B397-9995A6D95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8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68F798-BE78-4019-B183-2CBC9D6AE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1EB63-1CB1-448C-B35F-AD2786896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03E98-B13A-46DA-A8F2-8B2936FC51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8F25F-4420-4ADB-8305-B45606231654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43C98-3F37-48FB-8696-4CBAFDE64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14FA2-CA5E-4C69-A3F7-2131AC4DC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E6633-D11A-4274-B397-9995A6D95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5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#105B O Thank The Lord With Great Rejoicing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US" sz="2800" dirty="0"/>
              <a:t>O thank the Lord with great rejoicing,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deeds among the peoples voicing.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Praise him, his wondrous works proclaim,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glory in his holy name.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Let those who seek him praise the Lord,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/>
              </a:rPr>
              <a:t>ir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hearts exulting in his word.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B7670-4EB9-4A85-82B8-FB334458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2009 Standing Committee for the Publication of the Book of Praise of the Canadian Reformed Churches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2. </a:t>
            </a:r>
            <a:r>
              <a:rPr lang="en-US" sz="2800" dirty="0"/>
              <a:t>Turn to the Lord, who fails us never,</a:t>
            </a:r>
          </a:p>
          <a:p>
            <a:pPr lvl="0" algn="ctr"/>
            <a:r>
              <a:rPr lang="en-US" sz="2800" dirty="0"/>
              <a:t>And seek his face, his strength, forever.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Recall the wo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/>
              </a:rPr>
              <a:t>nders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he has wrought,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/>
              </a:rPr>
              <a:t>ghteous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judgements he has taught.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Remember these, you chosen one,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O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/>
              </a:rPr>
              <a:t>Abr’am’s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offspring, Jacob’s sones.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2009 Standing Committee for the Publication of the Book of Praise of the Canadian Reformed Churches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4344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3. </a:t>
            </a:r>
            <a:r>
              <a:rPr lang="en-US" sz="2800" dirty="0"/>
              <a:t>He is the Lord, our God unfailing,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judgments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ev’rywhere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prevailing.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He will remember and uphold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cov’nant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made in days of old.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steadfast words of his command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thousand generations stand.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2009 Standing Committee for the Publication of the Book of Praise of the Canadian Reformed Churches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8251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#105B O Thank The Lord With Great Rejoicing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#105B O Thank The Lord With Great Rejoicing</dc:title>
  <dc:creator>Eric Hoogendoorn</dc:creator>
  <cp:lastModifiedBy>Eric Hoogendoorn</cp:lastModifiedBy>
  <cp:revision>1</cp:revision>
  <dcterms:created xsi:type="dcterms:W3CDTF">2020-06-26T23:30:03Z</dcterms:created>
  <dcterms:modified xsi:type="dcterms:W3CDTF">2020-06-26T23:30:25Z</dcterms:modified>
</cp:coreProperties>
</file>