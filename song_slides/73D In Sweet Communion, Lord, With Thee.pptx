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EAF44963-C44C-409A-9B3B-C9D1FA85C626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7/29/23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C63ED95-5240-4280-BDD0-590D1937A07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50432649-D51C-4737-B199-140159044005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7/29/23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9DD941C0-6EC0-427A-A8D9-02FF11935E7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0" y="736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#73D In Sweet Communion, Lord, With Thee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847440" y="1829160"/>
            <a:ext cx="1090836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2800" spc="-1" strike="noStrike">
                <a:solidFill>
                  <a:srgbClr val="000000"/>
                </a:solidFill>
                <a:latin typeface="Calibri"/>
              </a:rPr>
              <a:t>1</a:t>
            </a:r>
            <a:r>
              <a:rPr b="0" lang="en-CA" sz="2800" spc="-1" strike="noStrike">
                <a:solidFill>
                  <a:srgbClr val="000000"/>
                </a:solidFill>
                <a:latin typeface="Calibri"/>
              </a:rPr>
              <a:t>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In sweet communion, Lord, with thee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I constantly abide;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my hand thou holdest in thine own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keep me near thy side.</a:t>
            </a:r>
            <a:endParaRPr b="0" lang="en-CA" sz="2800" spc="-1" strike="noStrike">
              <a:latin typeface="Arial"/>
            </a:endParaRPr>
          </a:p>
        </p:txBody>
      </p:sp>
      <p:sp>
        <p:nvSpPr>
          <p:cNvPr id="84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838080" y="1632960"/>
            <a:ext cx="10515240" cy="3354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2.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Thy counsel through my earthly way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shall guide me and control,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 then to glory afterward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thou wilt receive my soul.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838080" y="1632960"/>
            <a:ext cx="10515240" cy="3354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3.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Whom have I, Lord, in heav'n but thee,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whom my thoughts aspire?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And, having thee, on earth is naught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that I can yet desire?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838080" y="1632960"/>
            <a:ext cx="10515240" cy="3354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4.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Though flesh and heart should faint and fail,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Lord will ever be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the strength and portion of my heart,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my God eternally.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838080" y="1632960"/>
            <a:ext cx="10515240" cy="3354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</a:rPr>
              <a:t>5.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To live apart from God is death,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'tis good his face to seek;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my refuge is the living God,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his praise I long to speak.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en-CA" sz="1200" spc="-1" strike="noStrike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b="0" lang="en-CA" sz="12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LibreOffice/7.0.4.2$Linux_X86_64 LibreOffice_project/00$Build-2</Application>
  <AppVersion>15.0000</AppVersion>
  <Words>221</Words>
  <Paragraphs>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2020-06-05T00:58:30Z</dcterms:created>
  <dc:creator>Eric Hoogendoorn</dc:creator>
  <dc:description/>
  <dc:language>en-CA</dc:language>
  <cp:lastModifiedBy/>
  <dcterms:modified xsi:type="dcterms:W3CDTF">2023-07-29T12:53:24Z</dcterms:modified>
  <cp:revision>2</cp:revision>
  <dc:subject/>
  <dc:title>#73D In Sweet Communion, Lord, With Thee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