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0" r:id="rId2"/>
    <p:sldId id="259" r:id="rId3"/>
    <p:sldId id="285" r:id="rId4"/>
    <p:sldId id="284" r:id="rId5"/>
    <p:sldId id="28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18D26-3458-440D-B018-83BE756E8664}" type="datetimeFigureOut">
              <a:rPr lang="en-US" smtClean="0"/>
              <a:t>4/28/2023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928BBF-5F51-4BBD-A24A-34E536DA8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392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F2B18-C5E8-44CD-9D8B-36E59DACE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84347C-2E05-4E86-83FD-897AC96611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38B3F-3CA5-4FC2-9582-FCC3760DD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D935C-3C74-4794-AEE8-18F3A6E8CF52}" type="datetime1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3A908-5652-4637-AFE9-B46A03A08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224CA-48C4-45EA-845C-5FE1AA26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B45B-72F8-4AF3-A26B-5CC516C8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71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79115-A08E-48FF-B348-B33788983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9A276-7455-466A-8190-7EE3788A8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E2C4A-C7D5-432B-81B8-719B0124E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D5D4-4600-4CA3-BCED-AB48F13F8338}" type="datetime1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73022-B3C0-4256-9B01-6122862FB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1571A-650B-426E-8B2D-A86916359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B45B-72F8-4AF3-A26B-5CC516C8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665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6546E-087F-4A14-B8A2-00CC2863F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EC685-689A-4164-9016-1BBFF9F28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5994F-EEE7-4347-ABB4-7283BB7DC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84161-9379-4262-8C3D-A2311D7EB8E6}" type="datetime1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56111-9863-4B4B-A4FF-2AF5476CD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526FB-BC7A-4BE1-99F0-3D1422A09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B45B-72F8-4AF3-A26B-5CC516C8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885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D1965-8173-4B4D-8041-D7093AFF7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7D750-9D3C-48F6-AC63-EB2830018A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2F0D66-7957-473D-9D5A-0DD40BDA6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370AE-F820-4446-B9B5-862F3B0FA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8E96-9568-4313-8692-FCFD85CEC722}" type="datetime1">
              <a:rPr lang="en-US" smtClean="0"/>
              <a:t>4/28/2023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67A730-51E9-4A15-917B-617207D9F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D0315-0ECB-4C5E-8558-B774E70F5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B45B-72F8-4AF3-A26B-5CC516C8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392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98CC5-D679-4DA0-876D-9B540AF6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9B67A-34DF-48A1-BA55-D1D94A75B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A904C-5AA4-4768-939D-E628DDE55B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9222ED-718C-4542-B278-9BCE0C868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D07D73-E295-4C5D-9A6F-047A85578C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357768-9643-4763-8593-A1559D979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84A87-6DFD-4454-B557-B8F036B0C93A}" type="datetime1">
              <a:rPr lang="en-US" smtClean="0"/>
              <a:t>4/28/2023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4EB38B-76E8-4EBF-A6F8-FC5965811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EB30CA-4410-4A81-826B-836E8288C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B45B-72F8-4AF3-A26B-5CC516C8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4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C8A25-A39D-4024-A322-241F76974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2F25A5-35CD-4BEA-A451-56EA5D65B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25F06-61CF-4291-BC9E-352B195119D0}" type="datetime1">
              <a:rPr lang="en-US" smtClean="0"/>
              <a:t>4/28/2023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514B7A-863B-4B60-98F1-9F1D5F487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E54514-1947-4B2C-A09F-C6E465AE3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B45B-72F8-4AF3-A26B-5CC516C8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435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5CD6D5-C351-477F-A8ED-3C8EEF3FE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6C47C-6234-459A-B408-0BF18A58AE65}" type="datetime1">
              <a:rPr lang="en-US" smtClean="0"/>
              <a:t>4/28/2023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7E1CC8-5904-4BD7-81B4-501ABBCA7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B8F68-2C82-4FC4-B87E-481D020C8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B45B-72F8-4AF3-A26B-5CC516C8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921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0ECB7-7B3C-4C43-BC9C-ED63D176C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AD8BC-C9B4-4BD2-81EC-81CE66CDC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FB2ECF-8C92-4AF3-BCC2-F72385612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CE51D-B753-419D-BDB6-06BEE29BB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FFE4-FBD1-4039-B0CD-DFD735B38828}" type="datetime1">
              <a:rPr lang="en-US" smtClean="0"/>
              <a:t>4/28/2023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5DBAFD-8257-49BD-970D-D3FAD1BDE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ED908-6950-4D53-B3D7-08A088F9A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B45B-72F8-4AF3-A26B-5CC516C8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588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4D1D2-E79B-4C4E-9A19-847A5A2EE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EE40DD-7D2A-4C71-821F-596D518858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C70EF7-52E8-4ABB-B375-AF6939781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87D980-13E5-4C28-8B6E-F1F4F19DA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76D95-1EF4-4FF9-9B2E-5060D20F8904}" type="datetime1">
              <a:rPr lang="en-US" smtClean="0"/>
              <a:t>4/28/2023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6E3D3-6B71-4800-895E-02E25DBE0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5CE561-E218-4DA8-BD74-0D4287EB9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B45B-72F8-4AF3-A26B-5CC516C8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44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CBE77-DF22-49B5-9C25-346CC0D88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9B24C9-C1F2-42A7-8CE8-BB644374C4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926F2-9192-4BE3-9728-C561E5AB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6584-737E-4D83-ACC0-02CD226F673C}" type="datetime1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8C3D3-DB87-4EA1-A780-8C54BE95E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BA540-BF7E-4EC5-9CC8-04CB23052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B45B-72F8-4AF3-A26B-5CC516C8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63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622B4A-1867-42E3-A495-07CBD4B9B9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9B3DB8-6D06-4DCB-9546-55A168A25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171BF-5F2E-4CA0-8914-C111DF24C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626F9-777A-4400-AF7F-E21C12951646}" type="datetime1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EBC76-E2A3-4D47-AAD6-83F9E2215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70C1E-2F9E-46FD-90A6-3CF96078B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0B45B-72F8-4AF3-A26B-5CC516C8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183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06393D-7AC2-464B-BD2E-D1DA80D04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56DAC-5801-4375-94F2-CD458E5DE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5FE94-AC4C-4E08-ACE6-C085CC28AD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5B996-6342-441E-A9D7-85F9C55D4036}" type="datetime1">
              <a:rPr lang="en-US" smtClean="0"/>
              <a:t>4/28/2023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7D0D5-A90E-4754-8F8D-F0089FA562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The Psalter, 1912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10707-8ED9-40E2-8DC4-A7C864601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0B45B-72F8-4AF3-A26B-5CC516C8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43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#116C What Shall I Render To The Lord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57941" y="2073004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</a:t>
            </a:r>
            <a:r>
              <a:rPr lang="en-CA" sz="2800" dirty="0"/>
              <a:t>What shall I render to the Lord</a:t>
            </a:r>
            <a:br>
              <a:rPr lang="en-CA" sz="2800" dirty="0"/>
            </a:br>
            <a:r>
              <a:rPr lang="en-CA" sz="2800" dirty="0"/>
              <a:t>for all his benefits to me?</a:t>
            </a:r>
            <a:br>
              <a:rPr lang="en-CA" sz="2800" dirty="0"/>
            </a:br>
            <a:r>
              <a:rPr lang="en-CA" sz="2800" dirty="0"/>
              <a:t>How shall my soul, by grace restored,</a:t>
            </a:r>
            <a:br>
              <a:rPr lang="en-CA" sz="2800" dirty="0"/>
            </a:br>
            <a:r>
              <a:rPr lang="en-CA" sz="2800" dirty="0"/>
              <a:t>give worthy thanks, O Lord, to thee?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5DF2F9-6C9E-841C-6EE1-0B4865ED0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</p:spTree>
    <p:extLst>
      <p:ext uri="{BB962C8B-B14F-4D97-AF65-F5344CB8AC3E}">
        <p14:creationId xmlns:p14="http://schemas.microsoft.com/office/powerpoint/2010/main" val="194979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207629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CA" sz="2800" dirty="0"/>
              <a:t>Salvation's cup of blessing now</a:t>
            </a:r>
            <a:br>
              <a:rPr lang="en-CA" sz="2800" dirty="0"/>
            </a:br>
            <a:r>
              <a:rPr lang="en-CA" sz="2800" dirty="0"/>
              <a:t>I take, and call upon God's name;</a:t>
            </a:r>
            <a:br>
              <a:rPr lang="en-CA" sz="2800" dirty="0"/>
            </a:br>
            <a:r>
              <a:rPr lang="en-CA" sz="2800" dirty="0"/>
              <a:t>before his saints I pay my vow</a:t>
            </a:r>
            <a:br>
              <a:rPr lang="en-CA" sz="2800" dirty="0"/>
            </a:br>
            <a:r>
              <a:rPr lang="en-CA" sz="2800" dirty="0"/>
              <a:t>and here my gratitude proclaim.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010A011-4EAF-40B7-4F01-FB892CB67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</p:spTree>
    <p:extLst>
      <p:ext uri="{BB962C8B-B14F-4D97-AF65-F5344CB8AC3E}">
        <p14:creationId xmlns:p14="http://schemas.microsoft.com/office/powerpoint/2010/main" val="59370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207629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US" sz="2800" b="0" i="0" dirty="0">
                <a:solidFill>
                  <a:srgbClr val="222222"/>
                </a:solidFill>
                <a:effectLst/>
              </a:rPr>
              <a:t>His saints the Lord delights to save,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their death is precious in his sight;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he has redeemed me from the grave,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and in his service I delight.</a:t>
            </a:r>
            <a:r>
              <a:rPr lang="en-CA" sz="2800" i="1" dirty="0"/>
              <a:t> 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FCEC18E-EEEA-4D10-7815-9CAB2256C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</p:spTree>
    <p:extLst>
      <p:ext uri="{BB962C8B-B14F-4D97-AF65-F5344CB8AC3E}">
        <p14:creationId xmlns:p14="http://schemas.microsoft.com/office/powerpoint/2010/main" val="3798326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207629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CA" sz="2800" dirty="0"/>
              <a:t>With thankful heart I offer now</a:t>
            </a:r>
            <a:br>
              <a:rPr lang="en-CA" sz="2800" dirty="0"/>
            </a:br>
            <a:r>
              <a:rPr lang="en-CA" sz="2800" dirty="0"/>
              <a:t>my gift, and call upon God's name;</a:t>
            </a:r>
            <a:br>
              <a:rPr lang="en-CA" sz="2800" dirty="0"/>
            </a:br>
            <a:r>
              <a:rPr lang="en-CA" sz="2800" dirty="0"/>
              <a:t>before his saints I pay my vow</a:t>
            </a:r>
            <a:br>
              <a:rPr lang="en-CA" sz="2800" dirty="0"/>
            </a:br>
            <a:r>
              <a:rPr lang="en-CA" sz="2800" dirty="0"/>
              <a:t>and here my gratitude proclaim.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6E49C1-AA22-CF06-5FA8-44601EA96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</p:spTree>
    <p:extLst>
      <p:ext uri="{BB962C8B-B14F-4D97-AF65-F5344CB8AC3E}">
        <p14:creationId xmlns:p14="http://schemas.microsoft.com/office/powerpoint/2010/main" val="1088023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207629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 </a:t>
            </a:r>
            <a:r>
              <a:rPr lang="en-US" sz="2800" b="0" i="0" dirty="0">
                <a:solidFill>
                  <a:srgbClr val="222222"/>
                </a:solidFill>
                <a:effectLst/>
              </a:rPr>
              <a:t>Within his house, the house of prayer,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I dedicate myself to God;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let all his saints his grace declare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and join to sound his praise abroad.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0BFEDAF-F40F-676E-0F77-0BFFCFFAA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The Psalter, 1912</a:t>
            </a:r>
          </a:p>
        </p:txBody>
      </p:sp>
    </p:spTree>
    <p:extLst>
      <p:ext uri="{BB962C8B-B14F-4D97-AF65-F5344CB8AC3E}">
        <p14:creationId xmlns:p14="http://schemas.microsoft.com/office/powerpoint/2010/main" val="4186411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203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#116C What Shall I Render To The Lord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#116C What Shall I Render To The Lord</dc:title>
  <dc:creator>Eric Hoogendoorn</dc:creator>
  <cp:lastModifiedBy>Neil</cp:lastModifiedBy>
  <cp:revision>2</cp:revision>
  <dcterms:created xsi:type="dcterms:W3CDTF">2020-04-25T02:28:58Z</dcterms:created>
  <dcterms:modified xsi:type="dcterms:W3CDTF">2023-04-28T14:49:05Z</dcterms:modified>
</cp:coreProperties>
</file>