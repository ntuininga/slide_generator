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95242E-5632-4665-8677-A6C72E37FE22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526BF-DE8F-4467-BC5A-6C673EBC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87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9BDE-D786-4F51-9561-C80942AC1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83A24-AB68-4ECD-801D-302B8FFA1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7FC9B-39FE-4945-AAFF-E8495515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F052-87F4-4D19-B6C5-DA74017ED025}" type="datetime1">
              <a:rPr lang="en-CA" smtClean="0"/>
              <a:t>2022-06-03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FF175-DC77-421A-8D2F-32A5E1894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61478-2DFC-451D-BE49-6F0109EC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4F0B-C92B-4108-A739-065BFFF6D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9831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7FA4-0801-4DEC-BE83-6515A600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24C78-27D5-4C93-8481-B5B61B57D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1802C-EDE6-4868-B33A-58038E2EC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ACB03-7BFB-434A-8F3C-483B52A7EBE2}" type="datetime1">
              <a:rPr lang="en-CA" smtClean="0"/>
              <a:t>2022-06-03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B6C26-4FF6-46EC-A68B-375DE1B0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99E5E-71D8-47E4-9249-25804F0F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4F0B-C92B-4108-A739-065BFFF6D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123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E9B7-4C06-4940-95F5-2411C508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47305-29A4-499F-8A38-0DB358488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1D7DB-B475-407C-BF28-741088A03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7A4A-A0C4-49A9-B606-3FE24C26FE18}" type="datetime1">
              <a:rPr lang="en-CA" smtClean="0"/>
              <a:t>2022-06-03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23517-B199-4FD3-BA3E-210AE1643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3CC7E-F78B-4C1D-9863-4D7572C6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4F0B-C92B-4108-A739-065BFFF6D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85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9A09-D62A-4DDF-8822-A0088765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592E6-9CEB-4C33-85B5-77FAC89E7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B6BC7-1044-4FD2-BC51-F9844353B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92287-98F2-4A9E-8F3D-E98FA20B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F038-82A9-4AF1-9C5F-434DC1FBDEAF}" type="datetime1">
              <a:rPr lang="en-CA" smtClean="0"/>
              <a:t>2022-06-03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636D6-2559-463D-842C-8B9851140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2D722-8947-41B2-84E1-1F1208F7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4F0B-C92B-4108-A739-065BFFF6D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15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4F87-F724-493F-9910-31C18BAA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CD5CC-21C7-4862-9DAC-34F061EF9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9111F-0C93-4F72-B41C-2187F2D8F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F2788-7C28-4091-B050-0594ACE08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2D3018-EC0D-47B0-85D7-5BA568589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35E5ED-4DD5-45EF-9058-7D720E53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C8D8-91BA-436B-9FAE-43191A356B59}" type="datetime1">
              <a:rPr lang="en-CA" smtClean="0"/>
              <a:t>2022-06-03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285CED-9D4F-4370-A90D-7FD07C8AE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160E-D075-459D-B333-12271DFF5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4F0B-C92B-4108-A739-065BFFF6D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3694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1B549-97F1-4F39-84A2-2864D9BDE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6E95D-236D-4E93-8921-9AAF3A90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813D-4D93-46CE-9692-63DBA14300F8}" type="datetime1">
              <a:rPr lang="en-CA" smtClean="0"/>
              <a:t>2022-06-03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C44D9-06E4-487E-8F4B-F835F5686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70ED7-A98F-43B0-8D39-49BD12C8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4F0B-C92B-4108-A739-065BFFF6D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13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51765-E3DC-4E4A-9261-380993715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72E9-21C2-4744-B259-265CA6F9B82F}" type="datetime1">
              <a:rPr lang="en-CA" smtClean="0"/>
              <a:t>2022-06-03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89800-BB90-436E-9099-27B671A98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33658-42B0-4E3E-800A-FD7DC383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4F0B-C92B-4108-A739-065BFFF6D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456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4729-0817-4BB3-BEF3-030929ED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1EC4C-CA7F-461B-889B-D9F1C0590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21F4C-F6A6-443F-A29B-D3A81C0D3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8D268-4FF6-49FF-A576-BAF8EC22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C9596-BED6-4918-BE81-3975315EBE60}" type="datetime1">
              <a:rPr lang="en-CA" smtClean="0"/>
              <a:t>2022-06-03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2D0B4-AB7B-4E23-AB7B-C315EC50E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F2166-9498-439B-959E-B655B5243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4F0B-C92B-4108-A739-065BFFF6D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06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7D67-54CB-4E23-B3B3-CF16081C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83EF53-8ED0-4BB7-B68B-3AB52C5077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3344F-B9BC-4B57-91C0-7321B5484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6241D-576D-455E-8BF9-83F97971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6850-D5EC-486D-9614-D3D0E2AF49C0}" type="datetime1">
              <a:rPr lang="en-CA" smtClean="0"/>
              <a:t>2022-06-03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32846-BF70-46A9-A1B5-395B3AD9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49CE9-25CF-4C42-AA05-8FADA95D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4F0B-C92B-4108-A739-065BFFF6D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556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900C-A26B-40E9-83D4-CBC8E073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5D570-8EB9-4CD7-9A60-225A49F2B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0EE90-878B-4E87-B844-C11EE112E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02FC-6C30-49BE-8F15-13FE59665340}" type="datetime1">
              <a:rPr lang="en-CA" smtClean="0"/>
              <a:t>2022-06-03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B076B-D93B-47C5-8CCA-4AEBA970C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BE0B1-18F6-421B-AD2A-6FF3C6F0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4F0B-C92B-4108-A739-065BFFF6D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069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873D29-AA21-4072-81F7-DD3EF22D7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91F9E-B099-42CE-94C2-46410E17D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1E526-004B-4DA0-9ED3-4AE172A9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E014-F438-4C99-8A68-65AF097C7C17}" type="datetime1">
              <a:rPr lang="en-CA" smtClean="0"/>
              <a:t>2022-06-03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13C56-2369-4EDE-9A7D-7CAE3557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A4F4E-72BC-46AB-ABA0-4A619615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4F0B-C92B-4108-A739-065BFFF6D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667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273AA-172E-464B-88DA-001AB18DE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B6740-F2A5-4267-918C-466DF94CE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598F3-305B-41B1-898A-827614048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C9EBD-77A0-46EE-87F2-005CD477A799}" type="datetime1">
              <a:rPr lang="en-CA" smtClean="0"/>
              <a:t>2022-06-03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D4C2A-2125-487F-9845-F4FA34373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0C7A7-22D1-44BA-828C-F838CB94E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84F0B-C92B-4108-A739-065BFFF6D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6807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446540-C32C-4996-A0B0-D8B06764EC56}"/>
              </a:ext>
            </a:extLst>
          </p:cNvPr>
          <p:cNvSpPr txBox="1"/>
          <p:nvPr/>
        </p:nvSpPr>
        <p:spPr>
          <a:xfrm>
            <a:off x="785812" y="228600"/>
            <a:ext cx="10620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#143A Hear Now My Prayer, O LORD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99A9A-6578-4FBA-B3CC-6FB865E46FEA}"/>
              </a:ext>
            </a:extLst>
          </p:cNvPr>
          <p:cNvSpPr txBox="1"/>
          <p:nvPr/>
        </p:nvSpPr>
        <p:spPr>
          <a:xfrm>
            <a:off x="2066924" y="2090172"/>
            <a:ext cx="80581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Hear now my prayer, O LORD;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cry for mercy heed.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righteousness and truth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 near to meet my need.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do not judge me in your sight,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in your presence none is right.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F13D00-092D-0B16-23D3-AABBBB67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1368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8304E1-0E86-4982-A1E0-AA7ADDB123E8}"/>
              </a:ext>
            </a:extLst>
          </p:cNvPr>
          <p:cNvSpPr txBox="1"/>
          <p:nvPr/>
        </p:nvSpPr>
        <p:spPr>
          <a:xfrm>
            <a:off x="2343150" y="2090172"/>
            <a:ext cx="75057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The foe has hounded 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crushed me to the ground,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darkness made me dwell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 those in death long bound.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so my spirit is afraid;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heart within me is dismayed.</a:t>
            </a:r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1171E-5D77-DE09-AA31-1CF270CF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826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7C4473-E825-409E-8A08-31DFDD19F3B0}"/>
              </a:ext>
            </a:extLst>
          </p:cNvPr>
          <p:cNvSpPr txBox="1"/>
          <p:nvPr/>
        </p:nvSpPr>
        <p:spPr>
          <a:xfrm>
            <a:off x="1919287" y="2090172"/>
            <a:ext cx="83534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I call to mind, O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days and years long gone;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ponder all your works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what your hands have done.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you in prayer I stretch my hands;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you I thirst, like arid lands.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B8460-FB0E-7105-C711-1F15BDEC9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369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463BD2-F4D0-4434-AC40-9160686B707F}"/>
              </a:ext>
            </a:extLst>
          </p:cNvPr>
          <p:cNvSpPr txBox="1"/>
          <p:nvPr/>
        </p:nvSpPr>
        <p:spPr>
          <a:xfrm>
            <a:off x="2062162" y="2090172"/>
            <a:ext cx="80676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My spirit fails, O LORD;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come quickly to my side.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Hide not from me your face,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lest to the pit I slide.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morning bring your love anew,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I have put my trust in you.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4C692D-1F17-365C-D243-263579ABE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4576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7EC728-EC84-404C-AF89-F05F493423F8}"/>
              </a:ext>
            </a:extLst>
          </p:cNvPr>
          <p:cNvSpPr txBox="1"/>
          <p:nvPr/>
        </p:nvSpPr>
        <p:spPr>
          <a:xfrm>
            <a:off x="1633537" y="2090172"/>
            <a:ext cx="89249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To you I lift my soul;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show me the way to go.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hide myself in you;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save me from my foe.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Teach me, my God, to do your will;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 your good Spirit lead me still.</a:t>
            </a:r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1D93B1-5FED-0265-7D99-F049F722D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977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EFB483-E964-499B-8A53-9750C969C49D}"/>
              </a:ext>
            </a:extLst>
          </p:cNvPr>
          <p:cNvSpPr txBox="1"/>
          <p:nvPr/>
        </p:nvSpPr>
        <p:spPr>
          <a:xfrm>
            <a:off x="2076450" y="2090172"/>
            <a:ext cx="8039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O LORD, for your name’s sake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revive my waning life;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righteousness redeem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soul from painful strife.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Destroy my foes, in love for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because I serve you faithfully.</a:t>
            </a:r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0A2983-C8D4-6FF2-82DA-1D93FAA0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0935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330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2021-05-29T17:18:04Z</dcterms:created>
  <dcterms:modified xsi:type="dcterms:W3CDTF">2022-06-03T20:57:27Z</dcterms:modified>
</cp:coreProperties>
</file>