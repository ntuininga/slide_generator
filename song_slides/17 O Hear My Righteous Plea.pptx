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C6205-A1F5-4ED6-B9DC-65F8865070FD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64639-E730-4145-812A-A6874CD4F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0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2984-4A12-C144-6562-AA2BE3939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C66CA-FC9A-78BE-7085-507B866C1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E401C-0855-8C7C-BECA-E9F6FF5F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6BD4D-7684-4409-B1A4-BE6C37A71596}" type="datetime1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7450A-5354-699D-CAC4-43E5110C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F5DD-BD1F-8CFF-7821-B9A351B3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8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5B1E-3B10-E373-5E3B-705D350D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29F5D-A38B-CB9A-0F09-353EBA03A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F24B-0F44-EBB2-6E73-2BC03D45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D644D-25E4-4C94-AE2F-963ADE21142B}" type="datetime1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9FCCA-BBDE-EFCD-D82F-F55C39EE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CD97C-1E66-5AD7-7C58-57AA0FB3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7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A9F9-8044-B352-0C09-DD0A96A4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B6555-7CBA-D3C5-59A3-6DE4EF3BB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B9A8-1E52-E31D-C1A4-F942B2E2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A8A6B-D429-41C8-9DC0-3AB6D273E960}" type="datetime1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7005E-3C3C-F1A6-11BE-54A0C5DC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1FE46-E9BC-2EEF-0551-E1DD9F14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1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1697-61A0-E164-65AF-16F3919E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D078-9C90-3187-A7F1-A7404DBDD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79E24-B1E9-4F32-94C9-2ECBF0A53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559DD-A31C-BDB0-803D-A2E1BE6B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6601-1791-4E40-89EA-0171423F05DF}" type="datetime1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B99D4-E712-C311-76EA-E146EBB6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7BE7A-E3B0-0EDC-C2C6-15E74475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C2F1-736A-4158-D2E2-C1072773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69FC7-FBF7-55E6-9DC0-377024C8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3C525-796E-EA77-048E-FD1E1FDBD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026D5-03D7-1801-23AA-B31AF1176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32302A-CA01-A531-7EBD-E884B7F9B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CC14C-F10B-7332-9CE3-A76FC58B5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FD6D-218C-4D7B-8D20-682BBAC5E756}" type="datetime1">
              <a:rPr lang="en-US" smtClean="0"/>
              <a:t>12/1/2023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7C2D4-DFDC-734B-0D95-38AD4CF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7246D-84B3-AA6A-54BF-5C0C63C1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6B3A-478B-C017-FCB4-EA5F5800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77B9F-C229-B6DF-CC7B-DF09B4652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5E76-4F4A-4672-A363-7C9BD0CB36E3}" type="datetime1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C944F-D16E-0213-DB67-F63CBE17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906CB-AFBF-691B-DB02-0D9C4B86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770A5-1778-501F-BB47-A0DC2B46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69D8-8208-421B-B5F8-5A7E8A31BCB5}" type="datetime1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9CC44-A789-E1B2-264A-4CE6A1D4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AFED0-4B90-0389-7419-933C0605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2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C943-FC9B-BE7A-F7C8-4139FE34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CD89-D64B-2C5E-A1B3-A754E943D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012A8-0833-9C84-884C-4B372F0DC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E91BD-3210-6178-F9E7-DEA7D452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AEF-0BDC-47BC-ABD5-E107C8A00B5F}" type="datetime1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BC0FD-BF98-4373-7C65-4E5711F7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2FC12-5DDB-2784-1F3A-46466B2D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54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F6AF-BF13-0187-338F-91D67E2B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8B6E7-1B01-1E67-C51A-DCC8BD15B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BAA40-85B8-0CD5-A7B5-B9F011CB0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E3088-0800-923C-C0EB-1FBCDBA0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0A630-84F9-4FBB-828D-C918FB49530A}" type="datetime1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234D5-8B6B-07C8-7E74-9713ABDF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74DD0-0145-E4A7-8FC7-5DFB2542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9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73BC-C7B3-94D0-8023-A686D08F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5F67E-5DE0-A6FD-2E79-4CE210761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E1459-74F8-7636-4CC1-E09CF081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44105-CC14-49F5-A255-8C0554250DDE}" type="datetime1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1FF60-4D83-2379-D2DA-6298963D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1335F-9F96-1373-1982-16CAA04A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9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0ABCF-6619-F469-13B3-932B5417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32E25-43B6-5E47-C72F-26382FE52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A2C41-45AB-FA7B-EC7F-0FA06E1D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FFF1-3AA2-416F-9715-C2C39F731F65}" type="datetime1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ED19-6E9E-4EB2-BED7-F53C2668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2070-EDC2-2908-22AE-F119A3FF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3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873F9-35A7-F280-6CB1-0B0B645F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E6C4D-E734-9171-357A-1079BD059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5C53B-9FD6-916D-1EB3-D8B5D5E4B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67701-28C8-4FC8-BCB1-F58E5E2634D3}" type="datetime1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6700B-5A16-33A4-7CC2-E47347F31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8240-6D05-DB5D-73A4-0FE379B70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8864F-F08B-4D3A-AEE0-CDAFDD23B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A6D4-598A-7944-A785-4D4CFD4A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#17 O Hear My Righteous Plea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7118C-7478-2DCB-7A43-1F1D2B679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hear my righteous plea, </a:t>
            </a:r>
          </a:p>
          <a:p>
            <a:pPr marL="0" indent="0" algn="ctr">
              <a:buNone/>
            </a:pPr>
            <a:r>
              <a:rPr lang="en-US" dirty="0"/>
              <a:t>Lord, and listen to my cry!</a:t>
            </a:r>
          </a:p>
          <a:p>
            <a:pPr marL="0" indent="0" algn="ctr">
              <a:buNone/>
            </a:pPr>
            <a:r>
              <a:rPr lang="en-US" dirty="0"/>
              <a:t>Give ear unto my prayer made </a:t>
            </a:r>
          </a:p>
          <a:p>
            <a:pPr marL="0" indent="0" algn="ctr">
              <a:buNone/>
            </a:pPr>
            <a:r>
              <a:rPr lang="en-US" dirty="0"/>
              <a:t>from lips that do not lie!</a:t>
            </a:r>
          </a:p>
          <a:p>
            <a:pPr marL="0" indent="0" algn="ctr">
              <a:buNone/>
            </a:pPr>
            <a:r>
              <a:rPr lang="en-US" dirty="0"/>
              <a:t>From heaven send approval </a:t>
            </a:r>
          </a:p>
          <a:p>
            <a:pPr marL="0" indent="0" algn="ctr">
              <a:buNone/>
            </a:pPr>
            <a:r>
              <a:rPr lang="en-US" dirty="0"/>
              <a:t>and vindicate my name</a:t>
            </a:r>
          </a:p>
          <a:p>
            <a:pPr marL="0" indent="0" algn="ctr">
              <a:buNone/>
            </a:pPr>
            <a:r>
              <a:rPr lang="en-US" dirty="0"/>
              <a:t>O may your eyes the right see </a:t>
            </a:r>
          </a:p>
          <a:p>
            <a:pPr marL="0" indent="0" algn="ctr">
              <a:buNone/>
            </a:pPr>
            <a:r>
              <a:rPr lang="en-US" dirty="0"/>
              <a:t>and set me free from blame.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8FFFE-F326-AB1E-5C87-AAE396A5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1697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DBE9-857F-C830-A7DD-6C02C67A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From works of men you guard me,</a:t>
            </a:r>
          </a:p>
          <a:p>
            <a:pPr marL="0" indent="0" algn="ctr">
              <a:buNone/>
            </a:pPr>
            <a:r>
              <a:rPr lang="en-US" dirty="0"/>
              <a:t> your word preserves my way. </a:t>
            </a:r>
          </a:p>
          <a:p>
            <a:pPr marL="0" indent="0" algn="ctr">
              <a:buNone/>
            </a:pPr>
            <a:r>
              <a:rPr lang="en-US" dirty="0"/>
              <a:t>My steps held to your pathways,</a:t>
            </a:r>
          </a:p>
          <a:p>
            <a:pPr marL="0" indent="0" algn="ctr">
              <a:buNone/>
            </a:pPr>
            <a:r>
              <a:rPr lang="en-US" dirty="0"/>
              <a:t>My feet went not astray.</a:t>
            </a:r>
          </a:p>
          <a:p>
            <a:pPr marL="0" indent="0" algn="ctr">
              <a:buNone/>
            </a:pPr>
            <a:r>
              <a:rPr lang="en-US" dirty="0"/>
              <a:t>I call on you, O Lord God,</a:t>
            </a:r>
          </a:p>
          <a:p>
            <a:pPr marL="0" indent="0" algn="ctr">
              <a:buNone/>
            </a:pPr>
            <a:r>
              <a:rPr lang="en-US" dirty="0"/>
              <a:t>For you will answer me;</a:t>
            </a:r>
          </a:p>
          <a:p>
            <a:pPr marL="0" indent="0" algn="ctr">
              <a:buNone/>
            </a:pPr>
            <a:r>
              <a:rPr lang="en-US" dirty="0"/>
              <a:t>Incline your ear to listen, </a:t>
            </a:r>
          </a:p>
          <a:p>
            <a:pPr marL="0" indent="0" algn="ctr">
              <a:buNone/>
            </a:pPr>
            <a:r>
              <a:rPr lang="en-US" dirty="0"/>
              <a:t>And hear my earnest plea.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AB3BEF-6D93-6EFA-9150-39C0F317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4205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8CB1-4BA9-FCAD-9194-8DF80F385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Show steadfast love,</a:t>
            </a:r>
          </a:p>
          <a:p>
            <a:pPr marL="0" indent="0" algn="ctr">
              <a:buNone/>
            </a:pPr>
            <a:r>
              <a:rPr lang="en-US" dirty="0"/>
              <a:t>O Savior of those at your right hand</a:t>
            </a:r>
          </a:p>
          <a:p>
            <a:pPr marL="0" indent="0" algn="ctr">
              <a:buNone/>
            </a:pPr>
            <a:r>
              <a:rPr lang="en-US" dirty="0"/>
              <a:t>Who flee to you for refuge </a:t>
            </a:r>
          </a:p>
          <a:p>
            <a:pPr marL="0" indent="0" algn="ctr">
              <a:buNone/>
            </a:pPr>
            <a:r>
              <a:rPr lang="en-US" dirty="0"/>
              <a:t>when foes against them stand</a:t>
            </a:r>
          </a:p>
          <a:p>
            <a:pPr marL="0" indent="0" algn="ctr">
              <a:buNone/>
            </a:pPr>
            <a:r>
              <a:rPr lang="en-US" dirty="0"/>
              <a:t>Beneath your wings O hide me,</a:t>
            </a:r>
          </a:p>
          <a:p>
            <a:pPr marL="0" indent="0" algn="ctr">
              <a:buNone/>
            </a:pPr>
            <a:r>
              <a:rPr lang="en-US" dirty="0"/>
              <a:t>The apple of your eye.</a:t>
            </a:r>
          </a:p>
          <a:p>
            <a:pPr marL="0" indent="0" algn="ctr">
              <a:buNone/>
            </a:pPr>
            <a:r>
              <a:rPr lang="en-US" dirty="0"/>
              <a:t>Protect me from the violent</a:t>
            </a:r>
          </a:p>
          <a:p>
            <a:pPr marL="0" indent="0" algn="ctr">
              <a:buNone/>
            </a:pPr>
            <a:r>
              <a:rPr lang="en-US" dirty="0"/>
              <a:t>Who press on every side.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7DBCFD-DB15-6AF8-676E-5C2B7936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554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8CB1-4BA9-FCAD-9194-8DF80F385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They close their hearts to pity;</a:t>
            </a:r>
          </a:p>
          <a:p>
            <a:pPr marL="0" indent="0" algn="ctr">
              <a:buNone/>
            </a:pPr>
            <a:r>
              <a:rPr lang="en-US" dirty="0"/>
              <a:t> they speak with swelling pride.</a:t>
            </a:r>
          </a:p>
          <a:p>
            <a:pPr marL="0" indent="0" algn="ctr">
              <a:buNone/>
            </a:pPr>
            <a:r>
              <a:rPr lang="en-US" dirty="0"/>
              <a:t>Our steps they have surrounded,</a:t>
            </a:r>
          </a:p>
          <a:p>
            <a:pPr marL="0" indent="0" algn="ctr">
              <a:buNone/>
            </a:pPr>
            <a:r>
              <a:rPr lang="en-US" dirty="0"/>
              <a:t> they press on </a:t>
            </a:r>
            <a:r>
              <a:rPr lang="en-US" dirty="0" err="1"/>
              <a:t>ev’ry</a:t>
            </a:r>
            <a:r>
              <a:rPr lang="en-US" dirty="0"/>
              <a:t> side.</a:t>
            </a:r>
          </a:p>
          <a:p>
            <a:pPr marL="0" indent="0" algn="ctr">
              <a:buNone/>
            </a:pPr>
            <a:r>
              <a:rPr lang="en-US" dirty="0"/>
              <a:t>They eyes make us their target</a:t>
            </a:r>
          </a:p>
          <a:p>
            <a:pPr marL="0" indent="0" algn="ctr">
              <a:buNone/>
            </a:pPr>
            <a:r>
              <a:rPr lang="en-US" dirty="0"/>
              <a:t> to cast us to the ground.</a:t>
            </a:r>
          </a:p>
          <a:p>
            <a:pPr marL="0" indent="0" algn="ctr">
              <a:buNone/>
            </a:pPr>
            <a:r>
              <a:rPr lang="en-US" dirty="0"/>
              <a:t>Like hungry lions stalking,</a:t>
            </a:r>
          </a:p>
          <a:p>
            <a:pPr marL="0" indent="0" algn="ctr">
              <a:buNone/>
            </a:pPr>
            <a:r>
              <a:rPr lang="en-US" dirty="0"/>
              <a:t> they crouch without a sound.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1A8028-D3F8-8D08-66BE-6C5D7CA8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3736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D78D-F193-76CE-18FA-362000DCB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Arise, confront, subdue him</a:t>
            </a:r>
          </a:p>
          <a:p>
            <a:pPr marL="0" indent="0" algn="ctr">
              <a:buNone/>
            </a:pPr>
            <a:r>
              <a:rPr lang="en-US" dirty="0"/>
              <a:t>And bring him down, O LORD;</a:t>
            </a:r>
          </a:p>
          <a:p>
            <a:pPr marL="0" indent="0" algn="ctr">
              <a:buNone/>
            </a:pPr>
            <a:r>
              <a:rPr lang="en-US" dirty="0"/>
              <a:t>Release my soul from sinners</a:t>
            </a:r>
          </a:p>
          <a:p>
            <a:pPr marL="0" indent="0" algn="ctr">
              <a:buNone/>
            </a:pPr>
            <a:r>
              <a:rPr lang="en-US" dirty="0"/>
              <a:t>And free me by your sword</a:t>
            </a:r>
          </a:p>
          <a:p>
            <a:pPr marL="0" indent="0" algn="ctr">
              <a:buNone/>
            </a:pPr>
            <a:r>
              <a:rPr lang="en-US" dirty="0"/>
              <a:t>O save me by your hand, LORD,</a:t>
            </a:r>
          </a:p>
          <a:p>
            <a:pPr marL="0" indent="0" algn="ctr">
              <a:buNone/>
            </a:pPr>
            <a:r>
              <a:rPr lang="en-US" dirty="0"/>
              <a:t>From men who love the world, </a:t>
            </a:r>
          </a:p>
          <a:p>
            <a:pPr marL="0" indent="0" algn="ctr">
              <a:buNone/>
            </a:pPr>
            <a:r>
              <a:rPr lang="en-US" dirty="0"/>
              <a:t>In earthly life is stored.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E4CC01-06AD-E52A-1DF8-C2751C33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1516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73C81-E379-ECFD-C496-BA3175EDC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You fill their life with treasure;</a:t>
            </a:r>
          </a:p>
          <a:p>
            <a:pPr marL="0" indent="0" algn="ctr">
              <a:buNone/>
            </a:pPr>
            <a:r>
              <a:rPr lang="en-US" dirty="0"/>
              <a:t>Their sons are satisfied.</a:t>
            </a:r>
          </a:p>
          <a:p>
            <a:pPr marL="0" indent="0" algn="ctr">
              <a:buNone/>
            </a:pPr>
            <a:r>
              <a:rPr lang="en-US" dirty="0"/>
              <a:t>They leave their young the fortune</a:t>
            </a:r>
          </a:p>
          <a:p>
            <a:pPr marL="0" indent="0" algn="ctr">
              <a:buNone/>
            </a:pPr>
            <a:r>
              <a:rPr lang="en-US" dirty="0"/>
              <a:t>Which they have set aside.</a:t>
            </a:r>
          </a:p>
          <a:p>
            <a:pPr marL="0" indent="0" algn="ctr">
              <a:buNone/>
            </a:pPr>
            <a:r>
              <a:rPr lang="en-US" dirty="0"/>
              <a:t>But I, in vindication,</a:t>
            </a:r>
          </a:p>
          <a:p>
            <a:pPr marL="0" indent="0" algn="ctr">
              <a:buNone/>
            </a:pPr>
            <a:r>
              <a:rPr lang="en-US" dirty="0"/>
              <a:t>Your face will surely see;</a:t>
            </a:r>
          </a:p>
          <a:p>
            <a:pPr marL="0" indent="0" algn="ctr">
              <a:buNone/>
            </a:pPr>
            <a:r>
              <a:rPr lang="en-US" dirty="0"/>
              <a:t>When waking to your likeness,</a:t>
            </a:r>
          </a:p>
          <a:p>
            <a:pPr marL="0" indent="0" algn="ctr">
              <a:buNone/>
            </a:pPr>
            <a:r>
              <a:rPr lang="en-US" dirty="0"/>
              <a:t>I satisfied will be.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942CBC-B53D-6E26-626B-1B717543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3729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375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#17 O Hear My Righteous Plea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#17 O Hear My Righteous Plea</dc:title>
  <dc:creator>Neil Tuininga</dc:creator>
  <cp:lastModifiedBy>Neil Tuininga</cp:lastModifiedBy>
  <cp:revision>5</cp:revision>
  <dcterms:created xsi:type="dcterms:W3CDTF">2022-07-02T02:28:13Z</dcterms:created>
  <dcterms:modified xsi:type="dcterms:W3CDTF">2023-12-01T17:32:55Z</dcterms:modified>
</cp:coreProperties>
</file>