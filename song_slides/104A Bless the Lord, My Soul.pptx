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62" r:id="rId5"/>
    <p:sldId id="265" r:id="rId6"/>
    <p:sldId id="263" r:id="rId7"/>
    <p:sldId id="264" r:id="rId8"/>
    <p:sldId id="258" r:id="rId9"/>
    <p:sldId id="261" r:id="rId10"/>
    <p:sldId id="259" r:id="rId11"/>
    <p:sldId id="260" r:id="rId12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F4F91DE7-2989-4588-B4A0-2E77C1B849FB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5/18/2024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A05B433-97C0-47EB-8841-3A5F5F7EDB8F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E768757E-AD82-47A1-B5BF-12B5B3DC386C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5/18/2024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61FE0C8-34DD-4A02-9EF8-8A81FEA7830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#104A Bless the Lord, My Soul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157356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1.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the Lord, my soul! O Lord my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God, you are so very great.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You are clothed with glorious beauty;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Wrapped in robes of holy light.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who stretches out the heavens,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Like a curtain vast and wide,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Builds his great celestial chambers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On the heav’nly waters high. 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7752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2.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makes clouds of heav’n his chariot;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On the wings of wind he rides.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makes flames of fire his servants;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Winds obey what he decides.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established earth’s foundations,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Surely it cannot be moved,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Covered it with seas like clothing;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Mountains ‘neath the waters stood.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7752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3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.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But when you rebuked the waters,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At your thunder they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took fright;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They receded to the valleys,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Flowing down the mountain’s height.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Flowing </a:t>
            </a:r>
            <a:r>
              <a:rPr lang="en-CA" sz="2800" b="0" strike="noStrike" spc="-1" dirty="0" err="1">
                <a:solidFill>
                  <a:srgbClr val="000000"/>
                </a:solidFill>
                <a:latin typeface="Calibri"/>
              </a:rPr>
              <a:t>totheir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 place ap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pointed,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You set bounds where they remain;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Never shall the mighty waters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 overwhelm the land again.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  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001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7752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5.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He makes grass to grow for cattle,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Plants for man to cultivate – 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Bringing from the earth its produce,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Food for all mankind to eat.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He makes wine to cheer the people,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Bringing joy to each man’s heart,</a:t>
            </a:r>
          </a:p>
          <a:p>
            <a:pPr algn="ctr">
              <a:lnSpc>
                <a:spcPct val="100000"/>
              </a:lnSpc>
            </a:pPr>
            <a:r>
              <a:rPr lang="en-CA" sz="2800" spc="-1">
                <a:solidFill>
                  <a:srgbClr val="000000"/>
                </a:solidFill>
                <a:latin typeface="Calibri"/>
              </a:rPr>
              <a:t>Oil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that makes his face resplendent,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Bread that strength and health impart.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573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7752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514350" indent="-514350" algn="ctr">
              <a:lnSpc>
                <a:spcPct val="100000"/>
              </a:lnSpc>
              <a:buAutoNum type="arabicPeriod" startAt="6"/>
            </a:pPr>
            <a:r>
              <a:rPr lang="en-CA" sz="2800" strike="noStrike" spc="-1" dirty="0">
                <a:solidFill>
                  <a:srgbClr val="000000"/>
                </a:solidFill>
                <a:latin typeface="Calibri"/>
              </a:rPr>
              <a:t>Plenteous water feeds the forests,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Trees which to the Lord belong,</a:t>
            </a:r>
          </a:p>
          <a:p>
            <a:pPr algn="ctr">
              <a:lnSpc>
                <a:spcPct val="100000"/>
              </a:lnSpc>
            </a:pPr>
            <a:r>
              <a:rPr lang="en-CA" sz="2800" strike="noStrike" spc="-1" dirty="0">
                <a:solidFill>
                  <a:srgbClr val="000000"/>
                </a:solidFill>
                <a:latin typeface="Calibri"/>
              </a:rPr>
              <a:t>Mighty cedars that he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 planted</a:t>
            </a:r>
          </a:p>
          <a:p>
            <a:pPr algn="ctr">
              <a:lnSpc>
                <a:spcPct val="100000"/>
              </a:lnSpc>
            </a:pPr>
            <a:r>
              <a:rPr lang="en-CA" sz="2800" strike="noStrike" spc="-1" dirty="0">
                <a:solidFill>
                  <a:srgbClr val="000000"/>
                </a:solidFill>
                <a:latin typeface="Calibri"/>
              </a:rPr>
              <a:t>On the heights of Lebanon.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Birds reside among the cedars;</a:t>
            </a:r>
          </a:p>
          <a:p>
            <a:pPr algn="ctr">
              <a:lnSpc>
                <a:spcPct val="100000"/>
              </a:lnSpc>
            </a:pPr>
            <a:r>
              <a:rPr lang="en-CA" sz="2800" strike="noStrike" spc="-1" dirty="0">
                <a:solidFill>
                  <a:srgbClr val="000000"/>
                </a:solidFill>
                <a:latin typeface="Calibri"/>
              </a:rPr>
              <a:t>Storks upon the pine trees nest.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Goats live high above in mountains;</a:t>
            </a:r>
          </a:p>
          <a:p>
            <a:pPr algn="ctr">
              <a:lnSpc>
                <a:spcPct val="100000"/>
              </a:lnSpc>
            </a:pPr>
            <a:r>
              <a:rPr lang="en-CA" sz="2800" strike="noStrike" spc="-1" dirty="0">
                <a:solidFill>
                  <a:srgbClr val="000000"/>
                </a:solidFill>
                <a:latin typeface="Calibri"/>
              </a:rPr>
              <a:t>Rabbits in the crags find rest.</a:t>
            </a:r>
            <a:endParaRPr lang="en-CA" sz="2800" strike="noStrike" spc="-1" dirty="0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309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7752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7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 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See the moon, which marks the seasons,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Setting sun which knows its time;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You bring night by making darkness 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When the beasts through forests roam.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Lions roar throughout the forest,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While from </a:t>
            </a:r>
            <a:r>
              <a:rPr lang="en-CA" sz="2800" spc="-1">
                <a:solidFill>
                  <a:srgbClr val="000000"/>
                </a:solidFill>
                <a:latin typeface="Calibri"/>
              </a:rPr>
              <a:t>God they seek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their prey;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Then at dawn in dens they gather.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Man goes to his toil all day.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790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157752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8.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Lord, how many are your wonders!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Wisely you have made them all.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Earth is full of all your creatures,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living things both great and small.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Here’s the sea, so vast and spacious,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filled with life that multiplies. 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There leviathan is playing;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there the sailing ships pass by.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157752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9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All your creatures look to you, Lord,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Waiting for the food they need.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When you give, your creatures gather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From your 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open hand they feed.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When you hide your face, they’re troubled;</a:t>
            </a:r>
          </a:p>
          <a:p>
            <a:pPr algn="ctr">
              <a:lnSpc>
                <a:spcPct val="100000"/>
              </a:lnSpc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Lifeless, they to dust go down.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When you send your 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Spirit, you</a:t>
            </a: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Create them and renew the ground.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396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157752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10.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May the glory of the Lord our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God endure eternally;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May the Lord rejoice in all his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Mighty works and glorious deeds,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looks on his whole creation,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Causing earth to shake in fear,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He makes all the mountains tremble;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Smoke and flames of fire appear.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0" y="157752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11.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 will praise the Lord my God with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All my life and all my voice.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May my meditation please him,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For I, in the Lord, rejoice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Let all sinners be demolished;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Let the wicked be no more!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Bless the Lord, my soul, O praise him!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Come, my soul, and praise the Lord!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689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#104A Bless the Lord, My Soul</dc:title>
  <dc:subject/>
  <dc:creator>Eric Hoogendoorn</dc:creator>
  <dc:description/>
  <cp:lastModifiedBy>Neil Tuininga</cp:lastModifiedBy>
  <cp:revision>7</cp:revision>
  <dcterms:created xsi:type="dcterms:W3CDTF">2020-07-17T23:28:05Z</dcterms:created>
  <dcterms:modified xsi:type="dcterms:W3CDTF">2024-05-19T03:56:30Z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