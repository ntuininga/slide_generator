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0" d="100"/>
          <a:sy n="110" d="100"/>
        </p:scale>
        <p:origin x="492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6CDE4-2839-4490-815C-E622F3EA4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7A6919-6506-4044-8F7D-5FE6CCCEFC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F596F4-7B54-4DC7-93B8-C8B93BA0C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6F034-EB02-45C4-9197-7F42351CC8C5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E0CBD2-567E-4457-B87E-22E01B2DA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EC99D7-6818-48B2-A95D-6241362A9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B5A30-E68E-49B5-9EE6-66A01C9AD7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7814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9AE5A-1F94-45F6-A1C6-0FF0B367A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E435A4-451C-468D-A028-BBB4149D49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FDFDFC-92D6-4F49-A398-E0CE2483F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6F034-EB02-45C4-9197-7F42351CC8C5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25798C-A327-4CAC-9AC2-9AEB591E4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5E7E6C-4AB0-4373-A8A7-66DF718F4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B5A30-E68E-49B5-9EE6-66A01C9AD7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8744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6D330-8C37-4679-9FF8-7E46984DA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A45FB6-A673-4A47-9AE1-B58F643B2C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D0D633-64D2-48EF-A729-82630B26C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6F034-EB02-45C4-9197-7F42351CC8C5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3C3B3-1EEB-465A-B07A-347557EFF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556EAB-DCDF-4BE6-A479-39A3AEBA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B5A30-E68E-49B5-9EE6-66A01C9AD7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010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596D4-C755-4B15-8CC8-ECD9AA982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731909-8E74-463C-89E1-28793569C1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1F8133-6D3D-47E4-8AE7-0A6C78D756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EC15A3-3091-413A-9BB3-62BDDBEAC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6F034-EB02-45C4-9197-7F42351CC8C5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10E8A-6FCE-4A82-9F3B-CC584FE6F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FB1D69-0111-44BD-89CE-CFA87EF38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B5A30-E68E-49B5-9EE6-66A01C9AD7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7660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2C727-A013-4B50-BAF4-B2BF8F1A7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B96805-0845-407C-B31C-B9A48B60FC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941BF8-D5C5-4830-835A-72082ECD81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4475D-CA90-4F71-BAEE-7B8F800D8C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251808-B7BE-4C43-8B76-532F9BA62E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8791A0-50C2-4D8C-9695-E5D466614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6F034-EB02-45C4-9197-7F42351CC8C5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1560BB-2FAF-4EE7-96D9-0FCDAAF00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D3AFBA-BEC2-4920-AA2B-B7F2BC828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B5A30-E68E-49B5-9EE6-66A01C9AD7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4833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E3A93-CD82-4532-B0A2-E04FECE24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A5C3AB-9A87-45CC-B084-918ECC2D8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6F034-EB02-45C4-9197-7F42351CC8C5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721328-46EC-47AB-8AE8-8F36B94F8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99757C-C21B-4A34-BC66-9D730C958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B5A30-E68E-49B5-9EE6-66A01C9AD7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986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59AEA7-68DE-4C96-9FBB-859E08B75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6F034-EB02-45C4-9197-7F42351CC8C5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B19A5B-60C7-4894-A73A-B43130923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40A96F-1CEE-4015-9375-3B3262E97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B5A30-E68E-49B5-9EE6-66A01C9AD7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1562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0B815-B0D3-45DB-9C48-7728A02B9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BCFA2B-33C8-43E5-8D34-11FE97D6A4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241B72-B740-4856-87CD-03B7DABCA9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B4144D-C841-4145-88A3-0CBE5C771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6F034-EB02-45C4-9197-7F42351CC8C5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AD965E-FB19-4E2E-BB24-8FC59066A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5FB576-0711-4BA6-9726-0FC3F487F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B5A30-E68E-49B5-9EE6-66A01C9AD7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5588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3638D-81B5-4344-A2FA-50147D00E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05A074-ED29-4203-B94D-E965242F36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D6B30F-EAFF-49F9-856A-9D14F88D89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B06D4E-0AC5-4B6A-8312-209FE10A0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6F034-EB02-45C4-9197-7F42351CC8C5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B56064-E05B-4432-99AD-B97338C64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1EFB32-ACE7-4154-A965-24FE8FC05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B5A30-E68E-49B5-9EE6-66A01C9AD7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421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B48F9-CA56-4E2A-B319-01AFE5D62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4BBB94-2D23-4ED5-BD7D-0EBBE42F56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4DF2AC-99D2-498B-8195-AA969EEA9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6F034-EB02-45C4-9197-7F42351CC8C5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C728E3-A6C0-4595-BE24-719706C80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1CA7C-F631-4B98-B93A-4AE0C0A26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B5A30-E68E-49B5-9EE6-66A01C9AD7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3870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A2CC51-C336-49E7-B19B-8D0DEC790C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D5FD12-9126-4D35-9ABF-F9221BC9E9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316811-4CD2-4B5A-ACD6-5E7278677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6F034-EB02-45C4-9197-7F42351CC8C5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82B19A-9F03-40BE-B32E-D43A07FB3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78C42B-87B5-4A98-AF3F-FA4769D26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B5A30-E68E-49B5-9EE6-66A01C9AD7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667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E56A9B-EB83-4E7B-9A09-3592DDAFD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EAA027-398E-474F-829D-10AB140873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EA33AF-425D-4883-852E-25D7AC051A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86F034-EB02-45C4-9197-7F42351CC8C5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D83431-0BA5-4AA9-BF99-5E27C1CBE1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147A44-1FAF-46C9-8581-AB955E8799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3B5A30-E68E-49B5-9EE6-66A01C9AD7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697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#134 Come Bless The Lord With One Accord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847606" y="1613118"/>
            <a:ext cx="1090863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1</a:t>
            </a:r>
            <a:r>
              <a:rPr lang="en-CA" sz="2800" dirty="0"/>
              <a:t>. Come, bless the LORD with one accord,</a:t>
            </a:r>
            <a:br>
              <a:rPr lang="en-CA" sz="2800" dirty="0"/>
            </a:br>
            <a:r>
              <a:rPr lang="en-CA" sz="2800" dirty="0"/>
              <a:t>you faithful servants of the LORD,</a:t>
            </a:r>
            <a:br>
              <a:rPr lang="en-CA" sz="2800" dirty="0"/>
            </a:br>
            <a:r>
              <a:rPr lang="en-CA" sz="2800" dirty="0"/>
              <a:t>who in his house do stand by night,</a:t>
            </a:r>
            <a:br>
              <a:rPr lang="en-CA" sz="2800" dirty="0"/>
            </a:br>
            <a:r>
              <a:rPr lang="en-CA" sz="2800" dirty="0"/>
              <a:t>and praise him there with all your might.</a:t>
            </a:r>
          </a:p>
        </p:txBody>
      </p:sp>
    </p:spTree>
    <p:extLst>
      <p:ext uri="{BB962C8B-B14F-4D97-AF65-F5344CB8AC3E}">
        <p14:creationId xmlns:p14="http://schemas.microsoft.com/office/powerpoint/2010/main" val="32598962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EE82A-4A3D-4ABF-B78E-123384991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3085"/>
            <a:ext cx="10515600" cy="3354551"/>
          </a:xfrm>
        </p:spPr>
        <p:txBody>
          <a:bodyPr>
            <a:noAutofit/>
          </a:bodyPr>
          <a:lstStyle/>
          <a:p>
            <a:pPr marL="0" indent="0" algn="ctr">
              <a:lnSpc>
                <a:spcPct val="80000"/>
              </a:lnSpc>
              <a:buNone/>
            </a:pPr>
            <a:r>
              <a:rPr lang="en-US" i="1" dirty="0"/>
              <a:t>2. </a:t>
            </a:r>
            <a:r>
              <a:rPr lang="en-CA" dirty="0"/>
              <a:t>Lift up your hands, in prayer draw nigh</a:t>
            </a:r>
            <a:br>
              <a:rPr lang="en-CA" dirty="0"/>
            </a:br>
            <a:r>
              <a:rPr lang="en-CA" dirty="0"/>
              <a:t>unto his sanctuary high;</a:t>
            </a:r>
            <a:br>
              <a:rPr lang="en-CA" dirty="0"/>
            </a:br>
            <a:r>
              <a:rPr lang="en-CA" dirty="0"/>
              <a:t>O bless the LORD, kneel at his feet,</a:t>
            </a:r>
            <a:br>
              <a:rPr lang="en-CA" dirty="0"/>
            </a:br>
            <a:r>
              <a:rPr lang="en-CA" dirty="0"/>
              <a:t>and worship him with </a:t>
            </a:r>
            <a:r>
              <a:rPr lang="en-CA" dirty="0" err="1"/>
              <a:t>rev'rence</a:t>
            </a:r>
            <a:r>
              <a:rPr lang="en-CA" dirty="0"/>
              <a:t> meet.</a:t>
            </a:r>
            <a:endParaRPr lang="en-US" dirty="0"/>
          </a:p>
          <a:p>
            <a:pPr marL="0" indent="0" algn="ctr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906728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2066FF-8F35-4C07-8A5E-1C5E296F32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5688"/>
            <a:ext cx="10515600" cy="266211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CA" i="1" dirty="0"/>
              <a:t>3</a:t>
            </a:r>
            <a:r>
              <a:rPr lang="en-CA" dirty="0"/>
              <a:t>. The LORD now bless you from above,</a:t>
            </a:r>
            <a:br>
              <a:rPr lang="en-CA" dirty="0"/>
            </a:br>
            <a:r>
              <a:rPr lang="en-CA" dirty="0"/>
              <a:t>from Zion in his boundless love;</a:t>
            </a:r>
            <a:br>
              <a:rPr lang="en-CA" dirty="0"/>
            </a:br>
            <a:r>
              <a:rPr lang="en-CA" dirty="0"/>
              <a:t>our God, who </a:t>
            </a:r>
            <a:r>
              <a:rPr lang="en-CA" dirty="0" err="1"/>
              <a:t>heav'n</a:t>
            </a:r>
            <a:r>
              <a:rPr lang="en-CA" dirty="0"/>
              <a:t> and earth did frame,</a:t>
            </a:r>
            <a:br>
              <a:rPr lang="en-CA" dirty="0"/>
            </a:br>
            <a:r>
              <a:rPr lang="en-CA" dirty="0"/>
              <a:t>blest be his great and holy name.</a:t>
            </a:r>
          </a:p>
        </p:txBody>
      </p:sp>
    </p:spTree>
    <p:extLst>
      <p:ext uri="{BB962C8B-B14F-4D97-AF65-F5344CB8AC3E}">
        <p14:creationId xmlns:p14="http://schemas.microsoft.com/office/powerpoint/2010/main" val="25644880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122</Words>
  <Application>Microsoft Office PowerPoint</Application>
  <PresentationFormat>Widescreen</PresentationFormat>
  <Paragraphs>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#134 Come Bless The Lord With One Accord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#134 Come Bless The Lord With One Accord</dc:title>
  <dc:creator>Eric Hoogendoorn</dc:creator>
  <cp:lastModifiedBy>Eric Hoogendoorn</cp:lastModifiedBy>
  <cp:revision>1</cp:revision>
  <dcterms:created xsi:type="dcterms:W3CDTF">2020-04-25T02:36:03Z</dcterms:created>
  <dcterms:modified xsi:type="dcterms:W3CDTF">2020-04-25T02:36:24Z</dcterms:modified>
</cp:coreProperties>
</file>