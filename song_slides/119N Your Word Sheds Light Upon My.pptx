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0FF9B3-8B9A-49B9-9AEF-D317E19AEEB0}" type="datetimeFigureOut">
              <a:rPr lang="en-US" smtClean="0"/>
              <a:t>10/20/2023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23C71C-12D5-4608-9185-E6A11F59F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798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0E3DB-E253-E4C3-71B5-051A3651D7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F1AD28-983E-D285-ACB7-ACDC98E60D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6CED3-BADA-CBA7-E840-48D37C711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77DD6-B39C-4D5A-B0F7-D448DD7E098F}" type="datetime1">
              <a:rPr lang="en-US" smtClean="0"/>
              <a:t>10/20/2023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8D698-CD52-F05A-B9A4-AC0BDA47B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The Psalter, 1912, alt.; mod.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DFB92-5500-C5AF-C8F6-6060FDAA1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F04E4-4CA0-403B-963C-D60191F73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332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BA3D5-3C72-A529-91BE-FFF11F9EB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4BA05-66D4-24C3-1B3B-B3ACE6FAB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99348-4B74-E86C-7375-F251FA0B1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C5FF8-CD56-4375-ADCC-3271771CFF12}" type="datetime1">
              <a:rPr lang="en-US" smtClean="0"/>
              <a:t>10/20/2023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D38F0-926F-4C6A-9E94-7BBB1A27A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The Psalter, 1912, alt.; mod.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C2905-3506-3AD7-C943-73CBDDF1E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F04E4-4CA0-403B-963C-D60191F73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859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CEA95-B799-2F7D-2657-294399525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7C21DC-279D-DC86-3538-56A7C7123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99F16-A7B6-CA70-80AC-0416EA441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4740D-0297-49A8-A669-1C213919C6F6}" type="datetime1">
              <a:rPr lang="en-US" smtClean="0"/>
              <a:t>10/20/2023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0BC8E-9517-1317-6668-83EF05127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The Psalter, 1912, alt.; mod.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71AC4-AC24-1475-EBF7-B51AAA50C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F04E4-4CA0-403B-963C-D60191F73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535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F8C33-5852-A7BE-B066-4F70BC637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0B5C3-8561-49E1-A147-F0BF6FCD5A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380804-2003-3C0D-476E-B23F9F1CBA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9CD35D-249B-B578-1715-5B06A2203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E24AA-1EDC-4F0E-AE28-112DB04EFE83}" type="datetime1">
              <a:rPr lang="en-US" smtClean="0"/>
              <a:t>10/20/2023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5DF1AE-70C2-E2E0-25B5-F58A13D63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The Psalter, 1912, alt.; mod.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823B56-E8EB-303C-DCCB-E8D650F34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F04E4-4CA0-403B-963C-D60191F73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768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8C9D-8C4E-ABF4-92B5-9E76B9701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9013B7-254F-62AD-69AC-1D0B0F6FC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5A9E20-2AF4-5F49-1B1E-273B09E06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A31A70-5E11-9D3D-523A-C3E709BCB6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AD704A-941D-47AD-649A-F1C5CBB86C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9F3713-AC99-E72E-DACE-4A5F4BFC8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AB84B-A4B5-4050-9ED2-E83A91C2173E}" type="datetime1">
              <a:rPr lang="en-US" smtClean="0"/>
              <a:t>10/20/2023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54EC4A-C54D-76FC-2489-A3305F19E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The Psalter, 1912, alt.; mod.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CEDE53-0F8E-8052-5017-88383C368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F04E4-4CA0-403B-963C-D60191F73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476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08949-E290-EBFC-CF32-9EE591A06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43B2AC-AA67-B484-66B9-2A626FD00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B1F7E-AFA7-4FC8-A209-67B8CC3C6CCE}" type="datetime1">
              <a:rPr lang="en-US" smtClean="0"/>
              <a:t>10/20/2023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2D4AB0-3AEA-AEA5-95CA-0C1E0C10E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The Psalter, 1912, alt.; mod.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B4E966-35EF-4A9C-AF66-62AFEA7DF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F04E4-4CA0-403B-963C-D60191F73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472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240521-4A8C-D65F-2D15-61BE54419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3B631-2470-4185-A72A-E3EF2492C1BE}" type="datetime1">
              <a:rPr lang="en-US" smtClean="0"/>
              <a:t>10/20/2023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CFCF9C-A214-0CB1-121A-1878B6A82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The Psalter, 1912, alt.; mod.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72EF0-9422-36B9-6D41-18B18068D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F04E4-4CA0-403B-963C-D60191F73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56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2CEAE-F94F-985F-0371-0E5A2896D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3E721-57F7-5128-7D27-6576BDD84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F6F9CA-0320-55C3-1D96-377EF08AE5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09B1C9-6953-DEC0-45CA-4068BD6B2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13EC7-0B1E-4A84-A4BE-504D65B3A938}" type="datetime1">
              <a:rPr lang="en-US" smtClean="0"/>
              <a:t>10/20/2023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11D944-F73C-602F-ABB2-2F96473B9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The Psalter, 1912, alt.; mod.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F232D-4A35-12F7-576F-46A2F515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F04E4-4CA0-403B-963C-D60191F73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63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C7B06-6997-530A-D654-EDE370FFA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54431B-3BEA-7579-B5EC-8D5EE5D192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4DCC88-B27A-3F1A-96C4-32EA520E8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6C086B-9DB9-C9A0-0209-75ACDF836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F2A1-3DE1-41D7-9A66-566481D8F82F}" type="datetime1">
              <a:rPr lang="en-US" smtClean="0"/>
              <a:t>10/20/2023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D6D192-D037-50EF-FDD9-7A5E38410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The Psalter, 1912, alt.; mod.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AF96F-5EB3-BE78-20BE-49A762923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F04E4-4CA0-403B-963C-D60191F73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927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AA287-8068-D331-BB65-0FDBE4ADE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9A62A4-119B-5C5C-4D08-F11BF7FB6D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6CCBF-D269-A1E6-1030-930C556C5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AAC8B-F3D4-4D83-8B23-82640AF8A7D2}" type="datetime1">
              <a:rPr lang="en-US" smtClean="0"/>
              <a:t>10/20/2023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7ADCD-BCBE-FF4B-1548-51DA9B1FB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The Psalter, 1912, alt.; mod.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CB8B6-3626-26B9-6107-E602478A7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F04E4-4CA0-403B-963C-D60191F73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992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BB46AA-935A-639F-3A8D-71BCE5C8BB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245C24-7820-D346-3C10-3A27F3599C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20AC7-57C6-97DE-23C8-ACD9914C8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40F4-E1E5-4497-89B4-07BC76C56396}" type="datetime1">
              <a:rPr lang="en-US" smtClean="0"/>
              <a:t>10/20/2023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0C49D-1DA2-15CD-01B0-ADCB4AD54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The Psalter, 1912, alt.; mod.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75CB8-D3B4-8B79-8DF4-0BC4DDFCF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F04E4-4CA0-403B-963C-D60191F73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98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804DAB-AC75-2AD5-6FE6-F5FD91747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1F66B5-3E9E-653C-9180-F7D949788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3990D-5A02-F33B-BFF4-9932536776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DFD42F-1E95-416D-9A0D-6FF9CEFFE1E1}" type="datetime1">
              <a:rPr lang="en-US" smtClean="0"/>
              <a:t>10/20/2023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23894-43F5-8E2B-E657-351DFF3ABB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a-DK"/>
              <a:t>The Psalter, 1912, alt.; mod.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D203B-ECB3-96EF-6C06-4E4110E60A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CF04E4-4CA0-403B-963C-D60191F73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457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95A5F-FF19-01A5-EC76-5AAED9AC8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#119N Your Word Sheds Light Upon My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079B9-7353-26E1-721B-0A7466E65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1 Your word sheds light upon my path;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 shining lamp, it guides my feet;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your righteous judgments to observe,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my solemn vow I now repeat.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8B5E7-0120-E422-AD8E-9AD9FE6F1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The Psalter, 1912, alt.; mod.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476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94F59-0562-A9D7-930D-DCE1716C7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2DBE5-D599-3DA1-6EED-C0F5A8E6D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Severe affliction, LORD, is mine;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send help according to your word.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Accept my sacrifice of praise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make me know your judgments, LORD.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69E64D-5A83-5E89-C36B-1530FD928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The Psalter, 1912, alt.; mod.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74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55A60-C601-16B0-9299-8CD3556D9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AA10D-4B05-19D6-9133-93298A455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In constant danger is my life,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your righteous law I'll not forget.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have not from your precepts strayed,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despite the snares the wicked set.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CB5D54-F417-A2F6-A7D6-D98E380DE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The Psalter, 1912, alt.; mod.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883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48F53-77A9-515C-C171-18017D155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C6F73-BB34-9ACF-EF25-AB849ACC0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4 Your precepts are my heritage;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they daily make my heart rejoice.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To keep your statutes faithfully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shall ever be my willing choice.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387159-3D78-358B-72DB-FE2E4FCE8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The Psalter, 1912, alt.; mod.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675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174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#119N Your Word Sheds Light Upon My Path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#119N Your Word Sheds Light Upon My Path</dc:title>
  <dc:creator>Neil Tuininga</dc:creator>
  <cp:lastModifiedBy>Neil Tuininga</cp:lastModifiedBy>
  <cp:revision>1</cp:revision>
  <dcterms:created xsi:type="dcterms:W3CDTF">2023-10-20T22:01:24Z</dcterms:created>
  <dcterms:modified xsi:type="dcterms:W3CDTF">2023-10-20T22:03:45Z</dcterms:modified>
</cp:coreProperties>
</file>