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3703A-1650-4A28-9F22-4F7245C8AB5F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79A5E-64F2-44E4-8083-9E366CE7A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2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804D-6B9A-A69B-6E67-F2D4522A2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2FFAD-2669-4477-104F-EBDB96E75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43E6-E8E6-DA8F-CB6C-C47F3D70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81102-9C25-4C0F-ADE1-7FD77B175B9D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E4F9-391F-AD52-197C-10656FDC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69B42-D099-7B3D-AA10-41074F72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8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318C-FD3F-FBAF-B59E-20DB3F09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62FC-B53D-1C56-1C03-D7F9892EE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A9C7-9B53-C0ED-548A-487D7FFD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E27E-FF88-4CB4-9942-6DD2830CE955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7C897-E0A2-4E95-3BA2-56B47C21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91863-96EB-4269-10CE-1EB863C6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4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1D82-3AA3-61FF-FAA2-3A1137D9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AD097-01D5-1361-3A4C-EE192E300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78163-0F5D-7A13-73AE-117A3F9B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035B-7C84-4C77-9162-44FA3852678C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AEF5-359A-692D-8D3F-6A207556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DE88A-38AB-4745-A01B-FFE3F2A4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5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4652-5732-EC6E-2135-D8D8F457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88F8-BA10-0978-118F-74437A66E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E2E31-6588-A8EA-B9CC-7CA8D0E40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757C2-056B-C201-7349-C95626B4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991D-C050-4D08-BC57-BD9B93E74F64}" type="datetime1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C7E2E-97BA-1142-E9A1-2D1B3D6C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4BC86-1EDB-A68E-32CA-0CFCD72A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8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F02C-EA70-2C18-EB1E-84B37AE4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612AB-0C8D-594E-4F50-C204DF8A3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EF90C-E1B3-877C-71F0-5BA5DECED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2E238-C599-CFED-822F-93598D693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F21AB-1A37-7590-84B6-50B0C41AF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708C1-55EA-69D3-2BD8-A0D3AA9D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7748-B659-458C-BEDC-FF40D0F9A85C}" type="datetime1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B90A0-5D43-8B52-6DF9-736A904D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4BD43F-7734-0D45-BC0D-C79F7355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9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C620-ACED-E325-18CD-DBF01DC21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2F288-51FD-D5A2-1A07-EFC84E53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52A0-DCA9-4D52-98AF-E44585927564}" type="datetime1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B572D-6BD9-61CF-126E-8F4CA030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D924A-B753-29A6-811F-06F4606B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5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8C5D1-3E82-50FD-3954-7E55DED2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E638B-3025-4C92-99F7-4C9FADB14617}" type="datetime1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AC75-70B6-D8A7-36C7-860075B7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D4469-9D06-1410-0D4D-B3D65387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67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BB63-FECC-907A-D8CB-3D8E0D09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B4C9-CBA5-F24C-F2F5-87DD3C05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F2F88-F6D3-2F17-E2C2-2BF29DB37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01744-5830-AF18-AF30-051EC44D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B047-991E-4767-B600-C6A76BA38B5E}" type="datetime1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98C64-4D74-24DF-283D-F7DEEEA4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DDEB9-0445-8704-7089-681C9688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6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AB4D-715F-B34F-34AB-C2D59F6E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FC665-2C40-0222-B7AF-AECF638F6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7D0A8-086A-2BC9-ABAE-E4BEE5DFE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B2128-7731-F7D3-3317-B8D10449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45DE6-5B74-4D1B-BCD4-80CAF0D5AB54}" type="datetime1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4A7EA-17A7-4A16-049F-6C3CB762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D886D-2B40-33BB-926D-1CBCAF61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4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F3D7-1E9B-DB6E-DD55-E3A7D3C2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8BA5A-708E-830C-005E-336F4A44B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209B7-2FBC-8F1C-A9E9-B013A9F4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546F-FD53-4279-B119-385A900509ED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8CD62-1484-2F5C-0448-CEE926E6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1FB9F-3C97-68A8-72F1-BA0DBFE8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7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F56F2-5830-AE4F-A86C-3D5FC276E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D9D7F-6D2E-C0A6-744E-B677D4305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30773-0260-8F9C-FEC8-1B8093D0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06A0-B09E-4797-99EA-BBE623939E81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8916F-9FC3-DBD0-D849-691D3E5B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E6FBD-FDA1-4E22-498A-F140D3B5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2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6C975-FD6A-A833-9A29-157C0E64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E1780-FF26-C506-5336-34B89F734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54511-07E0-9281-1CC3-29843A303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D0763-F4F1-4D34-BEFB-A39CE04BA8F5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F0408-4FA6-B1FE-2CD4-7F93CE436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1982 Hope Publishing Co.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DF2FD-4A56-F2C5-BDA2-9A37722A1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BD074-79EF-4C90-9A84-98DEEC44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1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41B1-F499-4294-9848-9966130B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#233 O Father, You Are Sovereign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0DF3D-1C17-1800-AB70-94513983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O Father, you are sovereign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all the worlds you made;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mighty word was spoken,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light and life obeyed.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voice commands the seasons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bounds the ocean’s shore,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stars within their courses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stills the tempest's roar.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9D91F-03A3-3EEC-3F14-C932F713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3629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A664-0214-178E-F783-81E24E62B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B441-C434-00DE-E7FB-C93CEBEF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O Father, you are sovereign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all affairs of man;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pow'rs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death or darkness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thwart your perfect plan.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chance and change transcending,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supreme in time and space,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hold your trusting children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in your embrace.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AF3F4-8B92-2030-ADB5-E49A7EDE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5659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2376-7AC6-0A95-76DD-9427D762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E864F-68E7-B757-D924-21BEFDB2B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O Father, you are sovereign,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 of human pain,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transmuting earthly sorrows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gold of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gain.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evil overruling,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none but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Conqu'ror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could,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love pursues its purpose--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souls’ eternal good.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8CD5D-1350-DCC5-1964-AD624762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2813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7502-9BB8-E1E1-2DF5-7FE8D9E4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4D36-0DDE-A812-8121-21139A14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O Father, you are sovereign!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see you dimly now,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soon before your triumph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earth’s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knee shall bow.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this glad hope before us,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faith springs up anew: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sovereign Lord and Savior,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trust and worship you!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08E85-4F3A-8211-2704-E017BA4E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1982 Hope Publishing Co.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7149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#233 O Father, You Are Sovereign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3</cp:revision>
  <dcterms:created xsi:type="dcterms:W3CDTF">2024-09-13T17:43:55Z</dcterms:created>
  <dcterms:modified xsi:type="dcterms:W3CDTF">2025-07-13T12:32:49Z</dcterms:modified>
</cp:coreProperties>
</file>