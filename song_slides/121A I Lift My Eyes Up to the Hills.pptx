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35" r:id="rId4"/>
    <p:sldId id="34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3456-F902-43F8-9113-00803B93D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AE40B-BEF6-4681-A67E-555347617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5ED6A-2675-46D0-BDBA-7B4FA4CC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20B3D-CCC8-4C51-A402-6D192AD65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5AF73-9174-42B1-B8C7-8783C073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7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00B0-39BE-4D1C-9E29-B8163D24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4FA6F-665B-41D5-A2D9-D4444A74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B981D-2C5B-44FE-A01C-9ABF41A0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28247-7301-4C74-A94E-EC3649B1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D2E98-86AD-43E0-989B-018991976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0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E481F-8C5D-45D3-BB11-B6CD0D7C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4E314-4F5E-46D6-BE1F-CFD1663B2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696FC-B5D9-4B4D-93DF-F92C1059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5C433-6F8F-4DEC-BFF9-F164994F6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742B2-EC59-4A3C-A353-463E6459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70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1283-86B2-4C3F-8FB9-48109ED67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9361-ECCB-4DE1-B233-7EB6FEDE9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9CABA-8153-4563-BA59-90956DF14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7BD77-04E6-47C6-8F8D-E74519F7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2BB07-1ACA-491F-881C-DA035584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25328-F176-4EAB-95F6-621DC094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67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99D0E-E206-4083-95AF-E52FC2F19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7A159-716D-4C55-9A6C-1F9C66A8F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9CB17-A4AF-4C5F-A972-243DBE404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B0795-9282-4B46-905B-52B62B1F5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D443BC-605B-4B5A-938D-93266A3D3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71E5B-DD7B-4FF8-BC21-6E2A7535A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23C34-6878-491E-A063-A52148FE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A0001-E16D-4FC3-82DE-257246E3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3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12A4-3EC9-4476-823E-7597B66C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35CCA-5002-4A62-8FD0-B04A0538B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68383-2340-4940-B855-969AB416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5BFA0-4A60-4846-8D2D-86A8FB5C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1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EBECC-3F1A-48D8-93E3-F7CAE109F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B25543-6219-494D-ACC4-4ADD07E5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32F18-7880-4D7F-AEC7-F9A37864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9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4FA1A-96C9-4C86-807D-6CDDCA1A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5369C-C800-472F-85FC-8897E29AE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EDD2C-9800-4BF0-A217-46BD74B01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AAA32-0132-436C-9689-C3E422F4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BE500-3005-4C5F-A6BA-882DAA4F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80735-9924-46C3-AB65-79F2A35D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7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B223-FBCE-455F-AF0D-17A8B156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4A852-BB5C-4C59-9CC6-7C84D1F40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53877-6525-4BC3-BDF5-A10993D05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28141-8D57-4097-888A-3B27F9DB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8E05C-43E5-4370-8068-3E5C74D5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4628-B699-4182-8D08-21716D02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8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3FEF6-0046-4BDC-8F60-986F23FA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88604-265D-4CA3-8347-A3D4D1F59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DDBB7-ACFD-4AB9-B267-32E86779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083C-477E-4E6D-A43B-78C88DFB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2E44C-9F8E-44C0-8C0B-55F67A46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6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65CB29-BBD2-46CD-9A79-E9C64CA7A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2A70C-DDD6-489F-B61F-9940CE095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7ED7E-D7E7-4ACC-9742-47CEC31D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8B359-2B6D-470E-9BD6-55CA45AD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99EC-9155-4ECB-80C3-51D2B216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0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F780E-46ED-455C-A636-B21DD5E9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F3BA9-7496-4E5B-8BD0-29F603ED9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D8E4A-72F7-4C3B-A1C5-B82450991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00565-DF34-4083-9BE5-A018FC73162A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E825E-4124-4C46-8083-5FADD4AF7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6C70B-BB9D-4F9F-9FCA-E6BD4E80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76916-0874-4E59-AE22-F3F3D33A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3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#121A I Lift My Eyes Up to the Hills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19326" y="1537704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1. </a:t>
            </a:r>
            <a:r>
              <a:rPr lang="en-US" sz="2800" dirty="0"/>
              <a:t>I lift my eyes up to the hills,</a:t>
            </a:r>
          </a:p>
          <a:p>
            <a:pPr algn="ctr"/>
            <a:r>
              <a:rPr lang="en-US" sz="2800" dirty="0"/>
              <a:t>From where shall come my aid?</a:t>
            </a:r>
          </a:p>
          <a:p>
            <a:pPr algn="ctr"/>
            <a:r>
              <a:rPr lang="en-US" sz="2800" dirty="0"/>
              <a:t>My help comes from the Lord above,</a:t>
            </a:r>
          </a:p>
          <a:p>
            <a:pPr algn="ctr"/>
            <a:r>
              <a:rPr lang="en-US" sz="2800" dirty="0"/>
              <a:t>Who </a:t>
            </a:r>
            <a:r>
              <a:rPr lang="en-US" sz="2800" dirty="0" err="1"/>
              <a:t>heav’n</a:t>
            </a:r>
            <a:r>
              <a:rPr lang="en-US" sz="2800" dirty="0"/>
              <a:t> and earth has made.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2. </a:t>
            </a:r>
            <a:r>
              <a:rPr lang="en-US" dirty="0"/>
              <a:t>He will not let your foot be moved;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Your keeper will not sleep.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Behold he slumbers not, nor sleeps,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he will </a:t>
            </a:r>
            <a:r>
              <a:rPr lang="en-US" dirty="0" err="1"/>
              <a:t>Isr’el</a:t>
            </a:r>
            <a:r>
              <a:rPr lang="en-US" dirty="0"/>
              <a:t> keep.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3. </a:t>
            </a:r>
            <a:r>
              <a:rPr lang="en-US" dirty="0"/>
              <a:t>At your right hand the Lord, your keep-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er</a:t>
            </a:r>
            <a:r>
              <a:rPr lang="en-US" dirty="0"/>
              <a:t> is your constant shade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moon shall strike you not by night,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Nor sun by light of day.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552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4. </a:t>
            </a:r>
            <a:r>
              <a:rPr lang="en-US" dirty="0"/>
              <a:t>The Lord will keep you from all harm;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 keeps your life secure.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Your going out and coming in,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Lord keeps evermore.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9543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#121A I Lift My Eyes Up to the Hills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#121A I Lift My Eyes Up to the Hills</dc:title>
  <dc:creator>Eric Hoogendoorn</dc:creator>
  <cp:lastModifiedBy>Eric Hoogendoorn</cp:lastModifiedBy>
  <cp:revision>1</cp:revision>
  <dcterms:created xsi:type="dcterms:W3CDTF">2020-07-31T23:34:54Z</dcterms:created>
  <dcterms:modified xsi:type="dcterms:W3CDTF">2020-07-31T23:35:44Z</dcterms:modified>
</cp:coreProperties>
</file>