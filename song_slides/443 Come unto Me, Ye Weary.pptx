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392" r:id="rId4"/>
    <p:sldId id="3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9A1A-3956-4AF4-87A3-B245691EF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F69E5-F3FD-4A0F-86D3-B256AFFB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68BA-B10A-4365-B8F8-E1AB22B8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E1820-174C-4D68-AA1C-D74694F8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7BC2-C720-42DB-89D1-8DDB3625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6718-A7DF-495B-8EA7-B44F38C0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10EF3-0E58-4F22-93F7-C8F058964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2526-CE11-4ABB-9AD6-0C3071188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B6C9A-8294-4EE7-B8A6-70C62EAC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C5796-0992-48E1-A88A-B69CCCBF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E56A-5F30-448B-B377-ECA7378E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ECC05-1A1B-4A77-BBEE-9DB5DCB1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3817E-823A-49E7-86FE-D53BCC74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9EE9-D5BD-471A-BFF6-4A5E6DCC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5B892-E546-47B8-B5FB-7E4FE3CC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9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A349-4DB5-48A7-B36C-DF2F930F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F87F-D6BA-4094-A272-9D45DC520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9C80A-AE7F-433C-820A-902AC032C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2E6BA-D942-4910-B4B7-6D85C5B8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907CF-0FF0-4FCA-9733-5B68999D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EA9F3-7ED6-43E8-9714-519BF43B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C851F-0462-4217-AC5E-6D0782DF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B606-3B04-4D9A-9992-799EC92C6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282A8-DFBF-4DFA-9E7B-E11F67419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86766-91C5-4E0E-80FA-854CE8AAA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D12FC-2A03-49F1-AEDE-CCA47D764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7D1ADB-10CD-486E-B479-9AAD8814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29560-3DBF-49F9-9514-C8A072E9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B996D-7F55-491C-9DFD-F1D1BA7A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6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30A3-E827-4651-9D22-1D9E8888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EE6E7-68DE-4CCE-82F0-86017AC1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91F3C-EA76-49E2-A0F0-220E5E83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AEA9A-C7E3-44A4-B62B-F638CD5E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43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2BED2-EC21-47CF-B8B1-06AB968E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077B1-2621-4560-A2A3-5161C60F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0B6D3-FA34-463C-AD43-36B4CCA4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7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7B1D-5FD3-4B10-A65B-F6F2097A6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22601-03A7-407D-A5C7-FDBCFD91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502-78B8-45C7-9A53-B29F1624A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1F14A-127C-4AEE-A3D6-CF19FB75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40868-BBA2-4A4C-9C41-ABA128C8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43A73-5673-4504-B2CC-EF908188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1F9C-69C7-4A8A-A527-F83F8466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8B5204-8082-4A07-A2C5-091917309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96CBA-A096-4FCB-A310-D603556A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1573D-BA03-4012-B2FE-C435E4F8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69742-7F29-441B-8EB6-918C7727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D6FB1-9684-4B97-B8DD-59AF95CD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4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59E1-E6F7-46EF-941A-DF2A66E4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CB1B2-4E55-4D07-8BA6-9C497F0ED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706BB-4D2A-4020-94F9-FDFB2456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2A7C5-46E8-43C0-82E3-FCBF3A02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AE5BC-9298-4EB6-9137-EDFFFFBB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06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00795-288F-4A09-BA4B-B9D71E4EB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70FC5-2332-4428-8887-595E1B907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F10EE-487E-484D-A82F-BF5C67E8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9D41D-8ED4-47D8-8AF6-6CDC03BB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16A32-3F96-4DD0-B2BD-AC6AE689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D2043-6CF3-4748-A786-F35B9792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88D77-0B2A-4BDC-B7DA-D08E83ACE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51461-4C73-4718-9319-508D617EE2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F75F9-FE4A-476A-8AD4-63553C0D2115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760BB-A16A-40E4-B934-C7358941B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2A42A-3564-4BD6-A77E-2CE08275F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E60E6-11BE-42FF-9B2D-AC380F205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0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#443 Come unto Me, Ye Weary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891729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“Come unto me, ye weary,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  and I will give you rest.”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 O blessed voice of Jesus,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  which comes to hearts oppressed!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It tells of benediction,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 of pardon, grace, and peace,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  of joy that hath no ending,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  of love which cannot cease. 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47621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>
                <a:solidFill>
                  <a:prstClr val="black"/>
                </a:solidFill>
              </a:rPr>
              <a:t>2. </a:t>
            </a:r>
            <a:r>
              <a:rPr lang="en-CA" sz="2800" dirty="0">
                <a:solidFill>
                  <a:prstClr val="black"/>
                </a:solidFill>
              </a:rPr>
              <a:t>“Come unto me, dear children,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and I will give you light.”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O loving voice of Jesus,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which comes to cheer the night!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Our hearts were filled with sadness,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and we had lost our way;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but morning brings us gladness,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    and songs the break of day.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08CE46-EC55-4B44-9A82-CE7C40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F388D-4D37-443C-854C-79A3F32D27E9}"/>
              </a:ext>
            </a:extLst>
          </p:cNvPr>
          <p:cNvSpPr txBox="1"/>
          <p:nvPr/>
        </p:nvSpPr>
        <p:spPr>
          <a:xfrm>
            <a:off x="2190750" y="1219200"/>
            <a:ext cx="7810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“Come unto me, ye fainting,</a:t>
            </a:r>
          </a:p>
          <a:p>
            <a:pPr algn="ctr"/>
            <a:r>
              <a:rPr lang="en-CA" sz="2800" dirty="0"/>
              <a:t>    and I will give you life.”</a:t>
            </a:r>
          </a:p>
          <a:p>
            <a:pPr algn="ctr"/>
            <a:r>
              <a:rPr lang="en-CA" sz="2800" dirty="0"/>
              <a:t>    O peaceful voice of Jesus,</a:t>
            </a:r>
          </a:p>
          <a:p>
            <a:pPr algn="ctr"/>
            <a:r>
              <a:rPr lang="en-CA" sz="2800" dirty="0"/>
              <a:t>     which comes to end our strife!</a:t>
            </a:r>
          </a:p>
          <a:p>
            <a:pPr algn="ctr"/>
            <a:r>
              <a:rPr lang="en-CA" sz="2800" dirty="0"/>
              <a:t>   The foe is stern and eager,</a:t>
            </a:r>
          </a:p>
          <a:p>
            <a:pPr algn="ctr"/>
            <a:r>
              <a:rPr lang="en-CA" sz="2800" dirty="0"/>
              <a:t>   the fight is fierce and long;</a:t>
            </a:r>
          </a:p>
          <a:p>
            <a:pPr algn="ctr"/>
            <a:r>
              <a:rPr lang="en-CA" sz="2800" dirty="0"/>
              <a:t>     but thou hast made us mighty,</a:t>
            </a:r>
          </a:p>
          <a:p>
            <a:pPr algn="ctr"/>
            <a:r>
              <a:rPr lang="en-CA" sz="2800" dirty="0"/>
              <a:t>    and stronger than the strong.</a:t>
            </a:r>
          </a:p>
        </p:txBody>
      </p:sp>
    </p:spTree>
    <p:extLst>
      <p:ext uri="{BB962C8B-B14F-4D97-AF65-F5344CB8AC3E}">
        <p14:creationId xmlns:p14="http://schemas.microsoft.com/office/powerpoint/2010/main" val="115196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298908-1847-4D4F-8BB5-C608BD07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91339-A280-47BF-BA29-4A0FF41A4643}"/>
              </a:ext>
            </a:extLst>
          </p:cNvPr>
          <p:cNvSpPr txBox="1"/>
          <p:nvPr/>
        </p:nvSpPr>
        <p:spPr>
          <a:xfrm>
            <a:off x="2014537" y="1314450"/>
            <a:ext cx="8162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“And whosoever cometh</a:t>
            </a:r>
          </a:p>
          <a:p>
            <a:pPr algn="ctr"/>
            <a:r>
              <a:rPr lang="en-CA" sz="2800" dirty="0"/>
              <a:t>    I will not cast him out.”</a:t>
            </a:r>
          </a:p>
          <a:p>
            <a:pPr algn="ctr"/>
            <a:r>
              <a:rPr lang="en-CA" sz="2800" dirty="0"/>
              <a:t>     O patient love of Jesus, </a:t>
            </a:r>
          </a:p>
          <a:p>
            <a:pPr algn="ctr"/>
            <a:r>
              <a:rPr lang="en-CA" sz="2800" dirty="0"/>
              <a:t>     which drives away our doubt;</a:t>
            </a:r>
          </a:p>
          <a:p>
            <a:pPr algn="ctr"/>
            <a:r>
              <a:rPr lang="en-CA" sz="2800" dirty="0"/>
              <a:t>     which calls us, very sinners,</a:t>
            </a:r>
          </a:p>
          <a:p>
            <a:pPr algn="ctr"/>
            <a:r>
              <a:rPr lang="en-CA" sz="2800" dirty="0"/>
              <a:t>    unworthy though we be,</a:t>
            </a:r>
          </a:p>
          <a:p>
            <a:pPr algn="ctr"/>
            <a:r>
              <a:rPr lang="en-CA" sz="2800" dirty="0"/>
              <a:t>      of love so free and boundless,</a:t>
            </a:r>
          </a:p>
          <a:p>
            <a:pPr algn="ctr"/>
            <a:r>
              <a:rPr lang="en-CA" sz="2800" dirty="0"/>
              <a:t>     to come, dear Lord, to thee! </a:t>
            </a:r>
          </a:p>
        </p:txBody>
      </p:sp>
    </p:spTree>
    <p:extLst>
      <p:ext uri="{BB962C8B-B14F-4D97-AF65-F5344CB8AC3E}">
        <p14:creationId xmlns:p14="http://schemas.microsoft.com/office/powerpoint/2010/main" val="20998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#443 Come unto Me, Ye Weary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#443 Come unto Me, Ye Weary</dc:title>
  <dc:creator>Eric Hoogendoorn</dc:creator>
  <cp:lastModifiedBy>Eric Hoogendoorn</cp:lastModifiedBy>
  <cp:revision>1</cp:revision>
  <dcterms:created xsi:type="dcterms:W3CDTF">2020-10-09T14:30:15Z</dcterms:created>
  <dcterms:modified xsi:type="dcterms:W3CDTF">2020-10-09T14:30:30Z</dcterms:modified>
</cp:coreProperties>
</file>