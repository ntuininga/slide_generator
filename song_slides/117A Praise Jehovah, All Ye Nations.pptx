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29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66CFB-DED5-4F38-BE50-E3B6E4DFD9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8EDC06-BDDC-41CF-A7F8-B9D5AE93A8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08B5B-6C82-4243-A30E-D3B723442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EB073-1363-4220-8AAA-1DE74C05434C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17899-B2EE-4FD5-AE14-7B6ACFF911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201AD8-F2DD-4926-8B60-40B99D748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1511-433D-4C4E-B62B-96BB3BC47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656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03A42-A882-4022-97D1-D250BBCC6C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05E3AE-EF05-4395-90AC-FA1C09940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3300BB-2153-41F2-8EEF-C805F488B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EB073-1363-4220-8AAA-1DE74C05434C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7E0CF-12D2-42E8-AFBA-36734299F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8E3EAC-712E-4258-91F4-2A88A56F3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1511-433D-4C4E-B62B-96BB3BC47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967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5417BA-A5B6-4A7B-B891-76C56C4E75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ADE361-3725-4CCD-B4F0-A38132D8E2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03E83E-26C6-463B-B882-C636C7F95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EB073-1363-4220-8AAA-1DE74C05434C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1FD7B-3378-445F-8306-B54F25608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02E559-ECBB-4685-B97D-D87F26E4E0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1511-433D-4C4E-B62B-96BB3BC47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0727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A17B8A-6A5B-4814-AE9A-C40371229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C82A76-BA07-43FC-9260-C3FCA03A9E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AE75B8-99BB-4951-8C69-FDADFE0C3D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ABFD8F-1D1F-4098-AB7E-2AE8BE696E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EB073-1363-4220-8AAA-1DE74C05434C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D6B051-4088-41DD-A496-4150BA4CA9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137BB-9D5B-4A14-8193-F14D28C0B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1511-433D-4C4E-B62B-96BB3BC47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04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63920-8FBE-4595-81CF-FD32BBE6C3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B1D703-1797-4F10-A138-773C5E860B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10C946-C567-4172-B469-36EA61C63E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E6A9501-03BD-4052-8D11-4AD2B0150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1D28B7-C09C-44CB-A17E-53BEE0CF20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C7A0925-C5D8-4BF6-BCFD-7956524851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EB073-1363-4220-8AAA-1DE74C05434C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317D08-6FA1-4C3A-B4CF-09A7755937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F1FE4E-0F7A-4EF6-AA33-A71FCDD1A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1511-433D-4C4E-B62B-96BB3BC47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34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59338-DCBB-445E-A66D-D13818F53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86F0FF-3999-4A1C-A7EB-CF1A5500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EB073-1363-4220-8AAA-1DE74C05434C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80516B-3AA3-4721-9824-FACB3D179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3BB826-F4C9-45E6-94DC-19505BEA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1511-433D-4C4E-B62B-96BB3BC47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19651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DBFC02-02BD-4A2C-9303-66E55AA550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EB073-1363-4220-8AAA-1DE74C05434C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4419831-CE64-4B8D-86B0-D294DE85A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5EC4D7-D6D1-4002-BE47-72472D1A0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1511-433D-4C4E-B62B-96BB3BC47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0519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90077E-68C7-4A78-A270-2343967B2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8E282F-42C5-4DFD-BCF2-5D2237AC6F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AEFF70-40E9-4235-A924-7A3F2627B6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52AFCD-57BA-46BC-A549-AE4F7912D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EB073-1363-4220-8AAA-1DE74C05434C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C858C4-DA94-4E34-BB4E-97D66EE9A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BA3CD5-888D-464A-9828-85271F71F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1511-433D-4C4E-B62B-96BB3BC47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6064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DDDAC-45DB-4BF6-9C19-5E12B034A8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E606D92-BBA8-4CE0-8CC8-973059946C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C6CE49-B4B9-465D-A1A7-4DCEE94D0F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37CFB4-9EEF-411C-BD5A-551BEEE76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EB073-1363-4220-8AAA-1DE74C05434C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2DFFBD-18F2-43D0-8AAB-68C77838E2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D777D5-3DA1-4711-9D76-5277769658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1511-433D-4C4E-B62B-96BB3BC47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2240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D1272-1F6D-4DDF-AFDC-02733F940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DFF9F-8F25-4C03-8D49-FE6054A6E7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1FAD9E-9CD0-4BE7-821D-CE5ECFA90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EB073-1363-4220-8AAA-1DE74C05434C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87162F-E8A3-478C-8D80-AD0FF9EF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BFFB17-B3D0-48DC-BC20-B9A68BC3A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1511-433D-4C4E-B62B-96BB3BC47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1681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7A6601-F3A7-41D8-9C65-F737970D09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800CCE-FED7-4134-8879-8A8EFFC468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39AEB-EB85-4C39-9F9C-D6E45A4FE8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FEB073-1363-4220-8AAA-1DE74C05434C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DBB1BD-DF96-4D9C-867E-20B406F93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5828C1-901D-427C-98F8-92BC7EA51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0F1511-433D-4C4E-B62B-96BB3BC47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096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BFBCAD6-9F1F-4D84-8B21-47897B8914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159E6D-6008-4013-A57A-2546CA95A9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E126C-6D79-4DDB-A0DC-A9B3A8DE43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FEB073-1363-4220-8AAA-1DE74C05434C}" type="datetimeFigureOut">
              <a:rPr lang="en-US" smtClean="0"/>
              <a:t>7/16/2020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F00D3-CE1B-4660-91C0-46B62B7741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94118-2B22-4C61-A265-1959A128F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F0F1511-433D-4C4E-B62B-96BB3BC47BC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1402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2F419-16F5-4BCE-A617-5D5FF7C5D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60422"/>
            <a:ext cx="12192000" cy="806116"/>
          </a:xfrm>
          <a:ln w="9525">
            <a:noFill/>
          </a:ln>
        </p:spPr>
        <p:txBody>
          <a:bodyPr>
            <a:noAutofit/>
          </a:bodyPr>
          <a:lstStyle/>
          <a:p>
            <a:r>
              <a:rPr lang="en-CA" sz="4400" i="1" dirty="0"/>
              <a:t>#117A Praise Jehovah, All Ye Nations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7BD70-A68A-4FBE-AE78-7E8C92A349D4}"/>
              </a:ext>
            </a:extLst>
          </p:cNvPr>
          <p:cNvSpPr txBox="1"/>
          <p:nvPr/>
        </p:nvSpPr>
        <p:spPr>
          <a:xfrm>
            <a:off x="0" y="1659285"/>
            <a:ext cx="1219199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Praise Jehovah, all ye nations,</a:t>
            </a:r>
            <a:br>
              <a:rPr lang="en-US" sz="2800" dirty="0"/>
            </a:br>
            <a:r>
              <a:rPr lang="en-US" sz="2800" dirty="0"/>
              <a:t>all ye people praise proclaim;</a:t>
            </a:r>
            <a:br>
              <a:rPr lang="en-US" sz="2800" dirty="0"/>
            </a:br>
            <a:r>
              <a:rPr lang="en-US" sz="2800" dirty="0"/>
              <a:t>for his grace and lovingkindness</a:t>
            </a:r>
            <a:br>
              <a:rPr lang="en-US" sz="2800" dirty="0"/>
            </a:br>
            <a:r>
              <a:rPr lang="en-US" sz="2800" dirty="0"/>
              <a:t>O sing praises to his name.</a:t>
            </a:r>
            <a:br>
              <a:rPr lang="en-US" sz="2800" dirty="0"/>
            </a:br>
            <a:r>
              <a:rPr lang="en-US" sz="2800" dirty="0"/>
              <a:t>For the greatness of his mercy</a:t>
            </a:r>
            <a:br>
              <a:rPr lang="en-US" sz="2800" dirty="0"/>
            </a:br>
            <a:r>
              <a:rPr lang="en-US" sz="2800" dirty="0"/>
              <a:t>constant praise to him accord;</a:t>
            </a:r>
            <a:br>
              <a:rPr lang="en-US" sz="2800" dirty="0"/>
            </a:br>
            <a:r>
              <a:rPr lang="en-US" sz="2800" dirty="0"/>
              <a:t>evermore his truth </a:t>
            </a:r>
            <a:r>
              <a:rPr lang="en-US" sz="2800" dirty="0" err="1"/>
              <a:t>endureth</a:t>
            </a:r>
            <a:r>
              <a:rPr lang="en-US" sz="2800" dirty="0"/>
              <a:t>;</a:t>
            </a:r>
            <a:br>
              <a:rPr lang="en-US" sz="2800" dirty="0"/>
            </a:br>
            <a:r>
              <a:rPr lang="en-US" sz="2800" dirty="0"/>
              <a:t>hallelujah, praise the Lord!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2F6A10-0AFD-4A92-908C-FBCD7A32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CA" dirty="0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1949799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</Words>
  <Application>Microsoft Office PowerPoint</Application>
  <PresentationFormat>Widescreen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#117A Praise Jehovah, All Ye Nations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#117A Praise Jehovah, All Ye Nations</dc:title>
  <dc:creator>Eric Hoogendoorn</dc:creator>
  <cp:lastModifiedBy>Eric Hoogendoorn</cp:lastModifiedBy>
  <cp:revision>1</cp:revision>
  <dcterms:created xsi:type="dcterms:W3CDTF">2020-07-17T03:23:43Z</dcterms:created>
  <dcterms:modified xsi:type="dcterms:W3CDTF">2020-07-17T03:24:05Z</dcterms:modified>
</cp:coreProperties>
</file>