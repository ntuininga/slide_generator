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5663-90C7-41AC-850E-037187402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3359D-7D9B-4503-98A8-C497B3AEB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5DEAF-580C-450A-8CE8-EDC5325D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0E65A-490A-4164-9AFA-8B427921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A8A11-5912-4A2C-A65A-EB5BF60E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95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081DD-E14A-45A6-9FEF-72C5861E9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BC8E-3872-4F9D-A365-BF936A574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CF09A-4203-4C0E-AD15-6769DD84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FB4CE-72D5-4D3F-A2D6-00C8CA48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0F8A6-3F4F-43DB-8E8A-37EDBB51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8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2842-C441-45EB-94F5-170F94C6C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34F48-1AE7-4B8D-BA17-4DBD3835E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10620-81B7-4C88-A29D-20BA69D1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C87CB-144B-4FF0-8DDC-562EBF7E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B3A4-71C1-4E92-8842-01429257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5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5863-DA22-401A-9421-61F8DAB2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DDBA3-3753-48C1-99DE-01070BB03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4CDB3-1225-4C47-915B-761318ABB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F9159-E8CF-4B36-B428-220909310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738A6-4454-41F0-86A1-A1550F2D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2EFC4-F17A-470E-B1C4-B13527C2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4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5B2A-8184-437D-BC5F-E542186F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B9702-B68C-464D-9405-EF8AD3617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1F94D-9D37-46B3-B663-E5FC3E964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1C28B2-216A-4DAF-9E03-32E4FDDF7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78CB8-1509-415D-A94F-BFD32FDCF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F762AA-F863-42DF-97FD-8AAF980E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58B2C-B305-4313-AF6D-D89488BD7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9E7BD-99D1-454B-8391-36D8456B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5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41A2-97B7-4C74-A44E-DABB9D24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E7B02-5206-4CDB-9DC1-2408E0CC7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8A297-6201-4EF8-BA9D-9EF76118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AB8BD-A41A-4609-9BBE-10E03780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3B60-C34F-46CE-AB9A-5EA329B2B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8439D-0B55-4FA8-900F-9F64A988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1EB8A-1362-461B-A695-1FDAAAB0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1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8769-FB9F-4BB4-960A-2FA2260D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93DB2-0B5B-4E63-AE22-D07F4096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80339-2B93-4557-B0E2-DD51285D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B004A-A92E-4515-8B8D-592022A2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BC944-0D8C-42B8-915C-9354D39E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A7774-F713-4B83-94B1-03AF256F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26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E658F-8BF0-4DBA-AB1C-B4E822D38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41BDF6-E788-48EC-851F-BBA6E5948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482CA-8289-4046-93B4-4C0FF6DCD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811C4-D605-4AAA-BFC7-D13F333F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FEE34-5FD7-4965-8C1D-062D1F30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1498-D410-45A2-B27C-A65C4830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32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561C-A339-4C49-A42F-00DAE3485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19988-6E2B-43B0-AF31-D8F95B458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08AC0-D795-4E65-BDE5-EBEFFC106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A7632-C34E-4DD7-A1C9-8C677FB1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3A56-148D-4B41-A7DD-B29C110E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6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99F68-7AD7-41FD-AA1B-654A6850F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289EE-1F58-491B-858D-FA1A27BAE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D5976-2936-43CF-B886-61968DE0E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46F84-BDEB-42BA-9FE3-56DDC06C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EEDB-13F3-4922-9F07-09273E7D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5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B875F-DA1B-4CE0-836C-F80A528A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BD607-EF26-4D49-8F58-5DB4A2AD2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259F-4E14-4068-8C8A-4E6044886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5E3A2-AE68-4E0D-94FC-FFE1D83DCEB3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1993F-36D9-4143-B83E-0A20E3E8C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57E4D-C326-4495-B28B-79DC1A45C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A2514-5370-4F43-AA45-C9EB60E37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6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#48B The LORD is Great and Greatly Praised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891729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LORD is great and greatly praised;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let all his praises tell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within the city of our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upon his holy hill.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Mount Zion, in its height so lovely,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joy of all the earth;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great King’s city far excels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mountains of the north.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210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4. We contemplate your steadfast love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within your house, O God;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for, like your name, O God, your praise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extends through earth abroad.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With justice is your right hand filled;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Mount Zion’s joy is great.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Let Judah’s daughters now rejoice,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your judgements celebrate.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#48B The LORD is Great and Greatly Praised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#48B The LORD is Great and Greatly Praised</dc:title>
  <dc:creator>Eric Hoogendoorn</dc:creator>
  <cp:lastModifiedBy>Eric Hoogendoorn</cp:lastModifiedBy>
  <cp:revision>1</cp:revision>
  <dcterms:created xsi:type="dcterms:W3CDTF">2020-12-20T00:06:05Z</dcterms:created>
  <dcterms:modified xsi:type="dcterms:W3CDTF">2020-12-20T00:06:58Z</dcterms:modified>
</cp:coreProperties>
</file>