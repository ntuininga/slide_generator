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7" r:id="rId2"/>
    <p:sldId id="318" r:id="rId3"/>
    <p:sldId id="31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91797-DFA2-4AF2-88F8-22223A392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1DD781-4A17-424F-9717-B92B3F72C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37AA7-D34C-423E-88A5-1D18BFE02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7921-50FA-4AA8-A6AC-708D810F564C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3F8BA-8B91-4B2C-B8E8-ED873B013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FCB80-2D9E-4342-B72A-FE62DF8E4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9BBF-582C-48B3-9FD5-5AD816551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63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1C1C8-C1C8-42E6-86EE-BE6983099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53713-BA05-416B-B362-F12F90652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287BB-524D-46B7-BAD6-33BD72C29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7921-50FA-4AA8-A6AC-708D810F564C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44A65-1E7D-4943-857F-5EA3B38A9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DD1DB-7933-41F1-9996-7EF5131B1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9BBF-582C-48B3-9FD5-5AD816551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159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81365-0CB1-4936-A19A-7CDC12FE7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259D2-B43E-4E00-87A2-EBA97D902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96513-D855-49C4-B261-ACD030308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7921-50FA-4AA8-A6AC-708D810F564C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6301F-817F-4319-84CC-F4B906D45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F6B25-3F9B-4854-90D9-4BE5F4374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9BBF-582C-48B3-9FD5-5AD816551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93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DBDCE-D8BD-4DF4-8BE2-728C81062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E3249-D1F5-41FB-B791-C1FE7A3DC1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2C029-B59C-4D8F-91E4-D2AECD34C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D1BFD-CFE8-4F98-85BE-569647558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7921-50FA-4AA8-A6AC-708D810F564C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71E57-22F5-45A7-A3B1-74B793B5E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0CAFBF-87A6-4AF3-8DE3-B980A99E0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9BBF-582C-48B3-9FD5-5AD816551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029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847D-B86A-49D2-AD99-D04F1F00B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C32B4-5043-4DF1-BA0D-6FF68F0F3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8CE9C-AE59-4352-BD5B-DC7835031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3FF701-E1E6-420F-A13D-FA3350F68C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D662A1-9473-47EF-833B-41904C8EA9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92F52B-0665-4F1E-99FD-5E1BEE6CA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7921-50FA-4AA8-A6AC-708D810F564C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A5E191-E5D7-4557-A31E-C672CACB3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98C4E7-A9C0-489E-A2FB-549471006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9BBF-582C-48B3-9FD5-5AD816551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57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94636-9767-49C5-B42B-26A3414CF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96280D-FEF1-43FE-A8D3-BABF84061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7921-50FA-4AA8-A6AC-708D810F564C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CD100F-AB01-4418-8530-4C5DB6D62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AC1026-2305-4552-ABA3-30090D5D7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9BBF-582C-48B3-9FD5-5AD816551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520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4260D7-11AC-4361-8362-5CB046B6A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7921-50FA-4AA8-A6AC-708D810F564C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C1758-3D65-4178-9ECB-D13681F84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AD95C-9340-47A8-B903-EEA46B31A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9BBF-582C-48B3-9FD5-5AD816551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713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3B057-0A88-4A86-9AA0-4F42B30A8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96E2A-BBFF-4A45-BCCA-1C2D5A72D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A469D1-8C9A-44E5-B069-6A872069EF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7293B-8478-4E8B-9890-49AF87DA9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7921-50FA-4AA8-A6AC-708D810F564C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5BD0D-DEC0-48F2-B11F-E56F01290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5D9186-DB6C-4BDE-816C-67778099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9BBF-582C-48B3-9FD5-5AD816551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145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E9D37-CAE3-4E9D-A2C3-4DF49F93B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BA45F7-745B-4685-9371-B6F5EA8147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E5D255-D10F-4F46-A7A5-104D46567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D941E-7A64-4740-B72B-BC319D553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7921-50FA-4AA8-A6AC-708D810F564C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FD643-FA0A-4BE6-AD1F-C729F8C68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7FDCAD-C76A-440E-AF00-DFAA6A07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9BBF-582C-48B3-9FD5-5AD816551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40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A81E5-2647-4BD7-A6C4-5286A243F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6F16A2-5910-4EA2-B61F-2D102DA78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50503-4F43-49D1-9278-CA9B28F36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7921-50FA-4AA8-A6AC-708D810F564C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C72A9-9289-45F3-BD3A-248941DB6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86DAF-DF55-43BC-9387-D98FBEFA2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9BBF-582C-48B3-9FD5-5AD816551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433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173EAC-A60B-48AE-83C5-446E8C6D04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49407-0398-4C67-9912-346320C67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EC3F1-FB22-43BA-BCBC-3B1BE09DD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7921-50FA-4AA8-A6AC-708D810F564C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37477-C868-4138-8801-73A23BF48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F16A9-F08B-41F1-A797-A8247290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9BBF-582C-48B3-9FD5-5AD816551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74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40709F-CDF9-495B-A131-7DA9B6A31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EE5B9-70D7-4C71-A2CB-FFF312551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38D05-CB3C-4C9D-940C-BF51B746BA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E7921-50FA-4AA8-A6AC-708D810F564C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F601B-4480-4194-948F-E891A97979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286FF-017F-44E4-862E-EDC7F8899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79BBF-582C-48B3-9FD5-5AD816551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84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#429 Come, Thou Fount of Every Blessing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</a:t>
            </a:r>
            <a:r>
              <a:rPr lang="en-US" sz="2800" dirty="0"/>
              <a:t>Come, thou fount of </a:t>
            </a:r>
            <a:r>
              <a:rPr lang="en-US" sz="2800" dirty="0" err="1"/>
              <a:t>ev'ry</a:t>
            </a:r>
            <a:r>
              <a:rPr lang="en-US" sz="2800" dirty="0"/>
              <a:t> blessing,</a:t>
            </a:r>
            <a:br>
              <a:rPr lang="en-US" sz="2800" dirty="0"/>
            </a:br>
            <a:r>
              <a:rPr lang="en-US" sz="2800" dirty="0"/>
              <a:t>tune my heart to sing thy grace;</a:t>
            </a:r>
            <a:br>
              <a:rPr lang="en-US" sz="2800" dirty="0"/>
            </a:br>
            <a:r>
              <a:rPr lang="en-US" sz="2800" dirty="0"/>
              <a:t>streams of mercy, never ceasing,</a:t>
            </a:r>
            <a:br>
              <a:rPr lang="en-US" sz="2800" dirty="0"/>
            </a:br>
            <a:r>
              <a:rPr lang="en-US" sz="2800" dirty="0"/>
              <a:t>call for songs of loudest praise.</a:t>
            </a:r>
            <a:br>
              <a:rPr lang="en-US" sz="2800" dirty="0"/>
            </a:br>
            <a:r>
              <a:rPr lang="en-US" sz="2800" dirty="0"/>
              <a:t>Teach me some melodious sonnet,</a:t>
            </a:r>
            <a:br>
              <a:rPr lang="en-US" sz="2800" dirty="0"/>
            </a:br>
            <a:r>
              <a:rPr lang="en-US" sz="2800" dirty="0"/>
              <a:t>sung by flaming tongues above;</a:t>
            </a:r>
            <a:br>
              <a:rPr lang="en-US" sz="2800" dirty="0"/>
            </a:br>
            <a:r>
              <a:rPr lang="en-US" sz="2800" dirty="0"/>
              <a:t>praise the mount! I'm fixed upon it,</a:t>
            </a:r>
            <a:br>
              <a:rPr lang="en-US" sz="2800" dirty="0"/>
            </a:br>
            <a:r>
              <a:rPr lang="en-US" sz="2800" dirty="0"/>
              <a:t>mount of God's unchanging love.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9FD1E3-C827-4B30-A983-F1F0071CB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2738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Here I raise my Ebenezer;</a:t>
            </a:r>
            <a:br>
              <a:rPr lang="en-US" sz="2800" dirty="0"/>
            </a:br>
            <a:r>
              <a:rPr lang="en-US" sz="2800" dirty="0"/>
              <a:t>hither by thy help I'm come;</a:t>
            </a:r>
            <a:br>
              <a:rPr lang="en-US" sz="2800" dirty="0"/>
            </a:br>
            <a:r>
              <a:rPr lang="en-US" sz="2800" dirty="0"/>
              <a:t>and I hope, by thy good pleasure,</a:t>
            </a:r>
            <a:br>
              <a:rPr lang="en-US" sz="2800" dirty="0"/>
            </a:br>
            <a:r>
              <a:rPr lang="en-US" sz="2800" dirty="0"/>
              <a:t>safely to arrive at home.</a:t>
            </a:r>
            <a:br>
              <a:rPr lang="en-US" sz="2800" dirty="0"/>
            </a:br>
            <a:r>
              <a:rPr lang="en-US" sz="2800" dirty="0"/>
              <a:t>Jesus sought me when a stranger,</a:t>
            </a:r>
            <a:br>
              <a:rPr lang="en-US" sz="2800" dirty="0"/>
            </a:br>
            <a:r>
              <a:rPr lang="en-US" sz="2800" dirty="0" err="1"/>
              <a:t>wand'ring</a:t>
            </a:r>
            <a:r>
              <a:rPr lang="en-US" sz="2800" dirty="0"/>
              <a:t> from the fold of God:</a:t>
            </a:r>
            <a:br>
              <a:rPr lang="en-US" sz="2800" dirty="0"/>
            </a:br>
            <a:r>
              <a:rPr lang="en-US" sz="2800" dirty="0"/>
              <a:t>he, to rescue me from danger,</a:t>
            </a:r>
            <a:br>
              <a:rPr lang="en-US" sz="2800" dirty="0"/>
            </a:br>
            <a:r>
              <a:rPr lang="en-US" sz="2800" dirty="0"/>
              <a:t>interposed his precious blood.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364281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O to grace how great a debtor</a:t>
            </a:r>
            <a:br>
              <a:rPr lang="en-US" sz="2800" dirty="0"/>
            </a:br>
            <a:r>
              <a:rPr lang="en-US" sz="2800" dirty="0"/>
              <a:t>daily I'm constrained to be;</a:t>
            </a:r>
            <a:br>
              <a:rPr lang="en-US" sz="2800" dirty="0"/>
            </a:br>
            <a:r>
              <a:rPr lang="en-US" sz="2800" dirty="0"/>
              <a:t>let that grace now, like a fetter,</a:t>
            </a:r>
            <a:br>
              <a:rPr lang="en-US" sz="2800" dirty="0"/>
            </a:br>
            <a:r>
              <a:rPr lang="en-US" sz="2800" dirty="0"/>
              <a:t>bind my </a:t>
            </a:r>
            <a:r>
              <a:rPr lang="en-US" sz="2800" dirty="0" err="1"/>
              <a:t>wand'ring</a:t>
            </a:r>
            <a:r>
              <a:rPr lang="en-US" sz="2800" dirty="0"/>
              <a:t> heart to thee.</a:t>
            </a:r>
            <a:br>
              <a:rPr lang="en-US" sz="2800" dirty="0"/>
            </a:br>
            <a:r>
              <a:rPr lang="en-US" sz="2800" dirty="0"/>
              <a:t>Prone to wander--Lord, I feel it--</a:t>
            </a:r>
            <a:br>
              <a:rPr lang="en-US" sz="2800" dirty="0"/>
            </a:br>
            <a:r>
              <a:rPr lang="en-US" sz="2800" dirty="0"/>
              <a:t>prone to leave the God I love:</a:t>
            </a:r>
            <a:br>
              <a:rPr lang="en-US" sz="2800" dirty="0"/>
            </a:br>
            <a:r>
              <a:rPr lang="en-US" sz="2800" dirty="0"/>
              <a:t>here's my heart, O take and seal it,</a:t>
            </a:r>
            <a:br>
              <a:rPr lang="en-US" sz="2800" dirty="0"/>
            </a:br>
            <a:r>
              <a:rPr lang="en-US" sz="2800" dirty="0"/>
              <a:t>seal it for thy courts above.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463450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#429 Come, Thou Fount of Every Blessing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#429 Come, Thou Fount of Every Blessing</dc:title>
  <dc:creator>Eric Hoogendoorn</dc:creator>
  <cp:lastModifiedBy>Eric Hoogendoorn</cp:lastModifiedBy>
  <cp:revision>1</cp:revision>
  <dcterms:created xsi:type="dcterms:W3CDTF">2020-07-10T02:18:13Z</dcterms:created>
  <dcterms:modified xsi:type="dcterms:W3CDTF">2020-07-10T02:18:29Z</dcterms:modified>
</cp:coreProperties>
</file>