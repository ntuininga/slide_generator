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80" r:id="rId4"/>
    <p:sldId id="3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4C6E-6BC8-4C7C-8899-850AF5D8F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EFDD-3CB6-4D85-AB21-B1C570D46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ADFD9-56D9-4E00-8CAA-0EB337AB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4183E-EE48-44CC-A41F-2A56D315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38264-3BAD-480F-AE71-5406003F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4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D323-8B82-46F8-BF99-16F8F211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75E21-F774-476C-8740-97BB45C88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5F375-0312-4E6F-A4B6-B4BDCC5C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E6C8F-C5A0-412D-9875-0C2D52EB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7AC11-2FC0-4564-891F-C3D2C4307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2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24A4-964B-43B3-B3BA-2A8B7354D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95BE4-E3BD-4A21-90AD-77FEEA4B1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88A10-CC67-4576-8DB3-28A99BD3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E355C-82E6-4AFE-B4AA-278BFE29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211BB-2AF6-4ED5-957D-DDE05EC7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4EF5-8725-4EBB-8521-2C9A8557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5A01-3959-4536-B081-679C6DD89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B3E55-72D6-4104-AF83-229CE8964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15E5D-A911-424B-AF20-60B6D385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5C4A5-3E09-49F4-A416-3D6F0205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C351-900D-4447-9FE5-2AC00257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8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E953-92F2-4500-A9BD-D209EF5A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C928B-06AF-418F-9A54-5B4B13D6D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E9EB5-11ED-44D9-9B85-313F544F8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7072C-8672-4CA3-B5C7-20A80767B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93344-0643-4A6F-A016-3A2A70CD2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A2851-39A5-46D7-9CDC-DD5C17C1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1CEED-FD8E-40AF-BF79-D6864293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17A06-4412-4198-8E9B-EF409F42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4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696E-0CB6-48B4-BEDF-85CE6E06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8EE0D-9274-49B1-96C5-B447F8C0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439BC-CB77-42BB-8840-3631450F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03CAD-CD25-411F-8269-21641298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2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38E3E-77AF-4FAD-9F7E-7A6E015C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0D820-F824-41CE-AE1B-83E51470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2D142-9257-4F3F-BBB7-C5C3D70A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7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2154-2CD9-4F75-BBCE-73E2E7F1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1CCCD-C943-4234-BAEB-B3B76C355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33060-5102-4B09-9F5D-4E6D238E4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79A43-551F-4EFE-846C-0B1E5234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78238-BF3F-46BE-91D6-FB32F307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D6781-AFAB-42A5-9C89-EF7FDA56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2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633C-3A5A-47CE-82BE-0A6508F0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3D4C0-8421-43BC-93A3-78CA83525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B139C-E440-4C6B-B6BF-B6102B715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583EF-21BF-440A-B819-65E78F50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8AE1E-7574-4C6D-9B92-4BF29A846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625A4-3FAF-4E48-B406-F364F8D9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6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9080-DD4F-473E-A187-63AC0550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4C2DA-30C5-48C1-8188-2A4E2C86C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42D8-6DB4-4079-862D-FC41CAD5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C71E-CE60-44E8-9163-4C95B47F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9F309-A548-456A-A161-45F1484E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9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03F143-A3D4-435E-9FF1-DE24D8C87F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CC909-D4AA-4E0C-9964-3731754ED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6180E-A89D-4D6C-81C1-A8122461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78060-B244-4412-80FF-D80E3EA5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F73A8-A66C-4E3B-A9F4-EDC42F5B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2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84FB9-0919-46BC-A951-BA55E683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C9174-9A6E-479C-A825-8917BEAD0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9FA00-6503-4428-8863-71F71667F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CFEDB-5005-4FEA-AB77-843D80B74F7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6DE72-FF25-4CA6-AAEC-44799CD09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30B0-565B-4A64-892A-9732F289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50575-43D4-46E3-A81A-7245509DC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4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#99A The LORD God Reigns on High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716435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The LORD God reigns on high;</a:t>
            </a:r>
          </a:p>
          <a:p>
            <a:pPr algn="ctr"/>
            <a:r>
              <a:rPr lang="en-US" sz="2800" dirty="0"/>
              <a:t>let all the peoples quake!</a:t>
            </a:r>
          </a:p>
          <a:p>
            <a:pPr algn="ctr"/>
            <a:r>
              <a:rPr lang="en-US" sz="2800" dirty="0"/>
              <a:t>He sits enthroned on cherubim;</a:t>
            </a:r>
          </a:p>
          <a:p>
            <a:pPr algn="ctr"/>
            <a:r>
              <a:rPr lang="en-US" sz="2800" dirty="0"/>
              <a:t>let all earth shake!</a:t>
            </a:r>
          </a:p>
          <a:p>
            <a:pPr algn="ctr"/>
            <a:r>
              <a:rPr lang="en-US" sz="2800" dirty="0"/>
              <a:t>In Zion God is great;</a:t>
            </a:r>
          </a:p>
          <a:p>
            <a:pPr algn="ctr"/>
            <a:r>
              <a:rPr lang="en-US" sz="2800" dirty="0"/>
              <a:t>o’er all the world enthroned.</a:t>
            </a:r>
          </a:p>
          <a:p>
            <a:pPr algn="ctr"/>
            <a:r>
              <a:rPr lang="en-US" sz="2800" dirty="0"/>
              <a:t>O praise his great and awesome name,</a:t>
            </a:r>
          </a:p>
          <a:p>
            <a:pPr algn="ctr"/>
            <a:r>
              <a:rPr lang="en-US" sz="2800" dirty="0"/>
              <a:t>the Holy One!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E2ECD-6B4A-42D9-BD24-128D9FD2ECE8}"/>
              </a:ext>
            </a:extLst>
          </p:cNvPr>
          <p:cNvSpPr txBox="1"/>
          <p:nvPr/>
        </p:nvSpPr>
        <p:spPr>
          <a:xfrm>
            <a:off x="2309812" y="1421160"/>
            <a:ext cx="75723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2</a:t>
            </a:r>
            <a:r>
              <a:rPr lang="en-US" sz="2800" dirty="0"/>
              <a:t>. The mighty King is just,</a:t>
            </a:r>
          </a:p>
          <a:p>
            <a:pPr algn="ctr"/>
            <a:r>
              <a:rPr lang="en-US" sz="2800" dirty="0"/>
              <a:t>ordaining equity;</a:t>
            </a:r>
          </a:p>
          <a:p>
            <a:pPr algn="ctr"/>
            <a:r>
              <a:rPr lang="en-US" sz="2800" dirty="0"/>
              <a:t>in Jacob you love justice,</a:t>
            </a:r>
          </a:p>
          <a:p>
            <a:pPr algn="ctr"/>
            <a:r>
              <a:rPr lang="en-US" sz="2800" dirty="0"/>
              <a:t>judging righteously.</a:t>
            </a:r>
          </a:p>
          <a:p>
            <a:pPr algn="ctr"/>
            <a:r>
              <a:rPr lang="en-US" sz="2800" dirty="0"/>
              <a:t>Exalt the LORD our God,</a:t>
            </a:r>
          </a:p>
          <a:p>
            <a:pPr algn="ctr"/>
            <a:r>
              <a:rPr lang="en-US" sz="2800" dirty="0"/>
              <a:t>and worship him alone.</a:t>
            </a:r>
          </a:p>
          <a:p>
            <a:pPr algn="ctr"/>
            <a:r>
              <a:rPr lang="en-US" sz="2800" dirty="0"/>
              <a:t>O come and at his footstool bow, </a:t>
            </a:r>
          </a:p>
          <a:p>
            <a:pPr algn="ctr"/>
            <a:r>
              <a:rPr lang="en-US" sz="2800" dirty="0"/>
              <a:t>the Holy One.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2B8289-E640-45A8-847A-046B7CE1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B663D-89EC-4290-A342-185EF91FD5F9}"/>
              </a:ext>
            </a:extLst>
          </p:cNvPr>
          <p:cNvSpPr txBox="1"/>
          <p:nvPr/>
        </p:nvSpPr>
        <p:spPr>
          <a:xfrm>
            <a:off x="1666875" y="1478310"/>
            <a:ext cx="8858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For Moses was his priest,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Aaron was the same;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among them also Samuel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invoked his name.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They called upon the LORD;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from the cloud was heard.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His testimonies they obeyed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kept his word.</a:t>
            </a:r>
          </a:p>
        </p:txBody>
      </p:sp>
    </p:spTree>
    <p:extLst>
      <p:ext uri="{BB962C8B-B14F-4D97-AF65-F5344CB8AC3E}">
        <p14:creationId xmlns:p14="http://schemas.microsoft.com/office/powerpoint/2010/main" val="333932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A7ACB0-B2FF-4ACB-A4A8-FDC4D0097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3EC36-6DF5-427C-9A76-34281256578C}"/>
              </a:ext>
            </a:extLst>
          </p:cNvPr>
          <p:cNvSpPr txBox="1"/>
          <p:nvPr/>
        </p:nvSpPr>
        <p:spPr>
          <a:xfrm>
            <a:off x="1590675" y="1314450"/>
            <a:ext cx="90106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4</a:t>
            </a:r>
            <a:r>
              <a:rPr lang="en-US" sz="2800" dirty="0"/>
              <a:t>. O LORD our </a:t>
            </a:r>
            <a:r>
              <a:rPr lang="en-US" sz="2800" dirty="0" err="1"/>
              <a:t>sov’reign</a:t>
            </a:r>
            <a:r>
              <a:rPr lang="en-US" sz="2800" dirty="0"/>
              <a:t> God,</a:t>
            </a:r>
          </a:p>
          <a:p>
            <a:pPr algn="ctr"/>
            <a:r>
              <a:rPr lang="en-US" sz="2800" dirty="0"/>
              <a:t>you answered their lament.</a:t>
            </a:r>
          </a:p>
          <a:p>
            <a:pPr algn="ctr"/>
            <a:r>
              <a:rPr lang="en-US" sz="2800" dirty="0"/>
              <a:t>O God you were forgiving, </a:t>
            </a:r>
          </a:p>
          <a:p>
            <a:pPr algn="ctr"/>
            <a:r>
              <a:rPr lang="en-US" sz="2800" dirty="0"/>
              <a:t>yet their wrongs avenged.</a:t>
            </a:r>
          </a:p>
          <a:p>
            <a:pPr algn="ctr"/>
            <a:r>
              <a:rPr lang="en-CA" sz="2800" dirty="0"/>
              <a:t>Exalt the LORD our God;</a:t>
            </a:r>
          </a:p>
          <a:p>
            <a:pPr algn="ctr"/>
            <a:r>
              <a:rPr lang="en-CA" sz="2800" dirty="0"/>
              <a:t>before his mountain come</a:t>
            </a:r>
          </a:p>
          <a:p>
            <a:pPr algn="ctr"/>
            <a:r>
              <a:rPr lang="en-CA" sz="2800" dirty="0"/>
              <a:t>and worship God, for he is LORD,</a:t>
            </a:r>
          </a:p>
          <a:p>
            <a:pPr algn="ctr"/>
            <a:r>
              <a:rPr lang="en-CA" sz="2800" dirty="0"/>
              <a:t>the Holy One.</a:t>
            </a:r>
          </a:p>
        </p:txBody>
      </p:sp>
    </p:spTree>
    <p:extLst>
      <p:ext uri="{BB962C8B-B14F-4D97-AF65-F5344CB8AC3E}">
        <p14:creationId xmlns:p14="http://schemas.microsoft.com/office/powerpoint/2010/main" val="46910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#99A The LORD God Reigns on High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#99A The LORD God Reigns on High</dc:title>
  <dc:creator>Eric Hoogendoorn</dc:creator>
  <cp:lastModifiedBy>Eric Hoogendoorn</cp:lastModifiedBy>
  <cp:revision>1</cp:revision>
  <dcterms:created xsi:type="dcterms:W3CDTF">2020-11-06T15:28:36Z</dcterms:created>
  <dcterms:modified xsi:type="dcterms:W3CDTF">2020-11-06T15:28:50Z</dcterms:modified>
</cp:coreProperties>
</file>