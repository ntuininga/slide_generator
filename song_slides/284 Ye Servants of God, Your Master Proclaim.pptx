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9" r:id="rId2"/>
    <p:sldId id="291" r:id="rId3"/>
    <p:sldId id="340" r:id="rId4"/>
    <p:sldId id="34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0A5F5-B9AD-41AB-9ABE-3791EB77E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6F7B5-5455-4CD3-AA7F-6887492BB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1007A-85FD-4CAB-8135-6CB38EB9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872F8-B527-47AC-AFD6-2E76A8AC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087CD-3B76-4183-92BE-819BE9FF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7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5B99-34C0-4D17-970E-ED72D51E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B4B54-994B-498D-9F50-193ABD41A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39064-A2CF-4758-B2E0-2D9A4D37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B9E38-8DE5-45EA-9904-B46C4590C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6701A-28BC-4C35-A7F6-7763572C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7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B13C-41C2-4EBA-A519-9AE202EA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29FBB-CDFE-4C41-9D5C-0389EF808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4D425-3C50-4A09-90BF-29560C1C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E5E08-B215-4B74-B806-F79EE361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F68CD-C5BA-400D-AE68-0FB21B82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7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CDF6-83DA-4A29-9502-E46A8A148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ABC8F-239E-46F0-B617-4BFB2A6CD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93FB5-3197-4756-B92D-86906925B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EABBF-E8CC-4DCA-9129-64CB9BC9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AAEA7-4CA7-4666-8561-6E02D090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832A1-4B1A-43CD-8069-C6587EDE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3FA1-320A-4557-A4B0-344170797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5A65C-F78A-44D5-BEAB-BC704D5D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8CD2B-B686-40CC-8B7D-061B08F25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0954B-559D-4062-9F5E-B660E4468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FF794-BE6A-4360-B7D8-3F97D0AB5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E73B3-8F97-4843-9DE9-21A4813A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7D704A-4BFB-4D93-A16F-73817AA9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600D7-D980-43BB-86A9-DB67CD87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0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38B-7EAC-4178-8774-240D2137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A9A7D-1D58-46EB-AD97-F9406A73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14FB6-9D0A-4C7F-A889-4FCF0598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23A1F-5C1C-4DC7-B32F-AC0050E0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3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908C1-FB7F-4549-8FA0-B50FB237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893ED-3B9C-4B90-8605-6340F75C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3FF0-CD97-413C-B4E1-8C59AD86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53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C77A-178F-4C7A-8B59-A59CACA0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62A28-CB72-4CD8-A04A-D6FA7E83A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F25C3-1F8E-4B8F-8FFF-7770F73DA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E0725-AD4E-4A91-936B-16D916D4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876FF-3C08-468E-AC92-26CE6300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EC4E1-A845-406A-98A1-56BF5FE2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8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3A73-E3FA-4104-8AAD-3865A85A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A0A9B9-AE75-4DA8-916D-8D4368D09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1D991-34B2-42A1-8F58-28426275F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70438-A82E-458E-B5A2-271111BB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76551-F2DE-4D07-80F0-BD3D15A8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E2228-7A65-4ECC-8854-A20A5664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6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9030-2D3C-4911-9242-60562B1E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3A425E-1AAC-4659-8ECD-945925652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5EF96-3B94-40E6-AB30-EE6AA977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6E792-23ED-456C-A2C2-869B07E5B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4995E-C12C-42A8-9648-FD1AC77C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1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8E9B9C-FBDD-434B-9529-18B293A53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5451F-1A90-45F2-950E-5C6F60055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90444-53BC-4C9A-99B8-3EBBE871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7E892-5EDF-4B35-9675-A583BE18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5A1AC-E381-4900-8FE0-FCE04D6D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2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8904A-2626-4100-A94D-1934A7D6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21B57-D915-4E92-9687-248796088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434E-5E0A-4B53-A345-20786D0EB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83308-01A0-460F-B9FA-AC0380AAA77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8DB10-45C7-4544-BB9B-1EF63AB20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F24A5-5FFA-47F0-A53B-655531E2C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ADEF9-6313-4998-82B2-0F3C3D8F4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2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#284 Ye Servants of God, Your Master Proclaim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Ye servants of God, your Master proclaim,</a:t>
            </a:r>
            <a:br>
              <a:rPr lang="en-US" sz="2800" dirty="0"/>
            </a:br>
            <a:r>
              <a:rPr lang="en-US" sz="2800" dirty="0"/>
              <a:t>and publish abroad his wonderful name;</a:t>
            </a:r>
            <a:br>
              <a:rPr lang="en-US" sz="2800" dirty="0"/>
            </a:br>
            <a:r>
              <a:rPr lang="en-US" sz="2800" dirty="0"/>
              <a:t>the name, all victorious, of Jesus extol;</a:t>
            </a:r>
            <a:br>
              <a:rPr lang="en-US" sz="2800" dirty="0"/>
            </a:br>
            <a:r>
              <a:rPr lang="en-US" sz="2800" dirty="0"/>
              <a:t>his kingdom is glorious and rules over all.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388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</a:t>
            </a:r>
            <a:r>
              <a:rPr lang="en-US" sz="2800" dirty="0"/>
              <a:t>  God </a:t>
            </a:r>
            <a:r>
              <a:rPr lang="en-US" sz="2800" dirty="0" err="1"/>
              <a:t>ruleth</a:t>
            </a:r>
            <a:r>
              <a:rPr lang="en-US" sz="2800" dirty="0"/>
              <a:t> on high, almighty to save;</a:t>
            </a:r>
            <a:br>
              <a:rPr lang="en-US" sz="2800" dirty="0"/>
            </a:br>
            <a:r>
              <a:rPr lang="en-US" sz="2800" dirty="0"/>
              <a:t>and still he is nigh--his presence we have.</a:t>
            </a:r>
            <a:br>
              <a:rPr lang="en-US" sz="2800" dirty="0"/>
            </a:br>
            <a:r>
              <a:rPr lang="en-US" sz="2800" dirty="0"/>
              <a:t>The great congregation his triumph shall sing,</a:t>
            </a:r>
            <a:br>
              <a:rPr lang="en-US" sz="2800" dirty="0"/>
            </a:br>
            <a:r>
              <a:rPr lang="en-US" sz="2800" dirty="0"/>
              <a:t>ascribing salvation to Jesus, our King.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186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3</a:t>
            </a:r>
            <a:r>
              <a:rPr lang="en-US" sz="2800" dirty="0"/>
              <a:t>  Salvation to God, who sits on the throne!</a:t>
            </a:r>
            <a:br>
              <a:rPr lang="en-US" sz="2800" dirty="0"/>
            </a:br>
            <a:r>
              <a:rPr lang="en-US" sz="2800" dirty="0"/>
              <a:t>Let all cry aloud and honor the Son.</a:t>
            </a:r>
            <a:br>
              <a:rPr lang="en-US" sz="2800" dirty="0"/>
            </a:br>
            <a:r>
              <a:rPr lang="en-US" sz="2800" dirty="0"/>
              <a:t>The praises of Jesus the angels proclaim,</a:t>
            </a:r>
            <a:br>
              <a:rPr lang="en-US" sz="2800" dirty="0"/>
            </a:br>
            <a:r>
              <a:rPr lang="en-US" sz="2800" dirty="0"/>
              <a:t>fall down on their faces and worship the Lamb.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6740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4</a:t>
            </a:r>
            <a:r>
              <a:rPr lang="en-US" sz="2800" dirty="0"/>
              <a:t>  Then let us adore, and give him his right,</a:t>
            </a:r>
            <a:br>
              <a:rPr lang="en-US" sz="2800" dirty="0"/>
            </a:br>
            <a:r>
              <a:rPr lang="en-US" sz="2800" dirty="0"/>
              <a:t>all glory and </a:t>
            </a:r>
            <a:r>
              <a:rPr lang="en-US" sz="2800" dirty="0" err="1"/>
              <a:t>pow'r</a:t>
            </a:r>
            <a:r>
              <a:rPr lang="en-US" sz="2800" dirty="0"/>
              <a:t>, and wisdom and might,</a:t>
            </a:r>
            <a:br>
              <a:rPr lang="en-US" sz="2800" dirty="0"/>
            </a:br>
            <a:r>
              <a:rPr lang="en-US" sz="2800" dirty="0"/>
              <a:t>all honor and blessing, with angels above,</a:t>
            </a:r>
            <a:br>
              <a:rPr lang="en-US" sz="2800" dirty="0"/>
            </a:br>
            <a:r>
              <a:rPr lang="en-US" sz="2800" dirty="0"/>
              <a:t>and thanks never ceasing for infinite love.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3252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#284 Ye Servants of God, Your Master Proclaim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#284 Ye Servants of God, Your Master Proclaim</dc:title>
  <dc:creator>Eric Hoogendoorn</dc:creator>
  <cp:lastModifiedBy>Eric Hoogendoorn</cp:lastModifiedBy>
  <cp:revision>2</cp:revision>
  <dcterms:created xsi:type="dcterms:W3CDTF">2020-07-04T16:06:34Z</dcterms:created>
  <dcterms:modified xsi:type="dcterms:W3CDTF">2020-07-10T01:44:01Z</dcterms:modified>
</cp:coreProperties>
</file>