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09FD0-0412-413E-941C-E2DD6194CB67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5D016-0C08-47A3-B7A5-5D4E28E27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3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D4C1-8344-C7E3-8C60-7A9098296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012E3-3E7C-2F70-9C30-9E6657908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55FF0-4E79-9BA2-709D-F4C68744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868-CD4E-45EF-9A0E-E555A26E7CF2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15AE3-90B3-73E0-813D-64086B5C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2C45F-943D-AFF0-D9E9-D2131298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2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7EC0-0B86-A515-4593-84A7A415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A8297-A6E8-B9D3-E13C-B97CF56FB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22724-CFD6-D607-36CE-11BBCF5B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0F10B-B324-4F8D-ABCD-210486CC1F01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96235-D058-9D56-F49D-8CAC2D93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E8A8F-527E-0AE2-76A0-EE6A4BCF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0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53AF-63D1-B9F7-292E-5B8F7DD8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1041-7F0F-1183-A02E-BFCA667D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5419-D56A-4E35-3FC5-72C62CD9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3FE3-3514-4C39-BFCB-52E18BDBB951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10E9F-10B4-7D81-8F50-987536B7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C5AC4-40CB-6780-7790-D55C878B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9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FE60-B37A-0CB0-BB10-C3C7B514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E52B-BFEF-B958-E0F6-3D39D20EC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148D2-DB11-B4C2-8EA2-61FCEC737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061C6-5CD8-FFAB-FF10-DD96EDFD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9466-8F9E-4FF7-8D1F-8522C06BB852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11C53-20DE-A9F2-447D-420B93AE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086DA-12C3-7069-CF7A-CE193735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1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24BA-BC30-DA3D-1070-97DAFA3A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7A1C2-1948-93AC-EA67-BBB4F4069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095D0-3BA7-850E-8079-A8A9F962D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58158-8D9C-0104-2966-E0E8B5CBF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DBDBF-E629-57F3-48C1-FE8FFF97C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5704B-2703-813E-8FDD-7F6F8EC0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CB66-A1F2-4D78-9FBD-FA91558B86E8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A370F-656A-DB22-51FC-2841DDE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4AA31-9FB9-642D-F728-3C9FBACE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6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F432-8BD9-3911-AD11-D7B884CE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71BCA-83BD-F031-C338-EE2DBAE3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6FE4-9212-49E3-8144-B0612E8320CD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1243A-78F8-CB25-E6EA-E021D42C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B85D0-C98C-B0F9-EEF0-43575D0B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2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70E85-0B01-91BF-4592-97D1B2F5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0A68-1A4A-4478-B6C3-DFAC3A4418E0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8A9FB-623C-5BA7-0018-238FCE21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C4300-CA15-E1DC-1BAC-80FEACA2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3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AB80-3168-413B-0C91-8E9BA1424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8745-6D20-5742-9CA9-1D8B5699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E97FE-4270-16ED-3EEB-E75011BE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CF754-5572-5A8F-C019-DD9B3603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1014-41F6-44AB-AB1E-33A7273B7BBF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F4F56-237A-0C6A-6043-8D6B6F4EA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A65D3-87ED-0847-6ECC-0BA3673A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2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AEED-8F17-AF84-4A17-16119B44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D4DA9-093B-7487-6AA0-113212D37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0C635-9CE9-B84A-F2D7-8B4B126E9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1E357-B4D3-FF2E-D7E0-6EAA6E69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4CEAE-0081-4980-8183-4C733104CFDC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3F863-DFB0-94F3-C1D1-0DAB2E21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6B0A2-FB62-76DD-E8CA-6B8D3CE9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5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EDFF-0512-149F-A71B-127F1667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C0517-12F1-6ACF-32BE-483AB1D44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1F698-1276-727F-0528-954D926A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0E7B-B92A-4BE7-B985-7B2916A807D1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7300-EBB2-B1CB-851F-B89902FD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DB14-59EE-773B-F1AF-510ABF00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6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7E477-B3C6-6E82-EB4F-4EBE9C38F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A332D-A638-422A-1E9F-A7AE61DAB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5051B-52F9-FDB6-21D7-98EFC758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3F00-8369-48B2-9523-C55BAD2DB90A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B6BD1-99EB-5D61-33A2-DE966806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1B81-E9D9-D04E-E2B9-E097344E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0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48707-2066-4FC7-567A-559A96EF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D3C65-A130-FA67-33E3-F9A97EB23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893F9-A705-F99B-E3D6-CE57190ED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2D424-6D14-4B36-81E1-F0E558ACE713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01312-38B1-DF7B-9452-F5364F89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1C04-832D-B4B6-EFB7-F9A816C22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041E6-DBA9-48B3-BDE8-EF00B010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0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54C3-C8B3-7F29-B8CA-CA7ED78D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#81A Sing Aloud to God </a:t>
            </a:r>
            <a:r>
              <a:rPr lang="en-US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B2345-548D-0B75-061A-2BF1C6CA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 aloud to God our strength;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shout for joy to Jacob’s God.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Raise a song and sound the timbrel,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Harp and lyre, to bring him laud.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new moon, sound the trumpet,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full moon play as well,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feast by God appointed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decreed for Israel.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BD990-1CFB-0B67-5E98-30917F5C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254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E1A6-F7A1-FB23-D08E-923DEFFD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7018-914F-0A6E-C217-8030B438B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 am God the Lord who brought you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up from Egypt’s land in of grief.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wide your mouth, and surely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will fill your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ev’ry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my people would not listen,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Would not do what I required.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I gave them up to follow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their stubborn hearts desired.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72C36-FFDD-4A72-8D29-F6F2CDD0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239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0E88-65FC-6576-645B-117E06E4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E36E-D42E-B83C-F7B3-E2299A0E7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If my people would but heed me,</a:t>
            </a:r>
          </a:p>
          <a:p>
            <a:pPr marL="0" indent="0" algn="ctr"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Isr’el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follow in my ways,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would soon subdue their haters,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 my hand against their foes.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 who hate the Lord would cower,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their doom would never end.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with finest wheat I’d feed you,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Honey from the rock I’d send.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FC67-01F4-4FD5-B17C-6EF552AB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446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215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#81A Sing Aloud to God Our Strength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2024-09-13T17:49:17Z</dcterms:created>
  <dcterms:modified xsi:type="dcterms:W3CDTF">2024-09-13T22:00:41Z</dcterms:modified>
</cp:coreProperties>
</file>