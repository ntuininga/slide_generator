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sldIdLst>
    <p:sldId id="256" r:id="rId5"/>
    <p:sldId id="268" r:id="rId18"/>
    <p:sldId id="269" r:id="rId19"/>
    <p:sldId id="265" r:id="rId15"/>
    <p:sldId id="266" r:id="rId16"/>
    <p:sldId id="267" r:id="rId17"/>
    <p:sldId id="262" r:id="rId12"/>
    <p:sldId id="263" r:id="rId13"/>
    <p:sldId id="264" r:id="rId14"/>
    <p:sldId id="259" r:id="rId9"/>
    <p:sldId id="260" r:id="rId10"/>
    <p:sldId id="261" r:id="rId11"/>
    <p:sldId id="257" r:id="rId6"/>
    <p:sldId id="258" r:id="rId7"/>
    <p:sldId id="270" r:id="rId20"/>
    <p:sldId id="271" r:id="rId21"/>
    <p:sldId id="272" r:id="rId22"/>
  </p:sldIdLst>
  <p:sldSz cx="12192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presProps" Target="presProps.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B2C54180-7187-4818-8BAD-BC8677272046}" type="slidenum">
              <a:t>&lt;#&gt;</a:t>
            </a:fld>
          </a:p>
        </p:txBody>
      </p:sp>
      <p:sp>
        <p:nvSpPr>
          <p:cNvPr id="4" name="PlaceHolder 3"/>
          <p:cNvSpPr>
            <a:spLocks noGrp="1"/>
          </p:cNvSpPr>
          <p:nvPr>
            <p:ph type="dt" idx="3"/>
          </p:nvPr>
        </p:nvSpPr>
        <p:spPr/>
        <p:txBody>
          <a:bodyPr/>
          <a:p>
            <a:r>
              <a:rPr lang="en-CA"/>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6" name="PlaceHolder 2"/>
          <p:cNvSpPr>
            <a:spLocks noGrp="1"/>
          </p:cNvSpPr>
          <p:nvPr>
            <p:ph type="subTitle"/>
          </p:nvPr>
        </p:nvSpPr>
        <p:spPr>
          <a:xfrm>
            <a:off x="609480" y="1604520"/>
            <a:ext cx="10972080" cy="3976920"/>
          </a:xfrm>
          <a:prstGeom prst="rect">
            <a:avLst/>
          </a:prstGeom>
          <a:noFill/>
          <a:ln w="0">
            <a:noFill/>
          </a:ln>
        </p:spPr>
        <p:txBody>
          <a:bodyPr lIns="0" rIns="0" tIns="0" bIns="0" anchor="ctr">
            <a:noAutofit/>
          </a:bodyPr>
          <a:p>
            <a:pPr algn="ctr">
              <a:buNone/>
            </a:pPr>
            <a:endParaRPr b="0" lang="en-CA"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9CB13202-852E-4E74-B23A-C065E6AD63E8}" type="slidenum">
              <a:t>&lt;#&gt;</a:t>
            </a:fld>
          </a:p>
        </p:txBody>
      </p:sp>
      <p:sp>
        <p:nvSpPr>
          <p:cNvPr id="6" name="PlaceHolder 5"/>
          <p:cNvSpPr>
            <a:spLocks noGrp="1"/>
          </p:cNvSpPr>
          <p:nvPr>
            <p:ph type="dt" idx="3"/>
          </p:nvPr>
        </p:nvSpPr>
        <p:spPr/>
        <p:txBody>
          <a:bodyPr/>
          <a:p>
            <a:r>
              <a:rPr lang="en-CA"/>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8" name="PlaceHolder 2"/>
          <p:cNvSpPr>
            <a:spLocks noGrp="1"/>
          </p:cNvSpPr>
          <p:nvPr>
            <p:ph/>
          </p:nvPr>
        </p:nvSpPr>
        <p:spPr>
          <a:xfrm>
            <a:off x="609480" y="1604520"/>
            <a:ext cx="109720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F2EC8688-5BB9-44DD-889A-83FB9E7F6176}" type="slidenum">
              <a:t>&lt;#&gt;</a:t>
            </a:fld>
          </a:p>
        </p:txBody>
      </p:sp>
      <p:sp>
        <p:nvSpPr>
          <p:cNvPr id="6" name="PlaceHolder 5"/>
          <p:cNvSpPr>
            <a:spLocks noGrp="1"/>
          </p:cNvSpPr>
          <p:nvPr>
            <p:ph type="dt" idx="3"/>
          </p:nvPr>
        </p:nvSpPr>
        <p:spPr/>
        <p:txBody>
          <a:bodyPr/>
          <a:p>
            <a:r>
              <a:rPr lang="en-CA"/>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0" name="PlaceHolder 2"/>
          <p:cNvSpPr>
            <a:spLocks noGrp="1"/>
          </p:cNvSpPr>
          <p:nvPr>
            <p:ph/>
          </p:nvPr>
        </p:nvSpPr>
        <p:spPr>
          <a:xfrm>
            <a:off x="60948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11" name="PlaceHolder 3"/>
          <p:cNvSpPr>
            <a:spLocks noGrp="1"/>
          </p:cNvSpPr>
          <p:nvPr>
            <p:ph/>
          </p:nvPr>
        </p:nvSpPr>
        <p:spPr>
          <a:xfrm>
            <a:off x="623196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F3970AC3-6617-496C-9F47-582756CEB79B}" type="slidenum">
              <a:t>&lt;#&gt;</a:t>
            </a:fld>
          </a:p>
        </p:txBody>
      </p:sp>
      <p:sp>
        <p:nvSpPr>
          <p:cNvPr id="7" name="PlaceHolder 6"/>
          <p:cNvSpPr>
            <a:spLocks noGrp="1"/>
          </p:cNvSpPr>
          <p:nvPr>
            <p:ph type="dt" idx="3"/>
          </p:nvPr>
        </p:nvSpPr>
        <p:spPr/>
        <p:txBody>
          <a:bodyPr/>
          <a:p>
            <a:r>
              <a:rPr lang="en-CA"/>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92078984-CD12-4830-B2C0-A089806246FC}" type="slidenum">
              <a:t>&lt;#&gt;</a:t>
            </a:fld>
          </a:p>
        </p:txBody>
      </p:sp>
      <p:sp>
        <p:nvSpPr>
          <p:cNvPr id="5" name="PlaceHolder 4"/>
          <p:cNvSpPr>
            <a:spLocks noGrp="1"/>
          </p:cNvSpPr>
          <p:nvPr>
            <p:ph type="dt" idx="3"/>
          </p:nvPr>
        </p:nvSpPr>
        <p:spPr/>
        <p:txBody>
          <a:bodyPr/>
          <a:p>
            <a:r>
              <a:rPr lang="en-CA"/>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1523880" y="1122480"/>
            <a:ext cx="9135720" cy="11030040"/>
          </a:xfrm>
          <a:prstGeom prst="rect">
            <a:avLst/>
          </a:prstGeom>
          <a:noFill/>
          <a:ln w="0">
            <a:noFill/>
          </a:ln>
        </p:spPr>
        <p:txBody>
          <a:bodyPr lIns="0" rIns="0" tIns="0" bIns="0" anchor="ctr">
            <a:noAutofit/>
          </a:bodyPr>
          <a:p>
            <a:pPr algn="ctr">
              <a:buNone/>
            </a:pPr>
            <a:endParaRPr b="0" lang="en-CA" sz="32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D7C85AFC-7C3B-4C19-AAC4-A2DA335EDB06}" type="slidenum">
              <a:t>&lt;#&gt;</a:t>
            </a:fld>
          </a:p>
        </p:txBody>
      </p:sp>
      <p:sp>
        <p:nvSpPr>
          <p:cNvPr id="5" name="PlaceHolder 4"/>
          <p:cNvSpPr>
            <a:spLocks noGrp="1"/>
          </p:cNvSpPr>
          <p:nvPr>
            <p:ph type="dt" idx="3"/>
          </p:nvPr>
        </p:nvSpPr>
        <p:spPr/>
        <p:txBody>
          <a:bodyPr/>
          <a:p>
            <a:r>
              <a:rPr lang="en-CA"/>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6" name="PlaceHolder 3"/>
          <p:cNvSpPr>
            <a:spLocks noGrp="1"/>
          </p:cNvSpPr>
          <p:nvPr>
            <p:ph/>
          </p:nvPr>
        </p:nvSpPr>
        <p:spPr>
          <a:xfrm>
            <a:off x="623196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1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43E0ADDE-873D-42F1-B4AA-86CDB771C5AE}" type="slidenum">
              <a:t>&lt;#&gt;</a:t>
            </a:fld>
          </a:p>
        </p:txBody>
      </p:sp>
      <p:sp>
        <p:nvSpPr>
          <p:cNvPr id="8" name="PlaceHolder 7"/>
          <p:cNvSpPr>
            <a:spLocks noGrp="1"/>
          </p:cNvSpPr>
          <p:nvPr>
            <p:ph type="dt" idx="3"/>
          </p:nvPr>
        </p:nvSpPr>
        <p:spPr/>
        <p:txBody>
          <a:bodyPr/>
          <a:p>
            <a:r>
              <a:rPr lang="en-CA"/>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9" name="PlaceHolder 2"/>
          <p:cNvSpPr>
            <a:spLocks noGrp="1"/>
          </p:cNvSpPr>
          <p:nvPr>
            <p:ph/>
          </p:nvPr>
        </p:nvSpPr>
        <p:spPr>
          <a:xfrm>
            <a:off x="60948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2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2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3163A1FE-C470-464B-AC83-B57AF9844961}" type="slidenum">
              <a:t>&lt;#&gt;</a:t>
            </a:fld>
          </a:p>
        </p:txBody>
      </p:sp>
      <p:sp>
        <p:nvSpPr>
          <p:cNvPr id="8" name="PlaceHolder 7"/>
          <p:cNvSpPr>
            <a:spLocks noGrp="1"/>
          </p:cNvSpPr>
          <p:nvPr>
            <p:ph type="dt" idx="3"/>
          </p:nvPr>
        </p:nvSpPr>
        <p:spPr/>
        <p:txBody>
          <a:bodyPr/>
          <a:p>
            <a:r>
              <a:rPr lang="en-CA"/>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2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2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25" name="PlaceHolder 4"/>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F7FA6023-2FE5-4F48-AF0D-F961719560BD}" type="slidenum">
              <a:t>&lt;#&gt;</a:t>
            </a:fld>
          </a:p>
        </p:txBody>
      </p:sp>
      <p:sp>
        <p:nvSpPr>
          <p:cNvPr id="8" name="PlaceHolder 7"/>
          <p:cNvSpPr>
            <a:spLocks noGrp="1"/>
          </p:cNvSpPr>
          <p:nvPr>
            <p:ph type="dt" idx="3"/>
          </p:nvPr>
        </p:nvSpPr>
        <p:spPr/>
        <p:txBody>
          <a:bodyPr/>
          <a:p>
            <a:r>
              <a:rPr lang="en-CA"/>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27" name="PlaceHolder 2"/>
          <p:cNvSpPr>
            <a:spLocks noGrp="1"/>
          </p:cNvSpPr>
          <p:nvPr>
            <p:ph/>
          </p:nvPr>
        </p:nvSpPr>
        <p:spPr>
          <a:xfrm>
            <a:off x="609480" y="160452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28" name="PlaceHolder 3"/>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FE295466-E42A-4E51-9DF2-39A1EDBBED06}" type="slidenum">
              <a:t>&lt;#&gt;</a:t>
            </a:fld>
          </a:p>
        </p:txBody>
      </p:sp>
      <p:sp>
        <p:nvSpPr>
          <p:cNvPr id="7" name="PlaceHolder 6"/>
          <p:cNvSpPr>
            <a:spLocks noGrp="1"/>
          </p:cNvSpPr>
          <p:nvPr>
            <p:ph type="dt" idx="3"/>
          </p:nvPr>
        </p:nvSpPr>
        <p:spPr/>
        <p:txBody>
          <a:bodyPr/>
          <a:p>
            <a:r>
              <a:rPr lang="en-CA"/>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3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E7F7971C-0CCB-4D28-9A15-4D68640B0CEB}" type="slidenum">
              <a:t>&lt;#&gt;</a:t>
            </a:fld>
          </a:p>
        </p:txBody>
      </p:sp>
      <p:sp>
        <p:nvSpPr>
          <p:cNvPr id="9" name="PlaceHolder 8"/>
          <p:cNvSpPr>
            <a:spLocks noGrp="1"/>
          </p:cNvSpPr>
          <p:nvPr>
            <p:ph type="dt" idx="3"/>
          </p:nvPr>
        </p:nvSpPr>
        <p:spPr/>
        <p:txBody>
          <a:bodyPr/>
          <a:p>
            <a:r>
              <a:rPr lang="en-CA"/>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35" name="PlaceHolder 2"/>
          <p:cNvSpPr>
            <a:spLocks noGrp="1"/>
          </p:cNvSpPr>
          <p:nvPr>
            <p:ph/>
          </p:nvPr>
        </p:nvSpPr>
        <p:spPr>
          <a:xfrm>
            <a:off x="60948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6" name="PlaceHolder 3"/>
          <p:cNvSpPr>
            <a:spLocks noGrp="1"/>
          </p:cNvSpPr>
          <p:nvPr>
            <p:ph/>
          </p:nvPr>
        </p:nvSpPr>
        <p:spPr>
          <a:xfrm>
            <a:off x="431928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7" name="PlaceHolder 4"/>
          <p:cNvSpPr>
            <a:spLocks noGrp="1"/>
          </p:cNvSpPr>
          <p:nvPr>
            <p:ph/>
          </p:nvPr>
        </p:nvSpPr>
        <p:spPr>
          <a:xfrm>
            <a:off x="802872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8" name="PlaceHolder 5"/>
          <p:cNvSpPr>
            <a:spLocks noGrp="1"/>
          </p:cNvSpPr>
          <p:nvPr>
            <p:ph/>
          </p:nvPr>
        </p:nvSpPr>
        <p:spPr>
          <a:xfrm>
            <a:off x="60948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9" name="PlaceHolder 6"/>
          <p:cNvSpPr>
            <a:spLocks noGrp="1"/>
          </p:cNvSpPr>
          <p:nvPr>
            <p:ph/>
          </p:nvPr>
        </p:nvSpPr>
        <p:spPr>
          <a:xfrm>
            <a:off x="431928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40" name="PlaceHolder 7"/>
          <p:cNvSpPr>
            <a:spLocks noGrp="1"/>
          </p:cNvSpPr>
          <p:nvPr>
            <p:ph/>
          </p:nvPr>
        </p:nvSpPr>
        <p:spPr>
          <a:xfrm>
            <a:off x="802872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B36EA2F3-C44B-4A36-B83C-8604C094273B}" type="slidenum">
              <a:t>&lt;#&gt;</a:t>
            </a:fld>
          </a:p>
        </p:txBody>
      </p:sp>
      <p:sp>
        <p:nvSpPr>
          <p:cNvPr id="11" name="PlaceHolder 10"/>
          <p:cNvSpPr>
            <a:spLocks noGrp="1"/>
          </p:cNvSpPr>
          <p:nvPr>
            <p:ph type="dt" idx="3"/>
          </p:nvPr>
        </p:nvSpPr>
        <p:spPr/>
        <p:txBody>
          <a:bodyPr/>
          <a:p>
            <a:r>
              <a:rPr lang="en-CA"/>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948CD280-477B-4F8A-9952-E651AC0AB8BE}" type="slidenum">
              <a:t>&lt;#&gt;</a:t>
            </a:fld>
          </a:p>
        </p:txBody>
      </p:sp>
      <p:sp>
        <p:nvSpPr>
          <p:cNvPr id="4" name="PlaceHolder 3"/>
          <p:cNvSpPr>
            <a:spLocks noGrp="1"/>
          </p:cNvSpPr>
          <p:nvPr>
            <p:ph type="dt" idx="6"/>
          </p:nvPr>
        </p:nvSpPr>
        <p:spPr/>
        <p:txBody>
          <a:bodyPr/>
          <a:p>
            <a:r>
              <a:rPr lang="en-CA"/>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47" name="PlaceHolder 2"/>
          <p:cNvSpPr>
            <a:spLocks noGrp="1"/>
          </p:cNvSpPr>
          <p:nvPr>
            <p:ph type="subTitle"/>
          </p:nvPr>
        </p:nvSpPr>
        <p:spPr>
          <a:xfrm>
            <a:off x="609480" y="1604520"/>
            <a:ext cx="10972080" cy="3976920"/>
          </a:xfrm>
          <a:prstGeom prst="rect">
            <a:avLst/>
          </a:prstGeom>
          <a:noFill/>
          <a:ln w="0">
            <a:noFill/>
          </a:ln>
        </p:spPr>
        <p:txBody>
          <a:bodyPr lIns="0" rIns="0" tIns="0" bIns="0" anchor="ctr">
            <a:noAutofit/>
          </a:bodyPr>
          <a:p>
            <a:pPr algn="ctr">
              <a:buNone/>
            </a:pPr>
            <a:endParaRPr b="0" lang="en-CA" sz="3200" spc="-1" strike="noStrike">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9F4A6FAF-8DA6-478C-9E88-C6C9F47932DE}" type="slidenum">
              <a:t>&lt;#&gt;</a:t>
            </a:fld>
          </a:p>
        </p:txBody>
      </p:sp>
      <p:sp>
        <p:nvSpPr>
          <p:cNvPr id="6" name="PlaceHolder 5"/>
          <p:cNvSpPr>
            <a:spLocks noGrp="1"/>
          </p:cNvSpPr>
          <p:nvPr>
            <p:ph type="dt" idx="6"/>
          </p:nvPr>
        </p:nvSpPr>
        <p:spPr/>
        <p:txBody>
          <a:bodyPr/>
          <a:p>
            <a:r>
              <a:rPr lang="en-CA"/>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49" name="PlaceHolder 2"/>
          <p:cNvSpPr>
            <a:spLocks noGrp="1"/>
          </p:cNvSpPr>
          <p:nvPr>
            <p:ph/>
          </p:nvPr>
        </p:nvSpPr>
        <p:spPr>
          <a:xfrm>
            <a:off x="609480" y="1604520"/>
            <a:ext cx="109720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CCA19370-2048-45EF-B7D0-7472422DC161}" type="slidenum">
              <a:t>&lt;#&gt;</a:t>
            </a:fld>
          </a:p>
        </p:txBody>
      </p:sp>
      <p:sp>
        <p:nvSpPr>
          <p:cNvPr id="6" name="PlaceHolder 5"/>
          <p:cNvSpPr>
            <a:spLocks noGrp="1"/>
          </p:cNvSpPr>
          <p:nvPr>
            <p:ph type="dt" idx="6"/>
          </p:nvPr>
        </p:nvSpPr>
        <p:spPr/>
        <p:txBody>
          <a:bodyPr/>
          <a:p>
            <a:r>
              <a:rPr lang="en-CA"/>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51" name="PlaceHolder 2"/>
          <p:cNvSpPr>
            <a:spLocks noGrp="1"/>
          </p:cNvSpPr>
          <p:nvPr>
            <p:ph/>
          </p:nvPr>
        </p:nvSpPr>
        <p:spPr>
          <a:xfrm>
            <a:off x="60948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52" name="PlaceHolder 3"/>
          <p:cNvSpPr>
            <a:spLocks noGrp="1"/>
          </p:cNvSpPr>
          <p:nvPr>
            <p:ph/>
          </p:nvPr>
        </p:nvSpPr>
        <p:spPr>
          <a:xfrm>
            <a:off x="623196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B2E70C9A-B1F9-4BAD-85AD-AF82EEC642B0}" type="slidenum">
              <a:t>&lt;#&gt;</a:t>
            </a:fld>
          </a:p>
        </p:txBody>
      </p:sp>
      <p:sp>
        <p:nvSpPr>
          <p:cNvPr id="7" name="PlaceHolder 6"/>
          <p:cNvSpPr>
            <a:spLocks noGrp="1"/>
          </p:cNvSpPr>
          <p:nvPr>
            <p:ph type="dt" idx="6"/>
          </p:nvPr>
        </p:nvSpPr>
        <p:spPr/>
        <p:txBody>
          <a:bodyPr/>
          <a:p>
            <a:r>
              <a:rPr lang="en-CA"/>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F6A715C2-C71B-4764-805A-835F7F0FF719}" type="slidenum">
              <a:t>&lt;#&gt;</a:t>
            </a:fld>
          </a:p>
        </p:txBody>
      </p:sp>
      <p:sp>
        <p:nvSpPr>
          <p:cNvPr id="5" name="PlaceHolder 4"/>
          <p:cNvSpPr>
            <a:spLocks noGrp="1"/>
          </p:cNvSpPr>
          <p:nvPr>
            <p:ph type="dt" idx="6"/>
          </p:nvPr>
        </p:nvSpPr>
        <p:spPr/>
        <p:txBody>
          <a:bodyPr/>
          <a:p>
            <a:r>
              <a:rPr lang="en-CA"/>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1523880" y="1122480"/>
            <a:ext cx="9135720" cy="11030040"/>
          </a:xfrm>
          <a:prstGeom prst="rect">
            <a:avLst/>
          </a:prstGeom>
          <a:noFill/>
          <a:ln w="0">
            <a:noFill/>
          </a:ln>
        </p:spPr>
        <p:txBody>
          <a:bodyPr lIns="0" rIns="0" tIns="0" bIns="0" anchor="ctr">
            <a:noAutofit/>
          </a:bodyPr>
          <a:p>
            <a:pPr algn="ctr">
              <a:buNone/>
            </a:pPr>
            <a:endParaRPr b="0" lang="en-CA" sz="3200" spc="-1" strike="noStrike">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1A9C171F-2DEF-43A7-B23A-7EF33847F3BE}" type="slidenum">
              <a:t>&lt;#&gt;</a:t>
            </a:fld>
          </a:p>
        </p:txBody>
      </p:sp>
      <p:sp>
        <p:nvSpPr>
          <p:cNvPr id="5" name="PlaceHolder 4"/>
          <p:cNvSpPr>
            <a:spLocks noGrp="1"/>
          </p:cNvSpPr>
          <p:nvPr>
            <p:ph type="dt" idx="6"/>
          </p:nvPr>
        </p:nvSpPr>
        <p:spPr/>
        <p:txBody>
          <a:bodyPr/>
          <a:p>
            <a:r>
              <a:rPr lang="en-CA"/>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5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57" name="PlaceHolder 3"/>
          <p:cNvSpPr>
            <a:spLocks noGrp="1"/>
          </p:cNvSpPr>
          <p:nvPr>
            <p:ph/>
          </p:nvPr>
        </p:nvSpPr>
        <p:spPr>
          <a:xfrm>
            <a:off x="623196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5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AEB73A2B-0857-4883-AB0B-A95FBCDFA6AE}" type="slidenum">
              <a:t>&lt;#&gt;</a:t>
            </a:fld>
          </a:p>
        </p:txBody>
      </p:sp>
      <p:sp>
        <p:nvSpPr>
          <p:cNvPr id="8" name="PlaceHolder 7"/>
          <p:cNvSpPr>
            <a:spLocks noGrp="1"/>
          </p:cNvSpPr>
          <p:nvPr>
            <p:ph type="dt" idx="6"/>
          </p:nvPr>
        </p:nvSpPr>
        <p:spPr/>
        <p:txBody>
          <a:bodyPr/>
          <a:p>
            <a:r>
              <a:rPr lang="en-CA"/>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60" name="PlaceHolder 2"/>
          <p:cNvSpPr>
            <a:spLocks noGrp="1"/>
          </p:cNvSpPr>
          <p:nvPr>
            <p:ph/>
          </p:nvPr>
        </p:nvSpPr>
        <p:spPr>
          <a:xfrm>
            <a:off x="60948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6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8A7E03C2-9BC3-4FAC-BAD4-E9F0388ACADF}" type="slidenum">
              <a:t>&lt;#&gt;</a:t>
            </a:fld>
          </a:p>
        </p:txBody>
      </p:sp>
      <p:sp>
        <p:nvSpPr>
          <p:cNvPr id="8" name="PlaceHolder 7"/>
          <p:cNvSpPr>
            <a:spLocks noGrp="1"/>
          </p:cNvSpPr>
          <p:nvPr>
            <p:ph type="dt" idx="6"/>
          </p:nvPr>
        </p:nvSpPr>
        <p:spPr/>
        <p:txBody>
          <a:bodyPr/>
          <a:p>
            <a:r>
              <a:rPr lang="en-CA"/>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6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6" name="PlaceHolder 4"/>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BD5C7740-5650-4EE8-B24D-87F6A99D2952}" type="slidenum">
              <a:t>&lt;#&gt;</a:t>
            </a:fld>
          </a:p>
        </p:txBody>
      </p:sp>
      <p:sp>
        <p:nvSpPr>
          <p:cNvPr id="8" name="PlaceHolder 7"/>
          <p:cNvSpPr>
            <a:spLocks noGrp="1"/>
          </p:cNvSpPr>
          <p:nvPr>
            <p:ph type="dt" idx="6"/>
          </p:nvPr>
        </p:nvSpPr>
        <p:spPr/>
        <p:txBody>
          <a:bodyPr/>
          <a:p>
            <a:r>
              <a:rPr lang="en-CA"/>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68" name="PlaceHolder 2"/>
          <p:cNvSpPr>
            <a:spLocks noGrp="1"/>
          </p:cNvSpPr>
          <p:nvPr>
            <p:ph/>
          </p:nvPr>
        </p:nvSpPr>
        <p:spPr>
          <a:xfrm>
            <a:off x="609480" y="160452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9" name="PlaceHolder 3"/>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0288638E-ACEF-491F-88A9-BC2D44DDE9EE}" type="slidenum">
              <a:t>&lt;#&gt;</a:t>
            </a:fld>
          </a:p>
        </p:txBody>
      </p:sp>
      <p:sp>
        <p:nvSpPr>
          <p:cNvPr id="7" name="PlaceHolder 6"/>
          <p:cNvSpPr>
            <a:spLocks noGrp="1"/>
          </p:cNvSpPr>
          <p:nvPr>
            <p:ph type="dt" idx="6"/>
          </p:nvPr>
        </p:nvSpPr>
        <p:spPr/>
        <p:txBody>
          <a:bodyPr/>
          <a:p>
            <a:r>
              <a:rPr lang="en-CA"/>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0539FC8D-EFEE-4564-BA99-760F1CB2757F}" type="slidenum">
              <a:t>&lt;#&gt;</a:t>
            </a:fld>
          </a:p>
        </p:txBody>
      </p:sp>
      <p:sp>
        <p:nvSpPr>
          <p:cNvPr id="9" name="PlaceHolder 8"/>
          <p:cNvSpPr>
            <a:spLocks noGrp="1"/>
          </p:cNvSpPr>
          <p:nvPr>
            <p:ph type="dt" idx="6"/>
          </p:nvPr>
        </p:nvSpPr>
        <p:spPr/>
        <p:txBody>
          <a:bodyPr/>
          <a:p>
            <a:r>
              <a:rPr lang="en-CA"/>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76" name="PlaceHolder 2"/>
          <p:cNvSpPr>
            <a:spLocks noGrp="1"/>
          </p:cNvSpPr>
          <p:nvPr>
            <p:ph/>
          </p:nvPr>
        </p:nvSpPr>
        <p:spPr>
          <a:xfrm>
            <a:off x="60948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7" name="PlaceHolder 3"/>
          <p:cNvSpPr>
            <a:spLocks noGrp="1"/>
          </p:cNvSpPr>
          <p:nvPr>
            <p:ph/>
          </p:nvPr>
        </p:nvSpPr>
        <p:spPr>
          <a:xfrm>
            <a:off x="431928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8" name="PlaceHolder 4"/>
          <p:cNvSpPr>
            <a:spLocks noGrp="1"/>
          </p:cNvSpPr>
          <p:nvPr>
            <p:ph/>
          </p:nvPr>
        </p:nvSpPr>
        <p:spPr>
          <a:xfrm>
            <a:off x="802872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9" name="PlaceHolder 5"/>
          <p:cNvSpPr>
            <a:spLocks noGrp="1"/>
          </p:cNvSpPr>
          <p:nvPr>
            <p:ph/>
          </p:nvPr>
        </p:nvSpPr>
        <p:spPr>
          <a:xfrm>
            <a:off x="60948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80" name="PlaceHolder 6"/>
          <p:cNvSpPr>
            <a:spLocks noGrp="1"/>
          </p:cNvSpPr>
          <p:nvPr>
            <p:ph/>
          </p:nvPr>
        </p:nvSpPr>
        <p:spPr>
          <a:xfrm>
            <a:off x="431928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81" name="PlaceHolder 7"/>
          <p:cNvSpPr>
            <a:spLocks noGrp="1"/>
          </p:cNvSpPr>
          <p:nvPr>
            <p:ph/>
          </p:nvPr>
        </p:nvSpPr>
        <p:spPr>
          <a:xfrm>
            <a:off x="802872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7CF20170-5DC1-44AE-B9B3-2464D71F5D59}" type="slidenum">
              <a:t>&lt;#&gt;</a:t>
            </a:fld>
          </a:p>
        </p:txBody>
      </p:sp>
      <p:sp>
        <p:nvSpPr>
          <p:cNvPr id="11" name="PlaceHolder 10"/>
          <p:cNvSpPr>
            <a:spLocks noGrp="1"/>
          </p:cNvSpPr>
          <p:nvPr>
            <p:ph type="dt" idx="6"/>
          </p:nvPr>
        </p:nvSpPr>
        <p:spPr/>
        <p:txBody>
          <a:bodyPr/>
          <a:p>
            <a:r>
              <a:rPr lang="en-CA"/>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AEAE47F1-2343-4F22-9E4D-9BD18CF93E69}" type="slidenum">
              <a:t>&lt;#&gt;</a:t>
            </a:fld>
          </a:p>
        </p:txBody>
      </p:sp>
      <p:sp>
        <p:nvSpPr>
          <p:cNvPr id="4" name="PlaceHolder 3"/>
          <p:cNvSpPr>
            <a:spLocks noGrp="1"/>
          </p:cNvSpPr>
          <p:nvPr>
            <p:ph type="dt" idx="9"/>
          </p:nvPr>
        </p:nvSpPr>
        <p:spPr/>
        <p:txBody>
          <a:bodyPr/>
          <a:p>
            <a:r>
              <a:rPr lang="en-CA"/>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88" name="PlaceHolder 2"/>
          <p:cNvSpPr>
            <a:spLocks noGrp="1"/>
          </p:cNvSpPr>
          <p:nvPr>
            <p:ph type="subTitle"/>
          </p:nvPr>
        </p:nvSpPr>
        <p:spPr>
          <a:xfrm>
            <a:off x="609480" y="1604520"/>
            <a:ext cx="10972080" cy="3976920"/>
          </a:xfrm>
          <a:prstGeom prst="rect">
            <a:avLst/>
          </a:prstGeom>
          <a:noFill/>
          <a:ln w="0">
            <a:noFill/>
          </a:ln>
        </p:spPr>
        <p:txBody>
          <a:bodyPr lIns="0" rIns="0" tIns="0" bIns="0" anchor="ctr">
            <a:noAutofit/>
          </a:bodyPr>
          <a:p>
            <a:pPr algn="ctr">
              <a:buNone/>
            </a:pPr>
            <a:endParaRPr b="0" lang="en-CA" sz="3200" spc="-1" strike="noStrike">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53F9B9A7-1404-4ED3-805F-66AF99345D42}" type="slidenum">
              <a:t>&lt;#&gt;</a:t>
            </a:fld>
          </a:p>
        </p:txBody>
      </p:sp>
      <p:sp>
        <p:nvSpPr>
          <p:cNvPr id="6" name="PlaceHolder 5"/>
          <p:cNvSpPr>
            <a:spLocks noGrp="1"/>
          </p:cNvSpPr>
          <p:nvPr>
            <p:ph type="dt" idx="9"/>
          </p:nvPr>
        </p:nvSpPr>
        <p:spPr/>
        <p:txBody>
          <a:bodyPr/>
          <a:p>
            <a:r>
              <a:rPr lang="en-CA"/>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90" name="PlaceHolder 2"/>
          <p:cNvSpPr>
            <a:spLocks noGrp="1"/>
          </p:cNvSpPr>
          <p:nvPr>
            <p:ph/>
          </p:nvPr>
        </p:nvSpPr>
        <p:spPr>
          <a:xfrm>
            <a:off x="609480" y="1604520"/>
            <a:ext cx="109720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9646499C-6278-4F97-8A90-E11F3C5E39C5}" type="slidenum">
              <a:t>&lt;#&gt;</a:t>
            </a:fld>
          </a:p>
        </p:txBody>
      </p:sp>
      <p:sp>
        <p:nvSpPr>
          <p:cNvPr id="6" name="PlaceHolder 5"/>
          <p:cNvSpPr>
            <a:spLocks noGrp="1"/>
          </p:cNvSpPr>
          <p:nvPr>
            <p:ph type="dt" idx="9"/>
          </p:nvPr>
        </p:nvSpPr>
        <p:spPr/>
        <p:txBody>
          <a:bodyPr/>
          <a:p>
            <a:r>
              <a:rPr lang="en-CA"/>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92" name="PlaceHolder 2"/>
          <p:cNvSpPr>
            <a:spLocks noGrp="1"/>
          </p:cNvSpPr>
          <p:nvPr>
            <p:ph/>
          </p:nvPr>
        </p:nvSpPr>
        <p:spPr>
          <a:xfrm>
            <a:off x="60948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93" name="PlaceHolder 3"/>
          <p:cNvSpPr>
            <a:spLocks noGrp="1"/>
          </p:cNvSpPr>
          <p:nvPr>
            <p:ph/>
          </p:nvPr>
        </p:nvSpPr>
        <p:spPr>
          <a:xfrm>
            <a:off x="623196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F76D145D-C48C-442A-BF64-0B769FD56373}" type="slidenum">
              <a:t>&lt;#&gt;</a:t>
            </a:fld>
          </a:p>
        </p:txBody>
      </p:sp>
      <p:sp>
        <p:nvSpPr>
          <p:cNvPr id="7" name="PlaceHolder 6"/>
          <p:cNvSpPr>
            <a:spLocks noGrp="1"/>
          </p:cNvSpPr>
          <p:nvPr>
            <p:ph type="dt" idx="9"/>
          </p:nvPr>
        </p:nvSpPr>
        <p:spPr/>
        <p:txBody>
          <a:bodyPr/>
          <a:p>
            <a:r>
              <a:rPr lang="en-CA"/>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D484A776-301A-47CA-8B10-DD88A3D0243E}" type="slidenum">
              <a:t>&lt;#&gt;</a:t>
            </a:fld>
          </a:p>
        </p:txBody>
      </p:sp>
      <p:sp>
        <p:nvSpPr>
          <p:cNvPr id="5" name="PlaceHolder 4"/>
          <p:cNvSpPr>
            <a:spLocks noGrp="1"/>
          </p:cNvSpPr>
          <p:nvPr>
            <p:ph type="dt" idx="9"/>
          </p:nvPr>
        </p:nvSpPr>
        <p:spPr/>
        <p:txBody>
          <a:bodyPr/>
          <a:p>
            <a:r>
              <a:rPr lang="en-CA"/>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1523880" y="1122480"/>
            <a:ext cx="9135720" cy="11030040"/>
          </a:xfrm>
          <a:prstGeom prst="rect">
            <a:avLst/>
          </a:prstGeom>
          <a:noFill/>
          <a:ln w="0">
            <a:noFill/>
          </a:ln>
        </p:spPr>
        <p:txBody>
          <a:bodyPr lIns="0" rIns="0" tIns="0" bIns="0" anchor="ctr">
            <a:noAutofit/>
          </a:bodyPr>
          <a:p>
            <a:pPr algn="ctr">
              <a:buNone/>
            </a:pPr>
            <a:endParaRPr b="0" lang="en-CA" sz="3200" spc="-1" strike="noStrike">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C02C18A3-4D47-4164-AA03-0EC0FE084915}" type="slidenum">
              <a:t>&lt;#&gt;</a:t>
            </a:fld>
          </a:p>
        </p:txBody>
      </p:sp>
      <p:sp>
        <p:nvSpPr>
          <p:cNvPr id="5" name="PlaceHolder 4"/>
          <p:cNvSpPr>
            <a:spLocks noGrp="1"/>
          </p:cNvSpPr>
          <p:nvPr>
            <p:ph type="dt" idx="9"/>
          </p:nvPr>
        </p:nvSpPr>
        <p:spPr/>
        <p:txBody>
          <a:bodyPr/>
          <a:p>
            <a:r>
              <a:rPr lang="en-CA"/>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9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98" name="PlaceHolder 3"/>
          <p:cNvSpPr>
            <a:spLocks noGrp="1"/>
          </p:cNvSpPr>
          <p:nvPr>
            <p:ph/>
          </p:nvPr>
        </p:nvSpPr>
        <p:spPr>
          <a:xfrm>
            <a:off x="623196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9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013D8CFE-A087-4A6B-B658-761A86871F4E}" type="slidenum">
              <a:t>&lt;#&gt;</a:t>
            </a:fld>
          </a:p>
        </p:txBody>
      </p:sp>
      <p:sp>
        <p:nvSpPr>
          <p:cNvPr id="8" name="PlaceHolder 7"/>
          <p:cNvSpPr>
            <a:spLocks noGrp="1"/>
          </p:cNvSpPr>
          <p:nvPr>
            <p:ph type="dt" idx="9"/>
          </p:nvPr>
        </p:nvSpPr>
        <p:spPr/>
        <p:txBody>
          <a:bodyPr/>
          <a:p>
            <a:r>
              <a:rPr lang="en-CA"/>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01" name="PlaceHolder 2"/>
          <p:cNvSpPr>
            <a:spLocks noGrp="1"/>
          </p:cNvSpPr>
          <p:nvPr>
            <p:ph/>
          </p:nvPr>
        </p:nvSpPr>
        <p:spPr>
          <a:xfrm>
            <a:off x="60948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10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03"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9A1259B9-A64C-4A8B-83E3-D670CC8B14E8}" type="slidenum">
              <a:t>&lt;#&gt;</a:t>
            </a:fld>
          </a:p>
        </p:txBody>
      </p:sp>
      <p:sp>
        <p:nvSpPr>
          <p:cNvPr id="8" name="PlaceHolder 7"/>
          <p:cNvSpPr>
            <a:spLocks noGrp="1"/>
          </p:cNvSpPr>
          <p:nvPr>
            <p:ph type="dt" idx="9"/>
          </p:nvPr>
        </p:nvSpPr>
        <p:spPr/>
        <p:txBody>
          <a:bodyPr/>
          <a:p>
            <a:r>
              <a:rPr lang="en-CA"/>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0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06"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07" name="PlaceHolder 4"/>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FFCD3CEC-2B60-4E22-83F9-275311139FF0}" type="slidenum">
              <a:t>&lt;#&gt;</a:t>
            </a:fld>
          </a:p>
        </p:txBody>
      </p:sp>
      <p:sp>
        <p:nvSpPr>
          <p:cNvPr id="8" name="PlaceHolder 7"/>
          <p:cNvSpPr>
            <a:spLocks noGrp="1"/>
          </p:cNvSpPr>
          <p:nvPr>
            <p:ph type="dt" idx="9"/>
          </p:nvPr>
        </p:nvSpPr>
        <p:spPr/>
        <p:txBody>
          <a:bodyPr/>
          <a:p>
            <a:r>
              <a:rPr lang="en-CA"/>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09" name="PlaceHolder 2"/>
          <p:cNvSpPr>
            <a:spLocks noGrp="1"/>
          </p:cNvSpPr>
          <p:nvPr>
            <p:ph/>
          </p:nvPr>
        </p:nvSpPr>
        <p:spPr>
          <a:xfrm>
            <a:off x="609480" y="160452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10" name="PlaceHolder 3"/>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BC23F7F3-AA35-476C-80CD-770B8A2334E6}" type="slidenum">
              <a:t>&lt;#&gt;</a:t>
            </a:fld>
          </a:p>
        </p:txBody>
      </p:sp>
      <p:sp>
        <p:nvSpPr>
          <p:cNvPr id="7" name="PlaceHolder 6"/>
          <p:cNvSpPr>
            <a:spLocks noGrp="1"/>
          </p:cNvSpPr>
          <p:nvPr>
            <p:ph type="dt" idx="9"/>
          </p:nvPr>
        </p:nvSpPr>
        <p:spPr/>
        <p:txBody>
          <a:bodyPr/>
          <a:p>
            <a:r>
              <a:rPr lang="en-CA"/>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13"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15"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9BCF9C0C-DF50-4435-B7BC-9983B5CE0001}" type="slidenum">
              <a:t>&lt;#&gt;</a:t>
            </a:fld>
          </a:p>
        </p:txBody>
      </p:sp>
      <p:sp>
        <p:nvSpPr>
          <p:cNvPr id="9" name="PlaceHolder 8"/>
          <p:cNvSpPr>
            <a:spLocks noGrp="1"/>
          </p:cNvSpPr>
          <p:nvPr>
            <p:ph type="dt" idx="9"/>
          </p:nvPr>
        </p:nvSpPr>
        <p:spPr/>
        <p:txBody>
          <a:bodyPr/>
          <a:p>
            <a:r>
              <a:rPr lang="en-CA"/>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17" name="PlaceHolder 2"/>
          <p:cNvSpPr>
            <a:spLocks noGrp="1"/>
          </p:cNvSpPr>
          <p:nvPr>
            <p:ph/>
          </p:nvPr>
        </p:nvSpPr>
        <p:spPr>
          <a:xfrm>
            <a:off x="60948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18" name="PlaceHolder 3"/>
          <p:cNvSpPr>
            <a:spLocks noGrp="1"/>
          </p:cNvSpPr>
          <p:nvPr>
            <p:ph/>
          </p:nvPr>
        </p:nvSpPr>
        <p:spPr>
          <a:xfrm>
            <a:off x="431928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19" name="PlaceHolder 4"/>
          <p:cNvSpPr>
            <a:spLocks noGrp="1"/>
          </p:cNvSpPr>
          <p:nvPr>
            <p:ph/>
          </p:nvPr>
        </p:nvSpPr>
        <p:spPr>
          <a:xfrm>
            <a:off x="802872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20" name="PlaceHolder 5"/>
          <p:cNvSpPr>
            <a:spLocks noGrp="1"/>
          </p:cNvSpPr>
          <p:nvPr>
            <p:ph/>
          </p:nvPr>
        </p:nvSpPr>
        <p:spPr>
          <a:xfrm>
            <a:off x="60948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21" name="PlaceHolder 6"/>
          <p:cNvSpPr>
            <a:spLocks noGrp="1"/>
          </p:cNvSpPr>
          <p:nvPr>
            <p:ph/>
          </p:nvPr>
        </p:nvSpPr>
        <p:spPr>
          <a:xfrm>
            <a:off x="431928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22" name="PlaceHolder 7"/>
          <p:cNvSpPr>
            <a:spLocks noGrp="1"/>
          </p:cNvSpPr>
          <p:nvPr>
            <p:ph/>
          </p:nvPr>
        </p:nvSpPr>
        <p:spPr>
          <a:xfrm>
            <a:off x="802872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1A1759EB-B54A-4521-9621-C5D988C79B11}" type="slidenum">
              <a:t>&lt;#&gt;</a:t>
            </a:fld>
          </a:p>
        </p:txBody>
      </p:sp>
      <p:sp>
        <p:nvSpPr>
          <p:cNvPr id="11" name="PlaceHolder 10"/>
          <p:cNvSpPr>
            <a:spLocks noGrp="1"/>
          </p:cNvSpPr>
          <p:nvPr>
            <p:ph type="dt" idx="9"/>
          </p:nvPr>
        </p:nvSpPr>
        <p:spPr/>
        <p:txBody>
          <a:bodyPr/>
          <a:p>
            <a:r>
              <a:rPr lang="en-CA"/>
              <a:t/>
            </a: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4038480" y="6356520"/>
            <a:ext cx="4105440" cy="355680"/>
          </a:xfrm>
          <a:prstGeom prst="rect">
            <a:avLst/>
          </a:prstGeom>
          <a:noFill/>
          <a:ln w="0">
            <a:noFill/>
          </a:ln>
        </p:spPr>
        <p:txBody>
          <a:bodyPr lIns="90000" rIns="90000" tIns="45000" bIns="45000" anchor="ctr">
            <a:noAutofit/>
          </a:bodyPr>
          <a:lstStyle>
            <a:lvl1pPr algn="ctr">
              <a:lnSpc>
                <a:spcPct val="100000"/>
              </a:lnSpc>
              <a:buNone/>
              <a:tabLst>
                <a:tab algn="l" pos="0"/>
              </a:tabLst>
              <a:defRPr b="0" lang="en-CA" sz="1400" spc="-1" strike="noStrike">
                <a:solidFill>
                  <a:srgbClr val="000000"/>
                </a:solidFill>
                <a:latin typeface="Times New Roman"/>
              </a:defRPr>
            </a:lvl1pPr>
          </a:lstStyle>
          <a:p>
            <a:pPr algn="ctr">
              <a:lnSpc>
                <a:spcPct val="100000"/>
              </a:lnSpc>
              <a:buNone/>
              <a:tabLst>
                <a:tab algn="l" pos="0"/>
              </a:tabLst>
            </a:pPr>
            <a:r>
              <a:rPr b="0" lang="en-CA" sz="1400" spc="-1" strike="noStrike">
                <a:solidFill>
                  <a:srgbClr val="000000"/>
                </a:solidFill>
                <a:latin typeface="Times New Roman"/>
              </a:rPr>
              <a:t>&lt;footer&gt;</a:t>
            </a:r>
            <a:endParaRPr b="0" lang="en-CA" sz="1400" spc="-1" strike="noStrike">
              <a:latin typeface="Times New Roman"/>
            </a:endParaRPr>
          </a:p>
        </p:txBody>
      </p:sp>
      <p:sp>
        <p:nvSpPr>
          <p:cNvPr id="1" name="PlaceHolder 2"/>
          <p:cNvSpPr>
            <a:spLocks noGrp="1"/>
          </p:cNvSpPr>
          <p:nvPr>
            <p:ph type="sldNum" idx="2"/>
          </p:nvPr>
        </p:nvSpPr>
        <p:spPr>
          <a:xfrm>
            <a:off x="8610480" y="6356520"/>
            <a:ext cx="2733840" cy="355680"/>
          </a:xfrm>
          <a:prstGeom prst="rect">
            <a:avLst/>
          </a:prstGeom>
          <a:noFill/>
          <a:ln w="0">
            <a:noFill/>
          </a:ln>
        </p:spPr>
        <p:txBody>
          <a:bodyPr lIns="90000" rIns="90000" tIns="45000" bIns="45000" anchor="ctr">
            <a:noAutofit/>
          </a:bodyPr>
          <a:lstStyle>
            <a:lvl1pPr algn="r">
              <a:lnSpc>
                <a:spcPct val="100000"/>
              </a:lnSpc>
              <a:buNone/>
              <a:tabLst>
                <a:tab algn="l" pos="0"/>
              </a:tabLst>
              <a:defRPr b="0" lang="en-US" sz="1200" spc="-1" strike="noStrike">
                <a:solidFill>
                  <a:srgbClr val="8b8b8b"/>
                </a:solidFill>
                <a:latin typeface="Calibri"/>
              </a:defRPr>
            </a:lvl1pPr>
          </a:lstStyle>
          <a:p>
            <a:pPr algn="r">
              <a:lnSpc>
                <a:spcPct val="100000"/>
              </a:lnSpc>
              <a:buNone/>
              <a:tabLst>
                <a:tab algn="l" pos="0"/>
              </a:tabLst>
            </a:pPr>
            <a:fld id="{3B26AB29-0670-40B4-83D4-61BF3BEFD2C1}" type="slidenum">
              <a:rPr b="0" lang="en-US" sz="1200" spc="-1" strike="noStrike">
                <a:solidFill>
                  <a:srgbClr val="8b8b8b"/>
                </a:solidFill>
                <a:latin typeface="Calibri"/>
              </a:rPr>
              <a:t>&lt;number&gt;</a:t>
            </a:fld>
            <a:endParaRPr b="0" lang="en-CA" sz="1200" spc="-1" strike="noStrike">
              <a:latin typeface="Times New Roman"/>
            </a:endParaRPr>
          </a:p>
        </p:txBody>
      </p:sp>
      <p:sp>
        <p:nvSpPr>
          <p:cNvPr id="2" name="PlaceHolder 3"/>
          <p:cNvSpPr>
            <a:spLocks noGrp="1"/>
          </p:cNvSpPr>
          <p:nvPr>
            <p:ph type="dt" idx="3"/>
          </p:nvPr>
        </p:nvSpPr>
        <p:spPr>
          <a:xfrm>
            <a:off x="838080" y="6356520"/>
            <a:ext cx="2733840" cy="355680"/>
          </a:xfrm>
          <a:prstGeom prst="rect">
            <a:avLst/>
          </a:prstGeom>
          <a:noFill/>
          <a:ln w="0">
            <a:noFill/>
          </a:ln>
        </p:spPr>
        <p:txBody>
          <a:bodyPr lIns="90000" rIns="90000" tIns="45000" bIns="45000" anchor="ctr">
            <a:noAutofit/>
          </a:bodyPr>
          <a:lstStyle>
            <a:lvl1pPr>
              <a:defRPr b="0" lang="en-CA" sz="1400" spc="-1" strike="noStrike">
                <a:latin typeface="Times New Roman"/>
              </a:defRPr>
            </a:lvl1pPr>
          </a:lstStyle>
          <a:p>
            <a:r>
              <a:rPr b="0" lang="en-CA" sz="1400" spc="-1" strike="noStrike">
                <a:latin typeface="Times New Roman"/>
              </a:rPr>
              <a:t>&lt;date/time&gt;</a:t>
            </a:r>
            <a:endParaRPr b="0" lang="en-CA" sz="1400" spc="-1" strike="noStrike">
              <a:latin typeface="Times New Roman"/>
            </a:endParaRPr>
          </a:p>
        </p:txBody>
      </p:sp>
      <p:sp>
        <p:nvSpPr>
          <p:cNvPr id="3"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CA" sz="4400" spc="-1" strike="noStrike">
                <a:latin typeface="Arial"/>
              </a:rPr>
              <a:t>Click to edit the title text format</a:t>
            </a:r>
            <a:endParaRPr b="0" lang="en-CA" sz="4400" spc="-1" strike="noStrike">
              <a:latin typeface="Arial"/>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CA" sz="3200" spc="-1" strike="noStrike">
                <a:latin typeface="Arial"/>
              </a:rPr>
              <a:t>Click to edit the outline text format</a:t>
            </a:r>
            <a:endParaRPr b="0" lang="en-CA" sz="3200" spc="-1" strike="noStrike">
              <a:latin typeface="Arial"/>
            </a:endParaRPr>
          </a:p>
          <a:p>
            <a:pPr lvl="1" marL="864000" indent="-324000">
              <a:spcBef>
                <a:spcPts val="1134"/>
              </a:spcBef>
              <a:buClr>
                <a:srgbClr val="000000"/>
              </a:buClr>
              <a:buSzPct val="75000"/>
              <a:buFont typeface="Symbol" charset="2"/>
              <a:buChar char=""/>
            </a:pPr>
            <a:r>
              <a:rPr b="0" lang="en-CA" sz="2800" spc="-1" strike="noStrike">
                <a:latin typeface="Arial"/>
              </a:rPr>
              <a:t>Second Outline Level</a:t>
            </a:r>
            <a:endParaRPr b="0" lang="en-CA" sz="2800" spc="-1" strike="noStrike">
              <a:latin typeface="Arial"/>
            </a:endParaRPr>
          </a:p>
          <a:p>
            <a:pPr lvl="2" marL="1296000" indent="-288000">
              <a:spcBef>
                <a:spcPts val="850"/>
              </a:spcBef>
              <a:buClr>
                <a:srgbClr val="000000"/>
              </a:buClr>
              <a:buSzPct val="45000"/>
              <a:buFont typeface="Wingdings" charset="2"/>
              <a:buChar char=""/>
            </a:pPr>
            <a:r>
              <a:rPr b="0" lang="en-CA" sz="2400" spc="-1" strike="noStrike">
                <a:latin typeface="Arial"/>
              </a:rPr>
              <a:t>Third Outline Level</a:t>
            </a:r>
            <a:endParaRPr b="0" lang="en-CA" sz="2400" spc="-1" strike="noStrike">
              <a:latin typeface="Arial"/>
            </a:endParaRPr>
          </a:p>
          <a:p>
            <a:pPr lvl="3" marL="1728000" indent="-216000">
              <a:spcBef>
                <a:spcPts val="567"/>
              </a:spcBef>
              <a:buClr>
                <a:srgbClr val="000000"/>
              </a:buClr>
              <a:buSzPct val="75000"/>
              <a:buFont typeface="Symbol" charset="2"/>
              <a:buChar char=""/>
            </a:pPr>
            <a:r>
              <a:rPr b="0" lang="en-CA" sz="2000" spc="-1" strike="noStrike">
                <a:latin typeface="Arial"/>
              </a:rPr>
              <a:t>Fourth Outline Level</a:t>
            </a:r>
            <a:endParaRPr b="0" lang="en-CA" sz="2000" spc="-1" strike="noStrike">
              <a:latin typeface="Arial"/>
            </a:endParaRPr>
          </a:p>
          <a:p>
            <a:pPr lvl="4" marL="2160000" indent="-216000">
              <a:spcBef>
                <a:spcPts val="283"/>
              </a:spcBef>
              <a:buClr>
                <a:srgbClr val="000000"/>
              </a:buClr>
              <a:buSzPct val="45000"/>
              <a:buFont typeface="Wingdings" charset="2"/>
              <a:buChar char=""/>
            </a:pPr>
            <a:r>
              <a:rPr b="0" lang="en-CA" sz="2000" spc="-1" strike="noStrike">
                <a:latin typeface="Arial"/>
              </a:rPr>
              <a:t>Fifth Outline Level</a:t>
            </a:r>
            <a:endParaRPr b="0" lang="en-CA" sz="2000" spc="-1" strike="noStrike">
              <a:latin typeface="Arial"/>
            </a:endParaRPr>
          </a:p>
          <a:p>
            <a:pPr lvl="5" marL="2592000" indent="-216000">
              <a:spcBef>
                <a:spcPts val="283"/>
              </a:spcBef>
              <a:buClr>
                <a:srgbClr val="000000"/>
              </a:buClr>
              <a:buSzPct val="45000"/>
              <a:buFont typeface="Wingdings" charset="2"/>
              <a:buChar char=""/>
            </a:pPr>
            <a:r>
              <a:rPr b="0" lang="en-CA" sz="2000" spc="-1" strike="noStrike">
                <a:latin typeface="Arial"/>
              </a:rPr>
              <a:t>Sixth Outline Level</a:t>
            </a:r>
            <a:endParaRPr b="0" lang="en-CA" sz="2000" spc="-1" strike="noStrike">
              <a:latin typeface="Arial"/>
            </a:endParaRPr>
          </a:p>
          <a:p>
            <a:pPr lvl="6" marL="3024000" indent="-216000">
              <a:spcBef>
                <a:spcPts val="283"/>
              </a:spcBef>
              <a:buClr>
                <a:srgbClr val="000000"/>
              </a:buClr>
              <a:buSzPct val="45000"/>
              <a:buFont typeface="Wingdings" charset="2"/>
              <a:buChar char=""/>
            </a:pPr>
            <a:r>
              <a:rPr b="0" lang="en-CA" sz="2000" spc="-1" strike="noStrike">
                <a:latin typeface="Arial"/>
              </a:rPr>
              <a:t>Seventh Outline Level</a:t>
            </a:r>
            <a:endParaRPr b="0" lang="en-CA"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4038480" y="6356520"/>
            <a:ext cx="4106160" cy="356400"/>
          </a:xfrm>
          <a:prstGeom prst="rect">
            <a:avLst/>
          </a:prstGeom>
          <a:noFill/>
          <a:ln w="0">
            <a:noFill/>
          </a:ln>
        </p:spPr>
        <p:txBody>
          <a:bodyPr lIns="90000" rIns="90000" tIns="45000" bIns="45000" anchor="ctr">
            <a:noAutofit/>
          </a:bodyPr>
          <a:lstStyle>
            <a:lvl1pPr algn="ctr">
              <a:lnSpc>
                <a:spcPct val="100000"/>
              </a:lnSpc>
              <a:buNone/>
              <a:tabLst>
                <a:tab algn="l" pos="0"/>
              </a:tabLst>
              <a:defRPr b="0" lang="en-CA" sz="1400" spc="-1" strike="noStrike">
                <a:solidFill>
                  <a:srgbClr val="000000"/>
                </a:solidFill>
                <a:latin typeface="Times New Roman"/>
              </a:defRPr>
            </a:lvl1pPr>
          </a:lstStyle>
          <a:p>
            <a:pPr algn="ctr">
              <a:lnSpc>
                <a:spcPct val="100000"/>
              </a:lnSpc>
              <a:buNone/>
              <a:tabLst>
                <a:tab algn="l" pos="0"/>
              </a:tabLst>
            </a:pPr>
            <a:r>
              <a:rPr b="0" lang="en-CA" sz="1400" spc="-1" strike="noStrike">
                <a:solidFill>
                  <a:srgbClr val="000000"/>
                </a:solidFill>
                <a:latin typeface="Times New Roman"/>
              </a:rPr>
              <a:t>&lt;footer&gt;</a:t>
            </a:r>
            <a:endParaRPr b="0" lang="en-CA" sz="1400" spc="-1" strike="noStrike">
              <a:latin typeface="Times New Roman"/>
            </a:endParaRPr>
          </a:p>
        </p:txBody>
      </p:sp>
      <p:sp>
        <p:nvSpPr>
          <p:cNvPr id="42" name="PlaceHolder 2"/>
          <p:cNvSpPr>
            <a:spLocks noGrp="1"/>
          </p:cNvSpPr>
          <p:nvPr>
            <p:ph type="sldNum" idx="5"/>
          </p:nvPr>
        </p:nvSpPr>
        <p:spPr>
          <a:xfrm>
            <a:off x="8610480" y="6356520"/>
            <a:ext cx="2734560" cy="356400"/>
          </a:xfrm>
          <a:prstGeom prst="rect">
            <a:avLst/>
          </a:prstGeom>
          <a:noFill/>
          <a:ln w="0">
            <a:noFill/>
          </a:ln>
        </p:spPr>
        <p:txBody>
          <a:bodyPr lIns="90000" rIns="90000" tIns="45000" bIns="45000" anchor="ctr">
            <a:noAutofit/>
          </a:bodyPr>
          <a:lstStyle>
            <a:lvl1pPr algn="r">
              <a:lnSpc>
                <a:spcPct val="100000"/>
              </a:lnSpc>
              <a:buNone/>
              <a:tabLst>
                <a:tab algn="l" pos="0"/>
              </a:tabLst>
              <a:defRPr b="0" lang="en-US" sz="1200" spc="-1" strike="noStrike">
                <a:solidFill>
                  <a:srgbClr val="8b8b8b"/>
                </a:solidFill>
                <a:latin typeface="Calibri"/>
              </a:defRPr>
            </a:lvl1pPr>
          </a:lstStyle>
          <a:p>
            <a:pPr algn="r">
              <a:lnSpc>
                <a:spcPct val="100000"/>
              </a:lnSpc>
              <a:buNone/>
              <a:tabLst>
                <a:tab algn="l" pos="0"/>
              </a:tabLst>
            </a:pPr>
            <a:fld id="{7C49FE44-94A4-48E6-96E2-D7B9651BEC8F}" type="slidenum">
              <a:rPr b="0" lang="en-US" sz="1200" spc="-1" strike="noStrike">
                <a:solidFill>
                  <a:srgbClr val="8b8b8b"/>
                </a:solidFill>
                <a:latin typeface="Calibri"/>
              </a:rPr>
              <a:t>&lt;number&gt;</a:t>
            </a:fld>
            <a:endParaRPr b="0" lang="en-CA" sz="1200" spc="-1" strike="noStrike">
              <a:latin typeface="Times New Roman"/>
            </a:endParaRPr>
          </a:p>
        </p:txBody>
      </p:sp>
      <p:sp>
        <p:nvSpPr>
          <p:cNvPr id="43" name="PlaceHolder 3"/>
          <p:cNvSpPr>
            <a:spLocks noGrp="1"/>
          </p:cNvSpPr>
          <p:nvPr>
            <p:ph type="dt" idx="6"/>
          </p:nvPr>
        </p:nvSpPr>
        <p:spPr>
          <a:xfrm>
            <a:off x="838080" y="6356520"/>
            <a:ext cx="2734560" cy="356400"/>
          </a:xfrm>
          <a:prstGeom prst="rect">
            <a:avLst/>
          </a:prstGeom>
          <a:noFill/>
          <a:ln w="0">
            <a:noFill/>
          </a:ln>
        </p:spPr>
        <p:txBody>
          <a:bodyPr lIns="90000" rIns="90000" tIns="45000" bIns="45000" anchor="ctr">
            <a:noAutofit/>
          </a:bodyPr>
          <a:lstStyle>
            <a:lvl1pPr>
              <a:defRPr b="0" lang="en-CA" sz="1400" spc="-1" strike="noStrike">
                <a:latin typeface="Times New Roman"/>
              </a:defRPr>
            </a:lvl1pPr>
          </a:lstStyle>
          <a:p>
            <a:r>
              <a:rPr b="0" lang="en-CA" sz="1400" spc="-1" strike="noStrike">
                <a:latin typeface="Times New Roman"/>
              </a:rPr>
              <a:t>&lt;date/time&gt;</a:t>
            </a:r>
            <a:endParaRPr b="0" lang="en-CA" sz="1400" spc="-1" strike="noStrike">
              <a:latin typeface="Times New Roman"/>
            </a:endParaRPr>
          </a:p>
        </p:txBody>
      </p:sp>
      <p:sp>
        <p:nvSpPr>
          <p:cNvPr id="44"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CA" sz="4400" spc="-1" strike="noStrike">
                <a:latin typeface="Arial"/>
              </a:rPr>
              <a:t>Click to edit the title text format</a:t>
            </a:r>
            <a:endParaRPr b="0" lang="en-CA" sz="4400" spc="-1" strike="noStrike">
              <a:latin typeface="Arial"/>
            </a:endParaRPr>
          </a:p>
        </p:txBody>
      </p:sp>
      <p:sp>
        <p:nvSpPr>
          <p:cNvPr id="45"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CA" sz="3200" spc="-1" strike="noStrike">
                <a:latin typeface="Arial"/>
              </a:rPr>
              <a:t>Click to edit the outline text format</a:t>
            </a:r>
            <a:endParaRPr b="0" lang="en-CA" sz="3200" spc="-1" strike="noStrike">
              <a:latin typeface="Arial"/>
            </a:endParaRPr>
          </a:p>
          <a:p>
            <a:pPr lvl="1" marL="864000" indent="-324000">
              <a:spcBef>
                <a:spcPts val="1134"/>
              </a:spcBef>
              <a:buClr>
                <a:srgbClr val="000000"/>
              </a:buClr>
              <a:buSzPct val="75000"/>
              <a:buFont typeface="Symbol" charset="2"/>
              <a:buChar char=""/>
            </a:pPr>
            <a:r>
              <a:rPr b="0" lang="en-CA" sz="2800" spc="-1" strike="noStrike">
                <a:latin typeface="Arial"/>
              </a:rPr>
              <a:t>Second Outline Level</a:t>
            </a:r>
            <a:endParaRPr b="0" lang="en-CA" sz="2800" spc="-1" strike="noStrike">
              <a:latin typeface="Arial"/>
            </a:endParaRPr>
          </a:p>
          <a:p>
            <a:pPr lvl="2" marL="1296000" indent="-288000">
              <a:spcBef>
                <a:spcPts val="850"/>
              </a:spcBef>
              <a:buClr>
                <a:srgbClr val="000000"/>
              </a:buClr>
              <a:buSzPct val="45000"/>
              <a:buFont typeface="Wingdings" charset="2"/>
              <a:buChar char=""/>
            </a:pPr>
            <a:r>
              <a:rPr b="0" lang="en-CA" sz="2400" spc="-1" strike="noStrike">
                <a:latin typeface="Arial"/>
              </a:rPr>
              <a:t>Third Outline Level</a:t>
            </a:r>
            <a:endParaRPr b="0" lang="en-CA" sz="2400" spc="-1" strike="noStrike">
              <a:latin typeface="Arial"/>
            </a:endParaRPr>
          </a:p>
          <a:p>
            <a:pPr lvl="3" marL="1728000" indent="-216000">
              <a:spcBef>
                <a:spcPts val="567"/>
              </a:spcBef>
              <a:buClr>
                <a:srgbClr val="000000"/>
              </a:buClr>
              <a:buSzPct val="75000"/>
              <a:buFont typeface="Symbol" charset="2"/>
              <a:buChar char=""/>
            </a:pPr>
            <a:r>
              <a:rPr b="0" lang="en-CA" sz="2000" spc="-1" strike="noStrike">
                <a:latin typeface="Arial"/>
              </a:rPr>
              <a:t>Fourth Outline Level</a:t>
            </a:r>
            <a:endParaRPr b="0" lang="en-CA" sz="2000" spc="-1" strike="noStrike">
              <a:latin typeface="Arial"/>
            </a:endParaRPr>
          </a:p>
          <a:p>
            <a:pPr lvl="4" marL="2160000" indent="-216000">
              <a:spcBef>
                <a:spcPts val="283"/>
              </a:spcBef>
              <a:buClr>
                <a:srgbClr val="000000"/>
              </a:buClr>
              <a:buSzPct val="45000"/>
              <a:buFont typeface="Wingdings" charset="2"/>
              <a:buChar char=""/>
            </a:pPr>
            <a:r>
              <a:rPr b="0" lang="en-CA" sz="2000" spc="-1" strike="noStrike">
                <a:latin typeface="Arial"/>
              </a:rPr>
              <a:t>Fifth Outline Level</a:t>
            </a:r>
            <a:endParaRPr b="0" lang="en-CA" sz="2000" spc="-1" strike="noStrike">
              <a:latin typeface="Arial"/>
            </a:endParaRPr>
          </a:p>
          <a:p>
            <a:pPr lvl="5" marL="2592000" indent="-216000">
              <a:spcBef>
                <a:spcPts val="283"/>
              </a:spcBef>
              <a:buClr>
                <a:srgbClr val="000000"/>
              </a:buClr>
              <a:buSzPct val="45000"/>
              <a:buFont typeface="Wingdings" charset="2"/>
              <a:buChar char=""/>
            </a:pPr>
            <a:r>
              <a:rPr b="0" lang="en-CA" sz="2000" spc="-1" strike="noStrike">
                <a:latin typeface="Arial"/>
              </a:rPr>
              <a:t>Sixth Outline Level</a:t>
            </a:r>
            <a:endParaRPr b="0" lang="en-CA" sz="2000" spc="-1" strike="noStrike">
              <a:latin typeface="Arial"/>
            </a:endParaRPr>
          </a:p>
          <a:p>
            <a:pPr lvl="6" marL="3024000" indent="-216000">
              <a:spcBef>
                <a:spcPts val="283"/>
              </a:spcBef>
              <a:buClr>
                <a:srgbClr val="000000"/>
              </a:buClr>
              <a:buSzPct val="45000"/>
              <a:buFont typeface="Wingdings" charset="2"/>
              <a:buChar char=""/>
            </a:pPr>
            <a:r>
              <a:rPr b="0" lang="en-CA" sz="2000" spc="-1" strike="noStrike">
                <a:latin typeface="Arial"/>
              </a:rPr>
              <a:t>Seventh Outline Level</a:t>
            </a:r>
            <a:endParaRPr b="0" lang="en-CA"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r>
              <a:rPr b="0" lang="en-CA" sz="1800" spc="-1" strike="noStrike">
                <a:latin typeface="Arial"/>
              </a:rPr>
              <a:t>Click to edit the title text format</a:t>
            </a:r>
            <a:endParaRPr b="0" lang="en-CA" sz="1800" spc="-1" strike="noStrike">
              <a:latin typeface="Arial"/>
            </a:endParaRPr>
          </a:p>
        </p:txBody>
      </p:sp>
      <p:sp>
        <p:nvSpPr>
          <p:cNvPr id="83"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CA" sz="1800" spc="-1" strike="noStrike">
                <a:latin typeface="Arial"/>
              </a:rPr>
              <a:t>Click to edit the outline text format</a:t>
            </a:r>
            <a:endParaRPr b="0" lang="en-CA" sz="1800" spc="-1" strike="noStrike">
              <a:latin typeface="Arial"/>
            </a:endParaRPr>
          </a:p>
          <a:p>
            <a:pPr lvl="1" marL="864000" indent="-324000">
              <a:spcBef>
                <a:spcPts val="1134"/>
              </a:spcBef>
              <a:buClr>
                <a:srgbClr val="000000"/>
              </a:buClr>
              <a:buSzPct val="75000"/>
              <a:buFont typeface="Symbol" charset="2"/>
              <a:buChar char=""/>
            </a:pPr>
            <a:r>
              <a:rPr b="0" lang="en-CA" sz="1800" spc="-1" strike="noStrike">
                <a:latin typeface="Arial"/>
              </a:rPr>
              <a:t>Second Outline Level</a:t>
            </a:r>
            <a:endParaRPr b="0" lang="en-CA" sz="1800" spc="-1" strike="noStrike">
              <a:latin typeface="Arial"/>
            </a:endParaRPr>
          </a:p>
          <a:p>
            <a:pPr lvl="2" marL="1296000" indent="-288000">
              <a:spcBef>
                <a:spcPts val="850"/>
              </a:spcBef>
              <a:buClr>
                <a:srgbClr val="000000"/>
              </a:buClr>
              <a:buSzPct val="45000"/>
              <a:buFont typeface="Wingdings" charset="2"/>
              <a:buChar char=""/>
            </a:pPr>
            <a:r>
              <a:rPr b="0" lang="en-CA" sz="1800" spc="-1" strike="noStrike">
                <a:latin typeface="Arial"/>
              </a:rPr>
              <a:t>Third Outline Level</a:t>
            </a:r>
            <a:endParaRPr b="0" lang="en-CA" sz="1800" spc="-1" strike="noStrike">
              <a:latin typeface="Arial"/>
            </a:endParaRPr>
          </a:p>
          <a:p>
            <a:pPr lvl="3" marL="1728000" indent="-216000">
              <a:spcBef>
                <a:spcPts val="567"/>
              </a:spcBef>
              <a:buClr>
                <a:srgbClr val="000000"/>
              </a:buClr>
              <a:buSzPct val="75000"/>
              <a:buFont typeface="Symbol" charset="2"/>
              <a:buChar char=""/>
            </a:pPr>
            <a:r>
              <a:rPr b="0" lang="en-CA" sz="1800" spc="-1" strike="noStrike">
                <a:latin typeface="Arial"/>
              </a:rPr>
              <a:t>Fourth Outline Level</a:t>
            </a:r>
            <a:endParaRPr b="0" lang="en-CA" sz="1800" spc="-1" strike="noStrike">
              <a:latin typeface="Arial"/>
            </a:endParaRPr>
          </a:p>
          <a:p>
            <a:pPr lvl="4" marL="2160000" indent="-216000">
              <a:spcBef>
                <a:spcPts val="283"/>
              </a:spcBef>
              <a:buClr>
                <a:srgbClr val="000000"/>
              </a:buClr>
              <a:buSzPct val="45000"/>
              <a:buFont typeface="Wingdings" charset="2"/>
              <a:buChar char=""/>
            </a:pPr>
            <a:r>
              <a:rPr b="0" lang="en-CA" sz="1800" spc="-1" strike="noStrike">
                <a:latin typeface="Arial"/>
              </a:rPr>
              <a:t>Fifth Outline Level</a:t>
            </a:r>
            <a:endParaRPr b="0" lang="en-CA" sz="1800" spc="-1" strike="noStrike">
              <a:latin typeface="Arial"/>
            </a:endParaRPr>
          </a:p>
          <a:p>
            <a:pPr lvl="5" marL="2592000" indent="-216000">
              <a:spcBef>
                <a:spcPts val="283"/>
              </a:spcBef>
              <a:buClr>
                <a:srgbClr val="000000"/>
              </a:buClr>
              <a:buSzPct val="45000"/>
              <a:buFont typeface="Wingdings" charset="2"/>
              <a:buChar char=""/>
            </a:pPr>
            <a:r>
              <a:rPr b="0" lang="en-CA" sz="1800" spc="-1" strike="noStrike">
                <a:latin typeface="Arial"/>
              </a:rPr>
              <a:t>Sixth Outline Level</a:t>
            </a:r>
            <a:endParaRPr b="0" lang="en-CA" sz="1800" spc="-1" strike="noStrike">
              <a:latin typeface="Arial"/>
            </a:endParaRPr>
          </a:p>
          <a:p>
            <a:pPr lvl="6" marL="3024000" indent="-216000">
              <a:spcBef>
                <a:spcPts val="283"/>
              </a:spcBef>
              <a:buClr>
                <a:srgbClr val="000000"/>
              </a:buClr>
              <a:buSzPct val="45000"/>
              <a:buFont typeface="Wingdings" charset="2"/>
              <a:buChar char=""/>
            </a:pPr>
            <a:r>
              <a:rPr b="0" lang="en-CA" sz="1800" spc="-1" strike="noStrike">
                <a:latin typeface="Arial"/>
              </a:rPr>
              <a:t>Seventh Outline Level</a:t>
            </a:r>
            <a:endParaRPr b="0" lang="en-CA" sz="1800" spc="-1" strike="noStrike">
              <a:latin typeface="Arial"/>
            </a:endParaRPr>
          </a:p>
        </p:txBody>
      </p:sp>
      <p:sp>
        <p:nvSpPr>
          <p:cNvPr id="84" name="PlaceHolder 3"/>
          <p:cNvSpPr>
            <a:spLocks noGrp="1"/>
          </p:cNvSpPr>
          <p:nvPr>
            <p:ph type="ftr" idx="7"/>
          </p:nvPr>
        </p:nvSpPr>
        <p:spPr>
          <a:xfrm>
            <a:off x="4038480" y="6356520"/>
            <a:ext cx="4106520" cy="356760"/>
          </a:xfrm>
          <a:prstGeom prst="rect">
            <a:avLst/>
          </a:prstGeom>
          <a:noFill/>
          <a:ln w="0">
            <a:noFill/>
          </a:ln>
        </p:spPr>
        <p:txBody>
          <a:bodyPr lIns="90000" rIns="90000" tIns="45000" bIns="45000" anchor="ctr">
            <a:noAutofit/>
          </a:bodyPr>
          <a:lstStyle>
            <a:lvl1pPr algn="ctr">
              <a:lnSpc>
                <a:spcPct val="100000"/>
              </a:lnSpc>
              <a:buNone/>
              <a:tabLst>
                <a:tab algn="l" pos="0"/>
              </a:tabLst>
              <a:defRPr b="0" lang="en-CA" sz="1400" spc="-1" strike="noStrike">
                <a:solidFill>
                  <a:srgbClr val="000000"/>
                </a:solidFill>
                <a:latin typeface="Times New Roman"/>
              </a:defRPr>
            </a:lvl1pPr>
          </a:lstStyle>
          <a:p>
            <a:pPr algn="ctr">
              <a:lnSpc>
                <a:spcPct val="100000"/>
              </a:lnSpc>
              <a:buNone/>
              <a:tabLst>
                <a:tab algn="l" pos="0"/>
              </a:tabLst>
            </a:pPr>
            <a:r>
              <a:rPr b="0" lang="en-CA" sz="1400" spc="-1" strike="noStrike">
                <a:solidFill>
                  <a:srgbClr val="000000"/>
                </a:solidFill>
                <a:latin typeface="Times New Roman"/>
              </a:rPr>
              <a:t>&lt;footer&gt;</a:t>
            </a:r>
            <a:endParaRPr b="0" lang="en-CA" sz="1400" spc="-1" strike="noStrike">
              <a:latin typeface="Times New Roman"/>
            </a:endParaRPr>
          </a:p>
        </p:txBody>
      </p:sp>
      <p:sp>
        <p:nvSpPr>
          <p:cNvPr id="85" name="PlaceHolder 4"/>
          <p:cNvSpPr>
            <a:spLocks noGrp="1"/>
          </p:cNvSpPr>
          <p:nvPr>
            <p:ph type="sldNum" idx="8"/>
          </p:nvPr>
        </p:nvSpPr>
        <p:spPr>
          <a:xfrm>
            <a:off x="8610480" y="6356520"/>
            <a:ext cx="2734920" cy="356760"/>
          </a:xfrm>
          <a:prstGeom prst="rect">
            <a:avLst/>
          </a:prstGeom>
          <a:noFill/>
          <a:ln w="0">
            <a:noFill/>
          </a:ln>
        </p:spPr>
        <p:txBody>
          <a:bodyPr lIns="90000" rIns="90000" tIns="45000" bIns="45000" anchor="ctr">
            <a:noAutofit/>
          </a:bodyPr>
          <a:lstStyle>
            <a:lvl1pPr algn="r">
              <a:lnSpc>
                <a:spcPct val="100000"/>
              </a:lnSpc>
              <a:buNone/>
              <a:tabLst>
                <a:tab algn="l" pos="0"/>
              </a:tabLst>
              <a:defRPr b="0" lang="en-US" sz="1200" spc="-1" strike="noStrike">
                <a:solidFill>
                  <a:srgbClr val="8b8b8b"/>
                </a:solidFill>
                <a:latin typeface="Calibri"/>
              </a:defRPr>
            </a:lvl1pPr>
          </a:lstStyle>
          <a:p>
            <a:pPr algn="r">
              <a:lnSpc>
                <a:spcPct val="100000"/>
              </a:lnSpc>
              <a:buNone/>
              <a:tabLst>
                <a:tab algn="l" pos="0"/>
              </a:tabLst>
            </a:pPr>
            <a:fld id="{6C284680-E5BC-4EF6-AD8B-20EE7EBA40B7}" type="slidenum">
              <a:rPr b="0" lang="en-US" sz="1200" spc="-1" strike="noStrike">
                <a:solidFill>
                  <a:srgbClr val="8b8b8b"/>
                </a:solidFill>
                <a:latin typeface="Calibri"/>
              </a:rPr>
              <a:t>&lt;number&gt;</a:t>
            </a:fld>
            <a:endParaRPr b="0" lang="en-CA" sz="1200" spc="-1" strike="noStrike">
              <a:latin typeface="Times New Roman"/>
            </a:endParaRPr>
          </a:p>
        </p:txBody>
      </p:sp>
      <p:sp>
        <p:nvSpPr>
          <p:cNvPr id="86" name="PlaceHolder 5"/>
          <p:cNvSpPr>
            <a:spLocks noGrp="1"/>
          </p:cNvSpPr>
          <p:nvPr>
            <p:ph type="dt" idx="9"/>
          </p:nvPr>
        </p:nvSpPr>
        <p:spPr>
          <a:xfrm>
            <a:off x="838080" y="6356520"/>
            <a:ext cx="2734920" cy="356760"/>
          </a:xfrm>
          <a:prstGeom prst="rect">
            <a:avLst/>
          </a:prstGeom>
          <a:noFill/>
          <a:ln w="0">
            <a:noFill/>
          </a:ln>
        </p:spPr>
        <p:txBody>
          <a:bodyPr lIns="90000" rIns="90000" tIns="45000" bIns="45000" anchor="ctr">
            <a:noAutofit/>
          </a:bodyPr>
          <a:lstStyle>
            <a:lvl1pPr>
              <a:defRPr b="0" lang="en-CA" sz="1400" spc="-1" strike="noStrike">
                <a:latin typeface="Times New Roman"/>
              </a:defRPr>
            </a:lvl1pPr>
          </a:lstStyle>
          <a:p>
            <a:r>
              <a:rPr b="0" lang="en-CA" sz="1400" spc="-1" strike="noStrike">
                <a:latin typeface="Times New Roman"/>
              </a:rPr>
              <a:t>&lt;date/time&gt;</a:t>
            </a:r>
            <a:endParaRPr b="0" lang="en-CA" sz="1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3" name="Picture 6" descr="A picture containing indoor, white, black, old&#10;&#10;Description automatically generated"/>
          <p:cNvPicPr/>
          <p:nvPr/>
        </p:nvPicPr>
        <p:blipFill>
          <a:blip r:embed="rId1"/>
          <a:srcRect l="17245" t="319" r="21121" b="-319"/>
          <a:stretch/>
        </p:blipFill>
        <p:spPr>
          <a:xfrm>
            <a:off x="0" y="0"/>
            <a:ext cx="12182760" cy="6848640"/>
          </a:xfrm>
          <a:prstGeom prst="rect">
            <a:avLst/>
          </a:prstGeom>
          <a:ln w="0">
            <a:noFill/>
          </a:ln>
        </p:spPr>
      </p:pic>
      <p:sp>
        <p:nvSpPr>
          <p:cNvPr id="124" name="TextBox 1"/>
          <p:cNvSpPr/>
          <p:nvPr/>
        </p:nvSpPr>
        <p:spPr>
          <a:xfrm>
            <a:off x="0" y="807120"/>
            <a:ext cx="12182760" cy="5209560"/>
          </a:xfrm>
          <a:prstGeom prst="rect">
            <a:avLst/>
          </a:prstGeom>
          <a:noFill/>
          <a:ln w="0">
            <a:noFill/>
          </a:ln>
        </p:spPr>
        <p:style>
          <a:lnRef idx="0"/>
          <a:fillRef idx="0"/>
          <a:effectRef idx="0"/>
          <a:fontRef idx="minor"/>
        </p:style>
        <p:txBody>
          <a:bodyPr lIns="90000" rIns="90000" tIns="45000" bIns="45000" anchor="ctr">
            <a:spAutoFit/>
          </a:bodyPr>
          <a:p>
            <a:pPr algn="ctr">
              <a:lnSpc>
                <a:spcPct val="100000"/>
              </a:lnSpc>
              <a:buNone/>
            </a:pPr>
            <a:r>
              <a:rPr b="0" i="1" lang="en-US" sz="4800" spc="-1" strike="noStrike">
                <a:solidFill>
                  <a:srgbClr val="000000"/>
                </a:solidFill>
                <a:latin typeface="Calibri"/>
                <a:ea typeface="DejaVu Sans"/>
              </a:rPr>
              <a:t>Cornerstone United Reformed Church of Edmonton</a:t>
            </a:r>
            <a:endParaRPr b="0" lang="en-CA" sz="4800" spc="-1" strike="noStrike">
              <a:latin typeface="Arial"/>
            </a:endParaRPr>
          </a:p>
          <a:p>
            <a:pPr algn="ctr">
              <a:lnSpc>
                <a:spcPct val="100000"/>
              </a:lnSpc>
              <a:buNone/>
            </a:pPr>
            <a:r>
              <a:rPr b="0" lang="en-US" sz="3600" spc="-1" strike="noStrike">
                <a:solidFill>
                  <a:srgbClr val="000000"/>
                </a:solidFill>
                <a:latin typeface="Calibri"/>
                <a:ea typeface="DejaVu Sans"/>
              </a:rPr>
              <a:t>2026-03-05, Evening Service</a:t>
            </a:r>
            <a:endParaRPr b="0" lang="en-CA" sz="3600" spc="-1" strike="noStrike">
              <a:latin typeface="Arial"/>
            </a:endParaRPr>
          </a:p>
          <a:p>
            <a:pPr algn="ctr">
              <a:lnSpc>
                <a:spcPct val="100000"/>
              </a:lnSpc>
              <a:buNone/>
            </a:pPr>
            <a:endParaRPr b="0" lang="en-CA" sz="3600" spc="-1" strike="noStrike">
              <a:latin typeface="Arial"/>
            </a:endParaRPr>
          </a:p>
          <a:p>
            <a:pPr algn="ctr">
              <a:lnSpc>
                <a:spcPct val="100000"/>
              </a:lnSpc>
              <a:buNone/>
            </a:pPr>
            <a:r>
              <a:rPr b="0" lang="en-US" sz="3600" spc="-1" strike="noStrike">
                <a:solidFill>
                  <a:srgbClr val="000000"/>
                </a:solidFill>
                <a:latin typeface="Calibri"/>
                <a:ea typeface="DejaVu Sans"/>
              </a:rPr>
              <a:t>Scripture as summarized in Lord’s Day 24</a:t>
            </a:r>
            <a:endParaRPr b="0" lang="en-CA" sz="3600" spc="-1" strike="noStrike">
              <a:latin typeface="Arial"/>
            </a:endParaRPr>
          </a:p>
          <a:p>
            <a:pPr algn="ctr">
              <a:lnSpc>
                <a:spcPct val="100000"/>
              </a:lnSpc>
              <a:buNone/>
            </a:pPr>
            <a:endParaRPr b="0" lang="en-CA" sz="3600" spc="-1" strike="noStrike">
              <a:latin typeface="Arial"/>
            </a:endParaRPr>
          </a:p>
          <a:p>
            <a:pPr algn="ctr">
              <a:lnSpc>
                <a:spcPct val="100000"/>
              </a:lnSpc>
              <a:buNone/>
            </a:pPr>
            <a:r>
              <a:rPr b="0" i="1" lang="en-CA" sz="3600" spc="-1" strike="noStrike">
                <a:solidFill>
                  <a:srgbClr val="000000"/>
                </a:solidFill>
                <a:latin typeface="Calibri"/>
                <a:ea typeface="DejaVu Sans"/>
              </a:rPr>
              <a:t>“</a:t>
            </a:r>
            <a:r>
              <a:rPr b="0" i="1" lang="en-CA" sz="3600" spc="-1" strike="noStrike">
                <a:solidFill>
                  <a:srgbClr val="000000"/>
                </a:solidFill>
                <a:latin typeface="Calibri"/>
                <a:ea typeface="DejaVu Sans"/>
              </a:rPr>
              <a:t>The Gracious Gift of Good Works”</a:t>
            </a:r>
            <a:endParaRPr b="0" lang="en-CA" sz="3600" spc="-1" strike="noStrike">
              <a:latin typeface="Arial"/>
            </a:endParaRPr>
          </a:p>
          <a:p>
            <a:pPr algn="ctr">
              <a:lnSpc>
                <a:spcPct val="100000"/>
              </a:lnSpc>
              <a:buNone/>
            </a:pPr>
            <a:endParaRPr b="0" lang="en-CA" sz="3600" spc="-1" strike="noStrike">
              <a:latin typeface="Arial"/>
            </a:endParaRPr>
          </a:p>
          <a:p>
            <a:pPr algn="ctr">
              <a:lnSpc>
                <a:spcPct val="100000"/>
              </a:lnSpc>
              <a:buNone/>
            </a:pPr>
            <a:r>
              <a:rPr b="0" lang="en-CA" sz="3600" spc="-1" strike="noStrike">
                <a:solidFill>
                  <a:srgbClr val="000000"/>
                </a:solidFill>
                <a:latin typeface="Calibri"/>
                <a:ea typeface="DejaVu Sans"/>
              </a:rPr>
              <a:t>Pastor Vander Lei</a:t>
            </a:r>
            <a:endParaRPr b="0" lang="en-CA" sz="3600" spc="-1" strike="noStrike">
              <a:latin typeface="Arial"/>
            </a:endParaRPr>
          </a:p>
          <a:p>
            <a:pPr algn="ctr">
              <a:lnSpc>
                <a:spcPct val="100000"/>
              </a:lnSpc>
              <a:buNone/>
            </a:pPr>
            <a:endParaRPr b="0" lang="en-CA" sz="3600" spc="-1" strike="noStrike">
              <a:latin typeface="Arial"/>
            </a:endParaRPr>
          </a:p>
        </p:txBody>
      </p:sp>
    </p:spTree>
  </p:cSld>
  <mc:AlternateContent>
    <mc:Choice Requires="p14">
      <p:transition p14:dur="10"/>
    </mc:Choice>
    <mc:Fallback>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5" name="Picture 4" descr="A picture containing indoor, white, black, old&#10;&#10;Description automatically generated"/>
          <p:cNvPicPr/>
          <p:nvPr/>
        </p:nvPicPr>
        <p:blipFill>
          <a:blip r:embed="rId1"/>
          <a:srcRect l="17245" t="319" r="21121" b="-319"/>
          <a:stretch/>
        </p:blipFill>
        <p:spPr>
          <a:xfrm>
            <a:off x="0" y="0"/>
            <a:ext cx="12183480" cy="6849360"/>
          </a:xfrm>
          <a:prstGeom prst="rect">
            <a:avLst/>
          </a:prstGeom>
          <a:ln w="0">
            <a:noFill/>
          </a:ln>
        </p:spPr>
      </p:pic>
      <p:sp>
        <p:nvSpPr>
          <p:cNvPr id="126" name="PlaceHolder 1"/>
          <p:cNvSpPr>
            <a:spLocks noGrp="1"/>
          </p:cNvSpPr>
          <p:nvPr>
            <p:ph type="title"/>
          </p:nvPr>
        </p:nvSpPr>
        <p:spPr>
          <a:xfrm>
            <a:off x="838080" y="365040"/>
            <a:ext cx="10506960" cy="1316880"/>
          </a:xfrm>
          <a:prstGeom prst="rect">
            <a:avLst/>
          </a:prstGeom>
          <a:noFill/>
          <a:ln w="0">
            <a:noFill/>
          </a:ln>
        </p:spPr>
        <p:txBody>
          <a:bodyPr lIns="90000" rIns="90000" tIns="45000" bIns="45000" anchor="ctr">
            <a:normAutofit/>
          </a:bodyPr>
          <a:p>
            <a:pPr algn="ctr">
              <a:lnSpc>
                <a:spcPct val="90000"/>
              </a:lnSpc>
              <a:buNone/>
              <a:tabLst>
                <a:tab algn="l" pos="0"/>
              </a:tabLst>
            </a:pPr>
            <a:r>
              <a:rPr b="0" i="1" lang="en-CA" sz="4800" spc="-1" strike="noStrike">
                <a:solidFill>
                  <a:srgbClr val="000000"/>
                </a:solidFill>
                <a:latin typeface="Calibri Light"/>
              </a:rPr>
              <a:t>Offerings</a:t>
            </a:r>
            <a:endParaRPr b="0" lang="en-CA" sz="4800" spc="-1" strike="noStrike">
              <a:latin typeface="Arial"/>
            </a:endParaRPr>
          </a:p>
        </p:txBody>
      </p:sp>
      <p:sp>
        <p:nvSpPr>
          <p:cNvPr id="127" name="PlaceHolder 2"/>
          <p:cNvSpPr>
            <a:spLocks noGrp="1"/>
          </p:cNvSpPr>
          <p:nvPr>
            <p:ph/>
          </p:nvPr>
        </p:nvSpPr>
        <p:spPr>
          <a:xfrm>
            <a:off x="0" y="1803240"/>
            <a:ext cx="12183480" cy="3978000"/>
          </a:xfrm>
          <a:prstGeom prst="rect">
            <a:avLst/>
          </a:prstGeom>
          <a:noFill/>
          <a:ln w="0">
            <a:noFill/>
          </a:ln>
        </p:spPr>
        <p:txBody>
          <a:bodyPr numCol="1" spcCol="0" lIns="90000" rIns="90000" tIns="45000" bIns="45000" anchor="ctr">
            <a:noAutofit/>
          </a:bodyPr>
          <a:p>
            <a:pPr algn="ctr">
              <a:lnSpc>
                <a:spcPct val="100000"/>
              </a:lnSpc>
              <a:buNone/>
              <a:tabLst>
                <a:tab algn="l" pos="0"/>
              </a:tabLst>
            </a:pPr>
            <a:endParaRPr b="0" lang="en-CA" sz="4000" spc="-1" strike="noStrike">
              <a:latin typeface="Arial"/>
            </a:endParaRPr>
          </a:p>
          <a:p>
            <a:pPr algn="ctr">
              <a:lnSpc>
                <a:spcPct val="100000"/>
              </a:lnSpc>
              <a:buNone/>
              <a:tabLst>
                <a:tab algn="l" pos="0"/>
              </a:tabLst>
            </a:pPr>
            <a:r>
              <a:rPr b="0" lang="en-CA" sz="4000" spc="-1" strike="noStrike">
                <a:solidFill>
                  <a:srgbClr val="000000"/>
                </a:solidFill>
                <a:latin typeface="Calibri"/>
              </a:rPr>
              <a:t>Budget</a:t>
            </a:r>
            <a:endParaRPr b="0" lang="en-CA" sz="4000" spc="-1" strike="noStrike">
              <a:latin typeface="Arial"/>
            </a:endParaRPr>
          </a:p>
          <a:p>
            <a:pPr algn="ctr">
              <a:lnSpc>
                <a:spcPct val="100000"/>
              </a:lnSpc>
              <a:buNone/>
              <a:tabLst>
                <a:tab algn="l" pos="0"/>
              </a:tabLst>
            </a:pPr>
            <a:endParaRPr b="0" lang="en-CA" sz="4000" spc="-1" strike="noStrike">
              <a:latin typeface="Arial"/>
            </a:endParaRPr>
          </a:p>
          <a:p>
            <a:pPr algn="ctr">
              <a:lnSpc>
                <a:spcPct val="100000"/>
              </a:lnSpc>
              <a:buNone/>
              <a:tabLst>
                <a:tab algn="l" pos="0"/>
              </a:tabLst>
            </a:pPr>
            <a:r>
              <a:rPr b="0" lang="en-CA" sz="4000" spc="-1" strike="noStrike">
                <a:solidFill>
                  <a:srgbClr val="000000"/>
                </a:solidFill>
                <a:latin typeface="Calibri"/>
              </a:rPr>
              <a:t>Reformed Missions—Costa Rica</a:t>
            </a:r>
            <a:endParaRPr b="0" lang="en-CA" sz="4000" spc="-1" strike="noStrike">
              <a:latin typeface="Arial"/>
            </a:endParaRPr>
          </a:p>
          <a:p>
            <a:pPr algn="ctr">
              <a:lnSpc>
                <a:spcPct val="100000"/>
              </a:lnSpc>
              <a:buNone/>
              <a:tabLst>
                <a:tab algn="l" pos="0"/>
              </a:tabLst>
            </a:pPr>
            <a:endParaRPr b="0" lang="en-CA" sz="4000" spc="-1" strike="noStrike">
              <a:latin typeface="Arial"/>
            </a:endParaRPr>
          </a:p>
          <a:p>
            <a:pPr algn="ctr">
              <a:lnSpc>
                <a:spcPct val="100000"/>
              </a:lnSpc>
              <a:buNone/>
              <a:tabLst>
                <a:tab algn="l" pos="0"/>
              </a:tabLst>
            </a:pPr>
            <a:r>
              <a:rPr b="0" lang="en-CA" sz="1200" spc="-1" strike="noStrike">
                <a:solidFill>
                  <a:srgbClr val="000000"/>
                </a:solidFill>
                <a:latin typeface="Arial"/>
              </a:rPr>
              <a:t>Giving details have been provided to members.  Others who may wish to give may contact the church for additional details.</a:t>
            </a:r>
            <a:endParaRPr b="0" lang="en-CA"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TextBox 11"/>
          <p:cNvSpPr/>
          <p:nvPr/>
        </p:nvSpPr>
        <p:spPr>
          <a:xfrm>
            <a:off x="759600" y="171360"/>
            <a:ext cx="10671480" cy="759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buNone/>
              <a:tabLst>
                <a:tab algn="l" pos="0"/>
              </a:tabLst>
            </a:pPr>
            <a:r>
              <a:rPr b="0" i="1" lang="en-CA" sz="4400" spc="-1" strike="noStrike">
                <a:solidFill>
                  <a:srgbClr val="000000"/>
                </a:solidFill>
                <a:latin typeface="Calibri Light"/>
                <a:ea typeface="DejaVu Sans"/>
              </a:rPr>
              <a:t>Apostles Creed</a:t>
            </a:r>
            <a:endParaRPr b="0" lang="en-CA" sz="4400" spc="-1" strike="noStrike">
              <a:latin typeface="Arial"/>
            </a:endParaRPr>
          </a:p>
        </p:txBody>
      </p:sp>
      <p:sp>
        <p:nvSpPr>
          <p:cNvPr id="129" name="TextBox 2"/>
          <p:cNvSpPr/>
          <p:nvPr/>
        </p:nvSpPr>
        <p:spPr>
          <a:xfrm>
            <a:off x="1176480" y="1260000"/>
            <a:ext cx="9837720" cy="53017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buNone/>
            </a:pPr>
            <a:r>
              <a:rPr b="0" lang="en-CA" sz="1800" spc="-1" strike="noStrike">
                <a:solidFill>
                  <a:srgbClr val="000000"/>
                </a:solidFill>
                <a:latin typeface="Calibri"/>
                <a:ea typeface="DejaVu Sans"/>
              </a:rPr>
              <a:t>I believe in God the Father Almighty,</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Maker of heaven and earth.</a:t>
            </a:r>
            <a:endParaRPr b="0" lang="en-CA" sz="1800" spc="-1" strike="noStrike">
              <a:latin typeface="Arial"/>
            </a:endParaRPr>
          </a:p>
          <a:p>
            <a:pPr algn="ctr">
              <a:lnSpc>
                <a:spcPct val="100000"/>
              </a:lnSpc>
              <a:buNone/>
            </a:pP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I believe in Jesus Christ, his only begotten Son, our Lord;</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who was conceived by the Holy Spirit, born of the virgin Mary;</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suffered under Pontius Pilate;</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was crucified dead and buried;</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he descended into hell;</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the third day he arose again from the dead;</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he ascended into heaven,</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and sits at the right hand of God the Father Almighty;</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from there he shall come to judge the living and the dead.</a:t>
            </a:r>
            <a:endParaRPr b="0" lang="en-CA" sz="1800" spc="-1" strike="noStrike">
              <a:latin typeface="Arial"/>
            </a:endParaRPr>
          </a:p>
          <a:p>
            <a:pPr algn="ctr">
              <a:lnSpc>
                <a:spcPct val="100000"/>
              </a:lnSpc>
              <a:buNone/>
            </a:pP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I believe in the Holy Spirit;</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the holy catholic church;</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the communion of saints;</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the forgiveness of sins;</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the resurrection of the body;</a:t>
            </a:r>
            <a:endParaRPr b="0" lang="en-CA" sz="1800" spc="-1" strike="noStrike">
              <a:latin typeface="Arial"/>
            </a:endParaRPr>
          </a:p>
          <a:p>
            <a:pPr algn="ctr">
              <a:lnSpc>
                <a:spcPct val="100000"/>
              </a:lnSpc>
              <a:buNone/>
            </a:pPr>
            <a:r>
              <a:rPr b="0" lang="en-CA" sz="1800" spc="-1" strike="noStrike">
                <a:solidFill>
                  <a:srgbClr val="000000"/>
                </a:solidFill>
                <a:latin typeface="Calibri"/>
                <a:ea typeface="DejaVu Sans"/>
              </a:rPr>
              <a:t>and the life everlasting. Amen.</a:t>
            </a:r>
            <a:endParaRPr b="0" lang="en-CA" sz="18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1200" y="457200"/>
            <a:ext cx="8229600" cy="1828800"/>
          </a:xfrm>
          <a:prstGeom prst="rect">
            <a:avLst/>
          </a:prstGeom>
          <a:noFill/>
        </p:spPr>
        <p:txBody>
          <a:bodyPr wrap="square">
            <a:spAutoFit/>
          </a:bodyPr>
          <a:lstStyle/>
          <a:p>
            <a:pPr algn="ctr">
              <a:defRPr sz="3200" b="1"/>
            </a:pPr>
            <a:r>
              <a:t>#119C Do Good to Me and I Will Live</a:t>
            </a:r>
          </a:p>
        </p:txBody>
      </p:sp>
      <p:sp>
        <p:nvSpPr>
          <p:cNvPr id="3" name="TextBox 2"/>
          <p:cNvSpPr txBox="1"/>
          <p:nvPr/>
        </p:nvSpPr>
        <p:spPr>
          <a:xfrm>
            <a:off x="2667000" y="2286000"/>
            <a:ext cx="6858000" cy="3657600"/>
          </a:xfrm>
          <a:prstGeom prst="rect">
            <a:avLst/>
          </a:prstGeom>
          <a:noFill/>
        </p:spPr>
        <p:txBody>
          <a:bodyPr wrap="square">
            <a:spAutoFit/>
          </a:bodyPr>
          <a:lstStyle/>
          <a:p>
            <a:pPr algn="ctr">
              <a:defRPr sz="2500" b="0"/>
            </a:pPr>
            <a:r>
              <a:t>2. A pilgrim on the earth am I; hide not your good commands from me. Consumed with longing is my soul, because your laws I yearn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3. The proud and cursed ones you rebuke, who from your precepts go astray. Remove contempt and scorn from me, for all your statutes I obey.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4. Though rulers sit and plot my harm, I meditate on your decree. Your statutes bring me great delight, for they are advisors unto 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1200" y="457200"/>
            <a:ext cx="8229600" cy="1828800"/>
          </a:xfrm>
          <a:prstGeom prst="rect">
            <a:avLst/>
          </a:prstGeom>
          <a:noFill/>
        </p:spPr>
        <p:txBody>
          <a:bodyPr wrap="square">
            <a:spAutoFit/>
          </a:bodyPr>
          <a:lstStyle/>
          <a:p>
            <a:pPr algn="ctr">
              <a:defRPr sz="3200" b="1"/>
            </a:pPr>
            <a:r>
              <a:t>#455 I Need Thee, Precious Jesus</a:t>
            </a:r>
          </a:p>
        </p:txBody>
      </p:sp>
      <p:sp>
        <p:nvSpPr>
          <p:cNvPr id="3" name="TextBox 2"/>
          <p:cNvSpPr txBox="1"/>
          <p:nvPr/>
        </p:nvSpPr>
        <p:spPr>
          <a:xfrm>
            <a:off x="2667000" y="2286000"/>
            <a:ext cx="6858000" cy="3657600"/>
          </a:xfrm>
          <a:prstGeom prst="rect">
            <a:avLst/>
          </a:prstGeom>
          <a:noFill/>
        </p:spPr>
        <p:txBody>
          <a:bodyPr wrap="square">
            <a:spAutoFit/>
          </a:bodyPr>
          <a:lstStyle/>
          <a:p>
            <a:pPr algn="ctr">
              <a:defRPr sz="2500" b="0"/>
            </a:pPr>
            <a:r>
              <a:t>1. I need thee, precious Jesus, for I am full of sin; my soul is dark and guilty, my heart is dead within. I need the cleansing fountain where I can always flee, the blood of Christ most precious, the sinner’s perfect plea.</a:t>
            </a:r>
          </a:p>
        </p:txBody>
      </p:sp>
      <p:sp>
        <p:nvSpPr>
          <p:cNvPr id="4" name="TextBox 3"/>
          <p:cNvSpPr txBox="1"/>
          <p:nvPr/>
        </p:nvSpPr>
        <p:spPr>
          <a:xfrm>
            <a:off x="457200" y="6217920"/>
            <a:ext cx="11277600" cy="457200"/>
          </a:xfrm>
          <a:prstGeom prst="rect">
            <a:avLst/>
          </a:prstGeom>
          <a:noFill/>
        </p:spPr>
        <p:txBody>
          <a:bodyPr wrap="square">
            <a:spAutoFit/>
          </a:bodyPr>
          <a:lstStyle/>
          <a:p>
            <a:pPr algn="ctr">
              <a:defRPr sz="1200" i="1">
                <a:solidFill>
                  <a:srgbClr val="787878"/>
                </a:solidFill>
              </a:defRPr>
            </a:pPr>
            <a:r>
              <a:t>Copyright Trinity Psalter Hymnal, 2018, used by permission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2. I need thee, precious Jesus, for I am very poor; a stranger and a pilgrim, I have no earthly store. I need the love of Jesus to cheer me on my way, to guide my doubting footsteps, to be my strength and stay.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3. I need thee, precious Jesus, and hope to see thee soon, encircled with the rainbow and seated on thy throne. There, with thy blood-bought children, my joy shall ever be, to sing my Jesus’ praises, to gaze, O Lord, on thee.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1200" y="457200"/>
            <a:ext cx="8229600" cy="1828800"/>
          </a:xfrm>
          <a:prstGeom prst="rect">
            <a:avLst/>
          </a:prstGeom>
          <a:noFill/>
        </p:spPr>
        <p:txBody>
          <a:bodyPr wrap="square">
            <a:spAutoFit/>
          </a:bodyPr>
          <a:lstStyle/>
          <a:p>
            <a:pPr algn="ctr">
              <a:defRPr sz="3200" b="1"/>
            </a:pPr>
            <a:r>
              <a:t>#172 Speak, O Lord</a:t>
            </a:r>
          </a:p>
        </p:txBody>
      </p:sp>
      <p:sp>
        <p:nvSpPr>
          <p:cNvPr id="3" name="TextBox 2"/>
          <p:cNvSpPr txBox="1"/>
          <p:nvPr/>
        </p:nvSpPr>
        <p:spPr>
          <a:xfrm>
            <a:off x="2667000" y="2286000"/>
            <a:ext cx="6858000" cy="3657600"/>
          </a:xfrm>
          <a:prstGeom prst="rect">
            <a:avLst/>
          </a:prstGeom>
          <a:noFill/>
        </p:spPr>
        <p:txBody>
          <a:bodyPr wrap="square">
            <a:spAutoFit/>
          </a:bodyPr>
          <a:lstStyle/>
          <a:p>
            <a:pPr algn="ctr">
              <a:defRPr sz="2500" b="0"/>
            </a:pPr>
            <a:r>
              <a:t>1. Speak, O Lord, as we come to you To receive the food of your Holy Word. Take your truth, plant it deep in us; Shape and fashion us in your likeness, That the light of Christ might be seen today In our acts of love and our deeds of faith, Speak, O Lord, and fulfill in us All your purposes for your glory.</a:t>
            </a:r>
          </a:p>
        </p:txBody>
      </p:sp>
      <p:sp>
        <p:nvSpPr>
          <p:cNvPr id="4" name="TextBox 3"/>
          <p:cNvSpPr txBox="1"/>
          <p:nvPr/>
        </p:nvSpPr>
        <p:spPr>
          <a:xfrm>
            <a:off x="457200" y="6217920"/>
            <a:ext cx="11277600" cy="457200"/>
          </a:xfrm>
          <a:prstGeom prst="rect">
            <a:avLst/>
          </a:prstGeom>
          <a:noFill/>
        </p:spPr>
        <p:txBody>
          <a:bodyPr wrap="square">
            <a:spAutoFit/>
          </a:bodyPr>
          <a:lstStyle/>
          <a:p>
            <a:pPr algn="ctr">
              <a:defRPr sz="1200" i="1">
                <a:solidFill>
                  <a:srgbClr val="787878"/>
                </a:solidFill>
              </a:defRPr>
            </a:pPr>
            <a:r>
              <a:t>Copyright 2006 Thankyou Music (PRS)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2. Teach us, Lord, full obedience Holy reverence, true humility Test our thoughts and our attitudes In the radiance of your purity. Cause our faith to rise, cause our eyes to see Your majestic love and authority. Words of pow’r that can never fail, Let their truth prevail over unbelief.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3. Speak, O Lord, and renew our minds; Help us grasp the heights of your plans for us; Truths unchanged from the dawn of time, That will echo down thro’ eternity. And by grace we’ll stand on your promises; And by faith we’ll walk as you walk with us. Speak, O Lord, ‘til your church is built, And the earth is filled with your glory.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1200" y="457200"/>
            <a:ext cx="8229600" cy="1828800"/>
          </a:xfrm>
          <a:prstGeom prst="rect">
            <a:avLst/>
          </a:prstGeom>
          <a:noFill/>
        </p:spPr>
        <p:txBody>
          <a:bodyPr wrap="square">
            <a:spAutoFit/>
          </a:bodyPr>
          <a:lstStyle/>
          <a:p>
            <a:pPr algn="ctr">
              <a:defRPr sz="3200" b="1"/>
            </a:pPr>
            <a:r>
              <a:t>#148B Hallelujah, Praise Jehovah</a:t>
            </a:r>
          </a:p>
        </p:txBody>
      </p:sp>
      <p:sp>
        <p:nvSpPr>
          <p:cNvPr id="3" name="TextBox 2"/>
          <p:cNvSpPr txBox="1"/>
          <p:nvPr/>
        </p:nvSpPr>
        <p:spPr>
          <a:xfrm>
            <a:off x="2667000" y="2286000"/>
            <a:ext cx="6858000" cy="3657600"/>
          </a:xfrm>
          <a:prstGeom prst="rect">
            <a:avLst/>
          </a:prstGeom>
          <a:noFill/>
        </p:spPr>
        <p:txBody>
          <a:bodyPr wrap="square">
            <a:spAutoFit/>
          </a:bodyPr>
          <a:lstStyle/>
          <a:p>
            <a:pPr algn="ctr">
              <a:defRPr sz="2500" b="0"/>
            </a:pPr>
            <a:r>
              <a:t>2. Let them praises give Jehovah, they were made at his command; them forever he established, his decree shall ever stand. From the earth O praise Jehovah, all you seas, you monsters all, fire and hail and snow and vapors, stormy winds that hear his call. Let them praises give Jehovah, for his name alone is high, and his glory is exalted, and his glory is exalted, and his glory is exalted far above the earth and sky.</a:t>
            </a:r>
          </a:p>
        </p:txBody>
      </p:sp>
      <p:sp>
        <p:nvSpPr>
          <p:cNvPr id="4" name="TextBox 3"/>
          <p:cNvSpPr txBox="1"/>
          <p:nvPr/>
        </p:nvSpPr>
        <p:spPr>
          <a:xfrm>
            <a:off x="457200" y="6217920"/>
            <a:ext cx="11277600" cy="457200"/>
          </a:xfrm>
          <a:prstGeom prst="rect">
            <a:avLst/>
          </a:prstGeom>
          <a:noFill/>
        </p:spPr>
        <p:txBody>
          <a:bodyPr wrap="square">
            <a:spAutoFit/>
          </a:bodyPr>
          <a:lstStyle/>
          <a:p>
            <a:pPr algn="ctr">
              <a:defRPr sz="1200" i="1">
                <a:solidFill>
                  <a:srgbClr val="787878"/>
                </a:solidFill>
              </a:defRPr>
            </a:pPr>
            <a:r>
              <a:t>Copyright Trinity Psalter Hymnal, 2018, used by permission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3. All you fruitful trees and cedars, all you hills and mountains high, creeping things and beasts and cattle, birds that in the heaven fly, kings of earth and all you people, princes great, earth’s judges all, praise his name, young men and maidens, aged men and children small. Let them praises give Jehovah, for his name alone is high, and his glory is exalted, and his glory is exalted, and his glory is exalted far above the earth and sky.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1200" y="457200"/>
            <a:ext cx="8229600" cy="1828800"/>
          </a:xfrm>
          <a:prstGeom prst="rect">
            <a:avLst/>
          </a:prstGeom>
          <a:noFill/>
        </p:spPr>
        <p:txBody>
          <a:bodyPr wrap="square">
            <a:spAutoFit/>
          </a:bodyPr>
          <a:lstStyle/>
          <a:p>
            <a:pPr algn="ctr">
              <a:defRPr sz="3200" b="1"/>
            </a:pPr>
            <a:r>
              <a:t>#999 A song</a:t>
            </a:r>
          </a:p>
        </p:txBody>
      </p:sp>
      <p:sp>
        <p:nvSpPr>
          <p:cNvPr id="3" name="TextBox 2"/>
          <p:cNvSpPr txBox="1"/>
          <p:nvPr/>
        </p:nvSpPr>
        <p:spPr>
          <a:xfrm>
            <a:off x="2667000" y="2286000"/>
            <a:ext cx="6858000" cy="3657600"/>
          </a:xfrm>
          <a:prstGeom prst="rect">
            <a:avLst/>
          </a:prstGeom>
          <a:noFill/>
        </p:spPr>
        <p:txBody>
          <a:bodyPr wrap="square">
            <a:spAutoFit/>
          </a:bodyPr>
          <a:lstStyle/>
          <a:p>
            <a:pPr algn="ctr">
              <a:defRPr sz="2500" b="0"/>
            </a:pPr>
            <a:r>
              <a:t>1. aljdf  al;kjdf  ;lakjdfj ureionbn a;nbpoe na;lkd pna nb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2. alkdjf  alkdj lkajlkd  an falkj  nadf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3. lakjdl f al;kjd  ajdl;k alk lanlk djf alkn djal;k flan ;ldkna fn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14887</TotalTime>
  <Application>LibreOffice/7.3.7.2$Linux_X86_64 LibreOffice_project/30$Build-2</Application>
  <AppVersion>15.0000</AppVersion>
  <Words>884</Words>
  <Paragraphs>87</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2022-04-30T03:36:22Z</dcterms:created>
  <dc:creator>Neil Tuininga</dc:creator>
  <dc:description/>
  <dc:language>en-CA</dc:language>
  <cp:lastModifiedBy/>
  <dcterms:modified xsi:type="dcterms:W3CDTF">2026-03-03T21:06:26Z</dcterms:modified>
  <cp:revision>274</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20</vt:i4>
  </property>
</Properties>
</file>