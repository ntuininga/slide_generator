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3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5B43-2024-446D-9243-F66FCCBB2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11459-735A-4C28-B4EA-272E999B2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79A61-CB13-4CD4-A452-8F571F16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928D4-6F0C-411B-80D5-1F73F5179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79317-FA8E-4E57-9333-9373CAAA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56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2589D-176F-4B92-BC8B-71DD52F6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309C5-EE91-47E1-9756-3D7D5BCA3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67140-B12D-4D3F-A539-F3899CE0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09369-7E37-4300-B442-FE5E96ED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D51D4-083E-48AE-BEE6-3E9A96D52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0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1E28-3AF6-4B01-ADAA-685641B6B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E2ACB-DE2E-4E39-BE02-9D0109AB9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B21D9-F131-462B-805E-C6FF61F4C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16227-B47D-404F-9812-D716A266E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975FB-F943-42FE-8D2B-CCD9B144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7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EC4A-1E18-400D-AD36-3494129C1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64891-72E0-4797-A671-A8D17E9FB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ECF33-1209-4D48-A983-3EFBCED33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96D04-1090-4819-8F3F-ECB024B2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51EA9-5B50-41D3-B79E-6208A923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886A3-7E0B-439F-A807-C344F6EB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8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58A1E-7127-4B2F-BAAA-37A8602A0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AF6DD-0915-4667-AE9F-15A30C78C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38759-314C-4CA0-A73A-977C6E381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B7746-DD6F-48DA-AE28-008951FC5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0F8BD-3BBF-4405-8987-4A044199D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1727F-AF85-4AE4-AE8B-F74689635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0003C-AA5B-4910-9D47-C71E16B3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ECD78-E77B-46AB-90C2-8BE31478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79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90238-9A3B-45C9-A14C-558510649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023A74-CAD7-4DB7-B5F1-FC63F953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B1E8E-1773-4345-9622-7946FF1C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EA860-FE52-4647-BE5F-CF16EDB4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96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45DB2-DE02-4FB7-9A37-1747ACA70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8AEAF-59A2-420E-8CDC-C365A2450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6EB97-C133-4A92-B631-4905B0E1A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5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916A-1802-4AB1-9B00-86F86A828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0CBD-CF5C-449C-A623-3E4C549C2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ADF9F-25A4-4D03-879F-11F41CE67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90273-678E-4C07-A6FD-10FDD7BED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4EE7F-5027-4412-A6B3-8D794153B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84F69-5065-428A-9F78-6FD414C7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6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97D3-8072-4848-8134-6EFE6EB4F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59D68-8105-4D27-A9E1-FBB9BC07A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F7403-5C6F-42CD-9378-869EAEF62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C0DD8-BB6B-4AEE-9E9A-1147FA9A9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B8D46-72C2-42D6-A292-01E5F2F98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CFB58-FF96-4BC6-BFFC-2445C829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27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D471-B243-4747-8ADE-7FE513D4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B9219-089B-45EA-89F2-01AB6F3F8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89A48-F061-4E92-A16C-F69C5496D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BE6D3-6AE2-41AD-8F50-C20A8796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2FF09-28C2-4891-B21A-2E4891EB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6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0C252-4BEB-4D12-B7C7-3E4C90DE9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CC2F3-F8CC-478A-8EBF-A2AA230C0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160B-F913-4508-B393-0C351CB94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94070-B457-418D-83AC-3A327A1B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AB6EB-2F6C-4663-A005-450615EF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8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363974-1795-412C-8893-1E4E043FA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65B59-8C77-4EEB-BF1C-48780CC81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2DEEF-3952-4542-852C-407C7EEB7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6B8EF-7200-4B46-97B9-001FF36CC06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7B2FF-0CBC-4960-ABCE-C2CA3A97C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70B9F-C9C7-44AE-817D-BCAABCC437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7C269-0516-4B4B-B55C-33066A976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68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139679"/>
            <a:ext cx="12192000" cy="31085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1. Not haughty is my heart,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not lofty is my pride;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I do not seek to know the things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God's wisdom has denied.</a:t>
            </a:r>
            <a:br>
              <a:rPr lang="en-US" sz="2800" dirty="0">
                <a:solidFill>
                  <a:srgbClr val="222222"/>
                </a:solidFill>
              </a:rPr>
            </a:br>
            <a:endParaRPr lang="en-US" sz="2800" dirty="0">
              <a:solidFill>
                <a:srgbClr val="222222"/>
              </a:solidFill>
            </a:endParaRPr>
          </a:p>
          <a:p>
            <a:pPr algn="ctr"/>
            <a:br>
              <a:rPr lang="en-US" sz="2800" dirty="0"/>
            </a:b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#131B Not Haughty Is My Heart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93012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With childlike trust, O Lord,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 you I calmly rest,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contented as a little child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upon its mother's breast.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8252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O people of the Lord,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 him alone confide;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from this time forth and evermore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his wisdom be your guide.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9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2020-12-19T23:56:50Z</dcterms:created>
  <dcterms:modified xsi:type="dcterms:W3CDTF">2020-12-19T23:57:07Z</dcterms:modified>
</cp:coreProperties>
</file>