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69579-E66C-46B0-B65C-FA20A90F3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1224AD-EE16-4A27-9F48-88A27B4C1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D20ED-FF83-449B-B370-15976F35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B636-09E4-495E-BE27-E48B516AD6E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AEFE5-149D-4625-9E6E-E6B135AB7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45359-93A6-418C-9796-3EA70133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6625-F300-43BD-9BDD-A0A4995F3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08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95F2A-11C3-41C4-AE8B-42996AFA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CCFC8-9366-42BD-A9F2-263433046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3097A-F781-418B-8F1E-8E0C4FF03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B636-09E4-495E-BE27-E48B516AD6E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C98A9-A2F8-4559-8E33-E62875ED7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89B47-309C-4048-A954-D641C32A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6625-F300-43BD-9BDD-A0A4995F3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E876-0AAF-491B-9ECD-E9941CCA5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A34BB-0B13-475B-98A9-697F48D69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9ED29-A2B4-4C97-991A-5304E24A2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B636-09E4-495E-BE27-E48B516AD6E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DA978-BFA6-4342-AB56-A059BCDA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DDCEB-176A-4B42-A8AB-0B9D76219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6625-F300-43BD-9BDD-A0A4995F3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85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0DD2-306D-4579-9953-1AABD0A15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B2C99-392C-4728-9BEB-F6F96C2E0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E1128-0336-4897-BC97-4B08DDFA8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41083-7B9E-413F-ACBD-A4BAD05A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B636-09E4-495E-BE27-E48B516AD6E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454C83-A401-4B28-B576-AE15FE44A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7605F-8F4B-4BE6-BE47-7687FD144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6625-F300-43BD-9BDD-A0A4995F3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01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1B9F7-CBBA-4811-9CFE-FD7E2001F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46DAB-D33D-4E3E-965A-D5076818B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13033-53DD-4143-A0BE-F3C0A33A5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42A996-4837-4DDE-B104-EAB7FEB4B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BB8184-DD32-4938-BD6B-1D17FE9F9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A23213-591B-4C7D-99E1-C6A76FF76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B636-09E4-495E-BE27-E48B516AD6E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E85BE6-E91C-455A-8E13-13C1E030D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FC9323-8085-4826-87E8-D7BF67ACB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6625-F300-43BD-9BDD-A0A4995F3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66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E3689-A1C6-4EDB-90C4-635FCC990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D94465-AB00-4819-91DC-3B4585789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B636-09E4-495E-BE27-E48B516AD6E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8FD92-74CD-40A9-8CF5-53293AEF1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C8FC73-278B-450B-98C4-E7837A87E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6625-F300-43BD-9BDD-A0A4995F3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2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B3A8EF-AC63-40B7-B9BF-ECBEFA8C9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B636-09E4-495E-BE27-E48B516AD6E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F27856-FB4B-491C-89C3-8F7499D92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E3560-1609-41D9-93B7-82832E113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6625-F300-43BD-9BDD-A0A4995F3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62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A06A3-4D3E-4968-B722-763DC2F4B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1D65F-C103-4A4F-9BBD-56D912025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411BE-E6E8-4A9E-B164-4D8866C72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966F4-A5F4-49A6-ADAF-AB303225B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B636-09E4-495E-BE27-E48B516AD6E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FB0C2-8CE7-4904-9911-60CAEBF8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A9966-77D6-4F83-8FE1-FA15CEE9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6625-F300-43BD-9BDD-A0A4995F3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22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84C51-3C66-4E79-A558-4B38FE33E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76EAA7-4757-437E-B784-E3C3FC06AF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F573DF-F275-44A0-AC34-60D1AFA88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919F8-5EFB-40C1-90C9-F68055C8A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B636-09E4-495E-BE27-E48B516AD6E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060A99-3F31-4574-877D-C9C72FFFC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F0EA9-E104-4C56-B5DE-920FF285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6625-F300-43BD-9BDD-A0A4995F3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76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6EC71-D220-4D23-A965-B8F340348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B0E2B-9579-47C7-A0C6-79D5E5D63B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8F778-A827-45C6-A25C-1C05F485D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B636-09E4-495E-BE27-E48B516AD6E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89440-981F-4AEC-811F-E64AF350B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7CDBF-7E11-44E9-A9FD-B0AEFFD8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6625-F300-43BD-9BDD-A0A4995F3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71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FACBF8-4B3B-4F92-AAAC-313C7E745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0CBD03-B77A-4F31-AB10-9ADBD2255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E6DE-F244-4E02-A150-48510B223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9B636-09E4-495E-BE27-E48B516AD6E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D5098-F3A5-4FA5-A5B9-98D18B160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B1BA2-3820-4783-AB79-4D466BE78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E6625-F300-43BD-9BDD-A0A4995F3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62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D06BC8-CE81-42B3-BFF3-A9CA8DF7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30038-7A1E-4C1E-B6BD-127270ECC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F189C-79FF-44CB-B695-FF8F22ACD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9B636-09E4-495E-BE27-E48B516AD6EA}" type="datetimeFigureOut">
              <a:rPr lang="en-US" smtClean="0"/>
              <a:t>5/22/2020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5CD94-2CE8-4AB1-ABE4-4F272DA0E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853FD-AA26-46DB-B6BD-0E2C92D32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E6625-F300-43BD-9BDD-A0A4995F3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208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#67A O God To Us Show Mercy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/>
              <a:t>O God, to us show mercy</a:t>
            </a:r>
            <a:br>
              <a:rPr lang="en-US" sz="2800" dirty="0"/>
            </a:br>
            <a:r>
              <a:rPr lang="en-US" sz="2800" dirty="0"/>
              <a:t>and bless us in your grace;</a:t>
            </a:r>
            <a:br>
              <a:rPr lang="en-US" sz="2800" dirty="0"/>
            </a:br>
            <a:r>
              <a:rPr lang="en-US" sz="2800" dirty="0"/>
              <a:t>cause now to shine upon us</a:t>
            </a:r>
            <a:br>
              <a:rPr lang="en-US" sz="2800" dirty="0"/>
            </a:br>
            <a:r>
              <a:rPr lang="en-US" sz="2800" dirty="0"/>
              <a:t>the brightness of your face;</a:t>
            </a:r>
            <a:br>
              <a:rPr lang="en-US" sz="2800" dirty="0"/>
            </a:br>
            <a:r>
              <a:rPr lang="en-US" sz="2800" dirty="0"/>
              <a:t>that so your way most holy</a:t>
            </a:r>
            <a:br>
              <a:rPr lang="en-US" sz="2800" dirty="0"/>
            </a:br>
            <a:r>
              <a:rPr lang="en-US" sz="2800" dirty="0"/>
              <a:t>on earth may soon be known,</a:t>
            </a:r>
            <a:br>
              <a:rPr lang="en-US" sz="2800" dirty="0"/>
            </a:br>
            <a:r>
              <a:rPr lang="en-US" sz="2800" dirty="0"/>
              <a:t>and unto </a:t>
            </a:r>
            <a:r>
              <a:rPr lang="en-US" sz="2800" dirty="0" err="1"/>
              <a:t>ev'ry</a:t>
            </a:r>
            <a:r>
              <a:rPr lang="en-US" sz="2800" dirty="0"/>
              <a:t> people</a:t>
            </a:r>
            <a:br>
              <a:rPr lang="en-US" sz="2800" dirty="0"/>
            </a:br>
            <a:r>
              <a:rPr lang="en-US" sz="2800" dirty="0"/>
              <a:t>your saving grace be shown.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62AC8D-17BC-440B-A2CC-C7796939B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O God, let all men praise you,</a:t>
            </a:r>
            <a:br>
              <a:rPr lang="en-US" sz="2800" dirty="0"/>
            </a:br>
            <a:r>
              <a:rPr lang="en-US" sz="2800" dirty="0"/>
              <a:t>let all the nations sing;</a:t>
            </a:r>
            <a:br>
              <a:rPr lang="en-US" sz="2800" dirty="0"/>
            </a:br>
            <a:r>
              <a:rPr lang="en-US" sz="2800" dirty="0"/>
              <a:t>in </a:t>
            </a:r>
            <a:r>
              <a:rPr lang="en-US" sz="2800" dirty="0" err="1"/>
              <a:t>ev'ry</a:t>
            </a:r>
            <a:r>
              <a:rPr lang="en-US" sz="2800" dirty="0"/>
              <a:t> land let praises</a:t>
            </a:r>
            <a:br>
              <a:rPr lang="en-US" sz="2800" dirty="0"/>
            </a:br>
            <a:r>
              <a:rPr lang="en-US" sz="2800" dirty="0"/>
              <a:t>and songs of gladness ring;</a:t>
            </a:r>
            <a:br>
              <a:rPr lang="en-US" sz="2800" dirty="0"/>
            </a:br>
            <a:r>
              <a:rPr lang="en-US" sz="2800" dirty="0"/>
              <a:t>for you shall judge the people</a:t>
            </a:r>
            <a:br>
              <a:rPr lang="en-US" sz="2800" dirty="0"/>
            </a:br>
            <a:r>
              <a:rPr lang="en-US" sz="2800" dirty="0"/>
              <a:t>in truth and righteousness,</a:t>
            </a:r>
            <a:br>
              <a:rPr lang="en-US" sz="2800" dirty="0"/>
            </a:br>
            <a:r>
              <a:rPr lang="en-US" sz="2800" dirty="0"/>
              <a:t>and through the earth the nations</a:t>
            </a:r>
            <a:br>
              <a:rPr lang="en-US" sz="2800" dirty="0"/>
            </a:br>
            <a:r>
              <a:rPr lang="en-US" sz="2800" dirty="0"/>
              <a:t>shall your just rule confess.</a:t>
            </a:r>
            <a:endParaRPr lang="en-CA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2F3D4C-EBD3-4803-A793-5354A53D3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O God, let people praise you,</a:t>
            </a:r>
            <a:br>
              <a:rPr lang="en-US" sz="2800" dirty="0"/>
            </a:br>
            <a:r>
              <a:rPr lang="en-US" sz="2800" dirty="0"/>
              <a:t>let all the nations sing,</a:t>
            </a:r>
            <a:br>
              <a:rPr lang="en-US" sz="2800" dirty="0"/>
            </a:br>
            <a:r>
              <a:rPr lang="en-US" sz="2800" dirty="0"/>
              <a:t>for earth in rich abundance</a:t>
            </a:r>
            <a:br>
              <a:rPr lang="en-US" sz="2800" dirty="0"/>
            </a:br>
            <a:r>
              <a:rPr lang="en-US" sz="2800" dirty="0"/>
              <a:t>to us her fruit shall bring.</a:t>
            </a:r>
            <a:br>
              <a:rPr lang="en-US" sz="2800" dirty="0"/>
            </a:br>
            <a:r>
              <a:rPr lang="en-US" sz="2800" dirty="0"/>
              <a:t>The Lord our God shall bless us,</a:t>
            </a:r>
            <a:br>
              <a:rPr lang="en-US" sz="2800" dirty="0"/>
            </a:br>
            <a:r>
              <a:rPr lang="en-US" sz="2800" dirty="0"/>
              <a:t>our God shall blessing send,</a:t>
            </a:r>
            <a:br>
              <a:rPr lang="en-US" sz="2800" dirty="0"/>
            </a:br>
            <a:r>
              <a:rPr lang="en-US" sz="2800" dirty="0"/>
              <a:t>and all the earth shall fear him</a:t>
            </a:r>
            <a:br>
              <a:rPr lang="en-US" sz="2800" dirty="0"/>
            </a:br>
            <a:r>
              <a:rPr lang="en-US" sz="2800" dirty="0"/>
              <a:t>to its remotest end. 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06EE8-CC4F-44C1-B0EA-EF521D9EA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#67A O God To Us Show Mercy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#67A O God To Us Show Mercy</dc:title>
  <dc:creator>Eric Hoogendoorn</dc:creator>
  <cp:lastModifiedBy>Eric Hoogendoorn</cp:lastModifiedBy>
  <cp:revision>1</cp:revision>
  <dcterms:created xsi:type="dcterms:W3CDTF">2020-05-22T13:58:08Z</dcterms:created>
  <dcterms:modified xsi:type="dcterms:W3CDTF">2020-05-22T13:58:49Z</dcterms:modified>
</cp:coreProperties>
</file>