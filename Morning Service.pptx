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69" r:id="rId20"/>
    <p:sldId id="270" r:id="rId21"/>
    <p:sldId id="271" r:id="rId22"/>
    <p:sldId id="272" r:id="rId23"/>
    <p:sldId id="273" r:id="rId24"/>
    <p:sldId id="266" r:id="rId17"/>
    <p:sldId id="267" r:id="rId18"/>
    <p:sldId id="268" r:id="rId19"/>
    <p:sldId id="262" r:id="rId13"/>
    <p:sldId id="263" r:id="rId14"/>
    <p:sldId id="264" r:id="rId15"/>
    <p:sldId id="265" r:id="rId16"/>
    <p:sldId id="258" r:id="rId9"/>
    <p:sldId id="259" r:id="rId10"/>
    <p:sldId id="260" r:id="rId11"/>
    <p:sldId id="261" r:id="rId12"/>
    <p:sldId id="257" r:id="rId6"/>
    <p:sldId id="274" r:id="rId25"/>
    <p:sldId id="275" r:id="rId26"/>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presProps" Target="presProps.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B2C54180-7187-4818-8BAD-BC8677272046}" type="slidenum">
              <a:t>&lt;#&gt;</a:t>
            </a:fld>
          </a:p>
        </p:txBody>
      </p:sp>
      <p:sp>
        <p:nvSpPr>
          <p:cNvPr id="4" name="PlaceHolder 3"/>
          <p:cNvSpPr>
            <a:spLocks noGrp="1"/>
          </p:cNvSpPr>
          <p:nvPr>
            <p:ph type="dt" idx="3"/>
          </p:nvPr>
        </p:nvSpPr>
        <p:spPr/>
        <p:txBody>
          <a:bodyPr/>
          <a:p>
            <a:r>
              <a:rPr lang="en-CA"/>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6" name="PlaceHolder 2"/>
          <p:cNvSpPr>
            <a:spLocks noGrp="1"/>
          </p:cNvSpPr>
          <p:nvPr>
            <p:ph type="subTitle"/>
          </p:nvPr>
        </p:nvSpPr>
        <p:spPr>
          <a:xfrm>
            <a:off x="609480" y="1604520"/>
            <a:ext cx="10972080" cy="397692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CB13202-852E-4E74-B23A-C065E6AD63E8}" type="slidenum">
              <a:t>&lt;#&gt;</a:t>
            </a:fld>
          </a:p>
        </p:txBody>
      </p:sp>
      <p:sp>
        <p:nvSpPr>
          <p:cNvPr id="6" name="PlaceHolder 5"/>
          <p:cNvSpPr>
            <a:spLocks noGrp="1"/>
          </p:cNvSpPr>
          <p:nvPr>
            <p:ph type="dt" idx="3"/>
          </p:nvPr>
        </p:nvSpPr>
        <p:spPr/>
        <p:txBody>
          <a:bodyPr/>
          <a:p>
            <a:r>
              <a:rPr lang="en-CA"/>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8"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2EC8688-5BB9-44DD-889A-83FB9E7F6176}" type="slidenum">
              <a:t>&lt;#&gt;</a:t>
            </a:fld>
          </a:p>
        </p:txBody>
      </p:sp>
      <p:sp>
        <p:nvSpPr>
          <p:cNvPr id="6" name="PlaceHolder 5"/>
          <p:cNvSpPr>
            <a:spLocks noGrp="1"/>
          </p:cNvSpPr>
          <p:nvPr>
            <p:ph type="dt" idx="3"/>
          </p:nvPr>
        </p:nvSpPr>
        <p:spPr/>
        <p:txBody>
          <a:bodyPr/>
          <a:p>
            <a:r>
              <a:rPr lang="en-CA"/>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11"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3970AC3-6617-496C-9F47-582756CEB79B}" type="slidenum">
              <a:t>&lt;#&gt;</a:t>
            </a:fld>
          </a:p>
        </p:txBody>
      </p:sp>
      <p:sp>
        <p:nvSpPr>
          <p:cNvPr id="7" name="PlaceHolder 6"/>
          <p:cNvSpPr>
            <a:spLocks noGrp="1"/>
          </p:cNvSpPr>
          <p:nvPr>
            <p:ph type="dt" idx="3"/>
          </p:nvPr>
        </p:nvSpPr>
        <p:spPr/>
        <p:txBody>
          <a:bodyPr/>
          <a:p>
            <a:r>
              <a:rPr lang="en-CA"/>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92078984-CD12-4830-B2C0-A089806246FC}" type="slidenum">
              <a:t>&lt;#&gt;</a:t>
            </a:fld>
          </a:p>
        </p:txBody>
      </p:sp>
      <p:sp>
        <p:nvSpPr>
          <p:cNvPr id="5" name="PlaceHolder 4"/>
          <p:cNvSpPr>
            <a:spLocks noGrp="1"/>
          </p:cNvSpPr>
          <p:nvPr>
            <p:ph type="dt" idx="3"/>
          </p:nvPr>
        </p:nvSpPr>
        <p:spPr/>
        <p:txBody>
          <a:bodyPr/>
          <a:p>
            <a:r>
              <a:rPr lang="en-CA"/>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23880" y="1122480"/>
            <a:ext cx="9135720" cy="1103004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D7C85AFC-7C3B-4C19-AAC4-A2DA335EDB06}" type="slidenum">
              <a:t>&lt;#&gt;</a:t>
            </a:fld>
          </a:p>
        </p:txBody>
      </p:sp>
      <p:sp>
        <p:nvSpPr>
          <p:cNvPr id="5" name="PlaceHolder 4"/>
          <p:cNvSpPr>
            <a:spLocks noGrp="1"/>
          </p:cNvSpPr>
          <p:nvPr>
            <p:ph type="dt" idx="3"/>
          </p:nvPr>
        </p:nvSpPr>
        <p:spPr/>
        <p:txBody>
          <a:bodyPr/>
          <a:p>
            <a:r>
              <a:rPr lang="en-CA"/>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6"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43E0ADDE-873D-42F1-B4AA-86CDB771C5AE}"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9"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3163A1FE-C470-464B-AC83-B57AF9844961}"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5" name="PlaceHolder 4"/>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F7FA6023-2FE5-4F48-AF0D-F961719560BD}"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7" name="PlaceHolder 2"/>
          <p:cNvSpPr>
            <a:spLocks noGrp="1"/>
          </p:cNvSpPr>
          <p:nvPr>
            <p:ph/>
          </p:nvPr>
        </p:nvSpPr>
        <p:spPr>
          <a:xfrm>
            <a:off x="609480" y="160452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8" name="PlaceHolder 3"/>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E295466-E42A-4E51-9DF2-39A1EDBBED06}" type="slidenum">
              <a:t>&lt;#&gt;</a:t>
            </a:fld>
          </a:p>
        </p:txBody>
      </p:sp>
      <p:sp>
        <p:nvSpPr>
          <p:cNvPr id="7" name="PlaceHolder 6"/>
          <p:cNvSpPr>
            <a:spLocks noGrp="1"/>
          </p:cNvSpPr>
          <p:nvPr>
            <p:ph type="dt" idx="3"/>
          </p:nvPr>
        </p:nvSpPr>
        <p:spPr/>
        <p:txBody>
          <a:bodyPr/>
          <a:p>
            <a:r>
              <a:rPr lang="en-CA"/>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E7F7971C-0CCB-4D28-9A15-4D68640B0CEB}" type="slidenum">
              <a:t>&lt;#&gt;</a:t>
            </a:fld>
          </a:p>
        </p:txBody>
      </p:sp>
      <p:sp>
        <p:nvSpPr>
          <p:cNvPr id="9" name="PlaceHolder 8"/>
          <p:cNvSpPr>
            <a:spLocks noGrp="1"/>
          </p:cNvSpPr>
          <p:nvPr>
            <p:ph type="dt" idx="3"/>
          </p:nvPr>
        </p:nvSpPr>
        <p:spPr/>
        <p:txBody>
          <a:bodyPr/>
          <a:p>
            <a:r>
              <a:rPr lang="en-CA"/>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5" name="PlaceHolder 2"/>
          <p:cNvSpPr>
            <a:spLocks noGrp="1"/>
          </p:cNvSpPr>
          <p:nvPr>
            <p:ph/>
          </p:nvPr>
        </p:nvSpPr>
        <p:spPr>
          <a:xfrm>
            <a:off x="6094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6" name="PlaceHolder 3"/>
          <p:cNvSpPr>
            <a:spLocks noGrp="1"/>
          </p:cNvSpPr>
          <p:nvPr>
            <p:ph/>
          </p:nvPr>
        </p:nvSpPr>
        <p:spPr>
          <a:xfrm>
            <a:off x="43192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7" name="PlaceHolder 4"/>
          <p:cNvSpPr>
            <a:spLocks noGrp="1"/>
          </p:cNvSpPr>
          <p:nvPr>
            <p:ph/>
          </p:nvPr>
        </p:nvSpPr>
        <p:spPr>
          <a:xfrm>
            <a:off x="802872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8" name="PlaceHolder 5"/>
          <p:cNvSpPr>
            <a:spLocks noGrp="1"/>
          </p:cNvSpPr>
          <p:nvPr>
            <p:ph/>
          </p:nvPr>
        </p:nvSpPr>
        <p:spPr>
          <a:xfrm>
            <a:off x="6094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9" name="PlaceHolder 6"/>
          <p:cNvSpPr>
            <a:spLocks noGrp="1"/>
          </p:cNvSpPr>
          <p:nvPr>
            <p:ph/>
          </p:nvPr>
        </p:nvSpPr>
        <p:spPr>
          <a:xfrm>
            <a:off x="43192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40" name="PlaceHolder 7"/>
          <p:cNvSpPr>
            <a:spLocks noGrp="1"/>
          </p:cNvSpPr>
          <p:nvPr>
            <p:ph/>
          </p:nvPr>
        </p:nvSpPr>
        <p:spPr>
          <a:xfrm>
            <a:off x="802872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B36EA2F3-C44B-4A36-B83C-8604C094273B}" type="slidenum">
              <a:t>&lt;#&gt;</a:t>
            </a:fld>
          </a:p>
        </p:txBody>
      </p:sp>
      <p:sp>
        <p:nvSpPr>
          <p:cNvPr id="11" name="PlaceHolder 10"/>
          <p:cNvSpPr>
            <a:spLocks noGrp="1"/>
          </p:cNvSpPr>
          <p:nvPr>
            <p:ph type="dt" idx="3"/>
          </p:nvPr>
        </p:nvSpPr>
        <p:spPr/>
        <p:txBody>
          <a:bodyPr/>
          <a:p>
            <a:r>
              <a:rPr lang="en-CA"/>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948CD280-477B-4F8A-9952-E651AC0AB8BE}" type="slidenum">
              <a:t>&lt;#&gt;</a:t>
            </a:fld>
          </a:p>
        </p:txBody>
      </p:sp>
      <p:sp>
        <p:nvSpPr>
          <p:cNvPr id="4" name="PlaceHolder 3"/>
          <p:cNvSpPr>
            <a:spLocks noGrp="1"/>
          </p:cNvSpPr>
          <p:nvPr>
            <p:ph type="dt" idx="6"/>
          </p:nvPr>
        </p:nvSpPr>
        <p:spPr/>
        <p:txBody>
          <a:bodyPr/>
          <a:p>
            <a:r>
              <a:rPr lang="en-CA"/>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47" name="PlaceHolder 2"/>
          <p:cNvSpPr>
            <a:spLocks noGrp="1"/>
          </p:cNvSpPr>
          <p:nvPr>
            <p:ph type="subTitle"/>
          </p:nvPr>
        </p:nvSpPr>
        <p:spPr>
          <a:xfrm>
            <a:off x="609480" y="1604520"/>
            <a:ext cx="10972080" cy="397692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9F4A6FAF-8DA6-478C-9E88-C6C9F47932DE}" type="slidenum">
              <a:t>&lt;#&gt;</a:t>
            </a:fld>
          </a:p>
        </p:txBody>
      </p:sp>
      <p:sp>
        <p:nvSpPr>
          <p:cNvPr id="6" name="PlaceHolder 5"/>
          <p:cNvSpPr>
            <a:spLocks noGrp="1"/>
          </p:cNvSpPr>
          <p:nvPr>
            <p:ph type="dt" idx="6"/>
          </p:nvPr>
        </p:nvSpPr>
        <p:spPr/>
        <p:txBody>
          <a:bodyPr/>
          <a:p>
            <a:r>
              <a:rPr lang="en-CA"/>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49"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CCA19370-2048-45EF-B7D0-7472422DC161}" type="slidenum">
              <a:t>&lt;#&gt;</a:t>
            </a:fld>
          </a:p>
        </p:txBody>
      </p:sp>
      <p:sp>
        <p:nvSpPr>
          <p:cNvPr id="6" name="PlaceHolder 5"/>
          <p:cNvSpPr>
            <a:spLocks noGrp="1"/>
          </p:cNvSpPr>
          <p:nvPr>
            <p:ph type="dt" idx="6"/>
          </p:nvPr>
        </p:nvSpPr>
        <p:spPr/>
        <p:txBody>
          <a:bodyPr/>
          <a:p>
            <a:r>
              <a:rPr lang="en-CA"/>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51"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52"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B2E70C9A-B1F9-4BAD-85AD-AF82EEC642B0}" type="slidenum">
              <a:t>&lt;#&gt;</a:t>
            </a:fld>
          </a:p>
        </p:txBody>
      </p:sp>
      <p:sp>
        <p:nvSpPr>
          <p:cNvPr id="7" name="PlaceHolder 6"/>
          <p:cNvSpPr>
            <a:spLocks noGrp="1"/>
          </p:cNvSpPr>
          <p:nvPr>
            <p:ph type="dt" idx="6"/>
          </p:nvPr>
        </p:nvSpPr>
        <p:spPr/>
        <p:txBody>
          <a:bodyPr/>
          <a:p>
            <a:r>
              <a:rPr lang="en-CA"/>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F6A715C2-C71B-4764-805A-835F7F0FF719}" type="slidenum">
              <a:t>&lt;#&gt;</a:t>
            </a:fld>
          </a:p>
        </p:txBody>
      </p:sp>
      <p:sp>
        <p:nvSpPr>
          <p:cNvPr id="5" name="PlaceHolder 4"/>
          <p:cNvSpPr>
            <a:spLocks noGrp="1"/>
          </p:cNvSpPr>
          <p:nvPr>
            <p:ph type="dt" idx="6"/>
          </p:nvPr>
        </p:nvSpPr>
        <p:spPr/>
        <p:txBody>
          <a:bodyPr/>
          <a:p>
            <a:r>
              <a:rPr lang="en-CA"/>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1523880" y="1122480"/>
            <a:ext cx="9135720" cy="1103004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1A9C171F-2DEF-43A7-B23A-7EF33847F3BE}" type="slidenum">
              <a:t>&lt;#&gt;</a:t>
            </a:fld>
          </a:p>
        </p:txBody>
      </p:sp>
      <p:sp>
        <p:nvSpPr>
          <p:cNvPr id="5" name="PlaceHolder 4"/>
          <p:cNvSpPr>
            <a:spLocks noGrp="1"/>
          </p:cNvSpPr>
          <p:nvPr>
            <p:ph type="dt" idx="6"/>
          </p:nvPr>
        </p:nvSpPr>
        <p:spPr/>
        <p:txBody>
          <a:bodyPr/>
          <a:p>
            <a:r>
              <a:rPr lang="en-CA"/>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57"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AEB73A2B-0857-4883-AB0B-A95FBCDFA6AE}" type="slidenum">
              <a:t>&lt;#&gt;</a:t>
            </a:fld>
          </a:p>
        </p:txBody>
      </p:sp>
      <p:sp>
        <p:nvSpPr>
          <p:cNvPr id="8" name="PlaceHolder 7"/>
          <p:cNvSpPr>
            <a:spLocks noGrp="1"/>
          </p:cNvSpPr>
          <p:nvPr>
            <p:ph type="dt" idx="6"/>
          </p:nvPr>
        </p:nvSpPr>
        <p:spPr/>
        <p:txBody>
          <a:bodyPr/>
          <a:p>
            <a:r>
              <a:rPr lang="en-CA"/>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60"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8A7E03C2-9BC3-4FAC-BAD4-E9F0388ACADF}" type="slidenum">
              <a:t>&lt;#&gt;</a:t>
            </a:fld>
          </a:p>
        </p:txBody>
      </p:sp>
      <p:sp>
        <p:nvSpPr>
          <p:cNvPr id="8" name="PlaceHolder 7"/>
          <p:cNvSpPr>
            <a:spLocks noGrp="1"/>
          </p:cNvSpPr>
          <p:nvPr>
            <p:ph type="dt" idx="6"/>
          </p:nvPr>
        </p:nvSpPr>
        <p:spPr/>
        <p:txBody>
          <a:bodyPr/>
          <a:p>
            <a:r>
              <a:rPr lang="en-CA"/>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6" name="PlaceHolder 4"/>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D5C7740-5650-4EE8-B24D-87F6A99D2952}" type="slidenum">
              <a:t>&lt;#&gt;</a:t>
            </a:fld>
          </a:p>
        </p:txBody>
      </p:sp>
      <p:sp>
        <p:nvSpPr>
          <p:cNvPr id="8" name="PlaceHolder 7"/>
          <p:cNvSpPr>
            <a:spLocks noGrp="1"/>
          </p:cNvSpPr>
          <p:nvPr>
            <p:ph type="dt" idx="6"/>
          </p:nvPr>
        </p:nvSpPr>
        <p:spPr/>
        <p:txBody>
          <a:bodyPr/>
          <a:p>
            <a:r>
              <a:rPr lang="en-CA"/>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68" name="PlaceHolder 2"/>
          <p:cNvSpPr>
            <a:spLocks noGrp="1"/>
          </p:cNvSpPr>
          <p:nvPr>
            <p:ph/>
          </p:nvPr>
        </p:nvSpPr>
        <p:spPr>
          <a:xfrm>
            <a:off x="609480" y="160452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9" name="PlaceHolder 3"/>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0288638E-ACEF-491F-88A9-BC2D44DDE9EE}" type="slidenum">
              <a:t>&lt;#&gt;</a:t>
            </a:fld>
          </a:p>
        </p:txBody>
      </p:sp>
      <p:sp>
        <p:nvSpPr>
          <p:cNvPr id="7" name="PlaceHolder 6"/>
          <p:cNvSpPr>
            <a:spLocks noGrp="1"/>
          </p:cNvSpPr>
          <p:nvPr>
            <p:ph type="dt" idx="6"/>
          </p:nvPr>
        </p:nvSpPr>
        <p:spPr/>
        <p:txBody>
          <a:bodyPr/>
          <a:p>
            <a:r>
              <a:rPr lang="en-CA"/>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0539FC8D-EFEE-4564-BA99-760F1CB2757F}" type="slidenum">
              <a:t>&lt;#&gt;</a:t>
            </a:fld>
          </a:p>
        </p:txBody>
      </p:sp>
      <p:sp>
        <p:nvSpPr>
          <p:cNvPr id="9" name="PlaceHolder 8"/>
          <p:cNvSpPr>
            <a:spLocks noGrp="1"/>
          </p:cNvSpPr>
          <p:nvPr>
            <p:ph type="dt" idx="6"/>
          </p:nvPr>
        </p:nvSpPr>
        <p:spPr/>
        <p:txBody>
          <a:bodyPr/>
          <a:p>
            <a:r>
              <a:rPr lang="en-CA"/>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76" name="PlaceHolder 2"/>
          <p:cNvSpPr>
            <a:spLocks noGrp="1"/>
          </p:cNvSpPr>
          <p:nvPr>
            <p:ph/>
          </p:nvPr>
        </p:nvSpPr>
        <p:spPr>
          <a:xfrm>
            <a:off x="6094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7" name="PlaceHolder 3"/>
          <p:cNvSpPr>
            <a:spLocks noGrp="1"/>
          </p:cNvSpPr>
          <p:nvPr>
            <p:ph/>
          </p:nvPr>
        </p:nvSpPr>
        <p:spPr>
          <a:xfrm>
            <a:off x="43192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8" name="PlaceHolder 4"/>
          <p:cNvSpPr>
            <a:spLocks noGrp="1"/>
          </p:cNvSpPr>
          <p:nvPr>
            <p:ph/>
          </p:nvPr>
        </p:nvSpPr>
        <p:spPr>
          <a:xfrm>
            <a:off x="802872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9" name="PlaceHolder 5"/>
          <p:cNvSpPr>
            <a:spLocks noGrp="1"/>
          </p:cNvSpPr>
          <p:nvPr>
            <p:ph/>
          </p:nvPr>
        </p:nvSpPr>
        <p:spPr>
          <a:xfrm>
            <a:off x="6094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80" name="PlaceHolder 6"/>
          <p:cNvSpPr>
            <a:spLocks noGrp="1"/>
          </p:cNvSpPr>
          <p:nvPr>
            <p:ph/>
          </p:nvPr>
        </p:nvSpPr>
        <p:spPr>
          <a:xfrm>
            <a:off x="43192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81" name="PlaceHolder 7"/>
          <p:cNvSpPr>
            <a:spLocks noGrp="1"/>
          </p:cNvSpPr>
          <p:nvPr>
            <p:ph/>
          </p:nvPr>
        </p:nvSpPr>
        <p:spPr>
          <a:xfrm>
            <a:off x="802872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7CF20170-5DC1-44AE-B9B3-2464D71F5D59}" type="slidenum">
              <a:t>&lt;#&gt;</a:t>
            </a:fld>
          </a:p>
        </p:txBody>
      </p:sp>
      <p:sp>
        <p:nvSpPr>
          <p:cNvPr id="11" name="PlaceHolder 10"/>
          <p:cNvSpPr>
            <a:spLocks noGrp="1"/>
          </p:cNvSpPr>
          <p:nvPr>
            <p:ph type="dt" idx="6"/>
          </p:nvPr>
        </p:nvSpPr>
        <p:spPr/>
        <p:txBody>
          <a:bodyPr/>
          <a:p>
            <a:r>
              <a:rPr lang="en-CA"/>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AEAE47F1-2343-4F22-9E4D-9BD18CF93E69}" type="slidenum">
              <a:t>&lt;#&gt;</a:t>
            </a:fld>
          </a:p>
        </p:txBody>
      </p:sp>
      <p:sp>
        <p:nvSpPr>
          <p:cNvPr id="4" name="PlaceHolder 3"/>
          <p:cNvSpPr>
            <a:spLocks noGrp="1"/>
          </p:cNvSpPr>
          <p:nvPr>
            <p:ph type="dt" idx="9"/>
          </p:nvPr>
        </p:nvSpPr>
        <p:spPr/>
        <p:txBody>
          <a:bodyPr/>
          <a:p>
            <a:r>
              <a:rPr lang="en-CA"/>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88" name="PlaceHolder 2"/>
          <p:cNvSpPr>
            <a:spLocks noGrp="1"/>
          </p:cNvSpPr>
          <p:nvPr>
            <p:ph type="subTitle"/>
          </p:nvPr>
        </p:nvSpPr>
        <p:spPr>
          <a:xfrm>
            <a:off x="609480" y="1604520"/>
            <a:ext cx="10972080" cy="397692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53F9B9A7-1404-4ED3-805F-66AF99345D42}" type="slidenum">
              <a:t>&lt;#&gt;</a:t>
            </a:fld>
          </a:p>
        </p:txBody>
      </p:sp>
      <p:sp>
        <p:nvSpPr>
          <p:cNvPr id="6" name="PlaceHolder 5"/>
          <p:cNvSpPr>
            <a:spLocks noGrp="1"/>
          </p:cNvSpPr>
          <p:nvPr>
            <p:ph type="dt" idx="9"/>
          </p:nvPr>
        </p:nvSpPr>
        <p:spPr/>
        <p:txBody>
          <a:bodyPr/>
          <a:p>
            <a:r>
              <a:rPr lang="en-CA"/>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90"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9646499C-6278-4F97-8A90-E11F3C5E39C5}" type="slidenum">
              <a:t>&lt;#&gt;</a:t>
            </a:fld>
          </a:p>
        </p:txBody>
      </p:sp>
      <p:sp>
        <p:nvSpPr>
          <p:cNvPr id="6" name="PlaceHolder 5"/>
          <p:cNvSpPr>
            <a:spLocks noGrp="1"/>
          </p:cNvSpPr>
          <p:nvPr>
            <p:ph type="dt" idx="9"/>
          </p:nvPr>
        </p:nvSpPr>
        <p:spPr/>
        <p:txBody>
          <a:bodyPr/>
          <a:p>
            <a:r>
              <a:rPr lang="en-CA"/>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92"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93"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F76D145D-C48C-442A-BF64-0B769FD56373}" type="slidenum">
              <a:t>&lt;#&gt;</a:t>
            </a:fld>
          </a:p>
        </p:txBody>
      </p:sp>
      <p:sp>
        <p:nvSpPr>
          <p:cNvPr id="7" name="PlaceHolder 6"/>
          <p:cNvSpPr>
            <a:spLocks noGrp="1"/>
          </p:cNvSpPr>
          <p:nvPr>
            <p:ph type="dt" idx="9"/>
          </p:nvPr>
        </p:nvSpPr>
        <p:spPr/>
        <p:txBody>
          <a:bodyPr/>
          <a:p>
            <a:r>
              <a:rPr lang="en-CA"/>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D484A776-301A-47CA-8B10-DD88A3D0243E}" type="slidenum">
              <a:t>&lt;#&gt;</a:t>
            </a:fld>
          </a:p>
        </p:txBody>
      </p:sp>
      <p:sp>
        <p:nvSpPr>
          <p:cNvPr id="5" name="PlaceHolder 4"/>
          <p:cNvSpPr>
            <a:spLocks noGrp="1"/>
          </p:cNvSpPr>
          <p:nvPr>
            <p:ph type="dt" idx="9"/>
          </p:nvPr>
        </p:nvSpPr>
        <p:spPr/>
        <p:txBody>
          <a:bodyPr/>
          <a:p>
            <a:r>
              <a:rPr lang="en-CA"/>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1523880" y="1122480"/>
            <a:ext cx="9135720" cy="1103004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C02C18A3-4D47-4164-AA03-0EC0FE084915}" type="slidenum">
              <a:t>&lt;#&gt;</a:t>
            </a:fld>
          </a:p>
        </p:txBody>
      </p:sp>
      <p:sp>
        <p:nvSpPr>
          <p:cNvPr id="5" name="PlaceHolder 4"/>
          <p:cNvSpPr>
            <a:spLocks noGrp="1"/>
          </p:cNvSpPr>
          <p:nvPr>
            <p:ph type="dt" idx="9"/>
          </p:nvPr>
        </p:nvSpPr>
        <p:spPr/>
        <p:txBody>
          <a:bodyPr/>
          <a:p>
            <a:r>
              <a:rPr lang="en-CA"/>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9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98"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9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013D8CFE-A087-4A6B-B658-761A86871F4E}" type="slidenum">
              <a:t>&lt;#&gt;</a:t>
            </a:fld>
          </a:p>
        </p:txBody>
      </p:sp>
      <p:sp>
        <p:nvSpPr>
          <p:cNvPr id="8" name="PlaceHolder 7"/>
          <p:cNvSpPr>
            <a:spLocks noGrp="1"/>
          </p:cNvSpPr>
          <p:nvPr>
            <p:ph type="dt" idx="9"/>
          </p:nvPr>
        </p:nvSpPr>
        <p:spPr/>
        <p:txBody>
          <a:bodyPr/>
          <a:p>
            <a:r>
              <a:rPr lang="en-CA"/>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1"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10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0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9A1259B9-A64C-4A8B-83E3-D670CC8B14E8}" type="slidenum">
              <a:t>&lt;#&gt;</a:t>
            </a:fld>
          </a:p>
        </p:txBody>
      </p:sp>
      <p:sp>
        <p:nvSpPr>
          <p:cNvPr id="8" name="PlaceHolder 7"/>
          <p:cNvSpPr>
            <a:spLocks noGrp="1"/>
          </p:cNvSpPr>
          <p:nvPr>
            <p:ph type="dt" idx="9"/>
          </p:nvPr>
        </p:nvSpPr>
        <p:spPr/>
        <p:txBody>
          <a:bodyPr/>
          <a:p>
            <a:r>
              <a:rPr lang="en-CA"/>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0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07" name="PlaceHolder 4"/>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FFCD3CEC-2B60-4E22-83F9-275311139FF0}" type="slidenum">
              <a:t>&lt;#&gt;</a:t>
            </a:fld>
          </a:p>
        </p:txBody>
      </p:sp>
      <p:sp>
        <p:nvSpPr>
          <p:cNvPr id="8" name="PlaceHolder 7"/>
          <p:cNvSpPr>
            <a:spLocks noGrp="1"/>
          </p:cNvSpPr>
          <p:nvPr>
            <p:ph type="dt" idx="9"/>
          </p:nvPr>
        </p:nvSpPr>
        <p:spPr/>
        <p:txBody>
          <a:bodyPr/>
          <a:p>
            <a:r>
              <a:rPr lang="en-CA"/>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9" name="PlaceHolder 2"/>
          <p:cNvSpPr>
            <a:spLocks noGrp="1"/>
          </p:cNvSpPr>
          <p:nvPr>
            <p:ph/>
          </p:nvPr>
        </p:nvSpPr>
        <p:spPr>
          <a:xfrm>
            <a:off x="609480" y="160452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0" name="PlaceHolder 3"/>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BC23F7F3-AA35-476C-80CD-770B8A2334E6}" type="slidenum">
              <a:t>&lt;#&gt;</a:t>
            </a:fld>
          </a:p>
        </p:txBody>
      </p:sp>
      <p:sp>
        <p:nvSpPr>
          <p:cNvPr id="7" name="PlaceHolder 6"/>
          <p:cNvSpPr>
            <a:spLocks noGrp="1"/>
          </p:cNvSpPr>
          <p:nvPr>
            <p:ph type="dt" idx="9"/>
          </p:nvPr>
        </p:nvSpPr>
        <p:spPr/>
        <p:txBody>
          <a:bodyPr/>
          <a:p>
            <a:r>
              <a:rPr lang="en-CA"/>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9BCF9C0C-DF50-4435-B7BC-9983B5CE0001}" type="slidenum">
              <a:t>&lt;#&gt;</a:t>
            </a:fld>
          </a:p>
        </p:txBody>
      </p:sp>
      <p:sp>
        <p:nvSpPr>
          <p:cNvPr id="9" name="PlaceHolder 8"/>
          <p:cNvSpPr>
            <a:spLocks noGrp="1"/>
          </p:cNvSpPr>
          <p:nvPr>
            <p:ph type="dt" idx="9"/>
          </p:nvPr>
        </p:nvSpPr>
        <p:spPr/>
        <p:txBody>
          <a:bodyPr/>
          <a:p>
            <a:r>
              <a:rPr lang="en-CA"/>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17" name="PlaceHolder 2"/>
          <p:cNvSpPr>
            <a:spLocks noGrp="1"/>
          </p:cNvSpPr>
          <p:nvPr>
            <p:ph/>
          </p:nvPr>
        </p:nvSpPr>
        <p:spPr>
          <a:xfrm>
            <a:off x="6094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8" name="PlaceHolder 3"/>
          <p:cNvSpPr>
            <a:spLocks noGrp="1"/>
          </p:cNvSpPr>
          <p:nvPr>
            <p:ph/>
          </p:nvPr>
        </p:nvSpPr>
        <p:spPr>
          <a:xfrm>
            <a:off x="43192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9" name="PlaceHolder 4"/>
          <p:cNvSpPr>
            <a:spLocks noGrp="1"/>
          </p:cNvSpPr>
          <p:nvPr>
            <p:ph/>
          </p:nvPr>
        </p:nvSpPr>
        <p:spPr>
          <a:xfrm>
            <a:off x="802872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20" name="PlaceHolder 5"/>
          <p:cNvSpPr>
            <a:spLocks noGrp="1"/>
          </p:cNvSpPr>
          <p:nvPr>
            <p:ph/>
          </p:nvPr>
        </p:nvSpPr>
        <p:spPr>
          <a:xfrm>
            <a:off x="6094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21" name="PlaceHolder 6"/>
          <p:cNvSpPr>
            <a:spLocks noGrp="1"/>
          </p:cNvSpPr>
          <p:nvPr>
            <p:ph/>
          </p:nvPr>
        </p:nvSpPr>
        <p:spPr>
          <a:xfrm>
            <a:off x="43192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22" name="PlaceHolder 7"/>
          <p:cNvSpPr>
            <a:spLocks noGrp="1"/>
          </p:cNvSpPr>
          <p:nvPr>
            <p:ph/>
          </p:nvPr>
        </p:nvSpPr>
        <p:spPr>
          <a:xfrm>
            <a:off x="802872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1A1759EB-B54A-4521-9621-C5D988C79B11}" type="slidenum">
              <a:t>&lt;#&gt;</a:t>
            </a:fld>
          </a:p>
        </p:txBody>
      </p:sp>
      <p:sp>
        <p:nvSpPr>
          <p:cNvPr id="11" name="PlaceHolder 10"/>
          <p:cNvSpPr>
            <a:spLocks noGrp="1"/>
          </p:cNvSpPr>
          <p:nvPr>
            <p:ph type="dt" idx="9"/>
          </p:nvPr>
        </p:nvSpPr>
        <p:spPr/>
        <p:txBody>
          <a:bodyPr/>
          <a:p>
            <a:r>
              <a:rPr lang="en-CA"/>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4038480" y="6356520"/>
            <a:ext cx="4105440" cy="355680"/>
          </a:xfrm>
          <a:prstGeom prst="rect">
            <a:avLst/>
          </a:prstGeom>
          <a:noFill/>
          <a:ln w="0">
            <a:noFill/>
          </a:ln>
        </p:spPr>
        <p:txBody>
          <a:bodyPr lIns="90000" rIns="90000" tIns="45000" bIns="45000" anchor="ctr">
            <a:noAutofit/>
          </a:bodyPr>
          <a:lstStyle>
            <a:lvl1pPr algn="ctr">
              <a:lnSpc>
                <a:spcPct val="100000"/>
              </a:lnSpc>
              <a:buNone/>
              <a:tabLst>
                <a:tab algn="l" pos="0"/>
              </a:tabLst>
              <a:defRPr b="0" lang="en-CA" sz="1400" spc="-1" strike="noStrike">
                <a:solidFill>
                  <a:srgbClr val="000000"/>
                </a:solidFill>
                <a:latin typeface="Times New Roman"/>
              </a:defRPr>
            </a:lvl1pPr>
          </a:lstStyle>
          <a:p>
            <a:pPr algn="ctr">
              <a:lnSpc>
                <a:spcPct val="100000"/>
              </a:lnSpc>
              <a:buNone/>
              <a:tabLst>
                <a:tab algn="l" pos="0"/>
              </a:tabLst>
            </a:pPr>
            <a:r>
              <a:rPr b="0" lang="en-CA" sz="1400" spc="-1" strike="noStrike">
                <a:solidFill>
                  <a:srgbClr val="000000"/>
                </a:solidFill>
                <a:latin typeface="Times New Roman"/>
              </a:rPr>
              <a:t>&lt;footer&gt;</a:t>
            </a:r>
            <a:endParaRPr b="0" lang="en-CA" sz="1400" spc="-1" strike="noStrike">
              <a:latin typeface="Times New Roman"/>
            </a:endParaRPr>
          </a:p>
        </p:txBody>
      </p:sp>
      <p:sp>
        <p:nvSpPr>
          <p:cNvPr id="1" name="PlaceHolder 2"/>
          <p:cNvSpPr>
            <a:spLocks noGrp="1"/>
          </p:cNvSpPr>
          <p:nvPr>
            <p:ph type="sldNum" idx="2"/>
          </p:nvPr>
        </p:nvSpPr>
        <p:spPr>
          <a:xfrm>
            <a:off x="8610480" y="6356520"/>
            <a:ext cx="2733840" cy="355680"/>
          </a:xfrm>
          <a:prstGeom prst="rect">
            <a:avLst/>
          </a:prstGeom>
          <a:noFill/>
          <a:ln w="0">
            <a:noFill/>
          </a:ln>
        </p:spPr>
        <p:txBody>
          <a:bodyPr lIns="90000" rIns="90000" tIns="45000" bIns="45000" anchor="ctr">
            <a:noAutofit/>
          </a:bodyPr>
          <a:lstStyle>
            <a:lvl1pPr algn="r">
              <a:lnSpc>
                <a:spcPct val="100000"/>
              </a:lnSpc>
              <a:buNone/>
              <a:tabLst>
                <a:tab algn="l" pos="0"/>
              </a:tabLst>
              <a:defRPr b="0" lang="en-US" sz="1200" spc="-1" strike="noStrike">
                <a:solidFill>
                  <a:srgbClr val="8b8b8b"/>
                </a:solidFill>
                <a:latin typeface="Calibri"/>
              </a:defRPr>
            </a:lvl1pPr>
          </a:lstStyle>
          <a:p>
            <a:pPr algn="r">
              <a:lnSpc>
                <a:spcPct val="100000"/>
              </a:lnSpc>
              <a:buNone/>
              <a:tabLst>
                <a:tab algn="l" pos="0"/>
              </a:tabLst>
            </a:pPr>
            <a:fld id="{3B26AB29-0670-40B4-83D4-61BF3BEFD2C1}" type="slidenum">
              <a:rPr b="0" lang="en-US" sz="1200" spc="-1" strike="noStrike">
                <a:solidFill>
                  <a:srgbClr val="8b8b8b"/>
                </a:solidFill>
                <a:latin typeface="Calibri"/>
              </a:rPr>
              <a:t>&lt;number&gt;</a:t>
            </a:fld>
            <a:endParaRPr b="0" lang="en-CA" sz="1200" spc="-1" strike="noStrike">
              <a:latin typeface="Times New Roman"/>
            </a:endParaRPr>
          </a:p>
        </p:txBody>
      </p:sp>
      <p:sp>
        <p:nvSpPr>
          <p:cNvPr id="2" name="PlaceHolder 3"/>
          <p:cNvSpPr>
            <a:spLocks noGrp="1"/>
          </p:cNvSpPr>
          <p:nvPr>
            <p:ph type="dt" idx="3"/>
          </p:nvPr>
        </p:nvSpPr>
        <p:spPr>
          <a:xfrm>
            <a:off x="838080" y="6356520"/>
            <a:ext cx="2733840" cy="355680"/>
          </a:xfrm>
          <a:prstGeom prst="rect">
            <a:avLst/>
          </a:prstGeom>
          <a:noFill/>
          <a:ln w="0">
            <a:noFill/>
          </a:ln>
        </p:spPr>
        <p:txBody>
          <a:bodyPr lIns="90000" rIns="90000" tIns="45000" bIns="45000" anchor="ctr">
            <a:noAutofit/>
          </a:bodyPr>
          <a:lstStyle>
            <a:lvl1pPr>
              <a:defRPr b="0" lang="en-CA" sz="1400" spc="-1" strike="noStrike">
                <a:latin typeface="Times New Roman"/>
              </a:defRPr>
            </a:lvl1pPr>
          </a:lstStyle>
          <a:p>
            <a:r>
              <a:rPr b="0" lang="en-CA" sz="1400" spc="-1" strike="noStrike">
                <a:latin typeface="Times New Roman"/>
              </a:rPr>
              <a:t>&lt;date/time&gt;</a:t>
            </a:r>
            <a:endParaRPr b="0" lang="en-CA" sz="1400" spc="-1" strike="noStrike">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CA" sz="4400" spc="-1" strike="noStrike">
                <a:latin typeface="Arial"/>
              </a:rPr>
              <a:t>Click to edit the title text format</a:t>
            </a:r>
            <a:endParaRPr b="0" lang="en-CA" sz="4400" spc="-1" strike="noStrike">
              <a:latin typeface="Arial"/>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pc="-1" strike="noStrike">
                <a:latin typeface="Arial"/>
              </a:rPr>
              <a:t>Click to edit the outline text format</a:t>
            </a:r>
            <a:endParaRPr b="0" lang="en-CA" sz="3200" spc="-1" strike="noStrike">
              <a:latin typeface="Arial"/>
            </a:endParaRPr>
          </a:p>
          <a:p>
            <a:pPr lvl="1" marL="864000" indent="-324000">
              <a:spcBef>
                <a:spcPts val="1134"/>
              </a:spcBef>
              <a:buClr>
                <a:srgbClr val="000000"/>
              </a:buClr>
              <a:buSzPct val="75000"/>
              <a:buFont typeface="Symbol" charset="2"/>
              <a:buChar char=""/>
            </a:pPr>
            <a:r>
              <a:rPr b="0" lang="en-CA" sz="2800" spc="-1" strike="noStrike">
                <a:latin typeface="Arial"/>
              </a:rPr>
              <a:t>Second Outline Level</a:t>
            </a:r>
            <a:endParaRPr b="0" lang="en-CA" sz="2800" spc="-1" strike="noStrike">
              <a:latin typeface="Arial"/>
            </a:endParaRPr>
          </a:p>
          <a:p>
            <a:pPr lvl="2" marL="1296000" indent="-288000">
              <a:spcBef>
                <a:spcPts val="850"/>
              </a:spcBef>
              <a:buClr>
                <a:srgbClr val="000000"/>
              </a:buClr>
              <a:buSzPct val="45000"/>
              <a:buFont typeface="Wingdings" charset="2"/>
              <a:buChar char=""/>
            </a:pPr>
            <a:r>
              <a:rPr b="0" lang="en-CA" sz="2400" spc="-1" strike="noStrike">
                <a:latin typeface="Arial"/>
              </a:rPr>
              <a:t>Third Outline Level</a:t>
            </a:r>
            <a:endParaRPr b="0" lang="en-CA" sz="2400" spc="-1" strike="noStrike">
              <a:latin typeface="Arial"/>
            </a:endParaRPr>
          </a:p>
          <a:p>
            <a:pPr lvl="3" marL="1728000" indent="-216000">
              <a:spcBef>
                <a:spcPts val="567"/>
              </a:spcBef>
              <a:buClr>
                <a:srgbClr val="000000"/>
              </a:buClr>
              <a:buSzPct val="75000"/>
              <a:buFont typeface="Symbol" charset="2"/>
              <a:buChar char=""/>
            </a:pPr>
            <a:r>
              <a:rPr b="0" lang="en-CA" sz="2000" spc="-1" strike="noStrike">
                <a:latin typeface="Arial"/>
              </a:rPr>
              <a:t>Fourth Outline Level</a:t>
            </a:r>
            <a:endParaRPr b="0" lang="en-CA" sz="2000" spc="-1" strike="noStrike">
              <a:latin typeface="Arial"/>
            </a:endParaRPr>
          </a:p>
          <a:p>
            <a:pPr lvl="4" marL="2160000" indent="-216000">
              <a:spcBef>
                <a:spcPts val="283"/>
              </a:spcBef>
              <a:buClr>
                <a:srgbClr val="000000"/>
              </a:buClr>
              <a:buSzPct val="45000"/>
              <a:buFont typeface="Wingdings" charset="2"/>
              <a:buChar char=""/>
            </a:pPr>
            <a:r>
              <a:rPr b="0" lang="en-CA" sz="2000" spc="-1" strike="noStrike">
                <a:latin typeface="Arial"/>
              </a:rPr>
              <a:t>Fifth Outline Level</a:t>
            </a:r>
            <a:endParaRPr b="0" lang="en-CA" sz="2000" spc="-1" strike="noStrike">
              <a:latin typeface="Arial"/>
            </a:endParaRPr>
          </a:p>
          <a:p>
            <a:pPr lvl="5" marL="2592000" indent="-216000">
              <a:spcBef>
                <a:spcPts val="283"/>
              </a:spcBef>
              <a:buClr>
                <a:srgbClr val="000000"/>
              </a:buClr>
              <a:buSzPct val="45000"/>
              <a:buFont typeface="Wingdings" charset="2"/>
              <a:buChar char=""/>
            </a:pPr>
            <a:r>
              <a:rPr b="0" lang="en-CA" sz="2000" spc="-1" strike="noStrike">
                <a:latin typeface="Arial"/>
              </a:rPr>
              <a:t>Sixth Outline Level</a:t>
            </a:r>
            <a:endParaRPr b="0" lang="en-CA" sz="2000" spc="-1" strike="noStrike">
              <a:latin typeface="Arial"/>
            </a:endParaRPr>
          </a:p>
          <a:p>
            <a:pPr lvl="6" marL="3024000" indent="-216000">
              <a:spcBef>
                <a:spcPts val="283"/>
              </a:spcBef>
              <a:buClr>
                <a:srgbClr val="000000"/>
              </a:buClr>
              <a:buSzPct val="45000"/>
              <a:buFont typeface="Wingdings" charset="2"/>
              <a:buChar char=""/>
            </a:pPr>
            <a:r>
              <a:rPr b="0" lang="en-CA" sz="2000" spc="-1" strike="noStrike">
                <a:latin typeface="Arial"/>
              </a:rPr>
              <a:t>Seventh Outline Level</a:t>
            </a:r>
            <a:endParaRPr b="0" lang="en-CA"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4038480" y="6356520"/>
            <a:ext cx="4106160" cy="356400"/>
          </a:xfrm>
          <a:prstGeom prst="rect">
            <a:avLst/>
          </a:prstGeom>
          <a:noFill/>
          <a:ln w="0">
            <a:noFill/>
          </a:ln>
        </p:spPr>
        <p:txBody>
          <a:bodyPr lIns="90000" rIns="90000" tIns="45000" bIns="45000" anchor="ctr">
            <a:noAutofit/>
          </a:bodyPr>
          <a:lstStyle>
            <a:lvl1pPr algn="ctr">
              <a:lnSpc>
                <a:spcPct val="100000"/>
              </a:lnSpc>
              <a:buNone/>
              <a:tabLst>
                <a:tab algn="l" pos="0"/>
              </a:tabLst>
              <a:defRPr b="0" lang="en-CA" sz="1400" spc="-1" strike="noStrike">
                <a:solidFill>
                  <a:srgbClr val="000000"/>
                </a:solidFill>
                <a:latin typeface="Times New Roman"/>
              </a:defRPr>
            </a:lvl1pPr>
          </a:lstStyle>
          <a:p>
            <a:pPr algn="ctr">
              <a:lnSpc>
                <a:spcPct val="100000"/>
              </a:lnSpc>
              <a:buNone/>
              <a:tabLst>
                <a:tab algn="l" pos="0"/>
              </a:tabLst>
            </a:pPr>
            <a:r>
              <a:rPr b="0" lang="en-CA" sz="1400" spc="-1" strike="noStrike">
                <a:solidFill>
                  <a:srgbClr val="000000"/>
                </a:solidFill>
                <a:latin typeface="Times New Roman"/>
              </a:rPr>
              <a:t>&lt;footer&gt;</a:t>
            </a:r>
            <a:endParaRPr b="0" lang="en-CA" sz="1400" spc="-1" strike="noStrike">
              <a:latin typeface="Times New Roman"/>
            </a:endParaRPr>
          </a:p>
        </p:txBody>
      </p:sp>
      <p:sp>
        <p:nvSpPr>
          <p:cNvPr id="42" name="PlaceHolder 2"/>
          <p:cNvSpPr>
            <a:spLocks noGrp="1"/>
          </p:cNvSpPr>
          <p:nvPr>
            <p:ph type="sldNum" idx="5"/>
          </p:nvPr>
        </p:nvSpPr>
        <p:spPr>
          <a:xfrm>
            <a:off x="8610480" y="6356520"/>
            <a:ext cx="2734560" cy="356400"/>
          </a:xfrm>
          <a:prstGeom prst="rect">
            <a:avLst/>
          </a:prstGeom>
          <a:noFill/>
          <a:ln w="0">
            <a:noFill/>
          </a:ln>
        </p:spPr>
        <p:txBody>
          <a:bodyPr lIns="90000" rIns="90000" tIns="45000" bIns="45000" anchor="ctr">
            <a:noAutofit/>
          </a:bodyPr>
          <a:lstStyle>
            <a:lvl1pPr algn="r">
              <a:lnSpc>
                <a:spcPct val="100000"/>
              </a:lnSpc>
              <a:buNone/>
              <a:tabLst>
                <a:tab algn="l" pos="0"/>
              </a:tabLst>
              <a:defRPr b="0" lang="en-US" sz="1200" spc="-1" strike="noStrike">
                <a:solidFill>
                  <a:srgbClr val="8b8b8b"/>
                </a:solidFill>
                <a:latin typeface="Calibri"/>
              </a:defRPr>
            </a:lvl1pPr>
          </a:lstStyle>
          <a:p>
            <a:pPr algn="r">
              <a:lnSpc>
                <a:spcPct val="100000"/>
              </a:lnSpc>
              <a:buNone/>
              <a:tabLst>
                <a:tab algn="l" pos="0"/>
              </a:tabLst>
            </a:pPr>
            <a:fld id="{7C49FE44-94A4-48E6-96E2-D7B9651BEC8F}" type="slidenum">
              <a:rPr b="0" lang="en-US" sz="1200" spc="-1" strike="noStrike">
                <a:solidFill>
                  <a:srgbClr val="8b8b8b"/>
                </a:solidFill>
                <a:latin typeface="Calibri"/>
              </a:rPr>
              <a:t>&lt;number&gt;</a:t>
            </a:fld>
            <a:endParaRPr b="0" lang="en-CA" sz="1200" spc="-1" strike="noStrike">
              <a:latin typeface="Times New Roman"/>
            </a:endParaRPr>
          </a:p>
        </p:txBody>
      </p:sp>
      <p:sp>
        <p:nvSpPr>
          <p:cNvPr id="43" name="PlaceHolder 3"/>
          <p:cNvSpPr>
            <a:spLocks noGrp="1"/>
          </p:cNvSpPr>
          <p:nvPr>
            <p:ph type="dt" idx="6"/>
          </p:nvPr>
        </p:nvSpPr>
        <p:spPr>
          <a:xfrm>
            <a:off x="838080" y="6356520"/>
            <a:ext cx="2734560" cy="356400"/>
          </a:xfrm>
          <a:prstGeom prst="rect">
            <a:avLst/>
          </a:prstGeom>
          <a:noFill/>
          <a:ln w="0">
            <a:noFill/>
          </a:ln>
        </p:spPr>
        <p:txBody>
          <a:bodyPr lIns="90000" rIns="90000" tIns="45000" bIns="45000" anchor="ctr">
            <a:noAutofit/>
          </a:bodyPr>
          <a:lstStyle>
            <a:lvl1pPr>
              <a:defRPr b="0" lang="en-CA" sz="1400" spc="-1" strike="noStrike">
                <a:latin typeface="Times New Roman"/>
              </a:defRPr>
            </a:lvl1pPr>
          </a:lstStyle>
          <a:p>
            <a:r>
              <a:rPr b="0" lang="en-CA" sz="1400" spc="-1" strike="noStrike">
                <a:latin typeface="Times New Roman"/>
              </a:rPr>
              <a:t>&lt;date/time&gt;</a:t>
            </a:r>
            <a:endParaRPr b="0" lang="en-CA" sz="1400" spc="-1" strike="noStrike">
              <a:latin typeface="Times New Roman"/>
            </a:endParaRPr>
          </a:p>
        </p:txBody>
      </p:sp>
      <p:sp>
        <p:nvSpPr>
          <p:cNvPr id="44"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CA" sz="4400" spc="-1" strike="noStrike">
                <a:latin typeface="Arial"/>
              </a:rPr>
              <a:t>Click to edit the title text format</a:t>
            </a:r>
            <a:endParaRPr b="0" lang="en-CA" sz="4400" spc="-1" strike="noStrike">
              <a:latin typeface="Arial"/>
            </a:endParaRP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pc="-1" strike="noStrike">
                <a:latin typeface="Arial"/>
              </a:rPr>
              <a:t>Click to edit the outline text format</a:t>
            </a:r>
            <a:endParaRPr b="0" lang="en-CA" sz="3200" spc="-1" strike="noStrike">
              <a:latin typeface="Arial"/>
            </a:endParaRPr>
          </a:p>
          <a:p>
            <a:pPr lvl="1" marL="864000" indent="-324000">
              <a:spcBef>
                <a:spcPts val="1134"/>
              </a:spcBef>
              <a:buClr>
                <a:srgbClr val="000000"/>
              </a:buClr>
              <a:buSzPct val="75000"/>
              <a:buFont typeface="Symbol" charset="2"/>
              <a:buChar char=""/>
            </a:pPr>
            <a:r>
              <a:rPr b="0" lang="en-CA" sz="2800" spc="-1" strike="noStrike">
                <a:latin typeface="Arial"/>
              </a:rPr>
              <a:t>Second Outline Level</a:t>
            </a:r>
            <a:endParaRPr b="0" lang="en-CA" sz="2800" spc="-1" strike="noStrike">
              <a:latin typeface="Arial"/>
            </a:endParaRPr>
          </a:p>
          <a:p>
            <a:pPr lvl="2" marL="1296000" indent="-288000">
              <a:spcBef>
                <a:spcPts val="850"/>
              </a:spcBef>
              <a:buClr>
                <a:srgbClr val="000000"/>
              </a:buClr>
              <a:buSzPct val="45000"/>
              <a:buFont typeface="Wingdings" charset="2"/>
              <a:buChar char=""/>
            </a:pPr>
            <a:r>
              <a:rPr b="0" lang="en-CA" sz="2400" spc="-1" strike="noStrike">
                <a:latin typeface="Arial"/>
              </a:rPr>
              <a:t>Third Outline Level</a:t>
            </a:r>
            <a:endParaRPr b="0" lang="en-CA" sz="2400" spc="-1" strike="noStrike">
              <a:latin typeface="Arial"/>
            </a:endParaRPr>
          </a:p>
          <a:p>
            <a:pPr lvl="3" marL="1728000" indent="-216000">
              <a:spcBef>
                <a:spcPts val="567"/>
              </a:spcBef>
              <a:buClr>
                <a:srgbClr val="000000"/>
              </a:buClr>
              <a:buSzPct val="75000"/>
              <a:buFont typeface="Symbol" charset="2"/>
              <a:buChar char=""/>
            </a:pPr>
            <a:r>
              <a:rPr b="0" lang="en-CA" sz="2000" spc="-1" strike="noStrike">
                <a:latin typeface="Arial"/>
              </a:rPr>
              <a:t>Fourth Outline Level</a:t>
            </a:r>
            <a:endParaRPr b="0" lang="en-CA" sz="2000" spc="-1" strike="noStrike">
              <a:latin typeface="Arial"/>
            </a:endParaRPr>
          </a:p>
          <a:p>
            <a:pPr lvl="4" marL="2160000" indent="-216000">
              <a:spcBef>
                <a:spcPts val="283"/>
              </a:spcBef>
              <a:buClr>
                <a:srgbClr val="000000"/>
              </a:buClr>
              <a:buSzPct val="45000"/>
              <a:buFont typeface="Wingdings" charset="2"/>
              <a:buChar char=""/>
            </a:pPr>
            <a:r>
              <a:rPr b="0" lang="en-CA" sz="2000" spc="-1" strike="noStrike">
                <a:latin typeface="Arial"/>
              </a:rPr>
              <a:t>Fifth Outline Level</a:t>
            </a:r>
            <a:endParaRPr b="0" lang="en-CA" sz="2000" spc="-1" strike="noStrike">
              <a:latin typeface="Arial"/>
            </a:endParaRPr>
          </a:p>
          <a:p>
            <a:pPr lvl="5" marL="2592000" indent="-216000">
              <a:spcBef>
                <a:spcPts val="283"/>
              </a:spcBef>
              <a:buClr>
                <a:srgbClr val="000000"/>
              </a:buClr>
              <a:buSzPct val="45000"/>
              <a:buFont typeface="Wingdings" charset="2"/>
              <a:buChar char=""/>
            </a:pPr>
            <a:r>
              <a:rPr b="0" lang="en-CA" sz="2000" spc="-1" strike="noStrike">
                <a:latin typeface="Arial"/>
              </a:rPr>
              <a:t>Sixth Outline Level</a:t>
            </a:r>
            <a:endParaRPr b="0" lang="en-CA" sz="2000" spc="-1" strike="noStrike">
              <a:latin typeface="Arial"/>
            </a:endParaRPr>
          </a:p>
          <a:p>
            <a:pPr lvl="6" marL="3024000" indent="-216000">
              <a:spcBef>
                <a:spcPts val="283"/>
              </a:spcBef>
              <a:buClr>
                <a:srgbClr val="000000"/>
              </a:buClr>
              <a:buSzPct val="45000"/>
              <a:buFont typeface="Wingdings" charset="2"/>
              <a:buChar char=""/>
            </a:pPr>
            <a:r>
              <a:rPr b="0" lang="en-CA" sz="2000" spc="-1" strike="noStrike">
                <a:latin typeface="Arial"/>
              </a:rPr>
              <a:t>Seventh Outline Level</a:t>
            </a:r>
            <a:endParaRPr b="0" lang="en-CA"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r>
              <a:rPr b="0" lang="en-CA" sz="1800" spc="-1" strike="noStrike">
                <a:latin typeface="Arial"/>
              </a:rPr>
              <a:t>Click to edit the title text format</a:t>
            </a:r>
            <a:endParaRPr b="0" lang="en-CA" sz="1800" spc="-1" strike="noStrike">
              <a:latin typeface="Arial"/>
            </a:endParaRPr>
          </a:p>
        </p:txBody>
      </p:sp>
      <p:sp>
        <p:nvSpPr>
          <p:cNvPr id="83"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1800" spc="-1" strike="noStrike">
                <a:latin typeface="Arial"/>
              </a:rPr>
              <a:t>Click to edit the outline text format</a:t>
            </a:r>
            <a:endParaRPr b="0" lang="en-CA" sz="1800" spc="-1" strike="noStrike">
              <a:latin typeface="Arial"/>
            </a:endParaRPr>
          </a:p>
          <a:p>
            <a:pPr lvl="1" marL="864000" indent="-324000">
              <a:spcBef>
                <a:spcPts val="1134"/>
              </a:spcBef>
              <a:buClr>
                <a:srgbClr val="000000"/>
              </a:buClr>
              <a:buSzPct val="75000"/>
              <a:buFont typeface="Symbol" charset="2"/>
              <a:buChar char=""/>
            </a:pPr>
            <a:r>
              <a:rPr b="0" lang="en-CA" sz="1800" spc="-1" strike="noStrike">
                <a:latin typeface="Arial"/>
              </a:rPr>
              <a:t>Second Outline Level</a:t>
            </a:r>
            <a:endParaRPr b="0" lang="en-CA" sz="1800" spc="-1" strike="noStrike">
              <a:latin typeface="Arial"/>
            </a:endParaRPr>
          </a:p>
          <a:p>
            <a:pPr lvl="2" marL="1296000" indent="-288000">
              <a:spcBef>
                <a:spcPts val="850"/>
              </a:spcBef>
              <a:buClr>
                <a:srgbClr val="000000"/>
              </a:buClr>
              <a:buSzPct val="45000"/>
              <a:buFont typeface="Wingdings" charset="2"/>
              <a:buChar char=""/>
            </a:pPr>
            <a:r>
              <a:rPr b="0" lang="en-CA" sz="1800" spc="-1" strike="noStrike">
                <a:latin typeface="Arial"/>
              </a:rPr>
              <a:t>Third Outline Level</a:t>
            </a:r>
            <a:endParaRPr b="0" lang="en-CA" sz="1800" spc="-1" strike="noStrike">
              <a:latin typeface="Arial"/>
            </a:endParaRPr>
          </a:p>
          <a:p>
            <a:pPr lvl="3" marL="1728000" indent="-216000">
              <a:spcBef>
                <a:spcPts val="567"/>
              </a:spcBef>
              <a:buClr>
                <a:srgbClr val="000000"/>
              </a:buClr>
              <a:buSzPct val="75000"/>
              <a:buFont typeface="Symbol" charset="2"/>
              <a:buChar char=""/>
            </a:pPr>
            <a:r>
              <a:rPr b="0" lang="en-CA" sz="1800" spc="-1" strike="noStrike">
                <a:latin typeface="Arial"/>
              </a:rPr>
              <a:t>Fourth Outline Level</a:t>
            </a:r>
            <a:endParaRPr b="0" lang="en-CA" sz="1800" spc="-1" strike="noStrike">
              <a:latin typeface="Arial"/>
            </a:endParaRPr>
          </a:p>
          <a:p>
            <a:pPr lvl="4" marL="2160000" indent="-216000">
              <a:spcBef>
                <a:spcPts val="283"/>
              </a:spcBef>
              <a:buClr>
                <a:srgbClr val="000000"/>
              </a:buClr>
              <a:buSzPct val="45000"/>
              <a:buFont typeface="Wingdings" charset="2"/>
              <a:buChar char=""/>
            </a:pPr>
            <a:r>
              <a:rPr b="0" lang="en-CA" sz="1800" spc="-1" strike="noStrike">
                <a:latin typeface="Arial"/>
              </a:rPr>
              <a:t>Fifth Outline Level</a:t>
            </a:r>
            <a:endParaRPr b="0" lang="en-CA" sz="1800" spc="-1" strike="noStrike">
              <a:latin typeface="Arial"/>
            </a:endParaRPr>
          </a:p>
          <a:p>
            <a:pPr lvl="5" marL="2592000" indent="-216000">
              <a:spcBef>
                <a:spcPts val="283"/>
              </a:spcBef>
              <a:buClr>
                <a:srgbClr val="000000"/>
              </a:buClr>
              <a:buSzPct val="45000"/>
              <a:buFont typeface="Wingdings" charset="2"/>
              <a:buChar char=""/>
            </a:pPr>
            <a:r>
              <a:rPr b="0" lang="en-CA" sz="1800" spc="-1" strike="noStrike">
                <a:latin typeface="Arial"/>
              </a:rPr>
              <a:t>Sixth Outline Level</a:t>
            </a:r>
            <a:endParaRPr b="0" lang="en-CA" sz="1800" spc="-1" strike="noStrike">
              <a:latin typeface="Arial"/>
            </a:endParaRPr>
          </a:p>
          <a:p>
            <a:pPr lvl="6" marL="3024000" indent="-216000">
              <a:spcBef>
                <a:spcPts val="283"/>
              </a:spcBef>
              <a:buClr>
                <a:srgbClr val="000000"/>
              </a:buClr>
              <a:buSzPct val="45000"/>
              <a:buFont typeface="Wingdings" charset="2"/>
              <a:buChar char=""/>
            </a:pPr>
            <a:r>
              <a:rPr b="0" lang="en-CA" sz="1800" spc="-1" strike="noStrike">
                <a:latin typeface="Arial"/>
              </a:rPr>
              <a:t>Seventh Outline Level</a:t>
            </a:r>
            <a:endParaRPr b="0" lang="en-CA" sz="1800" spc="-1" strike="noStrike">
              <a:latin typeface="Arial"/>
            </a:endParaRPr>
          </a:p>
        </p:txBody>
      </p:sp>
      <p:sp>
        <p:nvSpPr>
          <p:cNvPr id="84" name="PlaceHolder 3"/>
          <p:cNvSpPr>
            <a:spLocks noGrp="1"/>
          </p:cNvSpPr>
          <p:nvPr>
            <p:ph type="ftr" idx="7"/>
          </p:nvPr>
        </p:nvSpPr>
        <p:spPr>
          <a:xfrm>
            <a:off x="4038480" y="6356520"/>
            <a:ext cx="4106520" cy="356760"/>
          </a:xfrm>
          <a:prstGeom prst="rect">
            <a:avLst/>
          </a:prstGeom>
          <a:noFill/>
          <a:ln w="0">
            <a:noFill/>
          </a:ln>
        </p:spPr>
        <p:txBody>
          <a:bodyPr lIns="90000" rIns="90000" tIns="45000" bIns="45000" anchor="ctr">
            <a:noAutofit/>
          </a:bodyPr>
          <a:lstStyle>
            <a:lvl1pPr algn="ctr">
              <a:lnSpc>
                <a:spcPct val="100000"/>
              </a:lnSpc>
              <a:buNone/>
              <a:tabLst>
                <a:tab algn="l" pos="0"/>
              </a:tabLst>
              <a:defRPr b="0" lang="en-CA" sz="1400" spc="-1" strike="noStrike">
                <a:solidFill>
                  <a:srgbClr val="000000"/>
                </a:solidFill>
                <a:latin typeface="Times New Roman"/>
              </a:defRPr>
            </a:lvl1pPr>
          </a:lstStyle>
          <a:p>
            <a:pPr algn="ctr">
              <a:lnSpc>
                <a:spcPct val="100000"/>
              </a:lnSpc>
              <a:buNone/>
              <a:tabLst>
                <a:tab algn="l" pos="0"/>
              </a:tabLst>
            </a:pPr>
            <a:r>
              <a:rPr b="0" lang="en-CA" sz="1400" spc="-1" strike="noStrike">
                <a:solidFill>
                  <a:srgbClr val="000000"/>
                </a:solidFill>
                <a:latin typeface="Times New Roman"/>
              </a:rPr>
              <a:t>&lt;footer&gt;</a:t>
            </a:r>
            <a:endParaRPr b="0" lang="en-CA" sz="1400" spc="-1" strike="noStrike">
              <a:latin typeface="Times New Roman"/>
            </a:endParaRPr>
          </a:p>
        </p:txBody>
      </p:sp>
      <p:sp>
        <p:nvSpPr>
          <p:cNvPr id="85" name="PlaceHolder 4"/>
          <p:cNvSpPr>
            <a:spLocks noGrp="1"/>
          </p:cNvSpPr>
          <p:nvPr>
            <p:ph type="sldNum" idx="8"/>
          </p:nvPr>
        </p:nvSpPr>
        <p:spPr>
          <a:xfrm>
            <a:off x="8610480" y="6356520"/>
            <a:ext cx="2734920" cy="356760"/>
          </a:xfrm>
          <a:prstGeom prst="rect">
            <a:avLst/>
          </a:prstGeom>
          <a:noFill/>
          <a:ln w="0">
            <a:noFill/>
          </a:ln>
        </p:spPr>
        <p:txBody>
          <a:bodyPr lIns="90000" rIns="90000" tIns="45000" bIns="45000" anchor="ctr">
            <a:noAutofit/>
          </a:bodyPr>
          <a:lstStyle>
            <a:lvl1pPr algn="r">
              <a:lnSpc>
                <a:spcPct val="100000"/>
              </a:lnSpc>
              <a:buNone/>
              <a:tabLst>
                <a:tab algn="l" pos="0"/>
              </a:tabLst>
              <a:defRPr b="0" lang="en-US" sz="1200" spc="-1" strike="noStrike">
                <a:solidFill>
                  <a:srgbClr val="8b8b8b"/>
                </a:solidFill>
                <a:latin typeface="Calibri"/>
              </a:defRPr>
            </a:lvl1pPr>
          </a:lstStyle>
          <a:p>
            <a:pPr algn="r">
              <a:lnSpc>
                <a:spcPct val="100000"/>
              </a:lnSpc>
              <a:buNone/>
              <a:tabLst>
                <a:tab algn="l" pos="0"/>
              </a:tabLst>
            </a:pPr>
            <a:fld id="{6C284680-E5BC-4EF6-AD8B-20EE7EBA40B7}" type="slidenum">
              <a:rPr b="0" lang="en-US" sz="1200" spc="-1" strike="noStrike">
                <a:solidFill>
                  <a:srgbClr val="8b8b8b"/>
                </a:solidFill>
                <a:latin typeface="Calibri"/>
              </a:rPr>
              <a:t>&lt;number&gt;</a:t>
            </a:fld>
            <a:endParaRPr b="0" lang="en-CA" sz="1200" spc="-1" strike="noStrike">
              <a:latin typeface="Times New Roman"/>
            </a:endParaRPr>
          </a:p>
        </p:txBody>
      </p:sp>
      <p:sp>
        <p:nvSpPr>
          <p:cNvPr id="86" name="PlaceHolder 5"/>
          <p:cNvSpPr>
            <a:spLocks noGrp="1"/>
          </p:cNvSpPr>
          <p:nvPr>
            <p:ph type="dt" idx="9"/>
          </p:nvPr>
        </p:nvSpPr>
        <p:spPr>
          <a:xfrm>
            <a:off x="838080" y="6356520"/>
            <a:ext cx="2734920" cy="356760"/>
          </a:xfrm>
          <a:prstGeom prst="rect">
            <a:avLst/>
          </a:prstGeom>
          <a:noFill/>
          <a:ln w="0">
            <a:noFill/>
          </a:ln>
        </p:spPr>
        <p:txBody>
          <a:bodyPr lIns="90000" rIns="90000" tIns="45000" bIns="45000" anchor="ctr">
            <a:noAutofit/>
          </a:bodyPr>
          <a:lstStyle>
            <a:lvl1pPr>
              <a:defRPr b="0" lang="en-CA" sz="1400" spc="-1" strike="noStrike">
                <a:latin typeface="Times New Roman"/>
              </a:defRPr>
            </a:lvl1pPr>
          </a:lstStyle>
          <a:p>
            <a:r>
              <a:rPr b="0" lang="en-CA" sz="1400" spc="-1" strike="noStrike">
                <a:latin typeface="Times New Roman"/>
              </a:rPr>
              <a:t>&lt;date/time&gt;</a:t>
            </a:r>
            <a:endParaRPr b="0" lang="en-CA"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Picture 6" descr="A picture containing indoor, white, black, old&#10;&#10;Description automatically generated"/>
          <p:cNvPicPr/>
          <p:nvPr/>
        </p:nvPicPr>
        <p:blipFill>
          <a:blip r:embed="rId1"/>
          <a:srcRect l="17245" t="319" r="21121" b="-319"/>
          <a:stretch/>
        </p:blipFill>
        <p:spPr>
          <a:xfrm>
            <a:off x="0" y="0"/>
            <a:ext cx="12182760" cy="6848640"/>
          </a:xfrm>
          <a:prstGeom prst="rect">
            <a:avLst/>
          </a:prstGeom>
          <a:ln w="0">
            <a:noFill/>
          </a:ln>
        </p:spPr>
      </p:pic>
      <p:sp>
        <p:nvSpPr>
          <p:cNvPr id="124" name="TextBox 1"/>
          <p:cNvSpPr/>
          <p:nvPr/>
        </p:nvSpPr>
        <p:spPr>
          <a:xfrm>
            <a:off x="0" y="807120"/>
            <a:ext cx="12182760" cy="52095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buNone/>
            </a:pPr>
            <a:r>
              <a:rPr b="0" i="1" lang="en-US" sz="4800" spc="-1" strike="noStrike">
                <a:solidFill>
                  <a:srgbClr val="000000"/>
                </a:solidFill>
                <a:latin typeface="Calibri"/>
                <a:ea typeface="DejaVu Sans"/>
              </a:rPr>
              <a:t>Cornerstone United Reformed Church of Edmonton</a:t>
            </a:r>
            <a:endParaRPr b="0" lang="en-CA" sz="4800" spc="-1" strike="noStrike">
              <a:latin typeface="Arial"/>
            </a:endParaRPr>
          </a:p>
          <a:p>
            <a:pPr algn="ctr">
              <a:lnSpc>
                <a:spcPct val="100000"/>
              </a:lnSpc>
              <a:buNone/>
            </a:pPr>
            <a:r>
              <a:rPr b="0" lang="en-US" sz="3600" spc="-1" strike="noStrike">
                <a:solidFill>
                  <a:srgbClr val="000000"/>
                </a:solidFill>
                <a:latin typeface="Calibri"/>
                <a:ea typeface="DejaVu Sans"/>
              </a:rPr>
              <a:t>2026-03-03, Morning Service</a:t>
            </a:r>
            <a:endParaRPr b="0" lang="en-CA" sz="3600" spc="-1" strike="noStrike">
              <a:latin typeface="Arial"/>
            </a:endParaRPr>
          </a:p>
          <a:p>
            <a:pPr algn="ctr">
              <a:lnSpc>
                <a:spcPct val="100000"/>
              </a:lnSpc>
              <a:buNone/>
            </a:pPr>
            <a:endParaRPr b="0" lang="en-CA" sz="3600" spc="-1" strike="noStrike">
              <a:latin typeface="Arial"/>
            </a:endParaRPr>
          </a:p>
          <a:p>
            <a:pPr algn="ctr">
              <a:lnSpc>
                <a:spcPct val="100000"/>
              </a:lnSpc>
              <a:buNone/>
            </a:pPr>
            <a:r>
              <a:rPr b="0" lang="en-US" sz="3600" spc="-1" strike="noStrike">
                <a:solidFill>
                  <a:srgbClr val="000000"/>
                </a:solidFill>
                <a:latin typeface="Calibri"/>
                <a:ea typeface="DejaVu Sans"/>
              </a:rPr>
              <a:t>Genesis 49:29 – 50:14</a:t>
            </a:r>
            <a:endParaRPr b="0" lang="en-CA" sz="3600" spc="-1" strike="noStrike">
              <a:latin typeface="Arial"/>
            </a:endParaRPr>
          </a:p>
          <a:p>
            <a:pPr algn="ctr">
              <a:lnSpc>
                <a:spcPct val="100000"/>
              </a:lnSpc>
              <a:buNone/>
            </a:pPr>
            <a:endParaRPr b="0" lang="en-CA" sz="3600" spc="-1" strike="noStrike">
              <a:latin typeface="Arial"/>
            </a:endParaRPr>
          </a:p>
          <a:p>
            <a:pPr algn="ctr">
              <a:lnSpc>
                <a:spcPct val="100000"/>
              </a:lnSpc>
              <a:buNone/>
            </a:pPr>
            <a:r>
              <a:rPr b="0" i="1" lang="en-CA" sz="3600" spc="-1" strike="noStrike">
                <a:solidFill>
                  <a:srgbClr val="000000"/>
                </a:solidFill>
                <a:latin typeface="Calibri"/>
                <a:ea typeface="DejaVu Sans"/>
              </a:rPr>
              <a:t>“</a:t>
            </a:r>
            <a:r>
              <a:rPr b="0" i="1" lang="en-CA" sz="3600" spc="-1" strike="noStrike">
                <a:solidFill>
                  <a:srgbClr val="000000"/>
                </a:solidFill>
                <a:latin typeface="Calibri"/>
                <a:ea typeface="DejaVu Sans"/>
              </a:rPr>
              <a:t>A Burial Fit for a King”</a:t>
            </a:r>
            <a:endParaRPr b="0" lang="en-CA" sz="3600" spc="-1" strike="noStrike">
              <a:latin typeface="Arial"/>
            </a:endParaRPr>
          </a:p>
          <a:p>
            <a:pPr algn="ctr">
              <a:lnSpc>
                <a:spcPct val="100000"/>
              </a:lnSpc>
              <a:buNone/>
            </a:pPr>
            <a:endParaRPr b="0" lang="en-CA" sz="3600" spc="-1" strike="noStrike">
              <a:latin typeface="Arial"/>
            </a:endParaRPr>
          </a:p>
          <a:p>
            <a:pPr algn="ctr">
              <a:lnSpc>
                <a:spcPct val="100000"/>
              </a:lnSpc>
              <a:buNone/>
            </a:pPr>
            <a:r>
              <a:rPr b="0" lang="en-CA" sz="3600" spc="-1" strike="noStrike">
                <a:solidFill>
                  <a:srgbClr val="000000"/>
                </a:solidFill>
                <a:latin typeface="Calibri"/>
                <a:ea typeface="DejaVu Sans"/>
              </a:rPr>
              <a:t>Pastor Vander Lei</a:t>
            </a:r>
            <a:endParaRPr b="0" lang="en-CA" sz="3600" spc="-1" strike="noStrike">
              <a:latin typeface="Arial"/>
            </a:endParaRPr>
          </a:p>
          <a:p>
            <a:pPr algn="ctr">
              <a:lnSpc>
                <a:spcPct val="100000"/>
              </a:lnSpc>
              <a:buNone/>
            </a:pPr>
            <a:endParaRPr b="0" lang="en-CA" sz="3600" spc="-1" strike="noStrike">
              <a:latin typeface="Arial"/>
            </a:endParaRPr>
          </a:p>
        </p:txBody>
      </p:sp>
    </p:spTree>
  </p:cSld>
  <mc:AlternateContent>
    <mc:Choice Requires="p14">
      <p:transition p14:dur="10"/>
    </mc:Choice>
    <mc:Fallback>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5" name="Picture 4" descr="A picture containing indoor, white, black, old&#10;&#10;Description automatically generated"/>
          <p:cNvPicPr/>
          <p:nvPr/>
        </p:nvPicPr>
        <p:blipFill>
          <a:blip r:embed="rId1"/>
          <a:srcRect l="17245" t="319" r="21121" b="-319"/>
          <a:stretch/>
        </p:blipFill>
        <p:spPr>
          <a:xfrm>
            <a:off x="0" y="0"/>
            <a:ext cx="12183480" cy="6849360"/>
          </a:xfrm>
          <a:prstGeom prst="rect">
            <a:avLst/>
          </a:prstGeom>
          <a:ln w="0">
            <a:noFill/>
          </a:ln>
        </p:spPr>
      </p:pic>
      <p:sp>
        <p:nvSpPr>
          <p:cNvPr id="126" name="PlaceHolder 1"/>
          <p:cNvSpPr>
            <a:spLocks noGrp="1"/>
          </p:cNvSpPr>
          <p:nvPr>
            <p:ph type="title"/>
          </p:nvPr>
        </p:nvSpPr>
        <p:spPr>
          <a:xfrm>
            <a:off x="838080" y="365040"/>
            <a:ext cx="10506960" cy="1316880"/>
          </a:xfrm>
          <a:prstGeom prst="rect">
            <a:avLst/>
          </a:prstGeom>
          <a:noFill/>
          <a:ln w="0">
            <a:noFill/>
          </a:ln>
        </p:spPr>
        <p:txBody>
          <a:bodyPr lIns="90000" rIns="90000" tIns="45000" bIns="45000" anchor="ctr">
            <a:normAutofit/>
          </a:bodyPr>
          <a:p>
            <a:pPr algn="ctr">
              <a:lnSpc>
                <a:spcPct val="90000"/>
              </a:lnSpc>
              <a:buNone/>
              <a:tabLst>
                <a:tab algn="l" pos="0"/>
              </a:tabLst>
            </a:pPr>
            <a:r>
              <a:rPr b="0" i="1" lang="en-CA" sz="4800" spc="-1" strike="noStrike">
                <a:solidFill>
                  <a:srgbClr val="000000"/>
                </a:solidFill>
                <a:latin typeface="Calibri Light"/>
              </a:rPr>
              <a:t>Offerings</a:t>
            </a:r>
            <a:endParaRPr b="0" lang="en-CA" sz="4800" spc="-1" strike="noStrike">
              <a:latin typeface="Arial"/>
            </a:endParaRPr>
          </a:p>
        </p:txBody>
      </p:sp>
      <p:sp>
        <p:nvSpPr>
          <p:cNvPr id="127" name="PlaceHolder 2"/>
          <p:cNvSpPr>
            <a:spLocks noGrp="1"/>
          </p:cNvSpPr>
          <p:nvPr>
            <p:ph/>
          </p:nvPr>
        </p:nvSpPr>
        <p:spPr>
          <a:xfrm>
            <a:off x="0" y="1803240"/>
            <a:ext cx="12183480" cy="3978000"/>
          </a:xfrm>
          <a:prstGeom prst="rect">
            <a:avLst/>
          </a:prstGeom>
          <a:noFill/>
          <a:ln w="0">
            <a:noFill/>
          </a:ln>
        </p:spPr>
        <p:txBody>
          <a:bodyPr numCol="1" spcCol="0" lIns="90000" rIns="90000" tIns="45000" bIns="45000" anchor="ctr">
            <a:noAutofit/>
          </a:bodyPr>
          <a:p>
            <a:pPr algn="ctr">
              <a:lnSpc>
                <a:spcPct val="100000"/>
              </a:lnSpc>
              <a:buNone/>
              <a:tabLst>
                <a:tab algn="l" pos="0"/>
              </a:tabLst>
            </a:pPr>
            <a:endParaRPr b="0" lang="en-CA" sz="4000" spc="-1" strike="noStrike">
              <a:latin typeface="Arial"/>
            </a:endParaRPr>
          </a:p>
          <a:p>
            <a:pPr algn="ctr">
              <a:lnSpc>
                <a:spcPct val="100000"/>
              </a:lnSpc>
              <a:buNone/>
              <a:tabLst>
                <a:tab algn="l" pos="0"/>
              </a:tabLst>
            </a:pPr>
            <a:r>
              <a:rPr b="0" lang="en-CA" sz="4000" spc="-1" strike="noStrike">
                <a:solidFill>
                  <a:srgbClr val="000000"/>
                </a:solidFill>
                <a:latin typeface="Calibri"/>
              </a:rPr>
              <a:t>Budget</a:t>
            </a:r>
            <a:endParaRPr b="0" lang="en-CA" sz="4000" spc="-1" strike="noStrike">
              <a:latin typeface="Arial"/>
            </a:endParaRPr>
          </a:p>
          <a:p>
            <a:pPr algn="ctr">
              <a:lnSpc>
                <a:spcPct val="100000"/>
              </a:lnSpc>
              <a:buNone/>
              <a:tabLst>
                <a:tab algn="l" pos="0"/>
              </a:tabLst>
            </a:pPr>
            <a:endParaRPr b="0" lang="en-CA" sz="4000" spc="-1" strike="noStrike">
              <a:latin typeface="Arial"/>
            </a:endParaRPr>
          </a:p>
          <a:p>
            <a:pPr algn="ctr">
              <a:lnSpc>
                <a:spcPct val="100000"/>
              </a:lnSpc>
              <a:buNone/>
              <a:tabLst>
                <a:tab algn="l" pos="0"/>
              </a:tabLst>
            </a:pPr>
            <a:r>
              <a:rPr b="0" lang="en-CA" sz="4000" spc="-1" strike="noStrike">
                <a:solidFill>
                  <a:srgbClr val="000000"/>
                </a:solidFill>
                <a:latin typeface="Calibri"/>
              </a:rPr>
              <a:t>Reformed Missions—Costa Rica</a:t>
            </a:r>
            <a:endParaRPr b="0" lang="en-CA" sz="4000" spc="-1" strike="noStrike">
              <a:latin typeface="Arial"/>
            </a:endParaRPr>
          </a:p>
          <a:p>
            <a:pPr algn="ctr">
              <a:lnSpc>
                <a:spcPct val="100000"/>
              </a:lnSpc>
              <a:buNone/>
              <a:tabLst>
                <a:tab algn="l" pos="0"/>
              </a:tabLst>
            </a:pPr>
            <a:endParaRPr b="0" lang="en-CA" sz="4000" spc="-1" strike="noStrike">
              <a:latin typeface="Arial"/>
            </a:endParaRPr>
          </a:p>
          <a:p>
            <a:pPr algn="ctr">
              <a:lnSpc>
                <a:spcPct val="100000"/>
              </a:lnSpc>
              <a:buNone/>
              <a:tabLst>
                <a:tab algn="l" pos="0"/>
              </a:tabLst>
            </a:pPr>
            <a:r>
              <a:rPr b="0" lang="en-CA" sz="1200" spc="-1" strike="noStrike">
                <a:solidFill>
                  <a:srgbClr val="000000"/>
                </a:solidFill>
                <a:latin typeface="Arial"/>
              </a:rPr>
              <a:t>Giving details have been provided to members.  Others who may wish to give may contact the church for additional details.</a:t>
            </a:r>
            <a:endParaRPr b="0" lang="en-CA"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#476 It Is Well with My Soul</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b="0"/>
            </a:pPr>
            <a:r>
              <a:t>1. When peace, like a river, attendeth my way, when sorrows like sea billows roll; whatever my lot, thou hast taught me to say, It is well , it is well with my soul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#476 It Is Well with My Soul</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b="0"/>
            </a:pPr>
            <a:r>
              <a:t>1. When peace, like a river, attendeth my way, when sorrows like sea billows roll; whatever my lot, thou hast taught me to say, It is well , it is well with my soul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2. Though Satain should buffet, though trials should come, let this blest assurance control, that Christ has regarded my helpless estate, and has shed his own blood for my soul.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3. My sin - O the bliss of this glorious thought! my sin not in part, but the whole, is nailed to the cross and I bear it no more; praise the Lord, praise the Lord, O my soul!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4. O Lord, haste the day when my faith shall be sight, the clouds be rolled back as a scroll; the trump shall resound, and the Lord shall descend; Even so it is well with my soul.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#42C As Thirsts the Hart for Water Brooks</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b="0"/>
            </a:pPr>
            <a:r>
              <a:t>1. As thirsts the hart for water brooks, so thirsts my soul, O God for thee; it seeks for God, and ever looks and longs the living God to see, and longs the living God to see.</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Trinity Psalter Hymnal, 2018, used by permission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2. Far from the courts of God, my tears have been my food by night and day, while constantly with bitter sneers, "Where is thy God?" the scoffers say, "Where is thy God?" the scoffers say.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3. With grief I think of days gone by, when oft I trod the hallowed way to Zion, praising God on high with throngs who kept the holy day, with throngs who kept the holy 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4. O why art thou cast down, my soul, and why so troubled shouldst thou be? Hope thou in God, and him extol, who gives his saving help to me, who gives his saving help to 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#156 Christ, Whose Glory Fills the Skies</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b="0"/>
            </a:pPr>
            <a:r>
              <a:t>1. Christ, whose glory fills the skies, Christ, the true, the only Light, Sun of Righteousness, arise, triumph o'er the shades of night; Dayspring from on high, be near; Daystar, in my heart appear.</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Trinity Psalter Hymnal, 2018, used by permission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2. Dark and cheerless is the morn unaccompanied by thee; joyless is the day's return 'til thy mercy's beams I see; 'til they inward light impart, glad my eyes, and warm my heart.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3. Visit, then, this soul of mine; pierce the gloom of sin and grief; fill me, Radiancy divine; scatter all my unbelief; more and more thyself display, shining to the perfect 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#27B Jehovah is My Light</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b="0"/>
            </a:pPr>
            <a:r>
              <a:t>1. Jehovah is my light And my salvation near; Who shall my soul affright Or cause my heart to fear? While God my strength, my life sustains, Secure from fear my soul remains.</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Crown and Covenant Publications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2. When evildoers came to make my life their prey, they stumbled in their shame and fell in deep dismay; though hosts make war on ev’ry side, still fearless I in God confide.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3. My one request has been, And still this pray’r I raise, That I may dwell within God’s house through all my days, Jehovah’s beauty to admire And in his temple to inquire.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4. When troubles round me swell, when fears and dangers throng, securely I will dwell in his pavilion strong; within the shelter of his tent he hides me ‘til the storm is spent.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5. Uplifted on a rock Above my foes around, Amid the battle shock My song shall still resound; Then joyful off’rings I will bring, Jehovah’s praise my heart shall sing.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#27B Jehovah is My Light</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b="0"/>
            </a:pPr>
            <a:r>
              <a:t>7. Hide not your face from me, your servant, Lord, I pray; since you have been my help, O turn me not away! In anger do not cast me off. My Savior God, forsake me not.</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Crown and Covenant Publications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10. I certainly believe that I will surely see the goodness of the Lord with those that living be! O wait for God! Be strong in faith. Be bold of heart; the Lord await.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14887</TotalTime>
  <Application>LibreOffice/7.3.7.2$Linux_X86_64 LibreOffice_project/30$Build-2</Application>
  <AppVersion>15.0000</AppVersion>
  <Words>884</Words>
  <Paragraphs>87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2022-04-30T03:36:22Z</dcterms:created>
  <dc:creator>Neil Tuininga</dc:creator>
  <dc:description/>
  <dc:language>en-CA</dc:language>
  <cp:lastModifiedBy/>
  <dcterms:modified xsi:type="dcterms:W3CDTF">2026-03-03T21:06:26Z</dcterms:modified>
  <cp:revision>274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20</vt:i4>
  </property>
</Properties>
</file>