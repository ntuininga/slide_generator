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8" r:id="rId2"/>
    <p:sldId id="309" r:id="rId3"/>
    <p:sldId id="310" r:id="rId4"/>
    <p:sldId id="305" r:id="rId5"/>
    <p:sldId id="304" r:id="rId6"/>
    <p:sldId id="3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310" y="10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81C4E-50A8-4F3A-ADAF-10C41E39C08E}" type="datetimeFigureOut">
              <a:rPr lang="en-US" smtClean="0"/>
              <a:t>5/27/2022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EAD37-099D-4E7F-8B85-801C55FF8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1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1F9D-3D67-4C06-B9CD-2878A25D0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3E4D3-3CC4-4CC3-BB9E-6D005C981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99C88-7305-4691-A6EE-A71F5F02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5B07-1816-4619-B0E9-12251D265718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CD80-E8FC-4C17-8A1C-1C74FC06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403C2-2BEE-4730-B9B1-DDB85635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6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9661-A25C-474C-88B7-CD702690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1E3B5-9D83-414D-872F-261CE9200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2C8AA-DCFE-4ABD-BA9C-7BC2C8E6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E246-A824-439E-BC32-41E1F4B3E734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C2A2-6C0C-4F52-837F-DD5FF34B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6104-6309-451A-B184-874824A7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9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F376-A0BF-4F78-B90B-1BAB218B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8ADEA-2DC3-4C4E-9AB2-6E810FB48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E3C21-EFC1-450A-96FD-974DDC66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DCF0-8872-4D71-9AD0-4C2F4D4799AD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7045E-6B26-44CD-BD85-9B94B26F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41AA7-3009-4680-BDE7-973A88E4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3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37AE-107C-48DE-87F9-1A4BD295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47B3-B061-4CA2-83C7-9C30A5382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EC110-8251-4BF9-BBAE-04C219B3C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03664-1A3D-4148-B07C-F57342C7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B6FD6-5655-4B5A-BA70-0987A4267980}" type="datetime1">
              <a:rPr lang="en-US" smtClean="0"/>
              <a:t>5/27/2022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AB183-E058-4CCA-AEF0-3F805501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3DBA8-C56B-49F7-8F32-069F4698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3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8A07-58CD-4F7F-8C71-466D6C04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A4C77-17A8-4B3F-82DD-6308B278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01F6E-6383-4B60-82EE-B696E3E34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DCAD1-CB9D-4286-A2DD-FFF571A60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3D2AB-064D-4C6C-9530-E983C1537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00550-6003-452F-9D53-BC766F87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0366-71FB-476F-877D-82319EB6A580}" type="datetime1">
              <a:rPr lang="en-US" smtClean="0"/>
              <a:t>5/27/2022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B1D214-45EC-4D30-A8D9-AAEBBBD8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98082-989D-4FB6-919E-6FA68258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25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9A9F-F790-4505-A0ED-C0D0D67B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A9B6FE-7104-4777-A6B1-A8899215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982C-B11A-4F34-ADA5-F7498F8A9CF4}" type="datetime1">
              <a:rPr lang="en-US" smtClean="0"/>
              <a:t>5/27/2022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19A7-000F-4EBA-A2A5-C5FECA10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7432F-048D-4FAD-8BE6-5EA77BDB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7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FD69A-EC62-409F-B558-B069FA3B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60D5-1131-4D0F-9A2E-BC8804BD15AB}" type="datetime1">
              <a:rPr lang="en-US" smtClean="0"/>
              <a:t>5/27/2022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C3031-28F3-4AA9-B95F-FD1E452C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57E07-956B-4DCB-BB5E-72A15EEA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88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2F1A-9C01-4971-A7CA-F5B7970C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F3E0-0B14-4F53-932B-9CB9A952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DFD63-FFA8-4FAE-87DC-C9B0533F9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D2A16-D63C-4F28-AB86-56DD8FAE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6C49-6454-4274-82E7-184419D0A52F}" type="datetime1">
              <a:rPr lang="en-US" smtClean="0"/>
              <a:t>5/27/2022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6A5BA-A6E3-4597-94E3-DB435C61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BAD04-9DB4-4BAA-B7A3-CB5A93E2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6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B725-3DA8-4948-9B97-34C9082E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5BCB3-CCD4-4BE2-9774-F4268707E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BB47C-E982-4AEC-8FA0-50C7530DA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16356-D943-4CEA-A4AE-AF54FB59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4526-6F0C-4C05-B1EF-9D93140362C3}" type="datetime1">
              <a:rPr lang="en-US" smtClean="0"/>
              <a:t>5/27/2022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BA36D-E542-48BE-B38E-05370E0E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488C6-6349-4286-AD2A-191265FF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2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CFFD-36F4-48A9-BBBA-2AAD6F85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CFFBC-5C5A-41DB-9778-FD34C5E46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653C0-154B-4A17-B178-B35D1E06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AF142-70A4-45F6-B01F-E1F9DE095520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5F462-F1BB-49B1-83AB-AC4C64EF9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09E94-0D85-420B-B80D-9811A808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4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4A275-AFE8-44E2-8528-B932B6BD7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64568-EDD4-4EDD-A32C-956619FB9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60643-88D5-4257-889E-E8A0AE4E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74630-6E35-4ED6-BE6E-46FEDFC46A89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16D63-D2C7-4AEC-AF66-925748DE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1F65-7084-4CD1-8E64-974964EE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0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D2945-B496-455C-A124-D9BBA2E6C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E2438-386B-4E5D-B205-1C4D62B6D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FCA8F-D21D-40C5-AA77-63C612101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6796F-5F68-4AE6-B2E1-9193951C26CE}" type="datetime1">
              <a:rPr lang="en-US" smtClean="0"/>
              <a:t>5/27/2022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23F11-B3C2-4A74-AE5C-AB7524D6A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EB3F2-2872-4F85-98AD-26FCE2180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59368-60B5-45F5-8ABB-D44867BB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5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7A189-1615-467C-4C1B-84C10975B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God, the nations have invaded</a:t>
            </a:r>
          </a:p>
          <a:p>
            <a:pPr marL="0" indent="0" algn="ctr">
              <a:buNone/>
            </a:pPr>
            <a:r>
              <a:rPr lang="en-US" dirty="0"/>
              <a:t>and attacked your heritage,</a:t>
            </a:r>
          </a:p>
          <a:p>
            <a:pPr marL="0" indent="0" algn="ctr">
              <a:buNone/>
            </a:pPr>
            <a:r>
              <a:rPr lang="en-US" dirty="0"/>
              <a:t>They defiled your holy temple,</a:t>
            </a:r>
          </a:p>
          <a:p>
            <a:pPr marL="0" indent="0" algn="ctr">
              <a:buNone/>
            </a:pPr>
            <a:r>
              <a:rPr lang="en-US" dirty="0"/>
              <a:t>Crushed Jerusalem in rage.</a:t>
            </a:r>
          </a:p>
          <a:p>
            <a:pPr marL="0" indent="0" algn="ctr">
              <a:buNone/>
            </a:pPr>
            <a:r>
              <a:rPr lang="en-US" dirty="0"/>
              <a:t>They have </a:t>
            </a:r>
            <a:r>
              <a:rPr lang="en-US" dirty="0" err="1"/>
              <a:t>giv’n</a:t>
            </a:r>
            <a:r>
              <a:rPr lang="en-US" dirty="0"/>
              <a:t> your servants’ bodies</a:t>
            </a:r>
          </a:p>
          <a:p>
            <a:pPr marL="0" indent="0" algn="ctr">
              <a:buNone/>
            </a:pPr>
            <a:r>
              <a:rPr lang="en-US" dirty="0"/>
              <a:t>To the birds of prey as meat,</a:t>
            </a:r>
          </a:p>
          <a:p>
            <a:pPr marL="0" indent="0" algn="ctr">
              <a:buNone/>
            </a:pPr>
            <a:r>
              <a:rPr lang="en-US" dirty="0"/>
              <a:t>And the corpses of your faithful</a:t>
            </a:r>
          </a:p>
          <a:p>
            <a:pPr marL="0" indent="0" algn="ctr">
              <a:buNone/>
            </a:pPr>
            <a:r>
              <a:rPr lang="en-US" dirty="0"/>
              <a:t> to wild animals to eat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C8965A-9CE7-6841-5955-8E73D01F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#79A God, The Nations Have Invaded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C8006-749B-6523-A674-1F87154C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0159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927C-C6BB-6ED9-D47E-06938DA0E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They have poured out blood like water</a:t>
            </a:r>
          </a:p>
          <a:p>
            <a:pPr marL="0" indent="0" algn="ctr">
              <a:buNone/>
            </a:pPr>
            <a:r>
              <a:rPr lang="en-US" dirty="0"/>
              <a:t>All around Jerusalem.</a:t>
            </a:r>
          </a:p>
          <a:p>
            <a:pPr marL="0" indent="0" algn="ctr">
              <a:buNone/>
            </a:pPr>
            <a:r>
              <a:rPr lang="en-US" dirty="0"/>
              <a:t>There was no one there to bury</a:t>
            </a:r>
          </a:p>
          <a:p>
            <a:pPr marL="0" indent="0" algn="ctr">
              <a:buNone/>
            </a:pPr>
            <a:r>
              <a:rPr lang="en-US" dirty="0"/>
              <a:t>All the bodies of the dead.</a:t>
            </a:r>
          </a:p>
          <a:p>
            <a:pPr marL="0" indent="0" algn="ctr">
              <a:buNone/>
            </a:pPr>
            <a:r>
              <a:rPr lang="en-US" dirty="0"/>
              <a:t>We’ve become to all our neighbors</a:t>
            </a:r>
          </a:p>
          <a:p>
            <a:pPr marL="0" indent="0" algn="ctr">
              <a:buNone/>
            </a:pPr>
            <a:r>
              <a:rPr lang="en-US" dirty="0"/>
              <a:t> a derision and reproach.</a:t>
            </a:r>
          </a:p>
          <a:p>
            <a:pPr marL="0" indent="0" algn="ctr">
              <a:buNone/>
            </a:pPr>
            <a:r>
              <a:rPr lang="en-US" dirty="0"/>
              <a:t>We are scorned by those who mock us,</a:t>
            </a:r>
          </a:p>
          <a:p>
            <a:pPr marL="0" indent="0" algn="ctr">
              <a:buNone/>
            </a:pPr>
            <a:r>
              <a:rPr lang="en-US" dirty="0"/>
              <a:t>Those who now on us encroach.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4249B-C17D-A71B-84AC-869AF265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6000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A2A22-38D4-4FF3-5F2D-9F4D5E7FA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Lord, how long? Will your displeasure</a:t>
            </a:r>
          </a:p>
          <a:p>
            <a:pPr marL="0" indent="0" algn="ctr">
              <a:buNone/>
            </a:pPr>
            <a:r>
              <a:rPr lang="en-US" dirty="0"/>
              <a:t>Carry on and never tire?</a:t>
            </a:r>
          </a:p>
          <a:p>
            <a:pPr marL="0" indent="0" algn="ctr">
              <a:buNone/>
            </a:pPr>
            <a:r>
              <a:rPr lang="en-US" dirty="0"/>
              <a:t>Will your jealous anger burn, </a:t>
            </a:r>
          </a:p>
          <a:p>
            <a:pPr marL="0" indent="0" algn="ctr">
              <a:buNone/>
            </a:pPr>
            <a:r>
              <a:rPr lang="en-US" dirty="0"/>
              <a:t>Lord, like an all-consuming fire?</a:t>
            </a:r>
          </a:p>
          <a:p>
            <a:pPr marL="0" indent="0" algn="ctr">
              <a:buNone/>
            </a:pPr>
            <a:r>
              <a:rPr lang="en-US" dirty="0"/>
              <a:t>Pour your fury on the nations</a:t>
            </a:r>
          </a:p>
          <a:p>
            <a:pPr marL="0" indent="0" algn="ctr">
              <a:buNone/>
            </a:pPr>
            <a:r>
              <a:rPr lang="en-US" dirty="0"/>
              <a:t>That reject your holy name,</a:t>
            </a:r>
          </a:p>
          <a:p>
            <a:pPr marL="0" indent="0" algn="ctr">
              <a:buNone/>
            </a:pPr>
            <a:r>
              <a:rPr lang="en-US" dirty="0"/>
              <a:t>All the kingdoms which devour and</a:t>
            </a:r>
          </a:p>
          <a:p>
            <a:pPr marL="0" indent="0" algn="ctr">
              <a:buNone/>
            </a:pPr>
            <a:r>
              <a:rPr lang="en-US" dirty="0"/>
              <a:t>Shatter Jacob’s dwelling place.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E8966-6C60-5590-ADE8-670EE949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6970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 </a:t>
            </a:r>
            <a:r>
              <a:rPr lang="en-CA" sz="2800" dirty="0"/>
              <a:t>Lord, remember not against us</a:t>
            </a:r>
          </a:p>
          <a:p>
            <a:pPr algn="ctr"/>
            <a:r>
              <a:rPr lang="en-CA" sz="2800" dirty="0"/>
              <a:t>All our sins of long ago;</a:t>
            </a:r>
          </a:p>
          <a:p>
            <a:pPr algn="ctr"/>
            <a:r>
              <a:rPr lang="en-CA" sz="2800" dirty="0"/>
              <a:t>May your mercy quickly meet us</a:t>
            </a:r>
          </a:p>
          <a:p>
            <a:pPr algn="ctr"/>
            <a:r>
              <a:rPr lang="en-CA" sz="2800" dirty="0"/>
              <a:t>You have brought us very low.</a:t>
            </a:r>
          </a:p>
          <a:p>
            <a:pPr algn="ctr"/>
            <a:r>
              <a:rPr lang="en-CA" sz="2800" dirty="0"/>
              <a:t>Help us, God of our salvation,</a:t>
            </a:r>
          </a:p>
          <a:p>
            <a:pPr algn="ctr"/>
            <a:r>
              <a:rPr lang="en-CA" sz="2800" dirty="0"/>
              <a:t>For the glory of your name.</a:t>
            </a:r>
          </a:p>
          <a:p>
            <a:pPr algn="ctr"/>
            <a:r>
              <a:rPr lang="en-CA" sz="2800" dirty="0"/>
              <a:t>For your name’s sake come and save us,</a:t>
            </a:r>
          </a:p>
          <a:p>
            <a:pPr algn="ctr"/>
            <a:r>
              <a:rPr lang="en-CA" sz="2800" dirty="0"/>
              <a:t>Cover all our sin and shame.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37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Why should nations all around us</a:t>
            </a:r>
          </a:p>
          <a:p>
            <a:pPr algn="ctr"/>
            <a:r>
              <a:rPr lang="en-US" sz="2800" dirty="0"/>
              <a:t>Come and say, “Where is your God?”</a:t>
            </a:r>
          </a:p>
          <a:p>
            <a:pPr algn="ctr"/>
            <a:r>
              <a:rPr lang="en-US" sz="2800" dirty="0"/>
              <a:t>Let the nations know your vengeance</a:t>
            </a:r>
          </a:p>
          <a:p>
            <a:pPr algn="ctr"/>
            <a:r>
              <a:rPr lang="en-US" sz="2800" dirty="0"/>
              <a:t>For your servants’ outpoured blood.</a:t>
            </a:r>
          </a:p>
          <a:p>
            <a:pPr algn="ctr"/>
            <a:r>
              <a:rPr lang="en-US" sz="2800" dirty="0"/>
              <a:t>May the groans of </a:t>
            </a:r>
            <a:r>
              <a:rPr lang="en-US" sz="2800" dirty="0" err="1"/>
              <a:t>ev’ry</a:t>
            </a:r>
            <a:r>
              <a:rPr lang="en-US" sz="2800" dirty="0"/>
              <a:t> </a:t>
            </a:r>
            <a:r>
              <a:rPr lang="en-US" sz="2800" dirty="0" err="1"/>
              <a:t>pris’ner</a:t>
            </a:r>
            <a:endParaRPr lang="en-US" sz="2800" dirty="0"/>
          </a:p>
          <a:p>
            <a:pPr algn="ctr"/>
            <a:r>
              <a:rPr lang="en-US" sz="2800" dirty="0"/>
              <a:t>Come before your throne on high;</a:t>
            </a:r>
          </a:p>
          <a:p>
            <a:pPr algn="ctr"/>
            <a:r>
              <a:rPr lang="en-US" sz="2800" dirty="0"/>
              <a:t>And according to your power</a:t>
            </a:r>
          </a:p>
          <a:p>
            <a:pPr algn="ctr"/>
            <a:r>
              <a:rPr lang="en-US" sz="2800" dirty="0"/>
              <a:t>Save all those condemned to die.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89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</a:t>
            </a:r>
            <a:r>
              <a:rPr lang="en-CA" sz="2800" dirty="0"/>
              <a:t>. </a:t>
            </a:r>
            <a:r>
              <a:rPr lang="en-US" sz="2800" dirty="0"/>
              <a:t>Lord, reward our taunting </a:t>
            </a:r>
            <a:r>
              <a:rPr lang="en-US" sz="2800" dirty="0" err="1"/>
              <a:t>neighbours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For they treated you with scorn;</a:t>
            </a:r>
          </a:p>
          <a:p>
            <a:pPr algn="ctr"/>
            <a:r>
              <a:rPr lang="en-US" sz="2800" dirty="0"/>
              <a:t>In their laps, O Lord, deliver</a:t>
            </a:r>
          </a:p>
          <a:p>
            <a:pPr algn="ctr"/>
            <a:r>
              <a:rPr lang="en-US" sz="2800" dirty="0" err="1"/>
              <a:t>Sev’n</a:t>
            </a:r>
            <a:r>
              <a:rPr lang="en-US" sz="2800" dirty="0"/>
              <a:t> fold judgment in return</a:t>
            </a:r>
          </a:p>
          <a:p>
            <a:pPr algn="ctr"/>
            <a:r>
              <a:rPr lang="en-US" sz="2800" dirty="0"/>
              <a:t>Then shall we, your sheep, your people,</a:t>
            </a:r>
          </a:p>
          <a:p>
            <a:pPr algn="ctr"/>
            <a:r>
              <a:rPr lang="en-US" sz="2800" dirty="0"/>
              <a:t>Give you thanks forevermore,</a:t>
            </a:r>
          </a:p>
          <a:p>
            <a:pPr algn="ctr"/>
            <a:r>
              <a:rPr lang="en-US" sz="2800" dirty="0"/>
              <a:t>And thro’ </a:t>
            </a:r>
            <a:r>
              <a:rPr lang="en-US" sz="2800" dirty="0" err="1"/>
              <a:t>ev’ry</a:t>
            </a:r>
            <a:r>
              <a:rPr lang="en-US" sz="2800" dirty="0"/>
              <a:t> generation</a:t>
            </a:r>
          </a:p>
          <a:p>
            <a:pPr algn="ctr"/>
            <a:r>
              <a:rPr lang="en-US" sz="2800" dirty="0"/>
              <a:t>Your unending praise record.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3593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393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#79A God, The Nations Have Invaded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#79A God, The Nations Have Invaded</dc:title>
  <dc:creator>Eric Hoogendoorn</dc:creator>
  <cp:lastModifiedBy>Neil Tuininga</cp:lastModifiedBy>
  <cp:revision>2</cp:revision>
  <dcterms:created xsi:type="dcterms:W3CDTF">2020-05-29T03:04:08Z</dcterms:created>
  <dcterms:modified xsi:type="dcterms:W3CDTF">2022-05-27T15:54:56Z</dcterms:modified>
</cp:coreProperties>
</file>