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4251F-092B-4DE3-BFE1-8EC7EB3A40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301B8-CCA3-4936-A368-12D0BDB54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5F915-B632-4ADD-9625-9DA67011C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909E-27AE-49E3-9BAB-296C519CDD9C}" type="datetimeFigureOut">
              <a:rPr lang="en-CA" smtClean="0"/>
              <a:t>2021-04-09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32E0A-BEA5-43DC-935F-1443E1D35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E927A-CA57-4401-BCC0-07691225F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878A-7FB4-4222-A825-831A60128F6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0490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66F84-3AE6-42AA-BC8E-920717DCD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8ACF7-69D7-451A-90D7-905FAC1B6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4D47A-E837-4AD4-8E0B-3D58711A8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909E-27AE-49E3-9BAB-296C519CDD9C}" type="datetimeFigureOut">
              <a:rPr lang="en-CA" smtClean="0"/>
              <a:t>2021-04-09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E1954-186D-4DD4-A56C-35860C6D6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1A3D0-6582-4547-B50E-35433BB0C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878A-7FB4-4222-A825-831A60128F6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501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0EEB2-E653-40DB-B97B-CF99D6DEA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09FA2-78C5-4EFF-94AC-8F9A76A8C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65C24-6FAA-4F16-958B-70AE8203B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909E-27AE-49E3-9BAB-296C519CDD9C}" type="datetimeFigureOut">
              <a:rPr lang="en-CA" smtClean="0"/>
              <a:t>2021-04-09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DF0C6-224F-41AB-833B-AAE7C6DFB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3D8B4-C08F-43B4-8FDC-19949BC62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878A-7FB4-4222-A825-831A60128F6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4394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B8290-7073-4B7C-A10E-8AAB291B4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18B39-A2D7-40B5-AA29-5B472338F8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F32179-35EC-474B-8178-1164DC947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B36A5A-EC2F-4D62-AB60-5DD9EA8CC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909E-27AE-49E3-9BAB-296C519CDD9C}" type="datetimeFigureOut">
              <a:rPr lang="en-CA" smtClean="0"/>
              <a:t>2021-04-09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04B9C7-BB33-4553-BAD1-18BE62530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E333E-96D5-4138-A4F1-5A89F9BB5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878A-7FB4-4222-A825-831A60128F6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3696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9F2B6-997C-420F-9EED-3C0710928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0D63E-80FC-4343-96C2-A215FB8B3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026943-0FD9-4BEE-8B09-2A0A1AD5B0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1BC7F-9437-4084-A0B6-8E44D67BD7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EABA6F-9C7F-40F7-AB87-72641D4BA6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E870D2-4F58-4DE8-971E-EF6B7491B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909E-27AE-49E3-9BAB-296C519CDD9C}" type="datetimeFigureOut">
              <a:rPr lang="en-CA" smtClean="0"/>
              <a:t>2021-04-09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DB22DC-CAB2-46BC-AFDB-A8F7DE050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717D0F-206C-42A6-93B6-1564D45B5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878A-7FB4-4222-A825-831A60128F6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413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19489-1B6E-455A-ACD2-6B109EED4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BBE884-A34B-44C7-AE61-2B01E4A0A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909E-27AE-49E3-9BAB-296C519CDD9C}" type="datetimeFigureOut">
              <a:rPr lang="en-CA" smtClean="0"/>
              <a:t>2021-04-09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EEFC9F-BCB8-4E49-B998-009A492CF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F930F1-4CF1-45E0-AA14-E53FB955C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878A-7FB4-4222-A825-831A60128F6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7439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83B7C5-390F-4123-9D08-E986D69ED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909E-27AE-49E3-9BAB-296C519CDD9C}" type="datetimeFigureOut">
              <a:rPr lang="en-CA" smtClean="0"/>
              <a:t>2021-04-09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6DC256-8687-41E7-BFD5-01060F686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F99A4-396B-44D1-A1DF-6D7B10AFC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878A-7FB4-4222-A825-831A60128F6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63824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9665D-979B-4BC4-BF37-54FCECFEB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88694-B032-4E82-89B6-D1288396C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3EB588-F3A8-4D64-A63B-042FFA113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4CB8E6-5272-4F7D-9CF3-69D4B41BE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909E-27AE-49E3-9BAB-296C519CDD9C}" type="datetimeFigureOut">
              <a:rPr lang="en-CA" smtClean="0"/>
              <a:t>2021-04-09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E1A569-A609-4F80-AA6D-0E2ABF10E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A2252-7300-4040-B404-7310A0C00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878A-7FB4-4222-A825-831A60128F6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8451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B311D-5B7C-4D78-B925-D15B3E058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FCA03E-2AB9-4330-96AA-635CDEB626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3766E9-FB61-4E98-8E50-2F019783EB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06C0D-104E-4474-B130-4684F781B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909E-27AE-49E3-9BAB-296C519CDD9C}" type="datetimeFigureOut">
              <a:rPr lang="en-CA" smtClean="0"/>
              <a:t>2021-04-09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E8491-44D0-4929-AC79-D47B09529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906E15-E7FD-4069-8426-DEEEE65CD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878A-7FB4-4222-A825-831A60128F6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9847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8F2FD-2A34-441E-B7EF-502126CAF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6B317C-2BA8-4BA9-B3EF-FD0614090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564EE-3229-40CB-AB0D-BF9F9DC6E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909E-27AE-49E3-9BAB-296C519CDD9C}" type="datetimeFigureOut">
              <a:rPr lang="en-CA" smtClean="0"/>
              <a:t>2021-04-09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D9679-88AC-490D-9637-A254C2780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D09C4-0044-47D2-A7DD-7B2A0C219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878A-7FB4-4222-A825-831A60128F6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728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4B7722-DEF9-44D7-B37C-F95F1FC29C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2668E4-F8CA-4375-A357-A72E466146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6744F-67C4-45BA-9433-B5521FFE6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909E-27AE-49E3-9BAB-296C519CDD9C}" type="datetimeFigureOut">
              <a:rPr lang="en-CA" smtClean="0"/>
              <a:t>2021-04-09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9E38C-05D8-495E-9266-1F1FF7669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2177B-70E9-40F7-9A52-2ADD83D7C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878A-7FB4-4222-A825-831A60128F6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1385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DD269B-724F-46FA-B310-1E9F8973A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0A4BBC-2264-4FE1-97C1-E7B535FFF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3D484-FFC0-489B-8CB8-E57251CF07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B909E-27AE-49E3-9BAB-296C519CDD9C}" type="datetimeFigureOut">
              <a:rPr lang="en-CA" smtClean="0"/>
              <a:t>2021-04-09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9785A-A324-48B6-AA3E-0814113D9C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FE02F-0854-40B5-ADC1-234DFE10D7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8878A-7FB4-4222-A825-831A60128F6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8429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3D9AAF-DCFD-4126-808C-6E7BBAC04E3D}"/>
              </a:ext>
            </a:extLst>
          </p:cNvPr>
          <p:cNvSpPr txBox="1"/>
          <p:nvPr/>
        </p:nvSpPr>
        <p:spPr>
          <a:xfrm>
            <a:off x="985837" y="276225"/>
            <a:ext cx="102203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4400" i="1" dirty="0">
                <a:solidFill>
                  <a:prstClr val="black"/>
                </a:solidFill>
                <a:latin typeface="Calibri Light" panose="020F0302020204030204"/>
              </a:rPr>
              <a:t>#250 I Sing the Almighty Power of God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B9C92D-A7A9-4AF2-8129-81A17663FD73}"/>
              </a:ext>
            </a:extLst>
          </p:cNvPr>
          <p:cNvSpPr txBox="1"/>
          <p:nvPr/>
        </p:nvSpPr>
        <p:spPr>
          <a:xfrm>
            <a:off x="1914524" y="1659285"/>
            <a:ext cx="83629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1. I sing </a:t>
            </a:r>
            <a:r>
              <a:rPr lang="en-US" sz="2800" dirty="0" err="1">
                <a:solidFill>
                  <a:srgbClr val="222222"/>
                </a:solidFill>
              </a:rPr>
              <a:t>th'almighty</a:t>
            </a:r>
            <a:r>
              <a:rPr lang="en-US" sz="2800" dirty="0">
                <a:solidFill>
                  <a:srgbClr val="222222"/>
                </a:solidFill>
              </a:rPr>
              <a:t> </a:t>
            </a:r>
            <a:r>
              <a:rPr lang="en-US" sz="2800" dirty="0" err="1">
                <a:solidFill>
                  <a:srgbClr val="222222"/>
                </a:solidFill>
              </a:rPr>
              <a:t>pow'r</a:t>
            </a:r>
            <a:r>
              <a:rPr lang="en-US" sz="2800" dirty="0">
                <a:solidFill>
                  <a:srgbClr val="222222"/>
                </a:solidFill>
              </a:rPr>
              <a:t> of God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that made the mountains rise,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that spread the flowing seas abroad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built the lofty skies.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I sing the wisdom that ordained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the sun to rule the day;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the moon shines full at his command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all the stars obey.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964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567989-7E8C-4135-8D46-78717D5ACAC5}"/>
              </a:ext>
            </a:extLst>
          </p:cNvPr>
          <p:cNvSpPr txBox="1"/>
          <p:nvPr/>
        </p:nvSpPr>
        <p:spPr>
          <a:xfrm>
            <a:off x="2466975" y="1659285"/>
            <a:ext cx="72580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2. I sing the goodness of the Lord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that filled the earth with food;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he formed the creatures with his word,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then pronounced them good.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Lord, how your wonders are displayed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 err="1">
                <a:solidFill>
                  <a:srgbClr val="222222"/>
                </a:solidFill>
              </a:rPr>
              <a:t>where'er</a:t>
            </a:r>
            <a:r>
              <a:rPr lang="en-US" sz="2800" dirty="0">
                <a:solidFill>
                  <a:srgbClr val="222222"/>
                </a:solidFill>
              </a:rPr>
              <a:t> I turn mine eye,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if I survey the ground I tread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or gaze upon the sky!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3362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22785F-C59C-4E92-8F08-1FD7B5CFC238}"/>
              </a:ext>
            </a:extLst>
          </p:cNvPr>
          <p:cNvSpPr txBox="1"/>
          <p:nvPr/>
        </p:nvSpPr>
        <p:spPr>
          <a:xfrm>
            <a:off x="2190750" y="1659285"/>
            <a:ext cx="78105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3. There's not a plant or </a:t>
            </a:r>
            <a:r>
              <a:rPr lang="en-US" sz="2800" dirty="0" err="1">
                <a:solidFill>
                  <a:srgbClr val="222222"/>
                </a:solidFill>
              </a:rPr>
              <a:t>flow'r</a:t>
            </a:r>
            <a:r>
              <a:rPr lang="en-US" sz="2800" dirty="0">
                <a:solidFill>
                  <a:srgbClr val="222222"/>
                </a:solidFill>
              </a:rPr>
              <a:t> below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but makes your glories known;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clouds arise and tempests blow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by order from your throne;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while all that borrows life from you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is ever in your care,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</a:t>
            </a:r>
            <a:r>
              <a:rPr lang="en-US" sz="2800" dirty="0" err="1">
                <a:solidFill>
                  <a:srgbClr val="222222"/>
                </a:solidFill>
              </a:rPr>
              <a:t>ev'rywhere</a:t>
            </a:r>
            <a:r>
              <a:rPr lang="en-US" sz="2800" dirty="0">
                <a:solidFill>
                  <a:srgbClr val="222222"/>
                </a:solidFill>
              </a:rPr>
              <a:t> that man can be,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you, God, are present there.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214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193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2021-03-12T19:12:46Z</dcterms:created>
  <dcterms:modified xsi:type="dcterms:W3CDTF">2021-04-09T20:31:03Z</dcterms:modified>
</cp:coreProperties>
</file>