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376" r:id="rId3"/>
    <p:sldId id="377" r:id="rId4"/>
    <p:sldId id="395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EE384-1CC0-41E0-A315-C1F6381274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1D74EA-A365-4903-B3B5-D7826D2269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670AEC-9ECE-4041-987E-05CB9E432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7F4DD-2016-438F-8BC9-A9ACA9206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4251D6-6F40-47A1-9607-515D8A85B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7834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A4136-5015-4B1F-BE07-E83F8888A6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58AAF0-279C-4398-A24D-3E3DEA1211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FDA7F-776A-44C2-9D1D-9DBD9D39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AE7365-905D-40EF-94B5-BF95EE282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813D86-5B6C-472D-BAFA-06DC8C10C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5555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656DD5-02FD-4674-ABF0-2800ACF812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36063-FD57-464C-88CF-41D176CF3E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8F880-1433-46DC-9A5D-66A26677E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959E7-430B-402A-A6D6-3DD8888ACE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AEA70-01EF-4BC0-BBF2-E244E7BA3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077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B6A032-C6FE-4CDA-8EF4-3258594A9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BDD98-16B2-4608-933E-0130F875E6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6AE243-5A70-43DD-9D08-2F9A2F044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C9399E-2037-49CB-8AE4-3EBF40252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612944-9D0E-412C-BAEB-D10288484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B9207-FE56-47A6-A299-E289DEFB8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925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90BD6-C855-447C-B83E-F5A01665C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6FA83-2475-4070-A48C-8F313E23E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862DF0-E16C-4631-A003-607808AB63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26FB45-3BAF-4D2B-AF0B-D3294728D6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13C90-809F-4E90-BF45-FEA3893DA1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1C9AB2-4C15-4977-883E-04D692D593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301919-2AC9-4D0D-826E-2AB963CBE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E6898E-9208-475E-B68B-724F85977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2480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105A-2637-4C18-9868-072957CB7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4EEBD3-EF44-48AD-96A2-269C818D3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374FD0-F5E7-4633-9CD0-C85629F30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543738-E471-46CD-918A-C1B0FAB4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329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5E273-0C09-4A4E-9B82-A85E5383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7D5ED6-23DD-405B-83B2-38091F39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D3E858-B79D-4EE0-B632-F771DB3AB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6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C45E93-4CA8-474F-B80D-8E4428071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830E3-8BE4-4A56-9BB9-D463A1A65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D1727-4908-4BB7-91BE-A55CF31522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E04EBB-CD29-4243-AE38-7F731E7F2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CBB22-1655-47AA-BCF3-02FF9E49C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32F76-9B7E-41E3-86BA-5E432C825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51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75650-98A4-4FAB-8161-D6A8E357F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5E6136-A4FC-49FE-8194-63F6FE75D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0B052D-299B-4FAD-94E6-B93B1DB067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15FBD9-EC0B-4C65-8E7B-C7ADE3F01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47FE75-0AD8-4708-88FF-C5EBF9E7A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C856D8-B80D-466B-9729-2998E654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494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8BDB8-9C38-403A-B672-192FEC7F1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39CCA5-0B78-4A1F-BB6B-6AB03B9DFE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0212B-F9D7-42FE-BAA9-A03474B81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59C0E-6728-4005-B99D-A34244465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0FC6D-528E-494A-95DD-5A51A0CD5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070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A95905-8004-403B-8A55-F06CD0E34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55DB6-4D3E-4F7D-A511-FD66308E55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736BA-FB09-426D-8CD6-E93CD848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82DE43-EF2C-45F7-95F4-086DD1176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6409A-CE04-4A83-BC6E-57C8E5242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0470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2231CA-3663-45CB-BBD1-F82DF5661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9166DE-06DA-46DA-A3E5-4978F57FD1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EA219-3AB0-4922-95CF-AB7D80DB3A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C5DB6D-9E60-4DD1-B60F-6DBC8D223C44}" type="datetimeFigureOut">
              <a:rPr lang="en-US" smtClean="0"/>
              <a:t>12/19/2020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D275D4-AEA0-4DCD-B333-03D46701C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53668-5581-4B6A-A5DE-0E7ED8CC4D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AF137-EA12-4B9C-B824-CFE62FD393C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8191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62CD1AC-1686-4B85-9427-4E49F37C98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1978 InterVarsity Christian Fellowship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21A8D7-36D6-47B7-B2A5-946430D58AA3}"/>
              </a:ext>
            </a:extLst>
          </p:cNvPr>
          <p:cNvSpPr txBox="1"/>
          <p:nvPr/>
        </p:nvSpPr>
        <p:spPr>
          <a:xfrm>
            <a:off x="-42862" y="136525"/>
            <a:ext cx="122777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 dirty="0">
                <a:latin typeface="+mj-lt"/>
              </a:rPr>
              <a:t>#300 Come, Thou Long-Expected Jesus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A3FDDE-D0C7-49B4-8498-33CAD77D0B37}"/>
              </a:ext>
            </a:extLst>
          </p:cNvPr>
          <p:cNvSpPr txBox="1"/>
          <p:nvPr/>
        </p:nvSpPr>
        <p:spPr>
          <a:xfrm>
            <a:off x="2181225" y="1771650"/>
            <a:ext cx="782955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 dirty="0">
                <a:solidFill>
                  <a:prstClr val="black"/>
                </a:solidFill>
              </a:rPr>
              <a:t>Come, thou long-expected Jesus, 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born to se thy people free;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from our fears and sins release us;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let us find our rest in thee.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Israel’s strength and consolation,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hope of all the earth thou art,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dear Desire of </a:t>
            </a:r>
            <a:r>
              <a:rPr lang="en-CA" sz="2800" dirty="0" err="1">
                <a:solidFill>
                  <a:prstClr val="black"/>
                </a:solidFill>
              </a:rPr>
              <a:t>ev’ry</a:t>
            </a:r>
            <a:r>
              <a:rPr lang="en-CA" sz="2800" dirty="0">
                <a:solidFill>
                  <a:prstClr val="black"/>
                </a:solidFill>
              </a:rPr>
              <a:t> nation,</a:t>
            </a:r>
          </a:p>
          <a:p>
            <a:pPr lvl="0" algn="ctr"/>
            <a:r>
              <a:rPr lang="en-CA" sz="2800" dirty="0">
                <a:solidFill>
                  <a:prstClr val="black"/>
                </a:solidFill>
              </a:rPr>
              <a:t>joy of </a:t>
            </a:r>
            <a:r>
              <a:rPr lang="en-CA" sz="2800" dirty="0" err="1">
                <a:solidFill>
                  <a:prstClr val="black"/>
                </a:solidFill>
              </a:rPr>
              <a:t>ev’ry</a:t>
            </a:r>
            <a:r>
              <a:rPr lang="en-CA" sz="2800" dirty="0">
                <a:solidFill>
                  <a:prstClr val="black"/>
                </a:solidFill>
              </a:rPr>
              <a:t> longing heart.</a:t>
            </a:r>
          </a:p>
        </p:txBody>
      </p:sp>
    </p:spTree>
    <p:extLst>
      <p:ext uri="{BB962C8B-B14F-4D97-AF65-F5344CB8AC3E}">
        <p14:creationId xmlns:p14="http://schemas.microsoft.com/office/powerpoint/2010/main" val="2266948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4F8AED2-8B7F-424C-A966-8E05F4918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CA" dirty="0">
                <a:solidFill>
                  <a:prstClr val="black">
                    <a:tint val="75000"/>
                  </a:prstClr>
                </a:solidFill>
              </a:rPr>
              <a:t>Copyright 1978 InterVarsity Christian Fellowship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88F8E-9B58-43ED-9339-E4F907D7AED0}"/>
              </a:ext>
            </a:extLst>
          </p:cNvPr>
          <p:cNvSpPr txBox="1"/>
          <p:nvPr/>
        </p:nvSpPr>
        <p:spPr>
          <a:xfrm>
            <a:off x="2228850" y="1659285"/>
            <a:ext cx="77343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dirty="0"/>
              <a:t>2. Joy to those who long to see thee, </a:t>
            </a:r>
          </a:p>
          <a:p>
            <a:pPr algn="ctr"/>
            <a:r>
              <a:rPr lang="en-CA" sz="2800" dirty="0"/>
              <a:t>Dayspring from on high, appear;</a:t>
            </a:r>
          </a:p>
          <a:p>
            <a:pPr algn="ctr"/>
            <a:r>
              <a:rPr lang="en-CA" sz="2800" dirty="0"/>
              <a:t>come, thou promised Rod of Jesse,</a:t>
            </a:r>
          </a:p>
          <a:p>
            <a:pPr algn="ctr"/>
            <a:r>
              <a:rPr lang="en-CA" sz="2800" dirty="0"/>
              <a:t>of thy birth we long to hear!</a:t>
            </a:r>
          </a:p>
          <a:p>
            <a:pPr algn="ctr"/>
            <a:r>
              <a:rPr lang="en-CA" sz="2800" dirty="0"/>
              <a:t>O’er the hills the angels singing</a:t>
            </a:r>
          </a:p>
          <a:p>
            <a:pPr algn="ctr"/>
            <a:r>
              <a:rPr lang="en-CA" sz="2800" dirty="0"/>
              <a:t>news, glad tidings of a birth:</a:t>
            </a:r>
          </a:p>
          <a:p>
            <a:pPr algn="ctr"/>
            <a:r>
              <a:rPr lang="en-CA" sz="2800" dirty="0"/>
              <a:t>“Go to him, your praises bringing;</a:t>
            </a:r>
          </a:p>
          <a:p>
            <a:pPr algn="ctr"/>
            <a:r>
              <a:rPr lang="en-CA" sz="2800" dirty="0"/>
              <a:t>Christ the Lord has come to earth.”</a:t>
            </a:r>
          </a:p>
        </p:txBody>
      </p:sp>
    </p:spTree>
    <p:extLst>
      <p:ext uri="{BB962C8B-B14F-4D97-AF65-F5344CB8AC3E}">
        <p14:creationId xmlns:p14="http://schemas.microsoft.com/office/powerpoint/2010/main" val="27590619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5D2673-FEA7-40B7-8C00-069A5DBF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CA" dirty="0">
                <a:solidFill>
                  <a:prstClr val="black">
                    <a:tint val="75000"/>
                  </a:prstClr>
                </a:solidFill>
              </a:rPr>
              <a:t>Copyright 1978 InterVarsity Christian Fellowship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45181-28DC-4E1D-80AE-274F09A57412}"/>
              </a:ext>
            </a:extLst>
          </p:cNvPr>
          <p:cNvSpPr txBox="1"/>
          <p:nvPr/>
        </p:nvSpPr>
        <p:spPr>
          <a:xfrm>
            <a:off x="2305050" y="1659285"/>
            <a:ext cx="75819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3. Come to earth to taste our sadness,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he whose glories knew no end;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by his life he brings us gladness,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our Redeemer, Shepherd, Friend.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Leaving riches without number,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born within a cattle stall;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this the everlasting wonder,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Christ was born the Lord of all.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53251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5D3CE3B-6050-424E-A2D4-6CFC99283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r>
              <a:rPr lang="en-CA" dirty="0">
                <a:solidFill>
                  <a:prstClr val="black">
                    <a:tint val="75000"/>
                  </a:prstClr>
                </a:solidFill>
              </a:rPr>
              <a:t>Copyright 1978 InterVarsity Christian Fellowship</a:t>
            </a:r>
          </a:p>
          <a:p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400AEB-154A-40E2-B6C7-13AFE8EDEA35}"/>
              </a:ext>
            </a:extLst>
          </p:cNvPr>
          <p:cNvSpPr txBox="1"/>
          <p:nvPr/>
        </p:nvSpPr>
        <p:spPr>
          <a:xfrm>
            <a:off x="2381250" y="1739900"/>
            <a:ext cx="74295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 dirty="0">
                <a:solidFill>
                  <a:prstClr val="black"/>
                </a:solidFill>
              </a:rPr>
              <a:t>4. Born thy people to deliver,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born a child and yet a king,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born to reign in us forever,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now thy gracious kingdom bring.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By thine own eternal Spirit 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rule in all our hearts alone;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by thine all-sufficient merit,</a:t>
            </a:r>
          </a:p>
          <a:p>
            <a:pPr lvl="0" algn="ctr"/>
            <a:r>
              <a:rPr lang="en-US" sz="2800" dirty="0">
                <a:solidFill>
                  <a:prstClr val="black"/>
                </a:solidFill>
              </a:rPr>
              <a:t>raise us to thy glorious throne.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36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255</Words>
  <Application>Microsoft Office PowerPoint</Application>
  <PresentationFormat>Widescreen</PresentationFormat>
  <Paragraphs>37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2020-12-20T00:13:41Z</dcterms:created>
  <dcterms:modified xsi:type="dcterms:W3CDTF">2020-12-20T00:14:02Z</dcterms:modified>
</cp:coreProperties>
</file>