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8" r:id="rId2"/>
    <p:sldId id="369" r:id="rId3"/>
    <p:sldId id="37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0B8FC-AB33-4E65-922F-59CE300E4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AF817-2981-47F6-8465-0BE3A9BA9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5B0FC-0516-4D89-BBC6-186080243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EAD4-0F84-4E45-B49D-984A0A76294B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6F56A-92D9-4B11-ACC2-B766672A2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0E7B5-53D5-4E48-A5D8-5DDED3F57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CFE3A-7B4D-4F22-8592-4640E6538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83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C846-6F49-4A71-9905-EACD20B65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FA866-91C3-4584-BA29-0FA49AFB2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E648D-52D1-4DAF-B60A-D8BB2650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EAD4-0F84-4E45-B49D-984A0A76294B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A65F8-2924-4CEB-B271-A9AA23183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959F3-E22B-48C3-8BDF-8062241D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CFE3A-7B4D-4F22-8592-4640E6538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060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8DE1A-7C46-4462-A083-849615E95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5F3CB8-C03C-4219-842D-C706C8E5E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D1569-64CB-4781-972E-D70EDB1C2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EAD4-0F84-4E45-B49D-984A0A76294B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A9AC2-608D-41DE-98C1-3AE1B95E1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FC55F-EDF1-4374-A662-C3245BC5C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CFE3A-7B4D-4F22-8592-4640E6538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6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3C63F-D66E-4DE9-9491-90907EE77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13C04-FBD1-4E7C-9DD8-BFC53A461A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39D70-3071-48AB-A23B-7F90AFCB0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C6842-4486-4B73-B7A3-0CE009BA2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EAD4-0F84-4E45-B49D-984A0A76294B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B046B-41A2-49D6-A40E-92FE7278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E6521-A737-42EB-B4E7-61AA6F234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CFE3A-7B4D-4F22-8592-4640E6538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363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395A0-BC37-4171-8A44-A009B75C1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03462-F647-41F3-A921-2B1692C87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F7F8E-7747-4884-914F-B8825E497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C040F6-614C-4456-BB65-2C8D3BCD48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51D79D-351C-441B-8808-17F549AD5D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32594-451C-4CC6-A7A9-D62F7839A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EAD4-0F84-4E45-B49D-984A0A76294B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BE9715-26C1-44B2-97BE-49EA004FF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3C5203-5ABE-4E4C-86A3-0340C591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CFE3A-7B4D-4F22-8592-4640E6538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57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4108-281B-4EE6-8102-57C81D40F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8E286F-D52C-4A81-82AE-09C260205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EAD4-0F84-4E45-B49D-984A0A76294B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45628D-9512-40D9-9502-DAA191189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F7AE39-083F-483D-9B98-24E2E35B5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CFE3A-7B4D-4F22-8592-4640E6538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9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21612-117C-4611-995C-85B6024E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EAD4-0F84-4E45-B49D-984A0A76294B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8FD83D-AFA3-4D43-9868-BACF435D3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CE82B-9983-4601-9392-8117936B4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CFE3A-7B4D-4F22-8592-4640E6538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7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37E98-B32D-48ED-8864-D96F26341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5AD6F-3738-4E67-875A-DF522DBF3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5D84B9-A4CA-41ED-94C4-2C03DCBBF3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44DE5-49BB-4519-BAF4-2A5697BC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EAD4-0F84-4E45-B49D-984A0A76294B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7450D-F37E-4AAA-ACA4-D28AB8DA7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29E5B-1135-4AF9-B729-128DA10B5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CFE3A-7B4D-4F22-8592-4640E6538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823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028DA-8B0F-47FD-8B82-6DDB48A84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7750A9-6CF3-46B7-A494-24DE4FD5E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AFDD1-EC00-4B65-8E64-97D6300A3B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03013-E4CE-4819-BB93-D4CED057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EAD4-0F84-4E45-B49D-984A0A76294B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28A9C5-A685-4081-99A6-88A55184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4A7E7-0ABA-4744-B9D4-377F92E4A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CFE3A-7B4D-4F22-8592-4640E6538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22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9F8A3-11C9-483F-8010-B84AC3F21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832F5D-FFDB-4BBE-9452-A210CE251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9AB67-E4B4-4FD3-AA49-7D8E347A7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EAD4-0F84-4E45-B49D-984A0A76294B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6185B-B69D-4705-A7D9-96429BD36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87E36-99F2-4289-9134-063381406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CFE3A-7B4D-4F22-8592-4640E6538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05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7FCC9F-7029-449E-BB5D-9F890B5B6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B7E4AD-4170-4A3B-983C-68474BD00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F876A-1207-434D-B129-00B228F79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EAD4-0F84-4E45-B49D-984A0A76294B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D399F-FEAF-46ED-9532-7ECF6BB12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85EC9-309C-47C4-9ED0-4CCE6CC3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CFE3A-7B4D-4F22-8592-4640E6538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33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1E17DF-C268-491A-93F1-50D2497E5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ED11-1A9E-43F5-850C-7DA1CC749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23A1C-0575-4154-9FB8-0F4699C4C2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1EAD4-0F84-4E45-B49D-984A0A76294B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A09A9-58BD-4145-838F-555359F1C0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32BB0-9360-40BD-832F-FC85F1C27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CFE3A-7B4D-4F22-8592-4640E6538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733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#455 I Need Thee, Precious Jesus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  1.  I need thee, precious Jesus,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for I am full of sin;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   my soul is dark and guilty,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      my heart is dead within.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    I need the cleansing fountain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     where I can always flee,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       the blood of Christ most precious,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      the sinner’s perfect plea.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292122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i="1" dirty="0">
                <a:solidFill>
                  <a:prstClr val="black"/>
                </a:solidFill>
              </a:rPr>
              <a:t>2. </a:t>
            </a:r>
            <a:r>
              <a:rPr lang="en-CA" dirty="0">
                <a:solidFill>
                  <a:prstClr val="black"/>
                </a:solidFill>
              </a:rPr>
              <a:t>I need thee, precious Jesus,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for I am very poor;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a stranger and a pilgrim,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 I have no earthly store.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I need the love of Jesus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to cheer me on my way,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to guide my doubting footsteps,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to be my strength and stay.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8351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i="1" dirty="0">
                <a:solidFill>
                  <a:prstClr val="black"/>
                </a:solidFill>
              </a:rPr>
              <a:t>3.</a:t>
            </a:r>
            <a:r>
              <a:rPr lang="en-CA" dirty="0">
                <a:solidFill>
                  <a:prstClr val="black"/>
                </a:solidFill>
              </a:rPr>
              <a:t> I need thee, precious Jesus,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and hope to see thee soon,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encircled with the rainbow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and seated on thy throne.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There, with thy blood-bought children,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 my joy shall ever be,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to sing my Jesus’ praises,</a:t>
            </a: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prstClr val="black"/>
                </a:solidFill>
              </a:rPr>
              <a:t>to gaze, O Lord, on thee.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63333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207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#455 I Need Thee, Precious Jesus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#455 I Need Thee, Precious Jesus</dc:title>
  <dc:creator>Eric Hoogendoorn</dc:creator>
  <cp:lastModifiedBy>Eric Hoogendoorn</cp:lastModifiedBy>
  <cp:revision>1</cp:revision>
  <dcterms:created xsi:type="dcterms:W3CDTF">2020-10-09T14:26:53Z</dcterms:created>
  <dcterms:modified xsi:type="dcterms:W3CDTF">2020-10-09T14:27:33Z</dcterms:modified>
</cp:coreProperties>
</file>