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7" r:id="rId2"/>
    <p:sldId id="318" r:id="rId3"/>
    <p:sldId id="319" r:id="rId4"/>
    <p:sldId id="325" r:id="rId5"/>
    <p:sldId id="32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55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B767-6305-4D1B-B71C-2F4324BC4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756F00-6F65-4F07-8166-80211D2FF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7DCCA-827C-48AF-8682-18006826F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F31C-56AC-4DA9-BE7B-E65AB37F0120}" type="datetimeFigureOut">
              <a:rPr lang="en-US" smtClean="0"/>
              <a:t>6/8/2020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5F64D-FA4C-444C-A0EF-4BEC8424F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B4C57-F2E8-4D86-8B7B-A9A15FF0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1B8B-8182-40F8-8356-743E2F57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30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2489A-BA72-40FA-8B09-87A86375C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8F880-0AC4-4C6E-B010-8C10ACA43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9F72A-5786-419B-B63D-E07F294F5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F31C-56AC-4DA9-BE7B-E65AB37F0120}" type="datetimeFigureOut">
              <a:rPr lang="en-US" smtClean="0"/>
              <a:t>6/8/2020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8EBE8-E4FA-4F33-8483-335E4BC29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9B1CA-5AF3-40A1-A1DC-BDFCC05D5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1B8B-8182-40F8-8356-743E2F57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91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14663-F293-4DF5-A4A3-4EC15ECA8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C2A39A-A5E7-4A52-8A87-2507659889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B01BB-BFB6-47F8-9A01-A732058B2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F31C-56AC-4DA9-BE7B-E65AB37F0120}" type="datetimeFigureOut">
              <a:rPr lang="en-US" smtClean="0"/>
              <a:t>6/8/2020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667F7-BDC4-480F-A0A4-DE5F35C99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70307-0912-4E24-B5E0-EF289CDA3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1B8B-8182-40F8-8356-743E2F57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347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31413-6F3F-4B95-8D96-0F9F83BB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B5ED-9B43-4F32-8242-68F09509F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5371A4-EA6B-41BF-832C-1024301A3B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0F01B-5B65-4A5A-8C8D-4F821FF01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F31C-56AC-4DA9-BE7B-E65AB37F0120}" type="datetimeFigureOut">
              <a:rPr lang="en-US" smtClean="0"/>
              <a:t>6/8/2020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9BEE8-311C-4DE1-9E76-90FF57DDB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84F98-2950-447A-82F0-F9F2368F0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1B8B-8182-40F8-8356-743E2F57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92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7CA57-96C6-47E0-B622-7C6D86155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02CF7-40E2-4F9D-81A9-5D75BD4A5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C00C23-DE8B-4EA9-83E3-124FC64E0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748818-8651-4CE4-8205-81A772A9D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233252-65FF-420F-843B-BDB9A11514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74D61D-4CCA-4320-84DD-8CD44C26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F31C-56AC-4DA9-BE7B-E65AB37F0120}" type="datetimeFigureOut">
              <a:rPr lang="en-US" smtClean="0"/>
              <a:t>6/8/2020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D5AFB-4935-4B59-AB99-DAF8F5B64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477BDE-552A-47EB-BB69-B34F0DEBA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1B8B-8182-40F8-8356-743E2F57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0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65D55-B07C-4572-8CCC-BC523118C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3B7178-4E12-4F71-B315-89EEA4C1B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F31C-56AC-4DA9-BE7B-E65AB37F0120}" type="datetimeFigureOut">
              <a:rPr lang="en-US" smtClean="0"/>
              <a:t>6/8/2020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DE213A-9120-4AF3-9AC6-28D5AEDF9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7F20FA-4D3D-4C5F-9634-B40066342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1B8B-8182-40F8-8356-743E2F57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32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50A1B0-0FB2-4F53-96BB-40F333BA6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F31C-56AC-4DA9-BE7B-E65AB37F0120}" type="datetimeFigureOut">
              <a:rPr lang="en-US" smtClean="0"/>
              <a:t>6/8/2020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CBD58-BE56-4879-8CDA-06971DF58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4733F-9787-4CF1-AB93-3417EB551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1B8B-8182-40F8-8356-743E2F57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44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B07D6-D621-48B8-873C-A5D7612DB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BCD12-5BE4-4AE4-9B46-EF1E9A83F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B8FE7-06DC-48B4-8B3E-2CB534371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6A6F3-BEFD-4DCE-AD60-9517C960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F31C-56AC-4DA9-BE7B-E65AB37F0120}" type="datetimeFigureOut">
              <a:rPr lang="en-US" smtClean="0"/>
              <a:t>6/8/2020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1B7AB-DBCD-4D0A-A7D7-AAD4FA51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FA8EEA-0C23-473B-9E3C-60D99AE1E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1B8B-8182-40F8-8356-743E2F57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2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8C002-E873-4178-A1FC-804077FE3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487C60-5358-4A2F-ABA2-2DCCB57BC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7A7D1-977A-4401-A84B-77FD6AE4E2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23A47-A664-4CFA-9601-95CC4EE80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F31C-56AC-4DA9-BE7B-E65AB37F0120}" type="datetimeFigureOut">
              <a:rPr lang="en-US" smtClean="0"/>
              <a:t>6/8/2020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E77E96-FA8A-4A0E-A6FF-8A37FBA5F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492ED-4D38-4AAA-B6BF-73F26C39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1B8B-8182-40F8-8356-743E2F57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6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645F3-3DC5-4005-9C79-1AAA43E2E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8962B-C477-4733-A4AE-3642372327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EA89A-5E94-4B88-8786-4C7DEFBE3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F31C-56AC-4DA9-BE7B-E65AB37F0120}" type="datetimeFigureOut">
              <a:rPr lang="en-US" smtClean="0"/>
              <a:t>6/8/2020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A29D4-13A2-4AEC-9314-F8087F129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3CDC6-4B52-467A-99C7-700502C3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1B8B-8182-40F8-8356-743E2F57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914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7C7DE0-C684-4F33-ACB1-737C07A452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C8F07-F22E-445A-B7F2-05EB39A35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6EE99F-C22E-4C1D-97F6-B7F11FC83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F31C-56AC-4DA9-BE7B-E65AB37F0120}" type="datetimeFigureOut">
              <a:rPr lang="en-US" smtClean="0"/>
              <a:t>6/8/2020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FB1F0-C40F-445F-812B-5311555E1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7547D-B29D-4EA7-824A-010029E88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A1B8B-8182-40F8-8356-743E2F57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033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AE4AAA-3033-4761-838E-D2A7EDC1A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1B173-B8C3-4F87-BD6B-61AA1AF5B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9820E-C529-4BCE-A003-7619197439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BF31C-56AC-4DA9-BE7B-E65AB37F0120}" type="datetimeFigureOut">
              <a:rPr lang="en-US" smtClean="0"/>
              <a:t>6/8/2020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1E877-5103-46FA-B677-20207E1CA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8B81E-D71D-4E13-B01D-F7C38B3884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1A1B8B-8182-40F8-8356-743E2F573A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14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#448 Union With Thee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1" y="1573596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/>
              <a:t>1. </a:t>
            </a:r>
            <a:r>
              <a:rPr lang="en-US" sz="2800" dirty="0"/>
              <a:t>Grace of the Father before there was time,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Chose us in Christ by the mercy divine.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Love laid the plans </a:t>
            </a:r>
            <a:r>
              <a:rPr lang="en-US" sz="2800">
                <a:solidFill>
                  <a:prstClr val="black"/>
                </a:solidFill>
                <a:latin typeface="Calibri" panose="020F0502020204030204"/>
              </a:rPr>
              <a:t>for our rescue 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to be</a:t>
            </a:r>
          </a:p>
          <a:p>
            <a:pPr lvl="0"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Purchased by blood for our union with</a:t>
            </a:r>
            <a:r>
              <a:rPr lang="en-US" sz="2800" dirty="0">
                <a:solidFill>
                  <a:prstClr val="black"/>
                </a:solidFill>
                <a:latin typeface="Calibri" panose="020F0502020204030204"/>
              </a:rPr>
              <a:t> thee.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9FD1E3-C827-4B30-A983-F1F0071CB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2738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Humbled in flesh, O thou bright shining Son,</a:t>
            </a:r>
          </a:p>
          <a:p>
            <a:pPr algn="ctr"/>
            <a:r>
              <a:rPr lang="en-US" sz="2800" dirty="0"/>
              <a:t>Lord of the universe bearing our sin,</a:t>
            </a:r>
          </a:p>
          <a:p>
            <a:pPr algn="ctr"/>
            <a:r>
              <a:rPr lang="en-US" sz="2800" dirty="0"/>
              <a:t>Long </a:t>
            </a:r>
            <a:r>
              <a:rPr lang="en-US" sz="2800" dirty="0" err="1"/>
              <a:t>suff’ring</a:t>
            </a:r>
            <a:r>
              <a:rPr lang="en-US" sz="2800" dirty="0"/>
              <a:t> Servant from manger to tree,</a:t>
            </a:r>
          </a:p>
          <a:p>
            <a:pPr algn="ctr"/>
            <a:r>
              <a:rPr lang="en-US" sz="2800" dirty="0"/>
              <a:t>Thy substitution won union with thee</a:t>
            </a:r>
            <a:r>
              <a:rPr lang="en-CA" sz="2800" dirty="0"/>
              <a:t>.</a:t>
            </a:r>
            <a:endParaRPr lang="en-US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</p:spTree>
    <p:extLst>
      <p:ext uri="{BB962C8B-B14F-4D97-AF65-F5344CB8AC3E}">
        <p14:creationId xmlns:p14="http://schemas.microsoft.com/office/powerpoint/2010/main" val="2364281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Raised on the third day, Destroyer of death,</a:t>
            </a:r>
          </a:p>
          <a:p>
            <a:pPr algn="ctr"/>
            <a:r>
              <a:rPr lang="en-US" sz="2800" dirty="0"/>
              <a:t>Sent forth thy Spirit with life-giving breath</a:t>
            </a:r>
            <a:r>
              <a:rPr lang="en-CA" sz="2800" dirty="0"/>
              <a:t>.</a:t>
            </a:r>
          </a:p>
          <a:p>
            <a:pPr algn="ctr"/>
            <a:r>
              <a:rPr lang="en-CA" sz="2800" dirty="0"/>
              <a:t>Hearts are made new, dead eyes opened to see;</a:t>
            </a:r>
          </a:p>
          <a:p>
            <a:pPr algn="ctr"/>
            <a:r>
              <a:rPr lang="en-CA" sz="2800" dirty="0"/>
              <a:t>Life-yielding faith brings us union with thee.</a:t>
            </a:r>
            <a:endParaRPr lang="en-US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</p:spTree>
    <p:extLst>
      <p:ext uri="{BB962C8B-B14F-4D97-AF65-F5344CB8AC3E}">
        <p14:creationId xmlns:p14="http://schemas.microsoft.com/office/powerpoint/2010/main" val="1463450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Filled with thy Spirit, we’re led by thy Word;</a:t>
            </a:r>
          </a:p>
          <a:p>
            <a:pPr algn="ctr"/>
            <a:r>
              <a:rPr lang="en-US" sz="2800" dirty="0"/>
              <a:t>Cross before crown is our road and reward.</a:t>
            </a:r>
          </a:p>
          <a:p>
            <a:pPr algn="ctr"/>
            <a:r>
              <a:rPr lang="en-US" sz="2800" dirty="0"/>
              <a:t>Dark be the path, yet in thy light we see</a:t>
            </a:r>
          </a:p>
          <a:p>
            <a:pPr algn="ctr"/>
            <a:r>
              <a:rPr lang="en-US" sz="2800" dirty="0"/>
              <a:t>Dying is living in union with thee.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</p:spTree>
    <p:extLst>
      <p:ext uri="{BB962C8B-B14F-4D97-AF65-F5344CB8AC3E}">
        <p14:creationId xmlns:p14="http://schemas.microsoft.com/office/powerpoint/2010/main" val="145156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Loved by the Father and bought by the Son,</a:t>
            </a:r>
          </a:p>
          <a:p>
            <a:pPr algn="ctr"/>
            <a:r>
              <a:rPr lang="en-US" sz="2800" dirty="0"/>
              <a:t>Called by the Spirit to service and song,</a:t>
            </a:r>
          </a:p>
          <a:p>
            <a:pPr algn="ctr"/>
            <a:r>
              <a:rPr lang="en-US" sz="2800" dirty="0"/>
              <a:t>Strangers and exiles until we receive</a:t>
            </a:r>
          </a:p>
          <a:p>
            <a:pPr algn="ctr"/>
            <a:r>
              <a:rPr lang="en-US" sz="2800" dirty="0"/>
              <a:t>Pleasures unfading in union with thee</a:t>
            </a:r>
            <a:r>
              <a:rPr lang="en-CA" sz="2800" dirty="0"/>
              <a:t>.</a:t>
            </a:r>
            <a:endParaRPr lang="en-US" sz="2800" dirty="0"/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2014 Jeremiah Montgomery</a:t>
            </a:r>
          </a:p>
        </p:txBody>
      </p:sp>
    </p:spTree>
    <p:extLst>
      <p:ext uri="{BB962C8B-B14F-4D97-AF65-F5344CB8AC3E}">
        <p14:creationId xmlns:p14="http://schemas.microsoft.com/office/powerpoint/2010/main" val="28425387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#448 Union With Thee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#448 Union With Thee</dc:title>
  <dc:creator>Eric Hoogendoorn</dc:creator>
  <cp:lastModifiedBy>Eric Hoogendoorn</cp:lastModifiedBy>
  <cp:revision>2</cp:revision>
  <dcterms:created xsi:type="dcterms:W3CDTF">2020-06-05T02:02:03Z</dcterms:created>
  <dcterms:modified xsi:type="dcterms:W3CDTF">2020-06-09T02:55:09Z</dcterms:modified>
</cp:coreProperties>
</file>