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0FC3A7F5-BAC5-47DD-B11C-6DB2D63E03C4}" type="datetime1">
              <a:rPr lang="en-CA" sz="1200" b="0" strike="noStrike" spc="-1">
                <a:solidFill>
                  <a:srgbClr val="8B8B8B"/>
                </a:solidFill>
                <a:latin typeface="Calibri"/>
              </a:rPr>
              <a:t>2024-01-27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F1E95278-6A75-4231-94B5-A00E2D557FF8}" type="slidenum">
              <a:rPr lang="en-CA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61227786-758C-4500-BA44-35C3992AA7EE}" type="datetime1">
              <a:rPr lang="en-CA" sz="1200" b="0" strike="noStrike" spc="-1">
                <a:solidFill>
                  <a:srgbClr val="8B8B8B"/>
                </a:solidFill>
                <a:latin typeface="Calibri"/>
              </a:rPr>
              <a:t>2024-01-27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B0CF59A7-81B9-4B8E-A165-1AD197C11C21}" type="slidenum">
              <a:rPr lang="en-CA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CA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4038480" y="632160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CA" sz="1200" b="0" strike="noStrike" spc="-1">
              <a:latin typeface="Times New Roman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430200" y="117360"/>
            <a:ext cx="11331000" cy="143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400" b="0" i="1" strike="noStrike" spc="-1">
                <a:solidFill>
                  <a:srgbClr val="000000"/>
                </a:solidFill>
                <a:latin typeface="Calibri Light"/>
              </a:rPr>
              <a:t>#95A O Come before the LORD, Our King</a:t>
            </a:r>
            <a:endParaRPr lang="en-CA" sz="4400" b="0" strike="noStrike" spc="-1">
              <a:latin typeface="Arial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2019240" y="2265480"/>
            <a:ext cx="8152920" cy="264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1. O come before the LORD, our King,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and in his presence let us sing;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let us in glad and joyful lays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 rock of our salvation praise;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before him come with thankful song,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in joyful psalms his praise prolong.</a:t>
            </a:r>
            <a:endParaRPr lang="en-CA" sz="28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pull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4024440" y="6315120"/>
            <a:ext cx="4142880" cy="291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CA" sz="1200" b="0" strike="noStrike" spc="-1">
              <a:latin typeface="Times New Roman"/>
            </a:endParaRPr>
          </a:p>
        </p:txBody>
      </p:sp>
      <p:sp>
        <p:nvSpPr>
          <p:cNvPr id="86" name="CustomShape 2"/>
          <p:cNvSpPr/>
          <p:nvPr/>
        </p:nvSpPr>
        <p:spPr>
          <a:xfrm>
            <a:off x="1733400" y="2090160"/>
            <a:ext cx="8724600" cy="264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2. Almighty pow’r the Lord maintains,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exalted over all he reigns;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he holds the valleys in his hand,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he makes the mighty mountains stand;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to him belong both land and sea,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Creator of the World is he.</a:t>
            </a:r>
            <a:endParaRPr lang="en-CA" sz="28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pull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4024440" y="6315120"/>
            <a:ext cx="4142880" cy="291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CA" sz="1200" b="0" strike="noStrike" spc="-1">
              <a:latin typeface="Times New Roman"/>
            </a:endParaRPr>
          </a:p>
        </p:txBody>
      </p:sp>
      <p:sp>
        <p:nvSpPr>
          <p:cNvPr id="88" name="CustomShape 2"/>
          <p:cNvSpPr/>
          <p:nvPr/>
        </p:nvSpPr>
        <p:spPr>
          <a:xfrm>
            <a:off x="1733400" y="2090160"/>
            <a:ext cx="8724600" cy="264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3. O come and let us worship now,</a:t>
            </a:r>
            <a:endParaRPr lang="en-CA" sz="2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before our Maker let us bow;</a:t>
            </a:r>
            <a:endParaRPr lang="en-CA" sz="2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we are his sheep and he our God,</a:t>
            </a:r>
            <a:endParaRPr lang="en-CA" sz="2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he feeds our souls in pastures broad;</a:t>
            </a:r>
            <a:endParaRPr lang="en-CA" sz="2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he safely leads us in the way;</a:t>
            </a:r>
            <a:endParaRPr lang="en-CA" sz="2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O come and hear his voice today.</a:t>
            </a:r>
            <a:endParaRPr lang="en-CA" sz="2800" b="0" strike="noStrike" spc="-1" dirty="0">
              <a:latin typeface="Arial"/>
            </a:endParaRPr>
          </a:p>
        </p:txBody>
      </p:sp>
    </p:spTree>
  </p:cSld>
  <p:clrMapOvr>
    <a:masterClrMapping/>
  </p:clrMapOvr>
  <p:transition spd="slow">
    <p:pull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4024440" y="6315120"/>
            <a:ext cx="4142880" cy="291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CA" sz="1200" b="0" strike="noStrike" spc="-1">
              <a:latin typeface="Times New Roman"/>
            </a:endParaRPr>
          </a:p>
        </p:txBody>
      </p:sp>
      <p:sp>
        <p:nvSpPr>
          <p:cNvPr id="88" name="CustomShape 2"/>
          <p:cNvSpPr/>
          <p:nvPr/>
        </p:nvSpPr>
        <p:spPr>
          <a:xfrm>
            <a:off x="1733400" y="2090160"/>
            <a:ext cx="8724600" cy="26762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Take heed that you provoke him not,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did your fathers, who forgot,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erring heart, God's holy ways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grieved him all their sinful days;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whom in wrath the LORD declared: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"My promised rest they shall not share."</a:t>
            </a:r>
            <a:endParaRPr lang="en-CA" sz="2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119956"/>
      </p:ext>
    </p:extLst>
  </p:cSld>
  <p:clrMapOvr>
    <a:masterClrMapping/>
  </p:clrMapOvr>
  <p:transition spd="slow">
    <p:pull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245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Anya Hoogendoorn</dc:creator>
  <dc:description/>
  <cp:lastModifiedBy>Neil Tuininga</cp:lastModifiedBy>
  <cp:revision>4</cp:revision>
  <dcterms:created xsi:type="dcterms:W3CDTF">2021-12-31T18:37:23Z</dcterms:created>
  <dcterms:modified xsi:type="dcterms:W3CDTF">2024-01-28T03:35:33Z</dcterms:modified>
  <dc:language>en-CA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</vt:i4>
  </property>
</Properties>
</file>