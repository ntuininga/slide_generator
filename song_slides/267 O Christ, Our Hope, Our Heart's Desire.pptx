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508" r:id="rId2"/>
    <p:sldId id="511" r:id="rId3"/>
    <p:sldId id="512" r:id="rId4"/>
    <p:sldId id="513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73F81-8C6E-498E-9649-09043466C5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FF0068-53E9-4F2D-8D21-99641AE3BA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D2D0A-771E-4CC9-B2FA-F6127BDC1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FFA1D-783B-4664-9DF0-5BD0AD81B165}" type="datetime1">
              <a:rPr lang="en-CA" smtClean="0"/>
              <a:t>2022-01-21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29DFAC-1345-417F-8539-E4324C813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713D83-791B-47CD-81CF-7D0A9FCA69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8859943"/>
      </p:ext>
    </p:extLst>
  </p:cSld>
  <p:clrMapOvr>
    <a:masterClrMapping/>
  </p:clrMapOvr>
  <p:transition spd="slow">
    <p:pull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559B6-A8C4-4BD2-8934-6F84F7C068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CF02D0-5733-4252-B437-489ECF6B55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61EDB0-38CD-4C6B-9628-84DF4CE82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2CCEB-571F-48EB-8E4C-843450E759B1}" type="datetime1">
              <a:rPr lang="en-CA" smtClean="0"/>
              <a:t>2022-01-21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148243-47CE-4C03-BDD1-36230335B0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834CD2-9685-4F76-8F3F-33E4A3B2A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98179139"/>
      </p:ext>
    </p:extLst>
  </p:cSld>
  <p:clrMapOvr>
    <a:masterClrMapping/>
  </p:clrMapOvr>
  <p:transition spd="slow">
    <p:pull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D7283-3370-49FB-AEB1-0A5CFABD2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F235D4-2806-4E89-A73E-F076F1BBD1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82556A-3EA0-4836-B714-E493A1650E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942311-1E2F-4BBB-86CB-5AD6F516A782}" type="datetime1">
              <a:rPr lang="en-CA" smtClean="0"/>
              <a:t>2022-01-21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4DEDFC-4DCE-4843-923F-5E0631A14E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44340F-5A1D-4186-B93E-B622C410E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605600"/>
      </p:ext>
    </p:extLst>
  </p:cSld>
  <p:clrMapOvr>
    <a:masterClrMapping/>
  </p:clrMapOvr>
  <p:transition spd="slow">
    <p:pull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218AE2-42A1-494E-941B-AE44CEB073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2DC52F-BCE1-4A63-940A-86256ED8BF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4959C4-EEE3-48E0-874C-56B0A6F61D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11B415-31D4-4C9E-B4B8-64D2B819CB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1BF6F-07C0-483B-8476-1E72B96DFE6D}" type="datetime1">
              <a:rPr lang="en-CA" smtClean="0"/>
              <a:t>2022-01-21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420BE1-A0C2-4581-B074-4D1A4620B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52CEFF-4BB8-467D-8892-6859D1F39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25660219"/>
      </p:ext>
    </p:extLst>
  </p:cSld>
  <p:clrMapOvr>
    <a:masterClrMapping/>
  </p:clrMapOvr>
  <p:transition spd="slow">
    <p:pull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A21E5-2561-49AB-B15D-B509394EE9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D7E1B2-450C-4836-AD59-ED26CCDD75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4CA549-09E0-497E-8F9D-92AF957229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F849C70-5DCE-459B-99A1-A945ED9F48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C0D7DA-6490-4041-9CAA-F9506A2634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051B6F8-4D8A-4901-8AC4-15274A9B29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03D06-C06C-48F6-8833-BFF26E772B7D}" type="datetime1">
              <a:rPr lang="en-CA" smtClean="0"/>
              <a:t>2022-01-21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6D9A69C-C9D5-4D48-BCF9-E2C9C5113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4207ED-8ECF-4AE7-AC15-F6591497B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44922380"/>
      </p:ext>
    </p:extLst>
  </p:cSld>
  <p:clrMapOvr>
    <a:masterClrMapping/>
  </p:clrMapOvr>
  <p:transition spd="slow">
    <p:pull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08DBBA-429F-48BC-9BD0-8CC731397F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16F03E4-E9DF-4B65-A8A1-AB73B348EA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D3B655-23EE-4727-8F4E-DBDA13E04637}" type="datetime1">
              <a:rPr lang="en-CA" smtClean="0"/>
              <a:t>2022-01-21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A1896C-0A5B-4D03-AAC2-E47106F6F2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D05712-8EB3-4388-BC97-8D073ECC5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66511810"/>
      </p:ext>
    </p:extLst>
  </p:cSld>
  <p:clrMapOvr>
    <a:masterClrMapping/>
  </p:clrMapOvr>
  <p:transition spd="slow">
    <p:pull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3C3D7A-A77C-4F15-8B6A-51F226D89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21968-EC3B-4C5D-8ACA-87B1BF03FB3B}" type="datetime1">
              <a:rPr lang="en-CA" smtClean="0"/>
              <a:t>2022-01-21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DA3F68-70CD-490D-81A9-79A5C61E6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3F4333-8A4B-4B06-93F3-2A73920695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86768140"/>
      </p:ext>
    </p:extLst>
  </p:cSld>
  <p:clrMapOvr>
    <a:masterClrMapping/>
  </p:clrMapOvr>
  <p:transition spd="slow">
    <p:pull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1BFAB-4CAA-42A5-86A2-A23F9D10B0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2FE904-CB59-43EE-B394-127D740E72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AD4B69-E074-41BB-8AED-BD480B635C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5796B5-4998-4DEC-86F3-9C577203E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111EA-BF13-47A4-B6B3-3AEB2F1D0EBF}" type="datetime1">
              <a:rPr lang="en-CA" smtClean="0"/>
              <a:t>2022-01-21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805FE8-5CDD-41FF-9717-96222C90F6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6234F7-F04A-457B-BA1E-C5FDD8DEE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16072246"/>
      </p:ext>
    </p:extLst>
  </p:cSld>
  <p:clrMapOvr>
    <a:masterClrMapping/>
  </p:clrMapOvr>
  <p:transition spd="slow">
    <p:pull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5690B-A750-4EE8-A5BE-42978A2FD6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FE3259D-344E-4A5A-A2B8-9782BB6AD5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9ACB6E-5700-4FFB-A38A-31A09B3FF8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E0D13E-3095-49A3-8259-20598BD00E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A55E7-A42D-4A8A-B210-051E7F71C343}" type="datetime1">
              <a:rPr lang="en-CA" smtClean="0"/>
              <a:t>2022-01-21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34EBAD-9D18-4FDE-B110-21B70AA85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6DB5AA-4521-445E-8F4E-92BEA57B7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41945399"/>
      </p:ext>
    </p:extLst>
  </p:cSld>
  <p:clrMapOvr>
    <a:masterClrMapping/>
  </p:clrMapOvr>
  <p:transition spd="slow">
    <p:pull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4EC80-7D37-499D-8B5B-F87EE989A7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11B4BF-9618-4E8C-9F57-4B3AFD2987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D52BD8-EDCF-444C-8E43-1AB4F90F13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30389-3EAB-479F-AD2D-640A9813E39B}" type="datetime1">
              <a:rPr lang="en-CA" smtClean="0"/>
              <a:t>2022-01-21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B51757-D618-483B-A799-9AF641FBA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CC2110-00E6-426D-9403-73A44AA68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69678592"/>
      </p:ext>
    </p:extLst>
  </p:cSld>
  <p:clrMapOvr>
    <a:masterClrMapping/>
  </p:clrMapOvr>
  <p:transition spd="slow">
    <p:pull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B50FC2A-E5D4-49F7-8CEF-A5633124E6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83C582-CC05-415E-AD6D-16BDB63CD9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49EB80-F242-4A79-BA29-4169C19B96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7C2FB-E7D8-4CBB-B93B-C1B76345B23F}" type="datetime1">
              <a:rPr lang="en-CA" smtClean="0"/>
              <a:t>2022-01-21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2B16DA-1AF6-4BB5-8E0E-84E24E670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02E04F-7FF9-4276-ADF9-0A5ECD480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24949553"/>
      </p:ext>
    </p:extLst>
  </p:cSld>
  <p:clrMapOvr>
    <a:masterClrMapping/>
  </p:clrMapOvr>
  <p:transition spd="slow">
    <p:pull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0DE32D0-68A2-4614-B084-C54207BA58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8939CB-1483-41EF-B590-4DEE1051C5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2EA011-39F8-4DD9-AEDE-5AE92776CC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37F326-1753-4386-A291-4EFD98739302}" type="datetime1">
              <a:rPr lang="en-CA" smtClean="0"/>
              <a:t>2022-01-21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6C6A29-01B5-4EA9-ABF1-586FE4A873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8E2A65-7454-483F-8B4F-A3B644D622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867275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 spd="slow">
    <p:pull/>
  </p:transition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172298E-6C71-43D7-9B1A-D8093F6C2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Copyright Trinity Psalter Hymnal, 2018, used by permission</a:t>
            </a:r>
            <a:endParaRPr kumimoji="0" lang="en-CA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128A293-3AC6-47AB-B41F-5B2E14703EDB}"/>
              </a:ext>
            </a:extLst>
          </p:cNvPr>
          <p:cNvSpPr txBox="1"/>
          <p:nvPr/>
        </p:nvSpPr>
        <p:spPr>
          <a:xfrm>
            <a:off x="2228850" y="2521059"/>
            <a:ext cx="77343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1. O Christ, our hope, our heart's desire,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redemption's only spring!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Creator of the world art thou,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its Savior and its King.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A3F06D-D477-4506-AA64-99DD51F159CF}"/>
              </a:ext>
            </a:extLst>
          </p:cNvPr>
          <p:cNvSpPr txBox="1"/>
          <p:nvPr/>
        </p:nvSpPr>
        <p:spPr>
          <a:xfrm>
            <a:off x="571500" y="136525"/>
            <a:ext cx="11049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#267 O Christ, Our Hope, Our Heart's Desire</a:t>
            </a:r>
            <a:endParaRPr kumimoji="0" lang="en-CA" sz="44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44818983"/>
      </p:ext>
    </p:extLst>
  </p:cSld>
  <p:clrMapOvr>
    <a:masterClrMapping/>
  </p:clrMapOvr>
  <p:transition spd="slow">
    <p:pull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CA275A9-8256-4C81-A7E7-6778DC5134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Copyright Trinity Psalter Hymnal, 2018, used by permission</a:t>
            </a:r>
            <a:endParaRPr kumimoji="0" lang="en-CA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3F49755-1D3C-48FA-8521-FFD36BB350AB}"/>
              </a:ext>
            </a:extLst>
          </p:cNvPr>
          <p:cNvSpPr txBox="1"/>
          <p:nvPr/>
        </p:nvSpPr>
        <p:spPr>
          <a:xfrm>
            <a:off x="2033587" y="2521059"/>
            <a:ext cx="812482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2. How vast the mercy and the love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which laid our sins on thee,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and led thee to a cruel death,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to set thy people free.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83966657"/>
      </p:ext>
    </p:extLst>
  </p:cSld>
  <p:clrMapOvr>
    <a:masterClrMapping/>
  </p:clrMapOvr>
  <p:transition spd="slow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76939DA-A98E-46CF-8695-C5856D272E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Copyright Trinity Psalter Hymnal, 2018, used by permission</a:t>
            </a:r>
            <a:endParaRPr kumimoji="0" lang="en-CA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50D3ACB-0B6D-4007-BC67-E377B8E2DB41}"/>
              </a:ext>
            </a:extLst>
          </p:cNvPr>
          <p:cNvSpPr txBox="1"/>
          <p:nvPr/>
        </p:nvSpPr>
        <p:spPr>
          <a:xfrm>
            <a:off x="1471612" y="2521059"/>
            <a:ext cx="924877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3. But now the bands of death are burst,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ransom has been paid;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and thou art on thy Father's throne,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 glorious robes arrayed.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57661474"/>
      </p:ext>
    </p:extLst>
  </p:cSld>
  <p:clrMapOvr>
    <a:masterClrMapping/>
  </p:clrMapOvr>
  <p:transition spd="slow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296827E-A0E5-4B0D-BED6-2997BB1C9F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Copyright Trinity Psalter Hymnal, 2018, used by permission</a:t>
            </a:r>
            <a:endParaRPr kumimoji="0" lang="en-CA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014A41-70B9-4560-8B8C-5490E6D5A763}"/>
              </a:ext>
            </a:extLst>
          </p:cNvPr>
          <p:cNvSpPr txBox="1"/>
          <p:nvPr/>
        </p:nvSpPr>
        <p:spPr>
          <a:xfrm>
            <a:off x="2519362" y="2521059"/>
            <a:ext cx="715327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4. O Christ, be thou our lasting joy,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our ever great reward!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Our only glory may it be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to glory in the Lord.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39742286"/>
      </p:ext>
    </p:extLst>
  </p:cSld>
  <p:clrMapOvr>
    <a:masterClrMapping/>
  </p:clrMapOvr>
  <p:transition spd="slow">
    <p:pull/>
  </p:transition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168</Words>
  <Application>Microsoft Office PowerPoint</Application>
  <PresentationFormat>Widescreen</PresentationFormat>
  <Paragraphs>21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1_Office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Anya Hoogendoorn</dc:creator>
  <cp:lastModifiedBy>Anya Hoogendoorn</cp:lastModifiedBy>
  <cp:revision>1</cp:revision>
  <dcterms:created xsi:type="dcterms:W3CDTF">2022-01-21T23:56:55Z</dcterms:created>
  <dcterms:modified xsi:type="dcterms:W3CDTF">2022-01-21T23:57:33Z</dcterms:modified>
</cp:coreProperties>
</file>