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E154C-199E-4273-9C79-882B2325B8F1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19FAF-5034-4F53-8780-74484DD4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53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BC92-408F-C02A-A7F1-22F10F156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ED6A0-4075-E629-F400-04BC584A0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3E31D-2A80-B833-35BA-42D5641FE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BAB6-D02C-479F-9B63-D2E5CD824892}" type="datetime1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BDD56-1E53-4940-D917-3807ADFD1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C5F4-EC54-B74C-90E8-059D9A1E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3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0AD2-BCF6-55B7-B25C-B3E3C96A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08AC-009A-91F8-ED0F-D46C33E96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91B4B-EF0F-4DA3-B9A7-6066F656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6C85-A396-4842-A50A-5AD5E4959F48}" type="datetime1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307A0-5A82-2FEB-8F2F-B6353AA2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AC78B-C271-598E-D095-658A96D2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8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304D-3744-4A45-9428-8423EB47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71F5B-99FE-CFDB-8A21-F8C3C212C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02EE4-1561-3BF3-C0FE-2717A22C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AA4E-B2A2-422B-83D7-A768CA3638FE}" type="datetime1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E1D1E-4765-D187-AB57-EFB9FE5A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FB1C6-4E7D-8815-4A76-E8F10507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1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FA62-8524-7D81-5185-FAD9B2C9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F964-F408-816D-3E76-5CA15330F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E1C99-A6EA-B1AA-4582-D4ED384D6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BE02A-BA23-1677-F4AC-A70F21C2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19A8-EE8B-4769-99C3-A9DD170D0E1E}" type="datetime1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C466A-588D-4608-4474-1C33F7E6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5D57C-7C52-B8A5-297F-F85D4DE9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8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22B4-6E1D-6BE2-ECE8-D3F220CC2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287E6-B916-B8E2-604B-B75927E78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95B11-C3DA-3491-FD06-AF9C95AEA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DC04C-68AE-C4CD-2880-C1BD4F3D0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25739-04A2-EA9C-063C-121FAD04D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D23C0B-0930-A3AF-17A3-6A24F2769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CAE6-777E-4E1F-9B78-2EFF190AD47E}" type="datetime1">
              <a:rPr lang="en-US" smtClean="0"/>
              <a:t>3/24/2024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2A771D-7D09-CC8D-6919-B361E03D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6E583-B1EA-3144-A366-6F27665E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18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5E89-BDD4-3A7D-E6E6-5742C6C73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E75F4-4865-367E-0D06-30C81086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3BA50-8235-41C8-93B9-76C8539907F0}" type="datetime1">
              <a:rPr lang="en-US" smtClean="0"/>
              <a:t>3/24/2024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0DCAB-ECCC-79A8-4343-8ED99072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0A0FE-1DBB-A574-4C36-E99D721B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1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D2CDE4-D27A-09BB-BF2D-9ABBE07C1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D8DD-DA2B-4F50-9A68-FA8E0B2109DA}" type="datetime1">
              <a:rPr lang="en-US" smtClean="0"/>
              <a:t>3/24/2024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F102E-5127-2B19-BDF3-9154F830A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BF779-86A3-716E-50CD-CB7DC50C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9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BAA2-EAA2-EAE8-8088-6590B6AD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BF819-EBC7-A285-16F4-C87B0C9C3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9C258-B89A-33EE-0157-C96C1AC05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2F6B2-19FB-DA75-D8CE-CBE50DAC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3F24-04A6-44AC-AE92-DA4CBF9B9551}" type="datetime1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A02E3-7DE1-1C25-D159-15137BA3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6168A-2D74-81E1-3F98-2CDA5977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7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93FD9-03D4-EC47-3D0F-9A785524E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B5F78-CA6C-E653-E9A0-72D5CFB02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B455F-245D-6D86-33FA-5E4865CE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335AB-5897-C55E-14C1-E5491A66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D789-1537-42AC-84F9-FB65D2A33D36}" type="datetime1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B3C2A-CDAE-F782-3164-C0727A8D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0A50D-3B62-9F27-C23C-CFEE6114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1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A9B0-AFCD-596E-2CD9-391D17DA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A6625-4FAF-E14C-CFCF-C33E0393C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0993F-51DE-67AA-0BE4-25ED6046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1668-6388-4B00-B092-D87476CBC02F}" type="datetime1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BA760-8C70-755C-86DA-29B15899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7289F-2BFC-F55A-E638-52323B27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6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2661C-6EBE-FAB4-1A0E-4B6348E125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42A4C-BB79-87F1-6192-06A7653A3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664FD-E68A-6FE7-C83B-78F9B086C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FC30-0006-4EDE-9BDE-28E64C87A042}" type="datetime1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CF806-01DF-1137-9217-37B2B70E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5E642-B555-42D9-8312-FB298A59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21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2B503-5DDD-79D8-D5C2-B7DCA2496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796EF-F9F9-36D0-E085-CBE28D595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D8606-0B51-1AC8-F8E8-502A0F2E8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E563D-BB00-4937-A543-DA874AFC8BAA}" type="datetime1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42152-4C69-8981-1BCF-F84E964AA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B10BA-71B2-4E97-2E5F-F33C707BC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07843-6318-48A5-804B-A280A536A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46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0B3-2700-21D1-163D-53DC676D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#333 Hosanna, Loud Hosanna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818CB-8F60-E1CF-A218-8FFD40416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Hosanna, loud hosanna,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little children sang;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pillared court and temple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lovely anthem rang;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Jesus, who, had blessed them,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 folded to his breast,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children sang their praises,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simplest and the best.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FCF84-9138-5DC7-A11A-9719C3A4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783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5A95-A543-F40F-679E-BA4ECB5C1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70433-5389-68C9-5FB8-E968BC550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From Olivet they followed,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‘mid an exultant crowd,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vict’ry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palm branch waving,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chanting clear and loud;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Lord of earth and heaven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rode on in lowly state;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 scorned that little children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should on his bidding wait.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EEC0E-8F03-4385-D790-595A0FD20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815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3350-3CE7-CFDC-BE2B-E68AD098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63515-82E9-61BC-B7CF-EEDAAE4A4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“Hosanna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highest!”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ancient song we sing,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Christ is our Redeemer,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Lord of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heav’n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our King.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may we ever praise him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heart and life and voice,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in his blissful presence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Eternally rejoice.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77E29-E0AE-0A56-88EA-FF4F9F0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8649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182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#333 Hosanna, Loud Hosanna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#333 Hosanna, Loud Hosanna</dc:title>
  <dc:creator>Neil Tuininga</dc:creator>
  <cp:lastModifiedBy>Neil Tuininga</cp:lastModifiedBy>
  <cp:revision>1</cp:revision>
  <dcterms:created xsi:type="dcterms:W3CDTF">2024-03-24T15:18:13Z</dcterms:created>
  <dcterms:modified xsi:type="dcterms:W3CDTF">2024-03-24T15:26:17Z</dcterms:modified>
</cp:coreProperties>
</file>