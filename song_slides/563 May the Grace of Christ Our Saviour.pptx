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9EFA-28BD-4B1D-9108-47AA6D440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96A1-76A8-4397-A330-FB7E44C23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B15A2-5945-4274-8702-84753892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EEF3D-9D02-4E32-BE8A-69FFA515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B14C2-8D33-43C9-B9FF-E9B38267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78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B1C9-5F61-441B-8EB5-C98C32D8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5DAE6-6034-42C7-867A-329115DF1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1B29-75FB-4F2E-84F9-F6E1A587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8E3B0-E738-497D-90A4-B6559549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1438-F05F-42FB-B24B-A5885760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497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B8B4-6A4D-4C8B-A73A-9F5B7BCB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633A1-9633-4D85-A68B-78AAE6E3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66EB-38A2-4BFF-BB58-25EA1858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1FA0-BDFA-44D7-8C31-8B051E94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B5F68-DED7-4A01-866C-A7C872A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909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8BAC-A93C-424A-80B2-82EB63D4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046F-CF81-4FE8-B644-BF104195A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173B6-4057-4839-9150-9217216FD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32505-28BF-4160-85DF-1654994F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0AB30-0E74-4D82-AE9C-73A0E6F9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1EB13-5E79-4A0B-9328-FDE447DD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941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84DB-6A28-47E6-A1A9-ACA4A6B0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77278-DFBA-4BBE-B16D-341C7F0F1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60675-D127-4941-BB24-547F789FB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2EE2-48E0-46B5-B523-6684C17E5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DF937-08CB-4F13-A867-B0EBD4847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27CC9-00AF-466B-A04B-C5B665A1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678AA-CE64-4F5D-8752-F8B3808A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EBC22F-B88E-4920-8268-39DF1169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112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D114-6A2E-45A6-8455-38FC0EA4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D4D22-F947-46B6-8AAB-97C47602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09C26-3E43-4384-B691-E1B2B442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9FB04-5E77-4AF6-994D-5845F9B6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876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9C07B-BD20-4CF1-92AD-A48B39A1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35B70-CD88-4750-A831-8C734F40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92D93-3F9E-40E1-99FA-F713167D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078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EAFB-C6CD-4C63-93B1-131165EE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6E31-8A7D-4B4E-A9BF-3388EB100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97BB-3A38-4EA0-AE7D-B56786D15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95C46-4022-4CFE-B058-FA9861BA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7389F-571A-44A4-8DFB-B34605DDE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1DC60-16AE-4D06-A2D6-066C395D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78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32B4-95B7-4BB8-8BB5-50B40AA4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2BA6C-D879-4797-9233-F07C15E93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CCD7B-0694-4033-9A71-473C56985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72B7E-00F5-41DA-A62E-6E48C458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72CC7-2516-40CD-9969-4856AAE3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B99C2-D98D-449B-9488-23CCB389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070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05F5-7909-415E-BEE5-8BA6FEB7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26FC2-3074-4901-BA1A-091D185D6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C8C8C-F855-4F7C-B31C-372098DC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F5A0-A616-42BC-989E-BB7AB4AD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399B8-8994-403D-8F2A-7690E3DB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80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C84E6-BB81-4EB3-860F-9C85013D3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6C17D-B276-4C69-8876-D4799FB52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BCC3D-D290-4E5C-A01E-42AC9A09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3A5D-926E-4E40-B845-E26F3744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78701-CFC1-43C3-8ED3-8132A3A5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25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1BCC6-8EFC-4A4D-9596-A1F1676C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58FC7-8C6B-4FE6-8DF3-27D833253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4A5BC-E6CE-4260-AB53-D17F32B57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CD713-EF95-47CB-927E-196F60322326}" type="datetimeFigureOut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A413C-DAEC-40F8-A318-4CA697CF5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41605-6D3F-4509-BDB0-FE12DBB4C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548DF-5A59-46B8-85C5-118F97F95C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98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099ED9-1B46-4216-9127-5089946F83EC}"/>
              </a:ext>
            </a:extLst>
          </p:cNvPr>
          <p:cNvSpPr txBox="1"/>
          <p:nvPr/>
        </p:nvSpPr>
        <p:spPr>
          <a:xfrm>
            <a:off x="966787" y="209550"/>
            <a:ext cx="10258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#563 May the Grace of Christ Our Saviour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5D22C-C624-485D-9DBE-4AC569395855}"/>
              </a:ext>
            </a:extLst>
          </p:cNvPr>
          <p:cNvSpPr txBox="1"/>
          <p:nvPr/>
        </p:nvSpPr>
        <p:spPr>
          <a:xfrm>
            <a:off x="1057274" y="2521059"/>
            <a:ext cx="10077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May the grace of Christ our Savior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 Father's boundless love,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the Holy Spirit's favor,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 upon us from above.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025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BF026B-A91D-4A99-BAB1-084448A286CA}"/>
              </a:ext>
            </a:extLst>
          </p:cNvPr>
          <p:cNvSpPr txBox="1"/>
          <p:nvPr/>
        </p:nvSpPr>
        <p:spPr>
          <a:xfrm>
            <a:off x="1876425" y="2521059"/>
            <a:ext cx="84391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Thus may we abide in union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each other and the Lord,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possess, in sweet communion,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joys which earth cannot afford. Amen.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52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2021-10-01T22:09:52Z</dcterms:created>
  <dcterms:modified xsi:type="dcterms:W3CDTF">2022-01-22T00:54:10Z</dcterms:modified>
</cp:coreProperties>
</file>