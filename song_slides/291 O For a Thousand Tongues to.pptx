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362" r:id="rId3"/>
    <p:sldId id="271" r:id="rId4"/>
    <p:sldId id="272" r:id="rId5"/>
    <p:sldId id="383" r:id="rId6"/>
    <p:sldId id="390" r:id="rId7"/>
    <p:sldId id="29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102" y="3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57E7-15B6-4413-B57D-300D2BE79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2AECCD-0508-42B7-A9E6-8B7CF767F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91AE3-5169-4A4F-88F7-DB06C9C61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A021-BEF4-4909-9BC6-C1D8D36208E3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C12CB-0082-47B8-A4DC-CDD34BE2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C289E-2E1C-4EA1-A1D3-181190C8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C5D5-7098-4826-A39F-6B2C4EAA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5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CF82-0D80-4446-A7B1-6F69886B3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41FA0-BA5E-4EA6-9AEA-2D54764AE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F8AA6-DEB9-4272-AEAF-57E1B5C54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A021-BEF4-4909-9BC6-C1D8D36208E3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EEDB1-671E-4730-AA22-C5E6001D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2DA24-11EA-440E-B41D-BC8D0C771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C5D5-7098-4826-A39F-6B2C4EAA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46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4785-4337-4CFD-96BB-D505B1C2C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B01BC-CF27-4A06-833F-63E4EF1C0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8FD18-9FC4-4EBD-9BE3-6B42453D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A021-BEF4-4909-9BC6-C1D8D36208E3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7EB29-8170-4020-B4DE-B19D9053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87ED4-A4DE-4C6C-A7CE-85C0C9801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C5D5-7098-4826-A39F-6B2C4EAA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3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10B34-2919-48D0-AAF1-7EB13B0DE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0F79C-9F60-45B9-ACAC-076F35C8C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22DC6-744C-49ED-9C47-BCDE26296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22FCD-047F-4F4D-A296-5BACB3E3F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A021-BEF4-4909-9BC6-C1D8D36208E3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315B0-76B3-4CC0-AC56-7969C471A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42FBC-3FB8-448C-A330-4EC04DAA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C5D5-7098-4826-A39F-6B2C4EAA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25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CB7E3-1F05-4499-8294-D808D94E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0714E-FA34-46E5-B4ED-366D54701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16916-F057-4DEE-B197-0DDCDACFE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8EB2F8-DC4C-4C5F-B462-F125FFD1E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FF09DA-5E9F-4418-A9AA-4CB39E057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4AF6FB-F662-40B3-A118-172587260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A021-BEF4-4909-9BC6-C1D8D36208E3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9C88F5-9372-4946-A7A0-16F3612DB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2AC817-514C-4FF3-B56D-E1670DCC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C5D5-7098-4826-A39F-6B2C4EAA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68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92CF-5CF2-4D7A-B279-CD762F6F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0B49B-B98B-4F2E-96EC-3F6EA251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A021-BEF4-4909-9BC6-C1D8D36208E3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79240-CE26-46C9-8864-A695AC7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CD26E-775A-436E-A804-AD5796573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C5D5-7098-4826-A39F-6B2C4EAA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3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5C3EF6-3322-415A-B10C-DAE4A4608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A021-BEF4-4909-9BC6-C1D8D36208E3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506736-925D-4AB6-9409-AE7B25D0B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5EA5C-E008-4650-B635-09997C5BE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C5D5-7098-4826-A39F-6B2C4EAA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8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C19E8-261A-4E40-A576-8D88B8C2D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E7C80-620E-477D-BEFF-B760F74F5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B91A1-1202-4643-9225-C38B8D65E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5A5D2-91AE-4315-92DC-053FD0B9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A021-BEF4-4909-9BC6-C1D8D36208E3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6C2530-8DC1-4F54-8879-7D706F504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1DC66-15C1-47F3-AA1E-ABB2915C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C5D5-7098-4826-A39F-6B2C4EAA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9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306F3-FAF4-4462-BFFD-194E2C0A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3844F-A99A-4DE9-8223-F381F19F2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52192-5A12-4054-8510-3B4621859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CEB15-25D2-48E8-8B82-553369267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A021-BEF4-4909-9BC6-C1D8D36208E3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75B15-AA4C-4435-BFB6-AAE54F93A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C3350-8473-4293-BCFF-22C7E38F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C5D5-7098-4826-A39F-6B2C4EAA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84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A5A46-1706-4416-90C4-5DB9CEC94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33871-F442-4D71-80BA-6E8794614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B0818-AF1D-4E79-94DF-CE32E658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A021-BEF4-4909-9BC6-C1D8D36208E3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BD9C4-3154-45F1-A590-E582D147D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1E31C-F4F6-4D18-BC11-65418E5E1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C5D5-7098-4826-A39F-6B2C4EAA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23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74CDD0-6B1A-4403-96B0-3950ABE080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D526E-7A87-4EB2-9C48-6FBE88783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1E8B4-530F-4E34-88E5-C871389B8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8A021-BEF4-4909-9BC6-C1D8D36208E3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9E8D2-799B-4C73-BEA7-FC587E8B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A7E6E-206A-4115-AE11-EE003D9C9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6C5D5-7098-4826-A39F-6B2C4EAA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36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F6368-0748-4ED2-9150-906525623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BD83B-5A82-4B76-9729-A99213032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69A6F-FEB5-420F-9D5F-278F9A213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8A021-BEF4-4909-9BC6-C1D8D36208E3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303E4-4A54-4BE3-A634-F26FC9C8D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39D2A-1204-408F-AE28-7A6FA56C3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6C5D5-7098-4826-A39F-6B2C4EAA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0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#291 O For a Thousand Tongues to 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659285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O for a thousand tongues to sing</a:t>
            </a:r>
            <a:br>
              <a:rPr lang="en-CA" sz="2800" dirty="0"/>
            </a:br>
            <a:r>
              <a:rPr lang="en-CA" sz="2800" dirty="0"/>
              <a:t>my great Redeemer's praise,</a:t>
            </a:r>
            <a:br>
              <a:rPr lang="en-CA" sz="2800" dirty="0"/>
            </a:br>
            <a:r>
              <a:rPr lang="en-CA" sz="2800" dirty="0"/>
              <a:t>the glories of my God and King,</a:t>
            </a:r>
            <a:br>
              <a:rPr lang="en-CA" sz="2800" dirty="0"/>
            </a:br>
            <a:r>
              <a:rPr lang="en-CA" sz="2800" dirty="0"/>
              <a:t>the triumphs of his grace.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08ED8-D9A7-42F2-8523-5918EA7D0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My gracious Master and my God,</a:t>
            </a:r>
          </a:p>
          <a:p>
            <a:pPr algn="ctr"/>
            <a:r>
              <a:rPr lang="en-CA" sz="2800" dirty="0"/>
              <a:t>assist me to proclaim,</a:t>
            </a:r>
          </a:p>
          <a:p>
            <a:pPr algn="ctr"/>
            <a:r>
              <a:rPr lang="en-CA" sz="2800" dirty="0"/>
              <a:t>to spread thro’ all the earth abroad</a:t>
            </a:r>
          </a:p>
          <a:p>
            <a:pPr algn="ctr"/>
            <a:r>
              <a:rPr lang="en-CA" sz="2800" dirty="0"/>
              <a:t>the honours of thy name.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9664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CA" sz="2800" dirty="0"/>
              <a:t>Jesus, the name that charms our fears,</a:t>
            </a:r>
            <a:br>
              <a:rPr lang="en-CA" sz="2800" dirty="0"/>
            </a:br>
            <a:r>
              <a:rPr lang="en-CA" sz="2800" dirty="0"/>
              <a:t>that bids our sorrows cease;</a:t>
            </a:r>
            <a:br>
              <a:rPr lang="en-CA" sz="2800" dirty="0"/>
            </a:br>
            <a:r>
              <a:rPr lang="en-CA" sz="2800" dirty="0"/>
              <a:t>'tis music in the sinner's ears,</a:t>
            </a:r>
            <a:br>
              <a:rPr lang="en-CA" sz="2800" dirty="0"/>
            </a:br>
            <a:r>
              <a:rPr lang="en-CA" sz="2800" dirty="0"/>
              <a:t>'tis life and health and peace.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0423A-F235-4D72-85BA-F72C871F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He breaks the </a:t>
            </a:r>
            <a:r>
              <a:rPr lang="en-CA" sz="2800" dirty="0" err="1"/>
              <a:t>pow'r</a:t>
            </a:r>
            <a:r>
              <a:rPr lang="en-CA" sz="2800" dirty="0"/>
              <a:t> of reigning sin,</a:t>
            </a:r>
            <a:br>
              <a:rPr lang="en-CA" sz="2800" dirty="0"/>
            </a:br>
            <a:r>
              <a:rPr lang="en-CA" sz="2800" dirty="0"/>
              <a:t>he sets the </a:t>
            </a:r>
            <a:r>
              <a:rPr lang="en-CA" sz="2800" dirty="0" err="1"/>
              <a:t>pris'ner</a:t>
            </a:r>
            <a:r>
              <a:rPr lang="en-CA" sz="2800" dirty="0"/>
              <a:t> free;</a:t>
            </a:r>
            <a:br>
              <a:rPr lang="en-CA" sz="2800" dirty="0"/>
            </a:br>
            <a:r>
              <a:rPr lang="en-CA" sz="2800" dirty="0"/>
              <a:t>his blood can make the foulest clean,</a:t>
            </a:r>
            <a:br>
              <a:rPr lang="en-CA" sz="2800" dirty="0"/>
            </a:br>
            <a:r>
              <a:rPr lang="en-CA" sz="2800" dirty="0"/>
              <a:t>his blood availed for me.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7752E-7F8C-4F24-8533-56F43FAC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7822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C994F2-9B67-440E-A6A1-B37963AA9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77C661-E6E9-4AD8-8D96-3DE7771E158F}"/>
              </a:ext>
            </a:extLst>
          </p:cNvPr>
          <p:cNvSpPr txBox="1"/>
          <p:nvPr/>
        </p:nvSpPr>
        <p:spPr>
          <a:xfrm>
            <a:off x="0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5. He speaks, and </a:t>
            </a:r>
            <a:r>
              <a:rPr lang="en-US" sz="2800" dirty="0" err="1"/>
              <a:t>list’ning</a:t>
            </a:r>
            <a:r>
              <a:rPr lang="en-US" sz="2800" dirty="0"/>
              <a:t> to his voice,</a:t>
            </a:r>
          </a:p>
          <a:p>
            <a:pPr algn="ctr"/>
            <a:r>
              <a:rPr lang="en-US" sz="2800" dirty="0"/>
              <a:t>new life the dead receive;</a:t>
            </a:r>
          </a:p>
          <a:p>
            <a:pPr algn="ctr"/>
            <a:r>
              <a:rPr lang="en-US" sz="2800" dirty="0"/>
              <a:t>the mournful, broken hearts rejoice;</a:t>
            </a:r>
          </a:p>
          <a:p>
            <a:pPr algn="ctr"/>
            <a:r>
              <a:rPr lang="en-US" sz="2800" dirty="0"/>
              <a:t>the humble poor believe.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981581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10016F-F74B-4146-9D88-3345EF4A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189851-62FC-46B4-8CB2-8E853EF386BB}"/>
              </a:ext>
            </a:extLst>
          </p:cNvPr>
          <p:cNvSpPr txBox="1"/>
          <p:nvPr/>
        </p:nvSpPr>
        <p:spPr>
          <a:xfrm>
            <a:off x="0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</a:t>
            </a:r>
            <a:r>
              <a:rPr lang="en-CA" sz="2800" dirty="0"/>
              <a:t>. Hear him, ye deaf; his praise, ye dumb,</a:t>
            </a:r>
          </a:p>
          <a:p>
            <a:pPr algn="ctr"/>
            <a:r>
              <a:rPr lang="en-CA" sz="2800" dirty="0"/>
              <a:t>your </a:t>
            </a:r>
            <a:r>
              <a:rPr lang="en-CA" sz="2800" dirty="0" err="1"/>
              <a:t>loosen’d</a:t>
            </a:r>
            <a:r>
              <a:rPr lang="en-CA" sz="2800" dirty="0"/>
              <a:t> tongues employ;</a:t>
            </a:r>
          </a:p>
          <a:p>
            <a:pPr algn="ctr"/>
            <a:r>
              <a:rPr lang="en-CA" sz="2800" dirty="0"/>
              <a:t>ye blind, behold your Savior come;</a:t>
            </a:r>
          </a:p>
          <a:p>
            <a:pPr algn="ctr"/>
            <a:r>
              <a:rPr lang="en-CA" sz="2800" dirty="0"/>
              <a:t>and leap, ye lame, for joy.</a:t>
            </a:r>
          </a:p>
        </p:txBody>
      </p:sp>
    </p:spTree>
    <p:extLst>
      <p:ext uri="{BB962C8B-B14F-4D97-AF65-F5344CB8AC3E}">
        <p14:creationId xmlns:p14="http://schemas.microsoft.com/office/powerpoint/2010/main" val="2447353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7.</a:t>
            </a:r>
            <a:r>
              <a:rPr lang="en-CA" sz="2800" dirty="0"/>
              <a:t> To God all glory, praise, and love</a:t>
            </a:r>
            <a:br>
              <a:rPr lang="en-CA" sz="2800" dirty="0"/>
            </a:br>
            <a:r>
              <a:rPr lang="en-CA" sz="2800" dirty="0"/>
              <a:t>be now and ever </a:t>
            </a:r>
            <a:r>
              <a:rPr lang="en-CA" sz="2800" dirty="0" err="1"/>
              <a:t>giv'n</a:t>
            </a:r>
            <a:r>
              <a:rPr lang="en-CA" sz="2800" dirty="0"/>
              <a:t>;</a:t>
            </a:r>
            <a:br>
              <a:rPr lang="en-CA" sz="2800" dirty="0"/>
            </a:br>
            <a:r>
              <a:rPr lang="en-CA" sz="2800" dirty="0"/>
              <a:t>by saints below and saints above,</a:t>
            </a:r>
            <a:br>
              <a:rPr lang="en-CA" sz="2800" dirty="0"/>
            </a:br>
            <a:r>
              <a:rPr lang="en-CA" sz="2800" dirty="0"/>
              <a:t>the church in earth and </a:t>
            </a:r>
            <a:r>
              <a:rPr lang="en-CA" sz="2800" dirty="0" err="1"/>
              <a:t>heav'n</a:t>
            </a:r>
            <a:r>
              <a:rPr lang="en-CA" sz="2800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17752E-7F8C-4F24-8533-56F43FAC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5088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304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#291 O For a Thousand Tongues to 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#291 O For a Thousand Tongues to Sing</dc:title>
  <dc:creator>Eric Hoogendoorn</dc:creator>
  <cp:lastModifiedBy>Eric Hoogendoorn</cp:lastModifiedBy>
  <cp:revision>2</cp:revision>
  <dcterms:created xsi:type="dcterms:W3CDTF">2020-04-25T02:44:14Z</dcterms:created>
  <dcterms:modified xsi:type="dcterms:W3CDTF">2020-10-09T14:29:46Z</dcterms:modified>
</cp:coreProperties>
</file>