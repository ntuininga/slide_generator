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9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AA7A0-AF20-43F4-B97C-3632DD9042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EE0D8F-28F2-47EA-B481-828DFAF390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7F041-4A5E-4487-87C3-08E7ADB04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C2D4E-FD49-4220-89AD-8BCD2675BB0B}" type="datetimeFigureOut">
              <a:rPr lang="en-CA" smtClean="0"/>
              <a:t>2021-06-25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CC52B-5E97-48BD-A1D7-8E49B8601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7F77B-29C2-4278-A6D2-DC66FA5CA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3F2C8-3D08-4EA2-BE5F-9699C5B7F34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4529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D3872-197E-4E3E-9DDC-D86BF3D64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E989B-BA7C-4B48-ACE0-6DB706771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C1A8E-3E94-49D4-9201-1D032CE53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C2D4E-FD49-4220-89AD-8BCD2675BB0B}" type="datetimeFigureOut">
              <a:rPr lang="en-CA" smtClean="0"/>
              <a:t>2021-06-25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B0E5C-A70D-400F-B29E-AFFBC640B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916B7-C3FA-46D2-A83A-21BE5C8FB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3F2C8-3D08-4EA2-BE5F-9699C5B7F34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30296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50769-09E9-4289-BEC0-4099A2897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BCB21A-19DE-49E6-B2EA-E8C6D394D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54421-7F58-498D-A043-75DEA4E9D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C2D4E-FD49-4220-89AD-8BCD2675BB0B}" type="datetimeFigureOut">
              <a:rPr lang="en-CA" smtClean="0"/>
              <a:t>2021-06-25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DA13F-CB26-44D4-9E3F-461AAEC92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C6755-1BF9-493E-A49D-B2C1A675C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3F2C8-3D08-4EA2-BE5F-9699C5B7F34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10018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F0E27-F4FD-4765-B66B-840BF353A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2A86E-E1E6-47A7-85F9-31DB115546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046BDA-6CF7-478F-A517-CAEFF36A7A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710140-E7DA-4EDC-B1BE-2DA77DE36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C2D4E-FD49-4220-89AD-8BCD2675BB0B}" type="datetimeFigureOut">
              <a:rPr lang="en-CA" smtClean="0"/>
              <a:t>2021-06-25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645B5-5036-4F12-92ED-164490748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7CD7D2-76C3-4BC8-8D1D-35859F0B9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3F2C8-3D08-4EA2-BE5F-9699C5B7F34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53849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B190C-1F33-4AE8-BC61-CF01B4D57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A3B328-0D50-4F11-BF9E-45CC26999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20A00E-29BD-4072-9126-4A35E38C34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9AA597-F30D-4D32-8D42-19257162F0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7F8ECE-0F37-4745-A02C-23C9E3D4B5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582C9F-5AB4-4787-B40D-EF4C16FF8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C2D4E-FD49-4220-89AD-8BCD2675BB0B}" type="datetimeFigureOut">
              <a:rPr lang="en-CA" smtClean="0"/>
              <a:t>2021-06-25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80AF28-2053-4435-8D8B-0E8F1A1DA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A93B38-9CA5-4557-B01E-46383F824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3F2C8-3D08-4EA2-BE5F-9699C5B7F34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9192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C5E24-8E57-4CB0-9BF5-0392DCAA4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5B5B69-7EFC-487C-B85C-5BB06884C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C2D4E-FD49-4220-89AD-8BCD2675BB0B}" type="datetimeFigureOut">
              <a:rPr lang="en-CA" smtClean="0"/>
              <a:t>2021-06-25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F47976-77C7-41B4-84D6-8EC5CCA5D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D45EDF-033C-4E45-86BC-E2545BF6E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3F2C8-3D08-4EA2-BE5F-9699C5B7F34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6916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724A6-1CAA-4B00-AC95-D7827627A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C2D4E-FD49-4220-89AD-8BCD2675BB0B}" type="datetimeFigureOut">
              <a:rPr lang="en-CA" smtClean="0"/>
              <a:t>2021-06-25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0D402E-A37B-4357-AF9A-7CD4E8D51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7905C-A3EF-40E7-BEA6-A9782D64F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3F2C8-3D08-4EA2-BE5F-9699C5B7F34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9116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7F9DE-408E-4B12-BA47-F56A50BAC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AE655-E99C-4276-8522-4E716637A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B78E1-A153-4AF2-BBD2-C73962F96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307679-A15B-432B-8467-C5421D588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C2D4E-FD49-4220-89AD-8BCD2675BB0B}" type="datetimeFigureOut">
              <a:rPr lang="en-CA" smtClean="0"/>
              <a:t>2021-06-25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206FDE-3818-4C60-A5EE-B6913EDE9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406F84-8D4F-47AF-A162-E64DB4B5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3F2C8-3D08-4EA2-BE5F-9699C5B7F34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78613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2F3E5-06A1-4E6F-B230-42A035A86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CEFE71-E140-4894-9B19-38FAF048EE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BD1BDC-3E4E-41D0-A708-F6C0B6055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A7A0F8-7842-448E-AF1B-426792575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C2D4E-FD49-4220-89AD-8BCD2675BB0B}" type="datetimeFigureOut">
              <a:rPr lang="en-CA" smtClean="0"/>
              <a:t>2021-06-25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5E1F9C-D477-4C22-B49F-887614A43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984E99-C4DE-428C-AE87-477382F0C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3F2C8-3D08-4EA2-BE5F-9699C5B7F34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12742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E151D-3B0D-4525-958E-BA23F0163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46321C-A7B5-48AB-9D04-5E29FD5A17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F71C-2878-40CB-A0BF-CD37AA6EA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C2D4E-FD49-4220-89AD-8BCD2675BB0B}" type="datetimeFigureOut">
              <a:rPr lang="en-CA" smtClean="0"/>
              <a:t>2021-06-25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C35241-F2A5-4A46-9277-9404AFAE3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29169-017C-4729-B88B-721B94755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3F2C8-3D08-4EA2-BE5F-9699C5B7F34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48823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D673A3-0791-45AC-8FCF-9410D28084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909E94-FB79-4BB0-A66A-406036C97A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6F81C-343D-4FCF-9813-80E369C4E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C2D4E-FD49-4220-89AD-8BCD2675BB0B}" type="datetimeFigureOut">
              <a:rPr lang="en-CA" smtClean="0"/>
              <a:t>2021-06-25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92352-D835-450D-8E35-2F9EDDD71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AA44F-2429-47B4-A6E5-E15247C5B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3F2C8-3D08-4EA2-BE5F-9699C5B7F34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1830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FB7078-6D2E-47F5-A8E5-7D7FF348D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14F93-F380-48D1-89B3-B25D4EDFC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361F7-D3E5-40A9-991A-F5BFE2C6D3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C2D4E-FD49-4220-89AD-8BCD2675BB0B}" type="datetimeFigureOut">
              <a:rPr lang="en-CA" smtClean="0"/>
              <a:t>2021-06-25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ABCF1-5A0D-4108-86A9-23274D91C1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9ABF7-4B6C-495E-9890-EC67EFD9A6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B3F2C8-3D08-4EA2-BE5F-9699C5B7F34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12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1B388B-247B-4C48-8F9E-9FD143C5479E}"/>
              </a:ext>
            </a:extLst>
          </p:cNvPr>
          <p:cNvSpPr txBox="1"/>
          <p:nvPr/>
        </p:nvSpPr>
        <p:spPr>
          <a:xfrm>
            <a:off x="1543050" y="247650"/>
            <a:ext cx="9105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4400" i="1" dirty="0">
                <a:solidFill>
                  <a:prstClr val="black"/>
                </a:solidFill>
                <a:latin typeface="Calibri Light" panose="020F0302020204030204"/>
              </a:rPr>
              <a:t>#62A My Soul in Silence Waits for God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E6E32D-3DC7-4105-A1F1-1B5BF110F57E}"/>
              </a:ext>
            </a:extLst>
          </p:cNvPr>
          <p:cNvSpPr txBox="1"/>
          <p:nvPr/>
        </p:nvSpPr>
        <p:spPr>
          <a:xfrm>
            <a:off x="1209675" y="1962150"/>
            <a:ext cx="9772650" cy="361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FontTx/>
              <a:buAutoNum type="arabicPeriod"/>
            </a:pPr>
            <a:r>
              <a:rPr lang="en-US" sz="2800" dirty="0">
                <a:solidFill>
                  <a:prstClr val="black"/>
                </a:solidFill>
              </a:rPr>
              <a:t>My soul in silence waits for God,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my </a:t>
            </a:r>
            <a:r>
              <a:rPr lang="en-US" sz="2800" dirty="0" err="1">
                <a:solidFill>
                  <a:prstClr val="black"/>
                </a:solidFill>
              </a:rPr>
              <a:t>Saviour</a:t>
            </a:r>
            <a:r>
              <a:rPr lang="en-US" sz="2800" dirty="0">
                <a:solidFill>
                  <a:prstClr val="black"/>
                </a:solidFill>
              </a:rPr>
              <a:t> he has proved;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he only is my rock and </a:t>
            </a:r>
            <a:r>
              <a:rPr lang="en-US" sz="2800" dirty="0" err="1">
                <a:solidFill>
                  <a:prstClr val="black"/>
                </a:solidFill>
              </a:rPr>
              <a:t>tow’r</a:t>
            </a:r>
            <a:r>
              <a:rPr lang="en-US" sz="2800" dirty="0">
                <a:solidFill>
                  <a:prstClr val="black"/>
                </a:solidFill>
              </a:rPr>
              <a:t>;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I never shall be moved.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My </a:t>
            </a:r>
            <a:r>
              <a:rPr lang="en-US" sz="2800" dirty="0" err="1">
                <a:solidFill>
                  <a:prstClr val="black"/>
                </a:solidFill>
              </a:rPr>
              <a:t>honour</a:t>
            </a:r>
            <a:r>
              <a:rPr lang="en-US" sz="2800" dirty="0">
                <a:solidFill>
                  <a:prstClr val="black"/>
                </a:solidFill>
              </a:rPr>
              <a:t> is secure with God,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my </a:t>
            </a:r>
            <a:r>
              <a:rPr lang="en-US" sz="2800" dirty="0" err="1">
                <a:solidFill>
                  <a:prstClr val="black"/>
                </a:solidFill>
              </a:rPr>
              <a:t>Saviour</a:t>
            </a:r>
            <a:r>
              <a:rPr lang="en-US" sz="2800" dirty="0">
                <a:solidFill>
                  <a:prstClr val="black"/>
                </a:solidFill>
              </a:rPr>
              <a:t> he is known;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my refuge and my rock of strength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are found in God alone.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02541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B30A6F-33F5-4B11-B3E2-05241DB8381A}"/>
              </a:ext>
            </a:extLst>
          </p:cNvPr>
          <p:cNvSpPr txBox="1"/>
          <p:nvPr/>
        </p:nvSpPr>
        <p:spPr>
          <a:xfrm>
            <a:off x="1828800" y="1659285"/>
            <a:ext cx="85344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My enemies my ruin seek,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they plot with fraud and guile;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deceitful, they pretend to bless,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 inwardly revile.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soul in silence waits for God,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is my help approved;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only is my rock and tow’r,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I shall not be moved.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48386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8E2850-930F-43BA-B8C9-60C645486C57}"/>
              </a:ext>
            </a:extLst>
          </p:cNvPr>
          <p:cNvSpPr txBox="1"/>
          <p:nvPr/>
        </p:nvSpPr>
        <p:spPr>
          <a:xfrm>
            <a:off x="1262062" y="1659285"/>
            <a:ext cx="96678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prstClr val="black"/>
                </a:solidFill>
              </a:rPr>
              <a:t>3. My </a:t>
            </a:r>
            <a:r>
              <a:rPr lang="en-US" sz="2800" dirty="0" err="1">
                <a:solidFill>
                  <a:prstClr val="black"/>
                </a:solidFill>
              </a:rPr>
              <a:t>honour</a:t>
            </a:r>
            <a:r>
              <a:rPr lang="en-US" sz="2800" dirty="0">
                <a:solidFill>
                  <a:prstClr val="black"/>
                </a:solidFill>
              </a:rPr>
              <a:t> is secure with God,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my </a:t>
            </a:r>
            <a:r>
              <a:rPr lang="en-US" sz="2800" dirty="0" err="1">
                <a:solidFill>
                  <a:prstClr val="black"/>
                </a:solidFill>
              </a:rPr>
              <a:t>Saviour</a:t>
            </a:r>
            <a:r>
              <a:rPr lang="en-US" sz="2800" dirty="0">
                <a:solidFill>
                  <a:prstClr val="black"/>
                </a:solidFill>
              </a:rPr>
              <a:t> he is known;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my refuge and my rock of strength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are found in God alone.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On him, you people, evermore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rely with confidence;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before him pour out all your heart,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for God is our defense.</a:t>
            </a:r>
          </a:p>
        </p:txBody>
      </p:sp>
    </p:spTree>
    <p:extLst>
      <p:ext uri="{BB962C8B-B14F-4D97-AF65-F5344CB8AC3E}">
        <p14:creationId xmlns:p14="http://schemas.microsoft.com/office/powerpoint/2010/main" val="1696847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EB3B44-29D4-4825-B6C5-4EB41A289C6A}"/>
              </a:ext>
            </a:extLst>
          </p:cNvPr>
          <p:cNvSpPr txBox="1"/>
          <p:nvPr/>
        </p:nvSpPr>
        <p:spPr>
          <a:xfrm>
            <a:off x="1366837" y="1659285"/>
            <a:ext cx="94583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For surely men are helpers vain,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high and the abased;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yes, lighter than a breath are they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in the balance placed.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Trust no in harsh oppression’s pow’r,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nor in unrighteous gain;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wealth increase, yet on your gold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 set your hearts in vain.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0890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B4E23E-C0A2-492D-ADCA-6DD873E98676}"/>
              </a:ext>
            </a:extLst>
          </p:cNvPr>
          <p:cNvSpPr txBox="1"/>
          <p:nvPr/>
        </p:nvSpPr>
        <p:spPr>
          <a:xfrm>
            <a:off x="2366962" y="1659285"/>
            <a:ext cx="74580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prstClr val="black"/>
                </a:solidFill>
              </a:rPr>
              <a:t>5. For God has spoken o’er and o’er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and unto me has shown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that saving </a:t>
            </a:r>
            <a:r>
              <a:rPr lang="en-US" sz="2800" dirty="0" err="1">
                <a:solidFill>
                  <a:prstClr val="black"/>
                </a:solidFill>
              </a:rPr>
              <a:t>pow’r</a:t>
            </a:r>
            <a:r>
              <a:rPr lang="en-US" sz="2800" dirty="0">
                <a:solidFill>
                  <a:prstClr val="black"/>
                </a:solidFill>
              </a:rPr>
              <a:t> and lasting strength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belong to him alone.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Yes, loving-kindness evermore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belongs to you, O Lord;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and you, according to his work,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will </a:t>
            </a:r>
            <a:r>
              <a:rPr lang="en-US" sz="2800" dirty="0" err="1">
                <a:solidFill>
                  <a:prstClr val="black"/>
                </a:solidFill>
              </a:rPr>
              <a:t>ev’ry</a:t>
            </a:r>
            <a:r>
              <a:rPr lang="en-US" sz="2800" dirty="0">
                <a:solidFill>
                  <a:prstClr val="black"/>
                </a:solidFill>
              </a:rPr>
              <a:t> man reward.</a:t>
            </a:r>
          </a:p>
        </p:txBody>
      </p:sp>
    </p:spTree>
    <p:extLst>
      <p:ext uri="{BB962C8B-B14F-4D97-AF65-F5344CB8AC3E}">
        <p14:creationId xmlns:p14="http://schemas.microsoft.com/office/powerpoint/2010/main" val="886359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276</Words>
  <Application>Microsoft Office PowerPoint</Application>
  <PresentationFormat>Widescreen</PresentationFormat>
  <Paragraphs>41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2</cp:revision>
  <dcterms:created xsi:type="dcterms:W3CDTF">2021-02-13T23:02:44Z</dcterms:created>
  <dcterms:modified xsi:type="dcterms:W3CDTF">2021-06-26T04:37:01Z</dcterms:modified>
</cp:coreProperties>
</file>