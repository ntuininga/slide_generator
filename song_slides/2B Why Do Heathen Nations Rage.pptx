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6" r:id="rId2"/>
    <p:sldId id="489" r:id="rId3"/>
    <p:sldId id="487" r:id="rId4"/>
    <p:sldId id="48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197C-ECAA-02A2-6737-50594C02B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8EA2B-C813-7135-F4C9-A45EA8A57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50174-B358-363E-A38E-4C10301B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A6FC8-3377-46A8-85AF-FFACCD02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44329-80DF-137B-B94A-7EA18243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6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810E-6E87-1EE1-4671-6107D1A6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29A1-7CAA-7C2F-2AD3-EFC024ABB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CA1E7-C86A-5406-AFE5-C5E6AFCC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8622E-1ECC-2B55-6684-B766FD9A3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41C86-8E70-C1A8-3ADE-810F845B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7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EF9C-610F-8BCC-6E49-286001F9B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759C7-7B9D-3169-CC07-214421144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6902B-F111-3485-0039-5F337C94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FAB5B-1087-E9A1-68E9-D2E4AD64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A4B97-C654-0645-585B-CDA544D8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4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36B3A-DA99-CFC3-6FFB-4FA355F7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67BA-9409-BCE2-84B7-D2A96CBFC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3917E-F53B-4BFD-48FE-546895F06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41168-8E95-BBA4-76D6-D1D4E581E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6C6E2-86DE-9B8D-C3B2-90054550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40C3E-6FC3-D969-57FF-28F2D928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90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366A-BF8C-D8F8-9867-078FCC95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74808-35C9-64D9-EB0C-694E190C9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FC652-55B7-A21C-8965-EB084D807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6435D-00E2-A7ED-C9DA-F940892D7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AC759-D807-3AB3-1B54-9709F8243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F9F39-6985-A70D-1A2E-18CB7D5F6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B48B1-770F-7B8B-28FE-BA4630B6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5CE9A-6A93-74C0-8AD8-31734806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6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C437-F708-B6E6-4A47-A6B77B9B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6D1B7-BBC6-122E-B348-E7A933EE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6EC6C-48F9-14EF-6EB6-CF9FE831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0CF4E-49B6-FEB3-E7DE-2FDDBB53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1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4E06C-A829-A28E-10B4-D3170F6A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C2AAF-C886-93EA-5C4F-00843B28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F18E0-9F92-0517-1936-94A34E60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1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A48B-CE75-15DD-6013-6EE9020BC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B9F25-C0D9-1015-C9C0-2C6A1EC6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D1420-D8F9-EA2D-B9CB-9AFF43A4F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2903-3A9C-7787-0A56-708E375E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881CE-9F2D-B49C-D446-066C8ADE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84EB1-965A-6A42-F6D0-3AB34354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5AE3-4410-6C42-67A1-B55D590E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C2829B-9E01-DEEC-423C-2723C8E67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7FA02-ECF3-81E4-7A1C-2F4EE010B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0F4FE-23FC-0E95-F9C1-91B094FC6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E2744-594F-1D38-E535-B0D8BC2A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6EEAB-7D77-DE9D-6787-53FE3CA0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3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85F5-6B32-1897-46B3-434892A1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28716-513E-0D9B-E256-C981BB88E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2B9D3-7FEF-382B-ECBE-77088F5A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5C6C-FCC5-7B9E-ED85-6BD6F282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7A03F-C1FA-4206-0CCB-2626D352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26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61B38-CFB6-398E-A729-7617F7214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99650-D6C0-BB36-B746-5E7B21816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25876-5DFB-6F7A-A3D2-8CCE5AA2C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51F7F-F663-EA79-7B3C-F7C69767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E6A97-DF25-1045-5D29-0B002442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7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14818-386D-E0F5-841C-9EB23D36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EA62D-329C-ED93-B9DE-704D0BB40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9D01C-8778-296C-FC40-4B98C2088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8B86E-3E08-4AF8-9FAB-CD68515196F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1C3B4-DC64-4BF4-C172-05CA7BA22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123A-675F-CB5E-C23A-08FD4ABDF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D8D03-5FC4-4780-B19B-45817D46E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12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839FF8-B649-4B93-89AC-1470508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FBBB5-122F-4C0A-81C6-BB62BA69E517}"/>
              </a:ext>
            </a:extLst>
          </p:cNvPr>
          <p:cNvSpPr txBox="1"/>
          <p:nvPr/>
        </p:nvSpPr>
        <p:spPr>
          <a:xfrm>
            <a:off x="1300162" y="190500"/>
            <a:ext cx="959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#2B Why Do Heathen Nations Rage?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8879B-5485-4155-9129-F9CB3304E517}"/>
              </a:ext>
            </a:extLst>
          </p:cNvPr>
          <p:cNvSpPr txBox="1"/>
          <p:nvPr/>
        </p:nvSpPr>
        <p:spPr>
          <a:xfrm>
            <a:off x="1976436" y="1888430"/>
            <a:ext cx="8239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do heathen nations rage?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do peoples plot in vain?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Kings and rulers join to wage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 against God’s royal reign.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Speaking out against the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Anointed they defy: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“Let us break apart their cords,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cast away their chains,” they cry.</a:t>
            </a:r>
          </a:p>
        </p:txBody>
      </p:sp>
    </p:spTree>
    <p:extLst>
      <p:ext uri="{BB962C8B-B14F-4D97-AF65-F5344CB8AC3E}">
        <p14:creationId xmlns:p14="http://schemas.microsoft.com/office/powerpoint/2010/main" val="4024834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723AC3-2609-4C84-8649-9E8524B0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A363F-1DCE-4B13-BFB2-E3D4442BDA70}"/>
              </a:ext>
            </a:extLst>
          </p:cNvPr>
          <p:cNvSpPr txBox="1"/>
          <p:nvPr/>
        </p:nvSpPr>
        <p:spPr>
          <a:xfrm>
            <a:off x="1885950" y="1659285"/>
            <a:ext cx="8420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He who sits in heaven laughs;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God derides and mocks them all.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 to them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he speaks in wrath,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fear and dread on them do fall: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“Yet according to my will,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have set my king to reign;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fixed on Zion’s holy hill,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Anointed will remain”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80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723AC3-2609-4C84-8649-9E8524B0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A363F-1DCE-4B13-BFB2-E3D4442BDA70}"/>
              </a:ext>
            </a:extLst>
          </p:cNvPr>
          <p:cNvSpPr txBox="1"/>
          <p:nvPr/>
        </p:nvSpPr>
        <p:spPr>
          <a:xfrm>
            <a:off x="1885950" y="1659285"/>
            <a:ext cx="8420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 will tell of his decree: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to me the LORD did say,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“You are my beloved Son,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have brought you forth this day.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Ask for all the earth abroad;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shall own the nations far.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will break them with a rod,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 them like a potter’s jar.”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441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43C5CA-9D7C-4874-B444-69C34C0F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E0A22-0832-41C1-BFEF-3CDEDD77AAFC}"/>
              </a:ext>
            </a:extLst>
          </p:cNvPr>
          <p:cNvSpPr txBox="1"/>
          <p:nvPr/>
        </p:nvSpPr>
        <p:spPr>
          <a:xfrm>
            <a:off x="2085975" y="1659285"/>
            <a:ext cx="8020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Therefore kings, be wise, be warned;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ulers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the earth, give ear.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 with awe and serve the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mingle joy with trembling fear.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Kiss the Son, his anger turn,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lest you perish in the way,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his wrath will quickly burn.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who trust him – blest are they!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01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Tuininga</dc:creator>
  <cp:lastModifiedBy>Neil Tuininga</cp:lastModifiedBy>
  <cp:revision>1</cp:revision>
  <dcterms:created xsi:type="dcterms:W3CDTF">2022-05-13T16:39:56Z</dcterms:created>
  <dcterms:modified xsi:type="dcterms:W3CDTF">2022-05-13T16:40:47Z</dcterms:modified>
</cp:coreProperties>
</file>