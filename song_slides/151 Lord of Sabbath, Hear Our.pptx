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0B804-63B5-4C31-A4ED-BF2B22E80C39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121F7-4810-4E16-920E-7D6CC853A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53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8BD9-58E2-7E7D-F403-8EB3EE04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A862E-7BA0-DCFD-EE4E-9101DC156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33B07-2BC4-EF85-7B25-169713FF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1291-3D76-46B8-9C9B-D5153091A097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1852-944B-D9E5-DAC2-B8743DF8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55FF2-C86F-6211-AFCD-47B38DED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92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BFA3-1EFC-B6FC-30C2-DC9D3AE7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554DE-6967-D724-B4FB-1CE8CC34D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4CB6E-7522-19C0-1AA1-86B3A2DA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649A-A126-474F-9107-E43DA9B5DD56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B5DAD-EA27-92EC-6D3E-3D2DCB96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B7234-B7E0-52D4-8F2C-029F818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8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BF33-0555-5D08-1B53-A782BE34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26EC5-67B1-EC6D-6073-02F4CE27B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20415-C2DF-8C41-E058-2FE1B0202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8CE53-2F00-4E33-966E-0E551CC16F49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DCB34-C838-BA2B-B76C-8147CA386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61336-61F3-693B-CE5C-2FD01610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0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0BD3-7A3A-B0EF-EC24-25950BE0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858F6-F56F-AC92-6618-290F5271C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56DA8-87F9-7BFF-1EFF-8B76B163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83E98-AFD3-D4A8-503B-ED0C4090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F459-216C-49AF-A3AD-FBF2413CC541}" type="datetime1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5EA0A-99C1-7D5E-20F6-B2D726BB9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536B5-69B1-7FB2-EB3C-8B26F7C6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8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33D6-B8E2-53EA-8C05-87D1255F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6D7A7-34D0-B0AF-33C5-D6F4458BE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8A200-0378-400A-02CC-A0008DFA3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3B979-C145-6A90-5697-A4741ECA9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5199A-957C-096F-5E81-BFABD6D0F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38C5BC-B08B-37C1-869F-08F881443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3035-F759-4137-B431-CB090F89B442}" type="datetime1">
              <a:rPr lang="en-US" smtClean="0"/>
              <a:t>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A6088A-4C8F-186D-5D88-B4EAD933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86008A-D1F9-87A1-9563-C98C9B1D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35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26BB-B7FB-69A3-4D3E-C4B991D8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538E6-2BEC-1C90-5682-C6FE73E0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8C17-4A37-491E-93DB-FE250F403ED7}" type="datetime1">
              <a:rPr lang="en-US" smtClean="0"/>
              <a:t>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8F5F1-B7CC-94F8-CA5C-1A998362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F1157-467F-C9EA-6A0F-A56CA8C7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1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7CACE-8958-FC22-AD2E-BCCFD8C8E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CE97-52CB-48B5-83A2-19B3C42C5432}" type="datetime1">
              <a:rPr lang="en-US" smtClean="0"/>
              <a:t>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E84A6-43E5-BEBC-B66B-681DD7F4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2D795-11F5-5CB5-6C00-7580CB5C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1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15CF-A381-5976-9750-90507D5F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9D7-F276-86B5-E972-66890B13C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39B57-F582-278F-7236-9636E89EE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FD17F-3116-B903-94BA-895F76BE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0F9C8-6BEA-473D-BD40-9CD2CF3242F1}" type="datetime1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D4437-143B-5ACC-49BE-CC6B4C273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5A5D9-D7FC-3E45-EBFF-81AF5A618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7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9FE6-7DFF-7441-8673-038873931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A2FB9-22A7-4E83-0790-52662E355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E3FC4-470C-C9DD-2163-BE9531FEA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E6316-4C8F-A300-0EB9-FAB03AFF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6DD-D9C9-4536-ABDB-3CF05CB227B0}" type="datetime1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39191-B051-2A15-D46D-3D58EA66B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5E53E-FB8E-4EB0-47AE-DE454718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9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22F6-8112-4A82-71A2-FF52AB6E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927C4-26A7-3CB2-08C8-7F8F25725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F69BB-2048-9F43-C44F-1AF97AAB1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672E6-2252-4F54-BC49-2A31B9008AF7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132A0-8C9D-8D85-F94D-76C3E7E9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7C22-4E74-D534-0913-DCCD025F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40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735230-4639-DD4B-1009-52CE6B050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070B3-E6DA-349D-AE69-2AAD1A21A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DDE06-BDC2-C80B-1F46-5907CA6D0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508A-585A-4E3A-AC54-712E55E27DE2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6A641-8883-F4AE-80FC-E3893D4F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91E9-1198-6C91-5B0D-8BBAF43AD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4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418E2-1590-E48F-597B-5FB320C0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EAC39-506B-AA92-57BA-27FBBA04D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92382-92C9-D3C8-1672-42DEC7A01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C0888-A86E-4C76-B76D-D8BF0977D697}" type="datetime1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3390-1329-0A36-05B4-F08D632B9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B53AF-A849-209B-7EC4-3127528A7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DCE60-3A69-485A-A61E-4BF563292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0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A7BE3-7B17-C7EE-6B65-04809C61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#151 Lord of Sabbath, Hear Our Prayer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4B9F5-BE59-F1BF-C04A-9CC6E9CBD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Lord of the Sabbath, hear us pray,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this your house, on this your day;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own, as grateful sacrifice,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songs which from your temple rise.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2EEEC-D183-6980-97B1-40FFB5F0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9727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E8041-3D1B-1753-877E-09B243019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Now met to pray and bless your name,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whose mercies flow each day the same,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whose kind compassions never cease,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seek instruction, pardon, peace.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5F4EE-F3D1-AAFF-2F27-C2E1D8F8F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8927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EDE14-5E3B-D712-B997-5C582C663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Your earthly Sabbaths, Lord, we love,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but there's a nobler rest above;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that our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lab'ring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souls aspire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ardent hope and strong desire.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EB851-0B88-F534-5256-294D83AD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8752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0167-7FFF-8727-A037-DDB69FEA6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4538C-8D3F-5239-5C0A-5AE841874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222222"/>
                </a:solidFill>
              </a:rPr>
              <a:t>4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</a:t>
            </a:r>
            <a:r>
              <a:rPr lang="en-US" dirty="0">
                <a:solidFill>
                  <a:srgbClr val="222222"/>
                </a:solidFill>
              </a:rPr>
              <a:t>In your blest kingdom we shall be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222222"/>
                </a:solidFill>
              </a:rPr>
              <a:t> from </a:t>
            </a:r>
            <a:r>
              <a:rPr lang="en-US" dirty="0" err="1">
                <a:solidFill>
                  <a:srgbClr val="222222"/>
                </a:solidFill>
              </a:rPr>
              <a:t>ev’ry</a:t>
            </a:r>
            <a:r>
              <a:rPr lang="en-US" dirty="0">
                <a:solidFill>
                  <a:srgbClr val="222222"/>
                </a:solidFill>
              </a:rPr>
              <a:t> mortal trouble free: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222222"/>
                </a:solidFill>
              </a:rPr>
              <a:t> no sighs shall mingle with the songs</a:t>
            </a:r>
            <a:br>
              <a:rPr lang="en-US" dirty="0">
                <a:solidFill>
                  <a:srgbClr val="222222"/>
                </a:solidFill>
              </a:rPr>
            </a:br>
            <a:r>
              <a:rPr lang="en-US" dirty="0">
                <a:solidFill>
                  <a:srgbClr val="222222"/>
                </a:solidFill>
              </a:rPr>
              <a:t> resounding from immortal tongues.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B0017-C249-10F8-030E-5A077268D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1913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76DD1-5AF4-D95D-0BFC-E778006E9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6 O long-expected day, begin,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dawn on these realms of woe and sin!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Break, morn of God, upon our eyes;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let the world's true Sun arise!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D9D07-9FA8-EB82-613B-CD718DE9F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00545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232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#151 Lord of Sabbath, Hear Our Prayer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#151 Lord of Sabbath, Hear Our Prayer</dc:title>
  <dc:creator>Neil Tuininga</dc:creator>
  <cp:lastModifiedBy>Neil Tuininga</cp:lastModifiedBy>
  <cp:revision>2</cp:revision>
  <dcterms:created xsi:type="dcterms:W3CDTF">2022-12-17T02:06:06Z</dcterms:created>
  <dcterms:modified xsi:type="dcterms:W3CDTF">2025-02-02T03:52:41Z</dcterms:modified>
</cp:coreProperties>
</file>