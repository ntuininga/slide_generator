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A2ED3294-0954-4D07-888C-49AF3DE3DE81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7/29/23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3629AE2-0C01-4958-B495-951C1C89739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C1194BB-BAB0-40FC-9039-F60485F085F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7/29/23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BA937AF-B24D-489A-9527-4F1F1D800BB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A7DD8EB-6B14-4085-93D1-7C6E3C939DAE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7/29/23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AD40C3F-ACD3-4B0D-826B-B512943F30E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0" y="664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#160 Savior, Again to Thy Dear Name We Raise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189180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Savior, again to thy dear name we raise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one accord our parting hymn of praise.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stand to bless thee ere our worship cease,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now, departing, wait thy word of peace.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125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192384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Grant us thy peace upon our homeward way;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with thee began, with thee shall end the day;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guard thou the lips from sin, the hearts from shame,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that in this house have called upon thy name.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1509840" y="1800360"/>
            <a:ext cx="917208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Grant us thy peace, Lord, through the coming night;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turn thou for us its darkness into light;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from harm and danger keep thy children free,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for dark and light are both alike to thee.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2014560" y="1981080"/>
            <a:ext cx="816264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4. 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Grant us thy peace throughout our earthly life,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our balm in sorrow, and our stay in strife;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then, when thy voice shall bid our conflict cease,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call us, O Lord, to thine eternal peace.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LibreOffice/7.0.4.2$Linux_X86_64 LibreOffice_project/00$Build-2</Application>
  <AppVersion>15.0000</AppVersion>
  <Words>220</Words>
  <Paragraphs>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2020-10-16T15:22:21Z</dcterms:created>
  <dc:creator>Eric Hoogendoorn</dc:creator>
  <dc:description/>
  <dc:language>en-CA</dc:language>
  <cp:lastModifiedBy/>
  <dcterms:modified xsi:type="dcterms:W3CDTF">2023-07-29T13:08:04Z</dcterms:modified>
  <cp:revision>2</cp:revision>
  <dc:subject/>
  <dc:title>#160 Savior, Again to Thy Dear Name We Raise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