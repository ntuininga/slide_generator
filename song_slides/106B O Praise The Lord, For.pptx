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C57443-DB55-4AA0-9767-2F1422DA46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DFB6C7-D44A-4D6B-89F8-783B0CAF27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ED52E-F970-4577-9487-CCB52B7C7D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6D5F0-29D6-4D20-925F-111E3A0E30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8827D6-7446-4685-A9D1-F485D86DDC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C8A8E-706A-4A01-AE9D-8ED0843848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DC9CF8-26B0-4E43-8301-923F3FD306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B24B99-C037-4A19-898F-DE8275C3DE3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C1B563-14A5-4261-AE49-819E49FC04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85D9D3-A17C-42FF-A051-3012791F20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B8537-61E5-460F-9248-9E44F23E2D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#106B O Praise The Lord, For He is Good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0" y="205524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praise the Lord, for he is good; 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give thanks and bless his name;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 lovingkindness changes not,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age to age the same.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3"/>
          <p:cNvSpPr/>
          <p:nvPr/>
        </p:nvSpPr>
        <p:spPr>
          <a:xfrm>
            <a:off x="0" y="207612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tongue can tell his mighty deeds,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 wondrous works and ways?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who can show his glory forth,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 utter all his praise?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3"/>
          <p:cNvSpPr/>
          <p:nvPr/>
        </p:nvSpPr>
        <p:spPr>
          <a:xfrm>
            <a:off x="0" y="207612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Lord will bless and prosper those--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yea, blest indeed are they--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whose ways are just, who constantly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 righteous laws obey.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0" y="204804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4. </a:t>
            </a: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 Lord, remember me in grace,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let me salvation see;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grace you show unto your saints,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 grace reveal to me.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3"/>
          <p:cNvSpPr/>
          <p:nvPr/>
        </p:nvSpPr>
        <p:spPr>
          <a:xfrm>
            <a:off x="0" y="207612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Let me behold your people's good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in their joy rejoice;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with your triumpant heritage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let me lift up my voice.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"/>
          <p:cNvSpPr/>
          <p:nvPr/>
        </p:nvSpPr>
        <p:spPr>
          <a:xfrm>
            <a:off x="0" y="207612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evil we have gone astray,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sinful is our race;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rebelliously our fathers walked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forgetful of your grace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"/>
          <p:cNvSpPr/>
          <p:nvPr/>
        </p:nvSpPr>
        <p:spPr>
          <a:xfrm>
            <a:off x="0" y="2076120"/>
            <a:ext cx="1219176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Though they rebelled, yet for their help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saving strength he came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make his pow'r almighty known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glorify his name.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2"/>
          <p:cNvSpPr/>
          <p:nvPr/>
        </p:nvSpPr>
        <p:spPr>
          <a:xfrm>
            <a:off x="0" y="2076120"/>
            <a:ext cx="12191760" cy="1797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/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8. He brought them safely through the sea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/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overwhelmed their foes;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/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 faith was stirred, and for the time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/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their songs of praise arose.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3"/>
          <p:cNvSpPr/>
          <p:nvPr/>
        </p:nvSpPr>
        <p:spPr>
          <a:xfrm>
            <a:off x="0" y="207612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13.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Save us, O Lord, our gracious God,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alien lands reclaim,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that we may triumph in your praise</a:t>
            </a:r>
            <a:br>
              <a:rPr sz="2800"/>
            </a:b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bless your holy name.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2300400" y="2305440"/>
            <a:ext cx="7590960" cy="22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14. Blest be the Lord, our covenant God,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all praise to him accord;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let all the people say, "Amen!"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Forever praise the Lord.</a:t>
            </a:r>
            <a:br>
              <a:rPr sz="2800"/>
            </a:b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LibreOffice/25.2.2.2$Linux_X86_64 LibreOffice_project/520$Build-2</Application>
  <AppVersion>15.0000</AppVersion>
  <Words>360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2020-04-25T02:26:26Z</dcterms:created>
  <dc:creator>Eric Hoogendoorn</dc:creator>
  <dc:description/>
  <dc:language>en-CA</dc:language>
  <cp:lastModifiedBy/>
  <dcterms:modified xsi:type="dcterms:W3CDTF">2025-10-19T07:27:09Z</dcterms:modified>
  <cp:revision>10</cp:revision>
  <dc:subject/>
  <dc:title>#106B O Praise The Lord, For He is Good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