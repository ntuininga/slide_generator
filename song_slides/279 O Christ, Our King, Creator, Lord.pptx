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11" r:id="rId2"/>
    <p:sldId id="512" r:id="rId3"/>
    <p:sldId id="513" r:id="rId4"/>
    <p:sldId id="514" r:id="rId5"/>
    <p:sldId id="53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5317-870D-47A1-A871-095EAF8ADDB9}" type="datetime1">
              <a:rPr lang="en-CA" smtClean="0"/>
              <a:t>2021-12-17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2946514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FFD5-3ED8-4C55-9B75-5FAAA44EC81C}" type="datetime1">
              <a:rPr lang="en-CA" smtClean="0"/>
              <a:t>2021-12-17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7245162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101F-0480-4C16-A0E6-893EC5ED1809}" type="datetime1">
              <a:rPr lang="en-CA" smtClean="0"/>
              <a:t>2021-12-17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4606415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E363-001F-4EBA-A8D1-B39324F7D3A0}" type="datetime1">
              <a:rPr lang="en-CA" smtClean="0"/>
              <a:t>2021-12-17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8330038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5B79E-D695-442A-8F36-6C94362F5AC3}" type="datetime1">
              <a:rPr lang="en-CA" smtClean="0"/>
              <a:t>2021-12-17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6697451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EDEA-E31E-4A84-9BDE-D7EB9CF97A91}" type="datetime1">
              <a:rPr lang="en-CA" smtClean="0"/>
              <a:t>2021-12-17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3224845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C4A5-74FE-46E4-996C-79C0DB006F7E}" type="datetime1">
              <a:rPr lang="en-CA" smtClean="0"/>
              <a:t>2021-12-17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8347718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1770-ECCC-4C39-B643-FC5F12D202B1}" type="datetime1">
              <a:rPr lang="en-CA" smtClean="0"/>
              <a:t>2021-12-17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5875712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E41-163B-400B-A813-1CACAAAABF01}" type="datetime1">
              <a:rPr lang="en-CA" smtClean="0"/>
              <a:t>2021-12-17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5109588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4535-93A1-4917-A113-9A80F95F8F45}" type="datetime1">
              <a:rPr lang="en-CA" smtClean="0"/>
              <a:t>2021-12-17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5119645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61FB2-8A98-43BE-B487-C91EE1AD8760}" type="datetime1">
              <a:rPr lang="en-CA" smtClean="0"/>
              <a:t>2021-12-17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6157185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3EC48-83DC-40F1-ABE2-BA3259C78817}" type="datetime1">
              <a:rPr lang="en-CA" smtClean="0"/>
              <a:t>2021-12-17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0198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578803-52D9-409F-8FAC-841193865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CB36C5-6E0F-4D7A-A694-BE9CE113C2E1}"/>
              </a:ext>
            </a:extLst>
          </p:cNvPr>
          <p:cNvSpPr txBox="1"/>
          <p:nvPr/>
        </p:nvSpPr>
        <p:spPr>
          <a:xfrm>
            <a:off x="904875" y="136525"/>
            <a:ext cx="103822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#279 O Christ, Our King, Creator, Lord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AEA479-A592-4965-BBEE-1858D78EF6D5}"/>
              </a:ext>
            </a:extLst>
          </p:cNvPr>
          <p:cNvSpPr txBox="1"/>
          <p:nvPr/>
        </p:nvSpPr>
        <p:spPr>
          <a:xfrm>
            <a:off x="1976437" y="2723217"/>
            <a:ext cx="82391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O Christ, our King, Creator, Lord,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Savior of all who trust thy Word,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them who seek thee ever near,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now to our praises bend thine ear.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3470170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5AF48E-981A-43F3-B985-F6A64CA6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85440-1647-4320-9D7D-9CE5DE0826D4}"/>
              </a:ext>
            </a:extLst>
          </p:cNvPr>
          <p:cNvSpPr txBox="1"/>
          <p:nvPr/>
        </p:nvSpPr>
        <p:spPr>
          <a:xfrm>
            <a:off x="1862137" y="2521059"/>
            <a:ext cx="84677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In thy dear cross a grace is found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(it flows from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ev'ry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streaming wound)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whose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pow'r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our inbred sin controls,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breaks the firm bond, and frees our souls.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4803430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F3587B-80BB-4F63-B789-BFBED01A0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24DB46-ECA2-4123-8732-BC834650BD55}"/>
              </a:ext>
            </a:extLst>
          </p:cNvPr>
          <p:cNvSpPr txBox="1"/>
          <p:nvPr/>
        </p:nvSpPr>
        <p:spPr>
          <a:xfrm>
            <a:off x="1666875" y="2521059"/>
            <a:ext cx="88582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Thou didst create the stars of night;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yet thou hast veiled in flesh thy light,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hast deigned a mortal form to wear,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mortal's painful lot to bear.</a:t>
            </a:r>
          </a:p>
        </p:txBody>
      </p:sp>
    </p:spTree>
    <p:extLst>
      <p:ext uri="{BB962C8B-B14F-4D97-AF65-F5344CB8AC3E}">
        <p14:creationId xmlns:p14="http://schemas.microsoft.com/office/powerpoint/2010/main" val="4127233102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0790C0-73DF-456F-8543-77904D9BA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E7CEB9-656F-4F55-9259-80FB9BC5DDE1}"/>
              </a:ext>
            </a:extLst>
          </p:cNvPr>
          <p:cNvSpPr txBox="1"/>
          <p:nvPr/>
        </p:nvSpPr>
        <p:spPr>
          <a:xfrm>
            <a:off x="1645443" y="2521059"/>
            <a:ext cx="890111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When thou didst hang upon the tree,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quaking earth acknowledged thee;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thou didst there yield up thy breath,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world grew dark as shades of death.</a:t>
            </a:r>
          </a:p>
        </p:txBody>
      </p:sp>
    </p:spTree>
    <p:extLst>
      <p:ext uri="{BB962C8B-B14F-4D97-AF65-F5344CB8AC3E}">
        <p14:creationId xmlns:p14="http://schemas.microsoft.com/office/powerpoint/2010/main" val="854155189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622D82-4BBB-4D70-AFD5-4ABE0042E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98B827-4287-4CB8-A02C-A0FFDA391845}"/>
              </a:ext>
            </a:extLst>
          </p:cNvPr>
          <p:cNvSpPr txBox="1"/>
          <p:nvPr/>
        </p:nvSpPr>
        <p:spPr>
          <a:xfrm>
            <a:off x="1890712" y="2521059"/>
            <a:ext cx="84105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Now in the Father's glory high,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great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Conqu'ror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nevermore to die,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by thy mighty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pow'r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defend,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reign through ages without end.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7397240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2021-12-17T23:30:59Z</dcterms:created>
  <dcterms:modified xsi:type="dcterms:W3CDTF">2021-12-17T23:31:58Z</dcterms:modified>
</cp:coreProperties>
</file>