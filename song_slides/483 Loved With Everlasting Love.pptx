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44C9A1-A417-4CFD-9DF0-7B469C4A4CC4}" type="datetimeFigureOut">
              <a:rPr lang="en-US" smtClean="0"/>
              <a:t>7/27/2024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1411AF-0042-4BEE-ABC6-B39BFBC13E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555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AF0F4-48BF-727D-F1B7-F7981B027F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667901-FCD6-12F6-B31B-9A7A7EE48A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0F8CC-83E3-F5C7-12A2-0D3CEBBBE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69A12-750D-41F0-8C9E-2439325046BE}" type="datetime1">
              <a:rPr lang="en-US" smtClean="0"/>
              <a:t>7/27/2024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3697D-3624-5CC3-4FC5-FA4845586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4C7AB-616E-D4EF-FDF8-BE799DDC1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2D4EA-58FF-421D-9963-E98BBBAD5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140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86298-ECA8-5D15-6029-D7623F353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7ADAF-0C27-7A75-A18E-1F911FDFB5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E23E7-0E9D-F397-EF61-F52B434BD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1FE4E-05CA-41A6-8894-CF3D9E8E8C55}" type="datetime1">
              <a:rPr lang="en-US" smtClean="0"/>
              <a:t>7/27/2024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1DB39-D6F5-6960-7AEC-6DFC69A9F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0BF87C-CCC5-37EE-F0F6-CEB708BD7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2D4EA-58FF-421D-9963-E98BBBAD5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878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5226E-E35A-EC82-25CF-11D869574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DF7145-E016-3E66-A1C3-4C396F11DE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704EC-08CD-2CAF-2708-657A7B1F8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E9F38-987F-47D8-AC38-0DE99E55251D}" type="datetime1">
              <a:rPr lang="en-US" smtClean="0"/>
              <a:t>7/27/2024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4D57D-2130-166D-7D3E-F78056B3F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64F94-F1DB-7B84-DF63-367D4BA75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2D4EA-58FF-421D-9963-E98BBBAD5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499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5945E-6075-E565-E839-A1E9F7A03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C27EF-466D-796A-5E14-6C0F1BD2FD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837E3A-640F-DA47-CD45-9D859084F0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BCB686-1913-909B-D623-453F56A85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BBFF0-63E0-4BAD-B456-D8D4D74B8352}" type="datetime1">
              <a:rPr lang="en-US" smtClean="0"/>
              <a:t>7/27/2024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ED0139-3C19-7FC5-A81A-B6965C8BF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697AC2-3C07-37CA-F772-0120D7883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2D4EA-58FF-421D-9963-E98BBBAD5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892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9FD03-9853-80B3-1627-C8B37B60A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08AD69-4DF9-ACA5-9635-BE7163B53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D67DC0-38FE-4FC3-FC05-261A760631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1DD9F7-A29B-00CB-1447-F302962ADD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A47989-59BC-370C-A0D1-63354CECDC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9FF8E4-A39F-817A-3849-1E3D2B5A1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C20FF-BE27-4CE5-B202-3253AC607531}" type="datetime1">
              <a:rPr lang="en-US" smtClean="0"/>
              <a:t>7/27/2024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218297-5173-3F7F-3EDB-C6521B657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D32605-C2DF-7BAF-C75E-D183CEFB4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2D4EA-58FF-421D-9963-E98BBBAD5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893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57E37-DA04-C44B-FF43-B082E9411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8296BE-938B-3F2F-ECB8-EFFB7108B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D3BF6-46AD-4650-8A8C-E0BE5D2157D5}" type="datetime1">
              <a:rPr lang="en-US" smtClean="0"/>
              <a:t>7/27/2024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B0BB5D-2D4A-7F74-B1E9-75E88FE9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2C03C-1F62-8266-D6CB-6A98EBB50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2D4EA-58FF-421D-9963-E98BBBAD5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516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45BB83-8DDB-314A-89AD-169174997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79A86-2D82-4698-92C0-84E46BC023E7}" type="datetime1">
              <a:rPr lang="en-US" smtClean="0"/>
              <a:t>7/27/2024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961177-C7C5-8115-427A-771BD79F1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6AB6E3-C2B8-F644-9AC1-C07704B70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2D4EA-58FF-421D-9963-E98BBBAD5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123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B7C32-9194-3D5A-FD6F-933FECA7F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47D9A-0EAE-9616-6FE0-17201DFE94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5B14AB-D145-C79C-B55F-0FA0BA010F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94A75A-B750-0161-7F24-8B16F2F29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ED23D-20DC-41CE-9EB3-D7022AE59A40}" type="datetime1">
              <a:rPr lang="en-US" smtClean="0"/>
              <a:t>7/27/2024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9ABB82-5575-78A1-6A17-4A950FF63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AD3669-DB7D-82B8-4FC9-F15E3A47B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2D4EA-58FF-421D-9963-E98BBBAD5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658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E2553-4291-69A4-B0AE-167257841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79C78B-B759-DAC3-3B1F-645B6CFE75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FB005A-B59A-1AD0-409F-2021BF0CA6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E6783E-A791-B431-5752-ABA097045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141AD-DCC9-4D8F-B2CF-195996F17278}" type="datetime1">
              <a:rPr lang="en-US" smtClean="0"/>
              <a:t>7/27/2024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967644-139C-737C-E487-529763AF8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131484-5198-814E-BAC1-67EB343B8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2D4EA-58FF-421D-9963-E98BBBAD5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016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068B5-C453-0464-C1C6-7775DD15A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7CA746-0D77-67F0-690A-890D2A10B7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4657E4-ACA2-1823-D748-FD0F0E618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106C0-991E-423D-95E3-941AB056AB34}" type="datetime1">
              <a:rPr lang="en-US" smtClean="0"/>
              <a:t>7/27/2024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07E2B-2283-FEBF-5B92-96775C835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D876B-D713-06A9-373E-A7259FA3E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2D4EA-58FF-421D-9963-E98BBBAD5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854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E29EA9-3E78-1EEB-D810-9A23A5FD17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0C61C0-E03F-8CD7-3B7E-4EF8BA97CC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08FB1-F33F-CB71-8EA0-D1A903C47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111F2-DE1A-443E-8C00-F9A4F83731AF}" type="datetime1">
              <a:rPr lang="en-US" smtClean="0"/>
              <a:t>7/27/2024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990651-F177-02F1-4C7D-7DEEE340A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DA8D9-DD09-51E7-1FE8-A32329CB7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2D4EA-58FF-421D-9963-E98BBBAD5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471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1F9E44-AE67-5F36-1EA9-55848B7BE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44D103-B625-67BA-693D-2B6948E0D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8EDC3E-1E8D-E560-59E2-C50DEE79AF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284C1B-24DF-4A57-B179-0F46D5ED2B95}" type="datetime1">
              <a:rPr lang="en-US" smtClean="0"/>
              <a:t>7/27/2024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B490C0-27CF-401B-5AFE-6EF28B41B7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D41899-EF45-0B6D-3661-9387E98365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22D4EA-58FF-421D-9963-E98BBBAD5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141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48F2E-786D-BC17-5FF7-E9C8BACEB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#483 Loved With Everlasting Love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EF8AB-B7E2-D55E-E7B2-7D48EC84C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 Loved with everlasting love,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drawn by grace that love to know,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Spirit sent from Christ above,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thou dost witness it is so.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this full and precious peace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his presence all divine;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a love that cannot cease,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 am his and he is mine.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E69FDF-A226-04B0-AB98-111A09DDC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469880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6E935-F809-3A8F-B16E-2EF5CB2A3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2EDBD-EBB0-0FBB-F10C-53B1D6CF9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 Heav'n above is deeper blue,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earth around is sweeter green,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that which glows in </a:t>
            </a:r>
            <a:r>
              <a:rPr lang="en-US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ev'ry</a:t>
            </a: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hue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Christless eyes have never seen.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Birds in song his glories show,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flow'rs</a:t>
            </a: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with richer beauties shine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since I know, as now I know,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 am his and he is mine.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4D022D-8DCF-80BE-0259-D7C414108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815854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FBF8A-6652-0537-327F-969B5D1E0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ED1B0-6706-FD62-6A99-C689421E5C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Taste the goodness of the Lord: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welcomed home to his embrace,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his love, as blood outpoured,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seals the pardon of his grace.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 I doubt his love for me,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when I trace that love's design?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the cross of Calvary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 am his and he is mine.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801CBC-8148-F265-88E6-B44267048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318524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EF88B-CB42-41A4-EC6E-F7AD3D350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06F84-1DE8-F38A-D156-BC1727D8B4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 His forever, only his--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who the Lord and me shall part?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Ah, with what a rest of bliss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Christ can fill the loving heart.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Heav'n and earth may fade and flee,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firstborn light in gloom decline,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but while God and I shall be,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 am his and he is mine.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D8D749-412B-2FF3-E170-97B93B1FD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186404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299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Calibri Light</vt:lpstr>
      <vt:lpstr>Office Theme</vt:lpstr>
      <vt:lpstr>#483 Loved With Everlasting Love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Neil Tuininga</dc:creator>
  <cp:lastModifiedBy>Neil Tuininga</cp:lastModifiedBy>
  <cp:revision>1</cp:revision>
  <dcterms:created xsi:type="dcterms:W3CDTF">2024-07-28T02:27:46Z</dcterms:created>
  <dcterms:modified xsi:type="dcterms:W3CDTF">2024-07-28T02:33:03Z</dcterms:modified>
</cp:coreProperties>
</file>