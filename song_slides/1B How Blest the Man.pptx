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AC7F8DE-A52C-4460-BF81-64FE0881D8F8}" type="datetime1">
              <a:rPr b="0" lang="en-CA" sz="1200" spc="-1" strike="noStrike">
                <a:solidFill>
                  <a:srgbClr val="8b8b8b"/>
                </a:solidFill>
                <a:latin typeface="Calibri"/>
              </a:rPr>
              <a:t>2023-07-15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1A0EEB9-2596-4034-BD8D-A6712D43866C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2E26995-ADFA-404E-82E5-945B4B717F04}" type="datetime1">
              <a:rPr b="0" lang="en-CA" sz="1200" spc="-1" strike="noStrike">
                <a:solidFill>
                  <a:srgbClr val="8b8b8b"/>
                </a:solidFill>
                <a:latin typeface="Calibri"/>
              </a:rPr>
              <a:t>2023-07-15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E8BE67C-1162-4F25-8CC3-676EF3CA8BAE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CA" sz="1200" spc="-1" strike="noStrike">
              <a:latin typeface="Times New Roman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1393200" y="2090160"/>
            <a:ext cx="940572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How blest the man who does not walk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where wicked men would guide his feet,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who stands not in the sinners’ ways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nor sits upon the scorners’ seat.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The law of God is his delight,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his meditation day and night.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226080" y="136440"/>
            <a:ext cx="117392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#1B How Blest the Man</a:t>
            </a:r>
            <a:endParaRPr b="0" lang="en-CA" sz="4400" spc="-1" strike="noStrike">
              <a:latin typeface="Arial"/>
            </a:endParaRPr>
          </a:p>
        </p:txBody>
      </p:sp>
    </p:spTree>
  </p:cSld>
  <p:transition spd="slow">
    <p:pull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4038480" y="62704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CA" sz="1200" spc="-1" strike="noStrike">
              <a:latin typeface="Times New Roman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1277640" y="2152080"/>
            <a:ext cx="9636480" cy="25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2. For he is like a growing tree,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which, planted by a flowing stream,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season yields its finest fruit;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its leaves are always fresh and green.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all he does he finds success;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prosperity will he possess.</a:t>
            </a:r>
            <a:endParaRPr b="0" lang="en-CA" sz="2800" spc="-1" strike="noStrike">
              <a:latin typeface="Arial"/>
            </a:endParaRPr>
          </a:p>
        </p:txBody>
      </p:sp>
    </p:spTree>
  </p:cSld>
  <p:transition spd="slow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4038480" y="627048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CA" sz="1200" spc="-1" strike="noStrike">
              <a:latin typeface="Times New Roman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1277640" y="2152080"/>
            <a:ext cx="9636480" cy="25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3. Not so the wicked! Like 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chaff,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wind will blow them all 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away.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judgment they will not 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withstand,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nor winners with the 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righteous stay.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God knows the way of 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righteous ones;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wicked way will be 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undone.</a:t>
            </a:r>
            <a:endParaRPr b="0" lang="en-CA" sz="2800" spc="-1" strike="noStrike">
              <a:latin typeface="Arial"/>
            </a:endParaRPr>
          </a:p>
        </p:txBody>
      </p:sp>
    </p:spTree>
  </p:cSld>
  <p:transition spd="slow">
    <p:pull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LibreOffice/7.0.4.2$Linux_X86_64 LibreOffice_project/00$Build-2</Application>
  <AppVersion>15.0000</AppVersion>
  <Words>118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2021-10-23T03:25:33Z</dcterms:created>
  <dc:creator>Anya Hoogendoorn</dc:creator>
  <dc:description/>
  <dc:language>en-CA</dc:language>
  <cp:lastModifiedBy/>
  <dcterms:modified xsi:type="dcterms:W3CDTF">2023-07-15T14:32:31Z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