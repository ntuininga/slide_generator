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54180-7187-4818-8BAD-BC86772720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B13202-852E-4E74-B23A-C065E6AD63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EC8688-5BB9-44DD-889A-83FB9E7F61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970AC3-6617-496C-9F47-582756CEB7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078984-CD12-4830-B2C0-A089806246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5720" cy="110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C85AFC-7C3B-4C19-AAC4-A2DA335EDB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E0ADDE-873D-42F1-B4AA-86CDB771C5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63A1FE-C470-464B-AC83-B57AF98449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FA6023-2FE5-4F48-AF0D-F961719560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295466-E42A-4E51-9DF2-39A1EDBBED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F7971C-0CCB-4D28-9A15-4D68640B0C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6EA2F3-C44B-4A36-B83C-8604C09427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8CD280-477B-4F8A-9952-E651AC0AB8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4A6FAF-8DA6-478C-9E88-C6C9F47932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A19370-2048-45EF-B7D0-7472422DC1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E70C9A-B1F9-4BAD-85AD-AF82EEC642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A715C2-C71B-4764-805A-835F7F0FF7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5720" cy="110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9C171F-2DEF-43A7-B23A-7EF33847F3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B73A2B-0857-4883-AB0B-A95FBCDFA6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7E03C2-9BC3-4FAC-BAD4-E9F0388ACA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5C7740-5650-4EE8-B24D-87F6A99D29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288638E-ACEF-491F-88A9-BC2D44DDE9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39FC8D-EFEE-4564-BA99-760F1CB275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F20170-5DC1-44AE-B9B3-2464D71F5D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AE47F1-2343-4F22-9E4D-9BD18CF93E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3F9B9A7-1404-4ED3-805F-66AF99345D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46499C-6278-4F97-8A90-E11F3C5E39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76D145D-C48C-442A-BF64-0B769FD563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484A776-301A-47CA-8B10-DD88A3D024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35720" cy="110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02C18A3-4D47-4164-AA03-0EC0FE0849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3D8CFE-A087-4A6B-B658-761A86871F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1259B9-A64C-4A8B-83E3-D670CC8B14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FCD3CEC-2B60-4E22-83F9-275311139F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C23F7F3-AA35-476C-80CD-770B8A2334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BCF9C0C-DF50-4435-B7BC-9983B5CE00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A1759EB-B54A-4521-9621-C5D988C79B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544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B26AB29-0670-40B4-83D4-61BF3BEFD2C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384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61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45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C49FE44-94A4-48E6-96E2-D7B9651BEC8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456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5720" cy="23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1800" spc="-1" strike="noStrike">
                <a:latin typeface="Arial"/>
              </a:rPr>
              <a:t>Click to edit the title text format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Click to edit the outline text format</a:t>
            </a:r>
            <a:endParaRPr b="0" lang="en-CA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latin typeface="Arial"/>
              </a:rPr>
              <a:t>Second Outline Level</a:t>
            </a:r>
            <a:endParaRPr b="0" lang="en-CA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latin typeface="Arial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Fifth Outline Level</a:t>
            </a:r>
            <a:endParaRPr b="0" lang="en-CA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Sixth Outline Level</a:t>
            </a:r>
            <a:endParaRPr b="0" lang="en-CA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Seventh Outline Level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652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C284680-E5BC-4EF6-AD8B-20EE7EBA40B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492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6" descr="A picture containing indoor, white, black, old&#10;&#10;Description automatically generated"/>
          <p:cNvPicPr/>
          <p:nvPr/>
        </p:nvPicPr>
        <p:blipFill>
          <a:blip r:embed="rId1"/>
          <a:srcRect l="17245" t="319" r="21121" b="-319"/>
          <a:stretch/>
        </p:blipFill>
        <p:spPr>
          <a:xfrm>
            <a:off x="0" y="0"/>
            <a:ext cx="12182760" cy="684864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"/>
          <p:cNvSpPr/>
          <p:nvPr/>
        </p:nvSpPr>
        <p:spPr>
          <a:xfrm>
            <a:off x="0" y="807120"/>
            <a:ext cx="12182760" cy="52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HEADER</a:t>
            </a:r>
            <a:endParaRPr b="0" lang="en-CA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DATE, SERVICE</a:t>
            </a: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SCRIPTURE</a:t>
            </a: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CA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i="1" lang="en-CA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TITLE”</a:t>
            </a: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PASTOR</a:t>
            </a:r>
            <a:endParaRPr b="0" lang="en-CA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600" spc="-1" strike="noStrike"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4" descr="A picture containing indoor, white, black, old&#10;&#10;Description automatically generated"/>
          <p:cNvPicPr/>
          <p:nvPr/>
        </p:nvPicPr>
        <p:blipFill>
          <a:blip r:embed="rId1"/>
          <a:srcRect l="17245" t="319" r="21121" b="-319"/>
          <a:stretch/>
        </p:blipFill>
        <p:spPr>
          <a:xfrm>
            <a:off x="0" y="0"/>
            <a:ext cx="12183480" cy="684936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6960" cy="131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CA" sz="4800" spc="-1" strike="noStrike">
                <a:solidFill>
                  <a:srgbClr val="000000"/>
                </a:solidFill>
                <a:latin typeface="Calibri Light"/>
              </a:rPr>
              <a:t>Offerings</a:t>
            </a:r>
            <a:endParaRPr b="0" lang="en-CA" sz="4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0" y="1803240"/>
            <a:ext cx="12183480" cy="3978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4000" spc="-1" strike="noStrike">
                <a:solidFill>
                  <a:srgbClr val="000000"/>
                </a:solidFill>
                <a:latin typeface="Calibri"/>
              </a:rPr>
              <a:t>Budget</a:t>
            </a:r>
            <a:endParaRPr b="0" lang="en-CA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4000" spc="-1" strike="noStrike">
                <a:solidFill>
                  <a:srgbClr val="000000"/>
                </a:solidFill>
                <a:latin typeface="Calibri"/>
              </a:rPr>
              <a:t>OFFERING</a:t>
            </a:r>
            <a:endParaRPr b="0" lang="en-CA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200" spc="-1" strike="noStrike">
                <a:solidFill>
                  <a:srgbClr val="000000"/>
                </a:solidFill>
                <a:latin typeface="Arial"/>
              </a:rPr>
              <a:t>Giving details have been provided to members.  Others who may wish to give may contact the church for additional details.</a:t>
            </a:r>
            <a:endParaRPr b="0" lang="en-C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1"/>
          <p:cNvSpPr/>
          <p:nvPr/>
        </p:nvSpPr>
        <p:spPr>
          <a:xfrm>
            <a:off x="759600" y="171360"/>
            <a:ext cx="106714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Apostles Creed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1176480" y="1260000"/>
            <a:ext cx="9837720" cy="53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 believe in God the Father Almighty,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Maker of heaven and earth.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 believe in Jesus Christ, his only begotten Son, our Lord;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who was conceived by the Holy Spirit, born of the virgin Mary;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suffered under Pontius Pilate;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was crucified dead and buried;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 descended into hell;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third day he arose again from the dead;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 ascended into heaven,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 sits at the right hand of God the Father Almighty;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from there he shall come to judge the living and the dead.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 believe in the Holy Spirit;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holy catholic church;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communion of saints;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forgiveness of sins;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resurrection of the body;</a:t>
            </a: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life everlasting. Amen.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14887</TotalTime>
  <Application>LibreOffice/7.3.7.2$Linux_X86_64 LibreOffice_project/30$Build-2</Application>
  <AppVersion>15.0000</AppVersion>
  <Words>884</Words>
  <Paragraphs>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2022-04-30T03:36:22Z</dcterms:created>
  <dc:creator>Neil Tuininga</dc:creator>
  <dc:description/>
  <dc:language>en-CA</dc:language>
  <cp:lastModifiedBy/>
  <dcterms:modified xsi:type="dcterms:W3CDTF">2026-03-03T21:06:26Z</dcterms:modified>
  <cp:revision>274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20</vt:i4>
  </property>
</Properties>
</file>