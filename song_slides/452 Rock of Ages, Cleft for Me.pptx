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5F4AD-0CD6-477D-A8BB-3CF0C5D0D52A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C87AC-85DA-40F4-B7BE-F2182AF1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2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A1D5-A69B-8C90-221A-02686F41F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F8653-0275-5FF1-40B5-B905A8154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70815-D82E-3A67-6C88-EAF1B8B2E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E49A9-A091-F21A-0428-AC00434E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68DB2-7241-76E2-7711-591E10AE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21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98FA-4CF2-7C13-EA8D-CFEFAE1D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B4D40-3BE7-FFB3-B4B6-12656AB3E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BF948-E490-003F-71B7-49745D85D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DED07-40F6-9AB5-041E-F439EFA4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3B9A3-AAA4-DE8B-A20F-EC8F0C4B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7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6F3D-EB4E-650F-1829-20AE5103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35AD5-81A3-8E4C-6C77-0D407ADAA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BA447-D070-5758-DBEF-32CC03C4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7FD5-2551-3C29-AD12-BB030E2C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05657-F8C3-A5A6-30D0-7A689F3A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5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BCE5-2756-C3C9-9B9D-B461D2CC6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59550-A76B-249C-383C-96A02C262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A2269-746E-2293-A32F-BC176E633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8B349-1D62-357E-1A2E-1FC45618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8F095-0175-F505-B7B0-892B37A0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5BC71-6CA3-034A-2105-72087351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46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D8FC9-618C-7963-6E6B-0FFF454C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1DDA2-66A8-C67F-F4F6-21C9BF808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1B890-5D44-759E-E0F2-501791D39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89AB7-084C-15CF-940C-213D1BD2F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223C1-810E-0923-0C70-7455C230E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62D36-1F43-3F3B-97D4-DB3A9A38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183F7-4DE8-62B3-E328-18506F6A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80027-B834-0F0C-2548-25056A12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2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AD97-7554-87A8-50FF-1E9821D25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8A575-2113-EA69-6BB4-7DEA17EE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D3DD8-12D5-93B7-0409-27DA8246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88BE5-8A54-99D2-CD5D-85201E00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2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94FE24-DC84-A7BB-9C7A-85C722821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186E6-7D89-14FD-3B45-19C9EA85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B768B-7B5F-27DA-86AD-77A317ED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3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935DF-CB65-E0FF-15E2-65C93E463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CCB93-D2F1-8656-EB32-8D609E8C2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274D9-2DAD-4190-5CE4-46524D23A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D82E9-1A4D-6E14-BC29-CB8E7C41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F91F1-F798-5F47-EAD2-2944080A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498E-8322-1E43-216C-6634C2AC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66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4E5BF-4A8A-A80A-840D-0E7589AF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BE0D0-F5D0-3B83-3658-2B651AE17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3D5A2-AE6A-D203-FAF6-365A27FF4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DF302-A61E-98DE-BF26-F84531C9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E966D-9373-7DFB-649E-3556C328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5D82B-AD6A-E67A-576A-FF5D6C20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1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0061-D4E9-5996-4DFD-83440794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253A-ECBE-2994-4AE8-BA1C8657B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05931-6492-630B-DBC3-BFD0B339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A901A-0FB2-D180-3C68-13F06CDC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72F10-9DAD-82FC-86DE-3E6BAEA8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FB836-2ED7-5BEE-B7A3-A062685CF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3BB87-E367-036E-9E47-4D59EBE52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37DAA-F85B-20B1-ABA2-A623C893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3FF5-5C9E-520F-8D8C-C3E3B13B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87E27-E202-E7AA-8741-3296FB64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7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65DC-6FEE-08E9-171B-7999A419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A01CE-8E31-F7C7-ED32-C473DBEC0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A12FA-3DDE-3F0B-AAA0-207F55032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63293-4372-4335-BC12-7C4423E6393B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33111-53C5-08FA-AD7C-6DED298EA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045B2-F3AF-28B3-00A4-65399E6DA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99E8C-A773-4D93-8E5C-B4C62AE8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7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972F0-55F3-BB46-311C-15CF0CF2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#452 Rock of Ages, Cleft for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3A9AE-6FD8-46B9-AAD3-D0CE50775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Rock of Ages, cleft for 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me hide myself in thee;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the water and the blood,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from thy riven side which flowed,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 of sin the double cure,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cleanse me from its guilt 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01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3C10C-A272-46B1-34BE-4A2DE100F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Not the labors of my hands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can fulfill thy law's demands;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could my zeal no respite know,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could my tears forever flow,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 for sin could not atone;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thou must save, and thou alone.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64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F674A-4A29-C1FB-06E2-3CC85677D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Nothing in my hand I bring,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simply to thy cross I cling;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naked, come to thee for dress;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helpless, look to thee for grace;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foul, I to the Fountain fly;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wash me, Savior, or I die.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5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651B-545B-9667-54EB-26AC63056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While I draw this fleeting breath,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when mine eyelids close in death,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when I soar to worlds unknown,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see thee on thy judgment throne,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Rock of Ages, cleft for 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me hide myself in thee.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166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207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#452 Rock of Ages, Cleft for 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#452 Rock of Ages, Cleft for Me</dc:title>
  <dc:creator>Neil Tuininga</dc:creator>
  <cp:lastModifiedBy>Neil Tuininga</cp:lastModifiedBy>
  <cp:revision>1</cp:revision>
  <dcterms:created xsi:type="dcterms:W3CDTF">2022-06-10T16:29:32Z</dcterms:created>
  <dcterms:modified xsi:type="dcterms:W3CDTF">2022-06-10T16:32:57Z</dcterms:modified>
</cp:coreProperties>
</file>