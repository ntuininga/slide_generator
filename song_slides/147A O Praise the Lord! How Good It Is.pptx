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6" r:id="rId2"/>
    <p:sldId id="367" r:id="rId3"/>
    <p:sldId id="368" r:id="rId4"/>
    <p:sldId id="3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2025-02-01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989745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2025-02-01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43182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2025-02-01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663182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2025-02-01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948786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2025-02-01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5993378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2025-02-01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6248958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2025-02-01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1672325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2025-02-01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712994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2025-02-01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68092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2025-02-01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6290879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2025-02-01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1605061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2025-02-01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86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2" y="1851645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praise the LORD! How good it 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sing him songs of praise!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it is pleasant, meet, and right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song of thanks to raise.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builds up Jerusalem;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 it is alone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reaches out to Israel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bring the exiles home.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AC429-FE8F-40DE-A40A-2E019332B9CA}"/>
              </a:ext>
            </a:extLst>
          </p:cNvPr>
          <p:cNvSpPr txBox="1"/>
          <p:nvPr/>
        </p:nvSpPr>
        <p:spPr>
          <a:xfrm>
            <a:off x="61911" y="116929"/>
            <a:ext cx="12068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#147A O Praise the LORD! How Good It Is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2300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F3E90-FB09-4176-910C-8E45B734CDDB}"/>
              </a:ext>
            </a:extLst>
          </p:cNvPr>
          <p:cNvSpPr txBox="1"/>
          <p:nvPr/>
        </p:nvSpPr>
        <p:spPr>
          <a:xfrm>
            <a:off x="1804986" y="1659285"/>
            <a:ext cx="8582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He heals the brokenhearted ones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binds their wounds and pain.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counts the stars by number,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calls them each by name.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Lord is great and full of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pow’r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wisdom is profound.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lifts up the meek in heart,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wicked he casts down.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74D7A-00A1-1181-A51F-886F586CE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6899EC-3C82-0C99-CA06-03B3EC02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2300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6EE40-0EBB-8992-3778-DFA99E31A20C}"/>
              </a:ext>
            </a:extLst>
          </p:cNvPr>
          <p:cNvSpPr txBox="1"/>
          <p:nvPr/>
        </p:nvSpPr>
        <p:spPr>
          <a:xfrm>
            <a:off x="1804986" y="1659285"/>
            <a:ext cx="8582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O praise the Lord with thankfulness,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In song your joy proclaim;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music on the harp and lyre,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Give glory to God’s name.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clothes the vast expanse of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heav’n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sky with clouds he fills;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He makes the rain refresh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the earth and grass grow on the hills.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22926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3BCC-E3B3-8D49-4452-3F00D431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E76ABA-C4B8-F58B-F6DF-9BBA8BE8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2300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76742-73EF-49E9-E50B-6E44FEC831DC}"/>
              </a:ext>
            </a:extLst>
          </p:cNvPr>
          <p:cNvSpPr txBox="1"/>
          <p:nvPr/>
        </p:nvSpPr>
        <p:spPr>
          <a:xfrm>
            <a:off x="1804986" y="1659285"/>
            <a:ext cx="8582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He spreads the snow like wool,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The frost like ashes on the land.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He hurls down icy hail like crumbs: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Who can such cold withstand?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But when he sends his mighty word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and makes the warm winds blow,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 the ice and snow begin to melt,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 the waters start to flow.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156268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282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2021-10-23T03:24:48Z</dcterms:created>
  <dcterms:modified xsi:type="dcterms:W3CDTF">2025-02-02T03:43:30Z</dcterms:modified>
</cp:coreProperties>
</file>