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942C91-4986-4949-8D43-5F30702E4E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82E19-239E-4CD3-9080-359129A8E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9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257E-BD47-5DC6-40F7-8AC422C5B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5948-A53C-4F61-70DD-F73F237E8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C1BE1-7CC7-C335-DD20-A87BF20D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767-8B39-4ECC-A0C5-CCCBC4E38CFC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43520-5148-CA2D-2182-6A8E3FA3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3C9A8-8CC2-B42D-E032-383BC403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3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ECB5-88CD-F618-1C89-B1395986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6F24D-0155-1A50-EE58-17B265BEE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BE0FE-F279-83F7-02BC-67787A90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BA32-CB69-406D-B08E-FA4B4B6C5958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12FE9-A326-D83C-E2EB-7F9F5366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9F1A9-CED6-BDDB-E6AD-F1E8048C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7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DF67-A7FB-0D17-AEF0-E5F022EC0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5AA5F-11EA-4EF2-70A0-7E433B9B6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241FD-0D07-F29E-ABBE-F72141C1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2F38-DA75-4BB8-8CC6-531034F19C61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C01A8-EEDB-0B08-C821-735D5640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6D90C-0AFF-7488-2CF5-4A1B3722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0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1F0F-148A-D13F-D0B3-77691363A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0345-774B-A157-445F-549AC6FC9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382E5-F038-1D55-0B9F-A5B204436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B6E97-81FC-7198-2D49-8897B195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0106-B5E3-47A9-9D8C-5C51A7E83CB8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BE77A-8DFB-A1A4-D8C8-656A7902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4FF8-5929-61C0-0E7D-20EDF83C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5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9D5D-D5F3-FD4F-F9A0-38876F3F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E1779-3B9B-E01A-3758-A7D82594F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57568-292D-A52D-DA30-353E942A5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2B223-AA39-EA06-77B8-1CC5718AA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6554E-7DBD-091A-D306-2868AA7C3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4E7B8-8498-ED0B-2018-7B7B946F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CB1-DAAF-4889-B3EA-E2E43CD89AEE}" type="datetime1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DE5BA-D042-7039-F421-D46952DC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81335-B813-52F1-DE00-A4BD6AF7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0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BCA2-CFC9-7E4E-A4DE-29170E696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09AEB-B9A0-26F3-5472-6E80C87F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88C2-52AF-481E-8A8B-CC622ED60437}" type="datetime1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1E506-8738-466B-47EC-EA87D093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95327A-7357-B995-76C0-471F2937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53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01C8F-34E5-593E-7E6D-2FF66695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1BD-F537-45AE-950F-E18AC2F1B488}" type="datetime1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435EA-0BA6-77FF-7E0F-B6753191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DEE2C-1D2F-D1A5-F9AE-05DDDC4D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6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C48F-17D1-0E38-8FDB-2D9598C3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56480-FCB0-B4A5-8B96-2178F671E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AC609-C4F6-8A96-05EF-4DCD423EC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ADC20-0884-9EF4-5BD2-198E840B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3CBA2-F9C5-4E00-A5E8-956AF7ABDAD7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CA564-5C0D-8018-5851-904B25C0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58825-EB5A-FC59-73D8-65527E38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0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1519-7AAB-959C-9407-EE0CEC89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0FA61-C40D-DB3B-A54F-89890FFC9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236E-A8DA-221F-E20B-CC777CFD6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00C59-98F7-256C-CDD3-765AC4E3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5A40-DB4B-4505-8334-410DEF668A38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CD59D-77C3-9AED-30EA-93434255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3F9D5-E97E-E86E-1F75-758A3B58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4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FB6C-A7CA-9DF2-9FC2-25CA17B6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30031-9DE4-32B5-1205-490F3F277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0A502-6D4E-EF24-246D-7DBB09CF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0215-E9E4-4EC7-A521-1E55A5E00C3F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E2272-37A1-565E-C5CF-E17A8114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4A234-86FD-E8D4-EBB5-0C461AAE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4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44764-13EE-FCC6-BA7B-4305449528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DAF7A-994F-2958-2397-CA4DE419A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58ED1-9529-423C-50D1-EB2C1236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8534-B5D8-4DB7-9FD6-74118251CB85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E9FF-B3DF-8005-0F47-BED11F87C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7ECD1-DA84-6424-E9EA-15B0EDC9D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8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8267A-0B11-D0EE-B038-41FCDDD2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3B3BE-4C0E-B2AD-8063-06AF665D2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255C2-0017-8589-8492-21C1E1041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58E74D-F73D-46ED-838E-94ADBFE41806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C39F-61D6-1443-DE9F-FE77F5F37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55D85-60E3-8891-CB8E-30D3FBC69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567C1-09AB-499A-A371-BA3CCE81A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7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737A-A6E8-E82F-72D0-0E648F29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#36A My Heart Has Heard an Oracle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CC9B-704C-3262-0441-C31D37079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heart has heard an oracle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wicked’s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sin: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fear of God abides in him;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feels no dread within,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0C469-DE9F-3BF4-9DA2-C5E72EB6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310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9707-14AB-C0BA-617A-A94D4EF9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F0991-18EF-D8B5-42DD-1B644A6B3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He views himself with blind conceit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sinfulness denies.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speaks with false and evil tongue,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longer good or wise.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99BE3-0FFB-8E72-23CD-CE1C71DD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2616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BBBDA-8AF3-8627-EBAF-E59CFCE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33AB-0C5C-2864-5C20-F2CC449B7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Your righteousness is very great,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mountains high and steep;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justice, like the ocean depths.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man and beast you keep.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4A403-3C3A-9595-1555-5CC9BF9C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8772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C946-D6D2-FACD-F725-3D37DBBC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1E23-573E-1D0E-D8D8-93185ECD4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To those who know you as their God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steadfast love impart;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your righteousness to those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pure and upright heart.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BAD5A5-8734-9364-A5E2-C7A5F40B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833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154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#36A My Heart Has Heard an Oracle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2024-09-13T22:21:12Z</dcterms:created>
  <dcterms:modified xsi:type="dcterms:W3CDTF">2024-09-13T22:24:32Z</dcterms:modified>
</cp:coreProperties>
</file>