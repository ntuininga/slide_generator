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66EF9-D7F0-44BC-BF34-035098E810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9E8AFE-8797-4585-A8FA-FB8B1A5CAD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AF5EBF-6527-45FC-B415-6D84A6A380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99CC9-C552-4AA3-BD0E-9B0C4EE6073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82CEE-A8B6-4DCA-9C67-F9D976A9D0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B36F4-4F66-40A8-846D-F67226A556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57E8B0-102C-4589-BED0-E8ADBA9851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773229-7FFB-4D31-A352-75C52ADA9B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C826BC-3FE5-47BB-855F-3C00D0D307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47293-2DD4-467B-AA6A-69C85C6467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AB8516-86D2-4C58-9732-A058FE4297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33732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#158 All Praise to Thee, My God, This Night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0" y="243900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1.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praise to thee, my God, this night,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all the blessings of the light;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keep me, O keep me, King of kings,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beneath thine own almighty wings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34"/>
          </p:nvPr>
        </p:nvSpPr>
        <p:spPr>
          <a:xfrm>
            <a:off x="3286080" y="6356520"/>
            <a:ext cx="561924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0" y="2286000"/>
            <a:ext cx="121917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2.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Forgive me, Lord, for thy dear Son,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ills that I this day have done;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That with the world, myself,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thee, I, ere I sleep, at peace may be.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0" y="2286000"/>
            <a:ext cx="1219176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3.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may my soul on thee repose,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with sweet sleep mine eyelids close;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Sleep that may me more vig’rous make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serve my God when I awake.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2"/>
          <p:cNvSpPr/>
          <p:nvPr/>
        </p:nvSpPr>
        <p:spPr>
          <a:xfrm>
            <a:off x="0" y="2286000"/>
            <a:ext cx="121917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6.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Praise God from whom all blessings flow;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praise him, all creatures here below;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praise him above, ye heav'nly host: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praise Father, Son, and Holy Ghost</a:t>
            </a: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LibreOffice/25.2.2.2$Linux_X86_64 LibreOffice_project/520$Build-2</Application>
  <AppVersion>15.0000</AppVersion>
  <Words>154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2020-12-29T23:13:47Z</dcterms:created>
  <dc:creator>Eric Hoogendoorn</dc:creator>
  <dc:description/>
  <dc:language>en-CA</dc:language>
  <cp:lastModifiedBy/>
  <dcterms:modified xsi:type="dcterms:W3CDTF">2025-12-31T14:40:10Z</dcterms:modified>
  <cp:revision>4</cp:revision>
  <dc:subject/>
  <dc:title>#158 All Praise to Thee, My God, This Night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