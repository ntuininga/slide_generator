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07744-1F43-4705-98AC-1EEB608E7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F2E69A-CEDB-43B9-B07B-24F9F2D50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8558E-A256-4928-9B3E-E7C8D7953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12D56-A7D1-49E8-A7EA-74C60AD57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90C5B-D5E9-472A-8E32-DE4E12E69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744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CF50-0644-4890-A9B1-217EECA05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00896-B338-41FC-BE43-00A99C097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115BD-B7FD-42AE-9164-A65E020D5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EAF8D-D819-4A4A-8F7B-283F99116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B79DD-F429-4D25-8246-703B364C3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0258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59D86-016F-4A47-A371-C89DB909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A3EA2-F9B6-4C4A-801A-69A5D8D0C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C3F7B-C56C-462D-A065-D59932BD6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AB8C2-883E-4F44-ACF0-75A1FA8F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E1D0D-0C49-4645-AD96-F73306A3F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1244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D80EB-3272-4884-BE56-A3FDBA5F5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99967-26FD-4338-BDC9-1A07B49926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0FF18-D79F-46DF-AD55-4ADEFFAF8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55285-55B0-44BF-8626-B632EA988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E7498-8202-4A3C-BF1D-406A097B2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F11F-41E0-467E-9D2B-060E66F3E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7624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10A70-5F6C-4103-8E38-5442C33B7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BFA0C-CEB6-4C18-A6F3-32327C352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58D2E-789A-43DC-909C-93EFC98E6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AF883-9D62-42A0-B633-496F5E1BF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29E393-89D5-40C8-89B6-7A93AF67C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188016-ADD5-478E-BD97-317477427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80C19C-96FD-4349-88FC-25B85DBBC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F7D5B-658F-4856-A699-BDEC839AD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0220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0A183-DFA7-4DA6-9929-84DA67A12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3B5D8-5722-43A7-A4E1-0A529E4B2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FE8BB9-F520-46D4-8A1D-331D0E2F6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75565C-AD66-4FFC-943E-5AC7B98A5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3950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835969-4BF0-4615-981C-42A7EC0F7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4598F1-D53A-42D4-B681-D8B1A3676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296D2-3F19-4384-BD71-0F0CBC307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0368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A3E3F-1FB0-47F1-8161-69AEE8551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1332B-AFD5-478E-A3C1-55CC911AB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9822C-A024-497F-9F9C-0FD49A1BC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B539A-DB94-4EEA-B0C9-4A1F8BCE8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074CB-8AA3-4193-8A3E-7FA4146FA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DBC35-DFDD-4436-A3D3-0431B576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270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CCFB0-2507-47BC-9321-9CD3E806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E002A1-EDDF-4095-8A93-E5E2C4E93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AE01A-E46D-494F-87B9-1F5D32720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849AF-EEC1-4ABE-B4B4-995FDB4DF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28AFE-B207-42C6-96B9-17AE1AEA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5DB2A-7509-412A-9F4F-B837783B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8542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45326-86AC-48BE-8D54-229B7A7F0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C111F4-AE34-4E9B-B6D5-49008C93E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4D9E4-F28A-42E1-A056-694450474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5F7FE-BDA1-4132-AF13-7ECDBB462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2AEC8-81D9-4271-81DC-2897240E7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2661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BC08E4-FA6D-4CB5-A490-6B310C1B6A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D6B41-88FE-4B8E-B4AE-4DC3ACA74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6DF57-4C62-448B-BF98-0A606FD5D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99264-F940-4B57-867B-06F8EBC79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6F7F7-6A47-45FC-B08E-B058222ED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3004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15AFAA-374D-483F-AF76-AA1D856C1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69CAC-A8C1-4CCA-AAB5-8003DD47D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05B01-F01C-4B4F-9F5A-D884AB902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B34CA-3650-437F-86E9-4AD3910C05B7}" type="datetimeFigureOut">
              <a:rPr lang="en-CA" smtClean="0"/>
              <a:t>2021-05-21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E3E72-AD4A-4FED-A51D-BA4094D3C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8579F-7518-4FE7-A282-A0A52410A5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9778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E6DF88-EF9B-45D0-A727-B45814651FC1}"/>
              </a:ext>
            </a:extLst>
          </p:cNvPr>
          <p:cNvSpPr txBox="1"/>
          <p:nvPr/>
        </p:nvSpPr>
        <p:spPr>
          <a:xfrm>
            <a:off x="923925" y="238125"/>
            <a:ext cx="103441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#210 O God, We Praise Thee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49ED9-BE68-415E-8D55-8FAE55FC1ABA}"/>
              </a:ext>
            </a:extLst>
          </p:cNvPr>
          <p:cNvSpPr txBox="1"/>
          <p:nvPr/>
        </p:nvSpPr>
        <p:spPr>
          <a:xfrm>
            <a:off x="2019300" y="2521059"/>
            <a:ext cx="8153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O God, we praise thee and confess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thou the only Lord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everlasting Father art,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all the earth adored.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6263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BDE44F-7509-43DA-9065-C4B321B9644A}"/>
              </a:ext>
            </a:extLst>
          </p:cNvPr>
          <p:cNvSpPr txBox="1"/>
          <p:nvPr/>
        </p:nvSpPr>
        <p:spPr>
          <a:xfrm>
            <a:off x="1747837" y="2521059"/>
            <a:ext cx="8696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To thee all angels cry aloud;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thee the pow'rs on high,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both cherubim and seraphim,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continually do cry.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2970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1635FD-E9A2-41E6-8C5B-1C57C98E8D65}"/>
              </a:ext>
            </a:extLst>
          </p:cNvPr>
          <p:cNvSpPr txBox="1"/>
          <p:nvPr/>
        </p:nvSpPr>
        <p:spPr>
          <a:xfrm>
            <a:off x="2343150" y="2521059"/>
            <a:ext cx="7505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O holy, holy, holy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whom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heav'nly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hosts obey,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world is with the glory filled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thy majestic ray.</a:t>
            </a:r>
          </a:p>
        </p:txBody>
      </p:sp>
    </p:spTree>
    <p:extLst>
      <p:ext uri="{BB962C8B-B14F-4D97-AF65-F5344CB8AC3E}">
        <p14:creationId xmlns:p14="http://schemas.microsoft.com/office/powerpoint/2010/main" val="4060089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C8B25D-41EE-4AE6-B5C3-6C5EAD21D773}"/>
              </a:ext>
            </a:extLst>
          </p:cNvPr>
          <p:cNvSpPr txBox="1"/>
          <p:nvPr/>
        </p:nvSpPr>
        <p:spPr>
          <a:xfrm>
            <a:off x="1990725" y="2521059"/>
            <a:ext cx="82105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Th'apostles' glorious company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prophets crowned with light,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all the martyrs' noble host,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thy constant praise recite.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5769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56A630-99D4-4128-AF21-02DC217C6BF1}"/>
              </a:ext>
            </a:extLst>
          </p:cNvPr>
          <p:cNvSpPr txBox="1"/>
          <p:nvPr/>
        </p:nvSpPr>
        <p:spPr>
          <a:xfrm>
            <a:off x="2305050" y="2521059"/>
            <a:ext cx="7581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The holy church throughout the world,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Lord, confesses thee,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thou eternal Father art,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boundless majesty.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9723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07F1F0-8F87-4578-AB9B-E72E4027B8FA}"/>
              </a:ext>
            </a:extLst>
          </p:cNvPr>
          <p:cNvSpPr txBox="1"/>
          <p:nvPr/>
        </p:nvSpPr>
        <p:spPr>
          <a:xfrm>
            <a:off x="2181225" y="2521059"/>
            <a:ext cx="78295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Thine honored, true, and only Son,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Holy Ghost, the Spring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never-ceasing joy: O Christ,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glory thou art King.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6312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181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2021-05-21T17:25:31Z</dcterms:created>
  <dcterms:modified xsi:type="dcterms:W3CDTF">2021-05-21T17:29:14Z</dcterms:modified>
</cp:coreProperties>
</file>