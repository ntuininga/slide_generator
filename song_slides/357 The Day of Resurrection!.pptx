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789C-477C-40F9-995F-09CC7F1FF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9A6ADD-4C3D-4A64-95B3-CA3ED0C68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3E6DF-A184-4BDE-AB6E-696DF57A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9B35-05A6-4AF9-810A-664F5D5010D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9479E-722E-4F1F-9B4F-C113484BF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B797D-349C-4A47-81D2-05235BBAA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CDD5-B5AC-45B3-BCEC-ED03EDDF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B020-036F-4CD5-B253-9B6A10072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C944B-02A6-433B-BCEC-C13C0C110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3AF0-260B-4E37-9228-815994998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9B35-05A6-4AF9-810A-664F5D5010D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062E2-F7CF-447A-9D28-7D6B58514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C8C6F-7BB3-4FE0-81F3-1B24EED66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CDD5-B5AC-45B3-BCEC-ED03EDDF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54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381B4-6DCB-48A3-9434-6E192584C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2D6E2-0A7C-4453-853F-34EC1FECA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EEC43-7D73-4F19-959B-1403D44DB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9B35-05A6-4AF9-810A-664F5D5010D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94ECD-3058-4B17-9EF8-941CED352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2E115-32D8-46F6-B759-A3E34BFE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CDD5-B5AC-45B3-BCEC-ED03EDDF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07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D132-40FF-47C4-93D7-A8D888E24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D5AB0-A017-4DCA-891A-E480DFF20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071D4-2794-4444-877E-369C090F4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8D39A2-DAAD-4A8A-A52C-8F68C4D53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9B35-05A6-4AF9-810A-664F5D5010D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54129-8090-4B0C-BBA3-434B60C5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98687-DD27-4952-BBFB-6196F433A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CDD5-B5AC-45B3-BCEC-ED03EDDF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53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99093-345A-4190-BF02-20CC3BD01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EFB39-B64D-442E-BFE4-0346D3B1D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08753-F14E-4A38-8615-467DC55E1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3FBDC7-45D9-46B3-B1E3-E9E46ED55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1FD857-8142-468D-A073-B8D8F3B2E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0A10AA-B356-4BFF-B1CD-27945E498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9B35-05A6-4AF9-810A-664F5D5010D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42ABDE-D723-4FF8-968E-64F1CB06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D5C75-BB0E-42F4-9CB6-60CF471A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CDD5-B5AC-45B3-BCEC-ED03EDDF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55DE-809B-4124-9653-60B373529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2C2174-28B4-435C-ADA8-2227B9354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9B35-05A6-4AF9-810A-664F5D5010D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69F5A-7EC6-4625-8D8F-DDDB70E23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2EAE-5293-4766-BD91-6E847C83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CDD5-B5AC-45B3-BCEC-ED03EDDF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4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672683-B1EB-43B5-827A-59363B115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9B35-05A6-4AF9-810A-664F5D5010D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1F1A69-EA9E-45C4-ABDB-D59E9A55D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0ED1B-167F-4B73-B129-C8505947F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CDD5-B5AC-45B3-BCEC-ED03EDDF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78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9F20A-773B-4381-9CDB-F59380CBE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8BB8B-85A8-4C07-B590-C659D551D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E9348-C575-4AC3-BA36-0A14FA24D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B3396-AE24-4334-A3E0-72343207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9B35-05A6-4AF9-810A-664F5D5010D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701DC-E46E-45A5-8FB2-20956624E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F709-8A3D-46A1-854A-D9CCA4EB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CDD5-B5AC-45B3-BCEC-ED03EDDF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2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552F2-8899-4594-87F7-1F8562D89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4289C-561D-4FA3-8F47-42710A64B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7759F-7BE9-49D4-83CF-7DDAEF805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62EC5-1A58-4590-8AFD-F3CA099A4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9B35-05A6-4AF9-810A-664F5D5010D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8FE6C-936A-4AC6-925B-834EFDCE0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B1859-7C7D-47F6-8D5B-128559D7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CDD5-B5AC-45B3-BCEC-ED03EDDF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8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1AB9D-1B36-49F5-A155-DB91F13C8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34B7A-E940-42EC-AD66-2617D7D53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B86F1-0238-4C15-BAD3-795C9032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9B35-05A6-4AF9-810A-664F5D5010D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F5937-EB7E-4680-B998-ECB9972B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2D11D-496D-4D1E-B924-DFB45F148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CDD5-B5AC-45B3-BCEC-ED03EDDF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7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D9FF6-5750-456C-8CD5-08194F0AF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EE2F1-E560-4F25-92D6-2F4BD5893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A9FA8-DBEC-4963-99EF-E587D07C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9B35-05A6-4AF9-810A-664F5D5010D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C2C1F-B83F-4F77-BA41-82C8E2F84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9E3BF-35A3-458E-95C8-9728A3B1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CDD5-B5AC-45B3-BCEC-ED03EDDF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64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ECB672-0259-4DD7-9BA6-8111C72E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ABF04-BF1C-4B1F-B43B-4E76D2DB5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1635A-06AC-4567-A52E-7CB8F596BD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49B35-05A6-4AF9-810A-664F5D5010D7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63BC8-B515-4FFE-A87D-152DDDBCB6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E713D-D8EE-4CF9-AC68-D6522E85E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7CDD5-B5AC-45B3-BCEC-ED03EDDF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65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#357 The Day of Resurrection!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659285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 </a:t>
            </a:r>
            <a:r>
              <a:rPr lang="en-CA" sz="2800" dirty="0"/>
              <a:t>The day of resurrection!</a:t>
            </a:r>
            <a:br>
              <a:rPr lang="en-CA" sz="2800" dirty="0"/>
            </a:br>
            <a:r>
              <a:rPr lang="en-CA" sz="2800" dirty="0"/>
              <a:t>Earth, tell it out abroad;</a:t>
            </a:r>
            <a:br>
              <a:rPr lang="en-CA" sz="2800" dirty="0"/>
            </a:br>
            <a:r>
              <a:rPr lang="en-CA" sz="2800" dirty="0"/>
              <a:t>the Passover of gladness,</a:t>
            </a:r>
            <a:br>
              <a:rPr lang="en-CA" sz="2800" dirty="0"/>
            </a:br>
            <a:r>
              <a:rPr lang="en-CA" sz="2800" dirty="0"/>
              <a:t>the Passover of God.</a:t>
            </a:r>
            <a:br>
              <a:rPr lang="en-CA" sz="2800" dirty="0"/>
            </a:br>
            <a:r>
              <a:rPr lang="en-CA" sz="2800" dirty="0"/>
              <a:t>From death to life eternal,</a:t>
            </a:r>
            <a:br>
              <a:rPr lang="en-CA" sz="2800" dirty="0"/>
            </a:br>
            <a:r>
              <a:rPr lang="en-CA" sz="2800" dirty="0"/>
              <a:t>from this world to the sky,</a:t>
            </a:r>
            <a:br>
              <a:rPr lang="en-CA" sz="2800" dirty="0"/>
            </a:br>
            <a:r>
              <a:rPr lang="en-CA" sz="2800" dirty="0"/>
              <a:t>our Christ hath brought us over</a:t>
            </a:r>
            <a:br>
              <a:rPr lang="en-CA" sz="2800" dirty="0"/>
            </a:br>
            <a:r>
              <a:rPr lang="en-CA" sz="2800" dirty="0"/>
              <a:t>with hymns of victory.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08ED8-D9A7-42F2-8523-5918EA7D0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Our hearts be pure from evil,</a:t>
            </a:r>
            <a:br>
              <a:rPr lang="en-CA" sz="2800" dirty="0"/>
            </a:br>
            <a:r>
              <a:rPr lang="en-CA" sz="2800" dirty="0"/>
              <a:t>that we may see aright</a:t>
            </a:r>
            <a:br>
              <a:rPr lang="en-CA" sz="2800" dirty="0"/>
            </a:br>
            <a:r>
              <a:rPr lang="en-CA" sz="2800" dirty="0"/>
              <a:t>the Lord in rays eternal</a:t>
            </a:r>
            <a:br>
              <a:rPr lang="en-CA" sz="2800" dirty="0"/>
            </a:br>
            <a:r>
              <a:rPr lang="en-CA" sz="2800" dirty="0"/>
              <a:t>of resurrection light;</a:t>
            </a:r>
            <a:br>
              <a:rPr lang="en-CA" sz="2800" dirty="0"/>
            </a:br>
            <a:r>
              <a:rPr lang="en-CA" sz="2800" dirty="0"/>
              <a:t>and listening to his accents,</a:t>
            </a:r>
            <a:br>
              <a:rPr lang="en-CA" sz="2800" dirty="0"/>
            </a:br>
            <a:r>
              <a:rPr lang="en-CA" sz="2800" dirty="0"/>
              <a:t>may hear, so calm and plain,</a:t>
            </a:r>
            <a:br>
              <a:rPr lang="en-CA" sz="2800" dirty="0"/>
            </a:br>
            <a:r>
              <a:rPr lang="en-CA" sz="2800" dirty="0"/>
              <a:t>his own "All hail!" and hearing,</a:t>
            </a:r>
            <a:br>
              <a:rPr lang="en-CA" sz="2800" dirty="0"/>
            </a:br>
            <a:r>
              <a:rPr lang="en-CA" sz="2800" dirty="0"/>
              <a:t>may raise the victor strain.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0423A-F235-4D72-85BA-F72C871F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4992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Now let the </a:t>
            </a:r>
            <a:r>
              <a:rPr lang="en-CA" sz="2800" dirty="0" err="1"/>
              <a:t>heav'ns</a:t>
            </a:r>
            <a:r>
              <a:rPr lang="en-CA" sz="2800" dirty="0"/>
              <a:t> be joyful,</a:t>
            </a:r>
            <a:br>
              <a:rPr lang="en-CA" sz="2800" dirty="0"/>
            </a:br>
            <a:r>
              <a:rPr lang="en-CA" sz="2800" dirty="0"/>
              <a:t>let earth her song begin;</a:t>
            </a:r>
            <a:br>
              <a:rPr lang="en-CA" sz="2800" dirty="0"/>
            </a:br>
            <a:r>
              <a:rPr lang="en-CA" sz="2800" dirty="0"/>
              <a:t>let all the world keep triumph,</a:t>
            </a:r>
            <a:br>
              <a:rPr lang="en-CA" sz="2800" dirty="0"/>
            </a:br>
            <a:r>
              <a:rPr lang="en-CA" sz="2800" dirty="0"/>
              <a:t>and all that is therein;</a:t>
            </a:r>
            <a:br>
              <a:rPr lang="en-CA" sz="2800" dirty="0"/>
            </a:br>
            <a:r>
              <a:rPr lang="en-CA" sz="2800" dirty="0"/>
              <a:t>let all things seen and unseen,</a:t>
            </a:r>
            <a:br>
              <a:rPr lang="en-CA" sz="2800" dirty="0"/>
            </a:br>
            <a:r>
              <a:rPr lang="en-CA" sz="2800" dirty="0"/>
              <a:t>their notes let all things blend,</a:t>
            </a:r>
            <a:br>
              <a:rPr lang="en-CA" sz="2800" dirty="0"/>
            </a:br>
            <a:r>
              <a:rPr lang="en-CA" sz="2800" dirty="0"/>
              <a:t>for Christ the Lord hath risen,</a:t>
            </a:r>
            <a:br>
              <a:rPr lang="en-CA" sz="2800" dirty="0"/>
            </a:br>
            <a:r>
              <a:rPr lang="en-CA" sz="2800" dirty="0"/>
              <a:t>our joy that hath no end.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7752E-7F8C-4F24-8533-56F43FAC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7822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#357 The Day of Resurrection!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#357 The Day of Resurrection!</dc:title>
  <dc:creator>Eric Hoogendoorn</dc:creator>
  <cp:lastModifiedBy>Eric Hoogendoorn</cp:lastModifiedBy>
  <cp:revision>1</cp:revision>
  <dcterms:created xsi:type="dcterms:W3CDTF">2020-04-25T02:41:56Z</dcterms:created>
  <dcterms:modified xsi:type="dcterms:W3CDTF">2020-04-25T02:42:14Z</dcterms:modified>
</cp:coreProperties>
</file>