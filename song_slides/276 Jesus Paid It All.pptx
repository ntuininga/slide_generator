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5AE50-5C74-48A7-97AA-EE92AD8A2971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75CE8-28D9-4003-B7D6-66AE43440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10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B0588-D5F4-89A5-8EBE-BE73481D3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81222-FC95-B335-B789-6FA18A0B7B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2A1BA-72BF-40CA-D5F3-C32EAE636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0C02-2D83-42F5-9A50-97812E4ECDD6}" type="datetime1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75935-42EE-D77C-338A-AC378E8EB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CA368-A2CF-AA99-3B19-3EB57B877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5BC4-E74D-47F9-A219-8EE993BF3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53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9C966-20B4-15F8-3D81-80DA5A9E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CFA82-3854-EC84-19DE-C31F4F02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44DE6-CDD1-D119-862A-B0E654BD2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876AE-B000-4FF0-B0FD-1077325F09A7}" type="datetime1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43EF-3BEE-C875-8CD2-B63493014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AAB1F-1239-A140-DB1C-FFC929F8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5BC4-E74D-47F9-A219-8EE993BF3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627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B41C4-3302-BB0E-C240-6D7F563EB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F270F-2372-FB9B-431B-9133AB88F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A0DB2-FAEE-9144-815F-008B30DB1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0F0D7-FC00-405D-A44E-20119F83DAB6}" type="datetime1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041AD-8D65-9BEE-8BD6-BF3DA9EAD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650B8-ACCA-143D-4963-0A6FA12C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5BC4-E74D-47F9-A219-8EE993BF3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20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BC825-F7A8-2F33-D8F3-00CC79C16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3C2B1-5E87-21DE-7793-FC501C49D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45FDB-9909-7B09-DD98-A7C235B3C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10DB1-8D02-6E0E-B0A9-0FFFCB546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6E423-79DE-4E79-998C-F945358F9F7C}" type="datetime1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A6A7C-8019-09C2-EE18-14923655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698C1-3637-836B-40A5-18C72161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5BC4-E74D-47F9-A219-8EE993BF3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61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57DAE-169D-91EB-B144-42660968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446C8-2A5D-1355-2DA4-D0E726B3A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84075-10DB-0FB1-EDD8-C9824AA42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C62D47-F218-9FAA-E161-8D8CF83A6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692320-54E0-4664-328C-663D05E5C9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85C249-F78D-2B7A-AC90-6013AF56B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F356D-5C45-4734-9BDA-67E6CF3D7381}" type="datetime1">
              <a:rPr lang="en-US" smtClean="0"/>
              <a:t>4/5/2025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9B282C-4F43-9938-F75F-52A8CAF9F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4EDF5D-F4B0-FB8D-A50A-6D361426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5BC4-E74D-47F9-A219-8EE993BF3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46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E2473-BC5B-AF60-A12A-5229F10F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A0146-9137-7D04-7461-FE99D2E22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6FB9-5F22-4A6D-8644-72BBC9B627A7}" type="datetime1">
              <a:rPr lang="en-US" smtClean="0"/>
              <a:t>4/5/2025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A874E-7B60-D5E1-1803-FAF1E1FE8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0F6A42-42D6-DD00-7597-78A8089E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5BC4-E74D-47F9-A219-8EE993BF3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54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5C53F7-9C98-81A6-8DBE-B059D67C0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6EFC-F654-4070-A957-E9D5727C42C5}" type="datetime1">
              <a:rPr lang="en-US" smtClean="0"/>
              <a:t>4/5/2025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1AF7EA-7F0E-0516-E10F-B847912E3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08074-DD49-B4C6-2B40-58D716A36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5BC4-E74D-47F9-A219-8EE993BF3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7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3C176-02F5-18EE-E5FF-2DAC19ED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6ED7B-2789-E141-4640-6DB129AE8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7E6647-579B-229C-B8C1-9D141D89B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C7A09-3D2F-A895-A28C-24D1C5D53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CA9C-D39F-4CFD-869E-455D979AA660}" type="datetime1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EF994-AFE8-02C5-7322-E2630FA5E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C22A0-37AD-38A6-04F1-1B25E5F8A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5BC4-E74D-47F9-A219-8EE993BF3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2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01379-5B3F-2AC1-70F0-78BBCD246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9D2B2-F41F-7677-551A-6F03A8BD8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EE1D3-6A3D-CD07-DC5A-CDFB5DF92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70972-FA7D-1413-6EAE-E54B509F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E855-D33C-45B2-B30D-E4411FEBB8BA}" type="datetime1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D7D4E-5981-3FBC-904F-261CDB008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E349A-7445-AA8E-9DA8-1919FA1B5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5BC4-E74D-47F9-A219-8EE993BF3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20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E0421-9954-144E-9446-382DE56D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6EEB41-99BA-E8E1-107E-394DE9F8A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42A6B-96AC-FB3E-8D21-6BAB5382D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8182-EE2F-4C72-A4A5-9F214402F2F4}" type="datetime1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24581-7B74-1AE7-29BE-333B50ED5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DFF6C-588D-FFE8-207D-62F8C3A05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5BC4-E74D-47F9-A219-8EE993BF3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9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80F1DF-D4DE-C691-2A04-60360F7CA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1ED65-2DCC-F1A3-541E-21C899583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977CC-9AA2-E6A8-DCB5-4F5A3EA4C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BC415-C5D8-4C08-9B09-E73A35FE5513}" type="datetime1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0B200-4139-DB72-C758-32DAFC01B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E8D6A-B009-8B2E-5383-4886F4FC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5BC4-E74D-47F9-A219-8EE993BF3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52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E2CF85-B116-92B5-A12E-8FD64DEB4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90E24-34FB-3A95-FA7F-8891F0380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9E190-8F7E-4BFC-C049-15EAFB6EF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18619-4553-4158-82D5-4AC7F5B42D41}" type="datetime1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6E91B-482F-3FE1-6EFA-4E1DFAE6F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ACC1C-E6D5-1EE6-D2A2-93B0CF0DBD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655BC4-E74D-47F9-A219-8EE993BF3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150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9C108-65BA-85EF-A850-506A65E0B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#276 Jesus Paid It 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B0AFE-AF12-9C86-2487-AA653D9FD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 hear the Savior say,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"Your strength indeed is small,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 of weakness, watch and pray,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in me your all in all."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Refrain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Jesus paid it all,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to him I owe;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 had left a crimson stain,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washed it white as snow.</a:t>
            </a:r>
          </a:p>
          <a:p>
            <a:pPr marL="0" indent="0" algn="ctr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A0EF3-0563-D078-CD0E-2D66189A7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09551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559A8-0579-9C47-F7DC-5190F204E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F82B6-CD17-CAD3-A5B5-4B2E29254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Lord, now indeed I find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yours alone,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change the leper's spots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melt the heart of stone.</a:t>
            </a:r>
          </a:p>
          <a:p>
            <a:pPr marL="0" indent="0" algn="ctr">
              <a:buNone/>
            </a:pPr>
            <a:endParaRPr lang="en-US" b="0" i="1" dirty="0">
              <a:solidFill>
                <a:srgbClr val="2222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Refrain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Jesus paid it all,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to him I owe;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 had left a crimson stain,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washed it white as snow.</a:t>
            </a:r>
          </a:p>
          <a:p>
            <a:pPr marL="0" indent="0" algn="ctr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079EF-C498-8604-7006-52F4474E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01522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6F01A-DF8B-7B01-DDF3-B604B94D0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9C269-1C2A-2CE4-8528-EAA74099F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04E8E-284D-DB07-506D-207E52A72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nothing good have I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whereby your grace to claim--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I'll wash my garments white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blood of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Calv'ry's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Lamb.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 </a:t>
            </a:r>
          </a:p>
          <a:p>
            <a:pPr marL="0" indent="0" algn="ctr">
              <a:buNone/>
            </a:pPr>
            <a:endParaRPr lang="en-US" b="0" i="1" dirty="0">
              <a:solidFill>
                <a:srgbClr val="2222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Refrain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Jesus paid it all,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to him I owe;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 had left a crimson stain,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washed it white as snow.</a:t>
            </a:r>
          </a:p>
          <a:p>
            <a:pPr marL="0" indent="0" algn="ctr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DF983-E45A-93F8-1E96-FDCDFF09A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51603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3A2AA-3104-185B-8E9B-E439BF99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A18E2-311B-932E-8A81-D1D870E70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52CDA-4CA9-12EE-B4FF-F2EA0C274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when, before the throne,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stand in him complete,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"Jesus died my soul to save,"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lips shall still repeat.</a:t>
            </a:r>
          </a:p>
          <a:p>
            <a:pPr marL="0" indent="0" algn="ctr">
              <a:buNone/>
            </a:pPr>
            <a:endParaRPr lang="en-US" b="0" i="1" dirty="0">
              <a:solidFill>
                <a:srgbClr val="2222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Refrain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Jesus paid it all,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to him I owe;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 had left a crimson stain,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washed it white as snow.</a:t>
            </a:r>
          </a:p>
          <a:p>
            <a:pPr marL="0" indent="0" algn="ctr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428285-BD71-BE46-EC0D-A8809843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189863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282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Calibri Light</vt:lpstr>
      <vt:lpstr>Verdana</vt:lpstr>
      <vt:lpstr>Office Theme</vt:lpstr>
      <vt:lpstr>#276 Jesus Paid It All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2025-04-05T17:02:36Z</dcterms:created>
  <dcterms:modified xsi:type="dcterms:W3CDTF">2025-04-05T17:08:00Z</dcterms:modified>
</cp:coreProperties>
</file>