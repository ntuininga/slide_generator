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98A913-56D5-4920-AE07-B2CDED5E1B9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694AF-6A97-4BFC-B2EF-2219354A5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11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7DA6-3F17-1885-A6F1-73714ABB0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5D142-BB74-F616-FB8D-37C46B96B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AB85E-6DCE-8A4C-348A-7AC9334D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0E53-5C46-43CA-94DC-19560954BC34}" type="datetime1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EE8D8-64C3-8762-5CD4-7D0D728FD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5CC5D-AD1A-0D01-CAAB-D9B13264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2B67-335F-4C01-8296-215E13699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9D5C-1133-6163-3432-E2F6CC9D3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4D2AB-2534-5A3F-C184-6D80ADA83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677D0-608F-7507-1BAF-05C397CD2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7D685-D2AF-4594-A101-7974A47C00A5}" type="datetime1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A9D6E-D74D-9512-1E9B-B2ADF4F8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66D61-4937-B142-2EC1-D06875B0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2B67-335F-4C01-8296-215E13699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3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8286D-87BC-8908-E9F0-C43CF5FD4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75823-9C41-312A-7975-A03D53658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81A0F-7AB3-FFA4-A96B-814E54DA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B3CB8-5756-464F-8AE7-D0B84D44847A}" type="datetime1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E9E29-FD31-AC24-8C4C-78D7F43E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35C0-4F49-76A8-F55E-FE8C7CE6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2B67-335F-4C01-8296-215E13699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7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16140-4E6F-B49D-7E62-257EF0F4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7A233-5447-0FF8-860E-6E273F9BE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89B6F-D7F7-0464-D4B4-4E11D86D3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C442A-24C2-0FF3-D37D-F82DC0111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079B-3A75-45A1-B86D-9865E5286028}" type="datetime1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E7545-C75A-421D-FF6C-2EF0A8EC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F14AC-32E8-4A3A-4982-72B380DA9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2B67-335F-4C01-8296-215E13699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3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7BE1-D32B-4900-DF4A-6DFA0C32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E36B9-3596-D94D-2F5E-C15C3FE38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8626F-8DB9-23FC-BB63-A919C2107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A10D6-F053-07D3-C224-9F7B1596F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046062-B1D6-B224-EACB-F9D91671D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8EFC3D-9068-D157-C8E3-A81D01C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6451D-807A-4654-BE32-9CE3AAE320B9}" type="datetime1">
              <a:rPr lang="en-US" smtClean="0"/>
              <a:t>5/9/2024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04D067-C3ED-47B9-BE19-BA4597851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676C0E-CEFC-3AC1-D41A-7CE2A5B3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2B67-335F-4C01-8296-215E13699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31758-C699-F25A-23B9-3BC5C7BB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4C166-53B0-C252-1641-618E6554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68DA3-2E36-419C-96DB-2EA20FE0CC8D}" type="datetime1">
              <a:rPr lang="en-US" smtClean="0"/>
              <a:t>5/9/2024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E45B5-546E-02D0-E009-553B85EBB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958A7-45B3-F7BF-AE8C-176DDDF8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2B67-335F-4C01-8296-215E13699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0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B33095-04CD-1524-1F16-746D47DE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93F-E68D-46BC-AD1C-ADCA8773DC92}" type="datetime1">
              <a:rPr lang="en-US" smtClean="0"/>
              <a:t>5/9/2024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70D51-85F8-97AC-BF04-FA5133170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EF5D0-66DD-3597-7414-4DC25490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2B67-335F-4C01-8296-215E13699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46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BAAC-F48B-5F40-FCEA-71A42625D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E6C92-7F51-E0F5-0B21-7C2943235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09FEE-299E-5058-4E5F-3B36E98CA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ADF01-284E-BFEA-17D0-FEB69489B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410EA-FC3A-4A34-B19E-AA94A23F1EE9}" type="datetime1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48E78-0E85-09C3-4DC1-545F0022B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CF969-DB5D-9F30-0A25-1870197D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2B67-335F-4C01-8296-215E13699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82B1-BC67-630B-FE80-1470C2E89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A1DEBD-AB84-F062-DE14-171EB0BE6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7CC41-2B8C-4CB5-D1C9-D9BE6BE6E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283DC-0316-1BF2-2D09-AE463DF0C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F16B0-EA2A-44CC-A03E-9CB11024CEF9}" type="datetime1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80327-0F53-744C-9977-2C7A220A5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A5C76-3438-B2C5-DAC7-2593243D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2B67-335F-4C01-8296-215E13699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79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5A21-A642-3D12-BDBB-9BD340120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2D2F9-8E90-4C78-6D14-07B9F28EA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E6E61-0FF0-37EC-C52D-4391E870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2F75-E9FC-4E2D-85F3-E7943B4CB14A}" type="datetime1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0DFA7-77D1-05A2-6B73-58B837404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A3C6F-2298-FB49-8973-867624C4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2B67-335F-4C01-8296-215E13699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3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002BFF-0F72-3DEA-CC87-90F5B27EA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D22E4B-6910-C527-A5FE-8DED20276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690FC-6136-11DE-5C83-742FE0FB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98BE-08B9-412B-A3B0-4F08486B0A39}" type="datetime1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A5E75-8B4F-2B83-6FB7-86DC4C4FB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A874E-6B00-C73A-4DFE-BB7DED19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2B67-335F-4C01-8296-215E13699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1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ADE726-6F24-BDDC-09B5-C9F69D659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A05B8-FC7C-37A7-C8B0-CFA785403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5C66E-E60C-DFC8-8C69-B19927EBAE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0B4B5-16A1-4CBB-BC65-B76A8B7D1880}" type="datetime1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7E13-B86D-46CC-2B19-0FB2274AD9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278-B0D9-1AC5-513F-F25F06BE8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82B67-335F-4C01-8296-215E13699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9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8CB2-5CB8-CF84-E786-50699E5FA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#380 Crown Him With Many Crowns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CF207-092C-8299-E3C0-B7ECA1FE5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Crown him with many crowns,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Lamb upon his throne;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hark! how the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heav'nly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anthem drowns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music but its own: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awake, my soul, and sing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him who died for thee,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hail him as thy matchless King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 all eternity.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90504-C20A-AC22-61F6-5609EEF9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288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CDF6B-87F4-1955-4D8C-A82377ED1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Crown him the Lord of life,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triumphant o'er the grave,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rose victorious from the strife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those he came to save.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 glories now we sing,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died and reigns on high;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died, eternal life to bring,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lives that death may die.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B05B93-6065-D8B9-DB22-D919431A8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835358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E9692-327A-A320-8767-2E05578AC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1550F-47F1-A583-F3D0-F0A5753E6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Crown him the Lord of love;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behold his hands and side,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 wounds, yet visible above,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beauty glorified: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angel in the sky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fully bear that sight,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downward bends his burning eye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mysteries so bright.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F3065-2B14-15BC-7168-B6A91BEFC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820992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84C82-5B72-9369-6B62-EC3757DD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8226C-9AC8-130C-E934-F8733AA0F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Crown him the Lord of peace;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whose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scepter sways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pole to pole, that wars may cease,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absorbed in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pray'r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praise: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 reign shall know no end;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round his pierced feet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flow'rs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paradise extend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their fragrance ever sweet.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5248B-CD36-6341-2159-4745A362A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364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F980-7EDA-7951-A57C-09A92236B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D60C5-762F-F7EA-2B44-A1F069B15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Crown him the Lord of years,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Potentate of time;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Creator of the rolling spheres,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ineffably sublime: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hail, Redeemer, hail!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thou hast died for me: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thy praise shall never, never fail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throughout eternity.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C5072-67C3-B040-350E-A8363A0D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97779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341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Office Theme</vt:lpstr>
      <vt:lpstr>#380 Crown Him With Many Crowns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#380 Crown Him With Many Crowns</dc:title>
  <dc:creator>Neil</dc:creator>
  <cp:lastModifiedBy>Neil</cp:lastModifiedBy>
  <cp:revision>2</cp:revision>
  <dcterms:created xsi:type="dcterms:W3CDTF">2024-05-09T22:06:08Z</dcterms:created>
  <dcterms:modified xsi:type="dcterms:W3CDTF">2024-05-09T22:10:50Z</dcterms:modified>
</cp:coreProperties>
</file>