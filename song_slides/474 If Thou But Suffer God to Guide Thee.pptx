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76" r:id="rId3"/>
    <p:sldId id="377" r:id="rId4"/>
    <p:sldId id="399" r:id="rId5"/>
    <p:sldId id="40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7179F-59BD-49B5-ABE3-F4DF43966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998F2-B4EA-448F-AC73-8A8DFDBC5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DF6D5-926F-49E0-AD08-A46696A8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72F2-EF0A-48A0-B525-B7BFBD7721D1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2F883-34C7-4777-B44C-655033215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43299-4C4A-4AEC-9A94-02BE2A54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50F8D-B159-4B55-8B01-4D9C16477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155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E11EE-42DA-4FCA-AC59-A96CF7710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BBD80-66C8-4B1F-9478-A56FC55AD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DA34F-CA44-46A6-9E6E-693882BF7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72F2-EF0A-48A0-B525-B7BFBD7721D1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89EFD-A97A-448A-B1C2-D19BE72C4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0914F-BE9C-4F62-8986-8B7F4D64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50F8D-B159-4B55-8B01-4D9C16477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29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ABDE-1855-4461-A566-E24AE3798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9C920-2222-4022-9B5C-3DB341702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54E75-C2BB-4ED1-956B-662FACFA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72F2-EF0A-48A0-B525-B7BFBD7721D1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FF6AA-C082-47AF-90C3-7DDCAF39F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52862-B67B-41CF-9CB9-1F06F2F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50F8D-B159-4B55-8B01-4D9C16477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625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81092-C38B-4AFB-8936-6969E49C4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36A8F-C919-42D6-95BA-F2E2E3994E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279D7-CFAC-42A0-83E8-4C19EF06B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CCBD0-A294-4D5F-BDE1-C59391F53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72F2-EF0A-48A0-B525-B7BFBD7721D1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D02CB-AF43-41F9-8A76-A0D535D72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60503-AF78-489F-A4ED-91E1AE48D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50F8D-B159-4B55-8B01-4D9C16477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13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3108B-6F87-49ED-8B79-05D01CE91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BD186-6D54-4791-AB22-8DEF81D76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13C88-A8DE-4F51-A258-00061D777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492EC4-196B-4427-B804-962399037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B5767B-4CB3-44CD-A06D-C8A393618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763FB8-B891-4F81-BA79-3935C578D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72F2-EF0A-48A0-B525-B7BFBD7721D1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FCDCC5-C228-48EC-90C6-9B45DEB4C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ACD0F5-AFEA-4ABC-8A5A-109C0C9FC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50F8D-B159-4B55-8B01-4D9C16477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48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F84CB-F662-41B1-847B-2E5C96E0C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527341-E96F-4CCE-9467-DCC38258A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72F2-EF0A-48A0-B525-B7BFBD7721D1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7D1C9-1B6D-43E1-B92F-7597D685B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F0203-9921-473A-9F9C-59440EE62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50F8D-B159-4B55-8B01-4D9C16477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282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AD5B31-48A9-4F9C-86E6-6691A5688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72F2-EF0A-48A0-B525-B7BFBD7721D1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3D910C-0623-4974-AF87-354DF347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8D7A-DDD0-4A89-9F4B-F2A1710C1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50F8D-B159-4B55-8B01-4D9C16477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19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9C971-900F-441E-8862-4899A287A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97408-8ED7-4C2C-ADEA-54F2A6217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EF3E2-74F0-496E-8857-712804CE6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71138-3CC2-4F9E-9C12-691643A14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72F2-EF0A-48A0-B525-B7BFBD7721D1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5AE50-441A-4A5F-8A5D-FF0AF4459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4B3D2-0233-4F28-A438-10C96DFF2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50F8D-B159-4B55-8B01-4D9C16477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93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358E4-4B1F-42E3-8999-005D5EF0F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19600B-9298-48A0-B4E9-6568E95952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AF8C3-C171-4372-8366-27143AE024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95896-AA68-44C9-A326-83CBE4056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72F2-EF0A-48A0-B525-B7BFBD7721D1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139AD-E88D-4047-A33F-AE95A8378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D33F9-15EF-4F8A-8530-1915A7AA1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50F8D-B159-4B55-8B01-4D9C16477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8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F6D95-B75A-4E06-9CBB-A60CAF36A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A3C3E7-9A19-4A3A-9351-4345BFE8F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7FF4C-2DC3-4DCB-8E80-A9EEC2B40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72F2-EF0A-48A0-B525-B7BFBD7721D1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8E09F-8796-4139-ACA1-03714EC5E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A5386-85D3-4976-A764-61EA8BE08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50F8D-B159-4B55-8B01-4D9C16477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8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9A92C6-21CC-4307-B0D1-4B7ABA93F7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505CFC-F9D2-4C58-9EED-01BE24A4A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16A68-8B02-4236-BF6F-0765B6155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72F2-EF0A-48A0-B525-B7BFBD7721D1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8A58E-94D1-44D9-B825-07D40D14B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8B54E-7D20-4771-8CCB-91DFFCA5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50F8D-B159-4B55-8B01-4D9C16477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99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A198AD-03E2-4673-9035-28631DF9E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8CD05-7042-4A02-BFFF-65C413AED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26724-1C73-4EDA-A318-6F4BB58E9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E72F2-EF0A-48A0-B525-B7BFBD7721D1}" type="datetimeFigureOut">
              <a:rPr lang="en-US" smtClean="0"/>
              <a:t>11/14/2020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E2AF0-7547-496A-B4FE-DFBCB7BBEC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ADDFC-B144-47D3-8727-42E4BA10E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50F8D-B159-4B55-8B01-4D9C164776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951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2CD1AC-1686-4B85-9427-4E49F37C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1A8D7-36D6-47B7-B2A5-946430D58AA3}"/>
              </a:ext>
            </a:extLst>
          </p:cNvPr>
          <p:cNvSpPr txBox="1"/>
          <p:nvPr/>
        </p:nvSpPr>
        <p:spPr>
          <a:xfrm>
            <a:off x="1038225" y="303559"/>
            <a:ext cx="10115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#474 If Thou But Suffer God to Guide Thee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3FDDE-D0C7-49B4-8498-33CAD77D0B37}"/>
              </a:ext>
            </a:extLst>
          </p:cNvPr>
          <p:cNvSpPr txBox="1"/>
          <p:nvPr/>
        </p:nvSpPr>
        <p:spPr>
          <a:xfrm>
            <a:off x="2181225" y="1752600"/>
            <a:ext cx="78295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</a:t>
            </a:r>
            <a:r>
              <a:rPr lang="en-US" sz="2800" dirty="0">
                <a:solidFill>
                  <a:srgbClr val="222222"/>
                </a:solidFill>
                <a:latin typeface="Verdana" panose="020B0604030504040204" pitchFamily="34" charset="0"/>
              </a:rPr>
              <a:t> </a:t>
            </a:r>
            <a:r>
              <a:rPr lang="en-US" sz="2800" dirty="0">
                <a:solidFill>
                  <a:srgbClr val="222222"/>
                </a:solidFill>
              </a:rPr>
              <a:t>If thou but suffer God to guide thee,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hope in him through all your ways,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he'll give thee strength, whate'er betide thee,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bear thee through the evil days: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who trusts in God's unchanging love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builds on the Rock that naught can move.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948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F8AED2-8B7F-424C-A966-8E05F491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6C0E76-718E-4F2A-BD69-C27A61211F30}"/>
              </a:ext>
            </a:extLst>
          </p:cNvPr>
          <p:cNvSpPr txBox="1"/>
          <p:nvPr/>
        </p:nvSpPr>
        <p:spPr>
          <a:xfrm>
            <a:off x="2281237" y="1714500"/>
            <a:ext cx="76295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What can these anxious cares avail thee,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these never ceasing moans and sighs?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What can it help, if thou bewail thee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o'er each dark moment as it flies?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Our cross and trials do but press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heavier for our bitterness.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9061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5D2673-FEA7-40B7-8C00-069A5DBF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45181-28DC-4E1D-80AE-274F09A57412}"/>
              </a:ext>
            </a:extLst>
          </p:cNvPr>
          <p:cNvSpPr txBox="1"/>
          <p:nvPr/>
        </p:nvSpPr>
        <p:spPr>
          <a:xfrm>
            <a:off x="2305050" y="1948666"/>
            <a:ext cx="7581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Only be still, and wait his leisure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in cheerful hope, with heart content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take whate'er thy Father's pleasure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all-discerning love hath sent;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nor doubt our inmost wants are known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him who chose us for his own.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32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DBAA82-4CF5-42FE-9EE5-FF8191526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F46D7-ED9C-4347-BB16-9C84369AE340}"/>
              </a:ext>
            </a:extLst>
          </p:cNvPr>
          <p:cNvSpPr txBox="1"/>
          <p:nvPr/>
        </p:nvSpPr>
        <p:spPr>
          <a:xfrm>
            <a:off x="2276475" y="1711325"/>
            <a:ext cx="76390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4. All are alike before the Highest;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'tis easy to our God, we know,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raise thee up, though low thou </a:t>
            </a:r>
            <a:r>
              <a:rPr lang="en-US" sz="2800" dirty="0" err="1">
                <a:solidFill>
                  <a:srgbClr val="222222"/>
                </a:solidFill>
              </a:rPr>
              <a:t>liest</a:t>
            </a:r>
            <a:r>
              <a:rPr lang="en-US" sz="2800" dirty="0">
                <a:solidFill>
                  <a:srgbClr val="222222"/>
                </a:solidFill>
              </a:rPr>
              <a:t>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to make the rich man poor and low;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true wonders still by him are wrought,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who </a:t>
            </a:r>
            <a:r>
              <a:rPr lang="en-US" sz="2800" dirty="0" err="1">
                <a:solidFill>
                  <a:srgbClr val="222222"/>
                </a:solidFill>
              </a:rPr>
              <a:t>setteth</a:t>
            </a:r>
            <a:r>
              <a:rPr lang="en-US" sz="2800" dirty="0">
                <a:solidFill>
                  <a:srgbClr val="222222"/>
                </a:solidFill>
              </a:rPr>
              <a:t> up and brings to naught.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736089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4E05D6-0A89-45D7-89E5-AF519CAF4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BD4DB6-0F07-4ED8-99E4-A84829BCE750}"/>
              </a:ext>
            </a:extLst>
          </p:cNvPr>
          <p:cNvSpPr txBox="1"/>
          <p:nvPr/>
        </p:nvSpPr>
        <p:spPr>
          <a:xfrm>
            <a:off x="1924050" y="1781175"/>
            <a:ext cx="83439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5. Sing, pray, and keep his ways unswerving,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so do thine own part faithfully,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trust his Word--though undeserving,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thou yet shalt find it true for thee;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God never yet forsook at need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the soul that trusted him indeed.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492242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2020-11-14T23:03:09Z</dcterms:created>
  <dcterms:modified xsi:type="dcterms:W3CDTF">2020-11-14T23:03:23Z</dcterms:modified>
</cp:coreProperties>
</file>