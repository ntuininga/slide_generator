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3FA10-2B38-4AF9-BCAB-06FA9F178ED6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546BB-B8A7-4792-BC78-921D03901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8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508C-5AA4-4B34-8064-F78FAA298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7991B-FED3-444B-A360-938E0A0EB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D0D2-0D3A-4EF7-8743-BD6E03F0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B465-E486-4F0C-BF8F-3964C65BAEFD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CB06B-6645-4D47-ADFB-D93A696A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1E2C1-B024-4615-B39B-5781A233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8960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72BF-F72E-43D7-933D-47EC1DD1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BF4F4-C36D-42F3-A82F-9B4B38A99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B2C76-106F-4A6D-89A3-78DB9A5A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7E5B-01B6-40D8-AA83-E38C4C92D6FD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8C54-890D-446E-A1D4-A33E3195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0E38-3FB0-453A-A6EA-A6824F18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52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AD0E-2E7F-4B37-B150-F2639152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86E9B-DDA4-4ACC-AE46-392F9DA04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F047-A4BA-45B0-850C-40897627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1CBC-A7E9-4C22-8312-CC0E1B9FF81A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916D-D638-47F9-A6A7-CA920D02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03FF-2CCD-4645-AE64-7C117D1B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925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D444-355D-4193-8587-097A9683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05B7-420D-4CED-AE27-6F7607FAD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988E3-5BCB-4F31-BC44-2E92C4F80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7466C-2D59-487F-8D37-2AAEBE74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6857F-50DF-42D9-BE06-E4B31B88B408}" type="datetime1">
              <a:rPr lang="en-CA" smtClean="0"/>
              <a:t>2023-02-17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FCD38-4758-49E4-A915-A0715F7D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F42EA-CE52-4EA8-8C1E-CAA2E8D3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665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EC99-383A-472E-B8AF-A045F5C2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852A5-D08E-42E9-A249-3CBE8C1B6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423A2-2656-4B94-9672-F4A414D08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FDE33-F4DE-4BE5-BFCA-49BECC67B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AE740-B07B-45AE-85CB-2443A72A3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9A940-36B6-4534-8B38-CD590008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8CC-D307-43B7-A24D-718BE18473D9}" type="datetime1">
              <a:rPr lang="en-CA" smtClean="0"/>
              <a:t>2023-02-17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A1640-3D36-4907-8477-85A3E76B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20320-4D87-4A77-A8CF-5899A377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BB19-E017-4E6D-8826-5DA38D4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8ACEE0-7A49-4E41-BB1B-7D7D436C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B485-DBF3-4E57-BE08-E86C3796F9DD}" type="datetime1">
              <a:rPr lang="en-CA" smtClean="0"/>
              <a:t>2023-02-17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1A589-37CF-4486-A05D-98569E15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0BEE2-FC6C-4EC8-B87D-D04B1AD3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418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FBDE5-A435-477A-8C7E-F4E2BA61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9323-7B3E-4F69-A686-B0574F9D52A7}" type="datetime1">
              <a:rPr lang="en-CA" smtClean="0"/>
              <a:t>2023-02-17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DFA15-B4E7-474F-A293-448C9611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116E3-F3DD-4399-8EB3-89EB5997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21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1719-78A6-4FB8-8F3E-55B8A243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C7376-0657-49C1-BDCD-D90DDCFE4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90604-C401-49B5-A7F4-9F35703F5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32664-0B52-46DE-8DF6-D7ADF407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692DE-CF82-43F5-A1DC-5A562B9E3482}" type="datetime1">
              <a:rPr lang="en-CA" smtClean="0"/>
              <a:t>2023-02-17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B53B4-AE94-4ADC-ACA0-227F6977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43D2-3232-4A3E-AB8E-BA4001E9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167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CFA5-9BEF-4F53-872A-AF87FAC3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AAED2-592E-45B4-9919-194BFC181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1F210-A7E5-4460-9B8E-A24E417EE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A4529-F658-4239-98C8-39013C94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4597-B416-4756-9B48-43321629705B}" type="datetime1">
              <a:rPr lang="en-CA" smtClean="0"/>
              <a:t>2023-02-17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F4AD3-47C4-4EC3-AEE0-19CB056A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8C868-4B9F-4875-B760-4F19ED11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658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B8FB-D5F3-48DC-8203-B79119EC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33D27-3238-44DB-ABE6-31C87C1A2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852D-3286-4EE2-BF0F-53BB4546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00F6-2FF6-4D09-A024-61967A181B18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88C03-67B0-4659-B3CD-8CDF6655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2FD2D-D82D-4CDF-B7BF-21F55B0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476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5535C-4FBE-4FE2-AB23-6785452DC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976D6-1DA3-47D5-80E9-F6254FA0D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0964-E0D0-4546-B567-016DA50A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BC62-12D4-4115-ABFA-A7DF719AB70A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7C665-2B31-4E77-B825-E3D3A5B5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11C33-47FF-4A37-B7CE-A5AA3394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784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8841D-3612-40CD-9218-647B3616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E3BA-7876-422C-AAA0-D24830B7F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F067-A566-4461-9427-AA07AF36C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57249-3797-4D7C-96EC-625EEAF815E0}" type="datetime1">
              <a:rPr lang="en-CA" smtClean="0"/>
              <a:t>2023-02-17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6ACD1-B4E8-4240-A7A9-88FC3442B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CDEE2-2252-451C-A865-BA8985B19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A4A6D-5C65-4733-9F49-D21D6EB9EE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35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26CC3F-349A-4199-BE3F-216C85327F4A}"/>
              </a:ext>
            </a:extLst>
          </p:cNvPr>
          <p:cNvSpPr txBox="1"/>
          <p:nvPr/>
        </p:nvSpPr>
        <p:spPr>
          <a:xfrm>
            <a:off x="752475" y="228600"/>
            <a:ext cx="10687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#11A I Take My Refuge in the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A2DF4-1412-47ED-B6E5-A6930B35A14A}"/>
              </a:ext>
            </a:extLst>
          </p:cNvPr>
          <p:cNvSpPr txBox="1"/>
          <p:nvPr/>
        </p:nvSpPr>
        <p:spPr>
          <a:xfrm>
            <a:off x="1785937" y="2521059"/>
            <a:ext cx="8620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take my refuge in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is it then you say to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“Escape and fly, fly like a bird;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refuge to your mountain flee.”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088DF4-45FE-B6C1-92E1-A63E6AAA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61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C276A-2DCC-4ACA-BA0E-2EBE67A86C7D}"/>
              </a:ext>
            </a:extLst>
          </p:cNvPr>
          <p:cNvSpPr txBox="1"/>
          <p:nvPr/>
        </p:nvSpPr>
        <p:spPr>
          <a:xfrm>
            <a:off x="2076450" y="2521059"/>
            <a:ext cx="8039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“Behold, the wicked bend their bows,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on the string they set their dart;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shadows dark they aim and shoot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those who are upright in heart.”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8FA2E6-1568-2F2F-1EA0-AE845412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991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C276A-2DCC-4ACA-BA0E-2EBE67A86C7D}"/>
              </a:ext>
            </a:extLst>
          </p:cNvPr>
          <p:cNvSpPr txBox="1"/>
          <p:nvPr/>
        </p:nvSpPr>
        <p:spPr>
          <a:xfrm>
            <a:off x="2076450" y="2521059"/>
            <a:ext cx="8039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is in his holy place;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Lord in heaven makes his throne.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eyes observe the human race,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in his sight each one is known.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2F40B-E1BF-7D7B-DE91-115D1266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342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4E143-190B-4D7D-8878-00F9DD247670}"/>
              </a:ext>
            </a:extLst>
          </p:cNvPr>
          <p:cNvSpPr txBox="1"/>
          <p:nvPr/>
        </p:nvSpPr>
        <p:spPr>
          <a:xfrm>
            <a:off x="1771650" y="2521059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The LORD examines all the just,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righteous ones he proves and tests,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those who treasure wickedness,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love the wrong, his soul detests.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05577-A1D3-CF3E-1EEF-A61C9B5E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503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53FD7-2ED1-4905-A5E0-D253CAC0FF14}"/>
              </a:ext>
            </a:extLst>
          </p:cNvPr>
          <p:cNvSpPr txBox="1"/>
          <p:nvPr/>
        </p:nvSpPr>
        <p:spPr>
          <a:xfrm>
            <a:off x="1738312" y="2521059"/>
            <a:ext cx="8715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For God the LORD is righteous still,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righteous ways he takes delight;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they alone will see his face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are in heart and deeds upright.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3FABE-26F5-E729-3D71-1750D25D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99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</cp:lastModifiedBy>
  <cp:revision>3</cp:revision>
  <dcterms:created xsi:type="dcterms:W3CDTF">2021-04-30T17:46:14Z</dcterms:created>
  <dcterms:modified xsi:type="dcterms:W3CDTF">2023-02-17T17:19:20Z</dcterms:modified>
</cp:coreProperties>
</file>