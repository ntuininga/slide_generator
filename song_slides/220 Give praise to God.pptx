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559D-7C7E-440D-913D-90C79A928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9BD2A-0A81-4C8A-964D-2F0D2E78C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DD36-5C60-416C-9870-1FC8200F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934A-F43F-4793-9CA6-9E1BCDD9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4EC29-FFF4-44FB-AD6C-FF5715CF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485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B8DA-5293-4C42-AC4F-D40F6E2FB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E5A2F-76E2-4981-93E6-15AA10E00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B465-9C1F-42D5-A95C-ECEDC972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BCD9E-B2B5-49F0-A53B-2E36819B3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1D722-3F34-4EE3-9F91-3BF6A75D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920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1878-D548-429E-9911-E346DDB7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DD4B0-2730-4825-B992-0B4EA0070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0FD44-CAD8-441F-BFEF-0E8197DA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192C-40C5-4A5D-A647-F5618B31D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2A559-662C-4A5C-A45F-87E7FAE4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697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D1EB-FE11-4917-BEE9-E4FE0563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A98E9-22EA-445C-95E8-D2B63DAFC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18A82-A599-4E0F-92A5-80181884B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5B916-D80B-4DA4-BDD3-DE5BEE6D4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F355D-2426-4AB7-B730-AB917E9F0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2360B-3DCC-4E43-80F4-958B211C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090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CCD2-FB68-4516-A8AE-BDB615EA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1C070-1BFD-4C40-A735-1B2046C43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A254D-8321-4485-B983-DBA0C1E71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645DC-38C1-461A-A528-EB1CD049A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DFB782-0802-4235-9E23-604246143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9E828-D31E-4579-97BF-31FEFB61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A06B2-208C-42B6-9776-86E99146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D7AC7-DFDF-47F1-ADEC-5AD2858D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1757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C265-A75C-4233-A9EA-CD8DC123E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8AD22-43B5-49EF-8DF0-D8C2B47C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6DBF1-F097-412C-A37C-CC62B1BD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47601-8690-4816-96F0-55626299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010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76B3D-14CA-4006-BAB7-3DB7F3B6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36487-AA15-4987-8B1D-596A9D05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5FF4C-595A-4452-998C-495301AE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519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770D-83FF-4A70-A230-BF4CAEA2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655C6-A2FC-4600-83E1-C86573CDB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87D8F-FA7B-4A83-A89A-FDDB8DB52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7A9F5-0929-459A-A418-8C3F18052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181A2-1695-4A29-9C6D-994CACE4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2BF26-DD88-4CAB-A29E-8E92ABFE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004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915F-7808-44A0-93AB-EE4D6041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D7AFB7-1175-482C-AE7D-9BDA7920F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82934-4257-4192-9FBF-3BD6F5EEE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4CFA4-BF3D-44B9-9E3C-94BFA4B2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B9071-0488-4955-A6CB-C103AA5A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1F548-9CDE-4001-A776-875112AD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632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31ED-2D87-470C-B5F4-EACDD3168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F0F2E-DF26-4C66-ABC1-DA9349C18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8E7C7-3588-4774-99CC-5F1B4A54D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15A20-2F3B-4755-9D40-03B23B57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4070F-24E1-4AE2-A145-20BDFE29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2245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5A206-D812-4327-9C35-CA1CAA578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F2B7C-9CD6-481F-B627-BC839E3DB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C5522-05BF-4681-BC81-98EAD4D6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F25F0-A7D0-4BA9-BA1A-C08DB9E3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E7EE-5717-479D-8EFE-AFFD9F13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51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AEB0BB-3A92-42ED-8C44-5B89BD3D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056BA-DE89-4DD0-A2DB-59C2BA22E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E087A-AF65-465E-8145-59AD109A4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E4EEB-FCCE-4EDE-9604-FC7CEB1744D9}" type="datetimeFigureOut">
              <a:rPr lang="en-CA" smtClean="0"/>
              <a:t>2021-02-18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E6B4B-996F-45BA-9137-7545EB3D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10414-BFFC-4A2F-A128-1AEC010A7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7D765-CC59-4C6A-B44A-C194268FF4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145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484D5A-258D-4F68-9D75-0144F1F873B7}"/>
              </a:ext>
            </a:extLst>
          </p:cNvPr>
          <p:cNvSpPr txBox="1"/>
          <p:nvPr/>
        </p:nvSpPr>
        <p:spPr>
          <a:xfrm>
            <a:off x="647699" y="295275"/>
            <a:ext cx="1089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</a:rPr>
              <a:t>#220 Give Praise to God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94BED-81CE-4488-B109-0BDC44B10054}"/>
              </a:ext>
            </a:extLst>
          </p:cNvPr>
          <p:cNvSpPr txBox="1"/>
          <p:nvPr/>
        </p:nvSpPr>
        <p:spPr>
          <a:xfrm>
            <a:off x="1804986" y="1659285"/>
            <a:ext cx="8582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>
                <a:solidFill>
                  <a:prstClr val="black"/>
                </a:solidFill>
              </a:rPr>
              <a:t>Give praise to God, who reigns above,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for perfect knowledge, wisdom, love;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his judgements are divine, devout,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his paths beyond all tracing out.</a:t>
            </a:r>
          </a:p>
          <a:p>
            <a:pPr lvl="0" algn="ctr"/>
            <a:endParaRPr lang="en-US" sz="2800">
              <a:solidFill>
                <a:prstClr val="black"/>
              </a:solidFill>
            </a:endParaRP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Come, lift your voice to heav’n’s high throne,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and glory give to God alone!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18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81219F-8317-4FA9-AD91-68D8DBCD027C}"/>
              </a:ext>
            </a:extLst>
          </p:cNvPr>
          <p:cNvSpPr txBox="1"/>
          <p:nvPr/>
        </p:nvSpPr>
        <p:spPr>
          <a:xfrm>
            <a:off x="1328737" y="1659285"/>
            <a:ext cx="95345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2. No one can counsel God all-wise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or truths unveil to his sharp eyes;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he marks our paths behind, before;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he is our steadfast Counselor.</a:t>
            </a:r>
          </a:p>
          <a:p>
            <a:pPr lvl="0" algn="ctr"/>
            <a:endParaRPr lang="en-US" sz="2800">
              <a:solidFill>
                <a:prstClr val="black"/>
              </a:solidFill>
            </a:endParaRP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Come, lift your voice to heav’n’s high throne,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and glory give to God alone!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91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9902DD-21B4-44C4-969F-206CE5C5FA91}"/>
              </a:ext>
            </a:extLst>
          </p:cNvPr>
          <p:cNvSpPr txBox="1"/>
          <p:nvPr/>
        </p:nvSpPr>
        <p:spPr>
          <a:xfrm>
            <a:off x="1681162" y="1659285"/>
            <a:ext cx="88296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3. Nothing exists that God might need,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for all things good from him proceed.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We praise him as our Lord, and yet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we never place God in our debt.</a:t>
            </a:r>
          </a:p>
          <a:p>
            <a:pPr lvl="0" algn="ctr"/>
            <a:endParaRPr lang="en-US" sz="2800">
              <a:solidFill>
                <a:prstClr val="black"/>
              </a:solidFill>
            </a:endParaRP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Come, lift your voice to heav’n’s high throne,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and glory give to God alone!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2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31AD41-B992-46D6-9A4A-3AFEA1E67225}"/>
              </a:ext>
            </a:extLst>
          </p:cNvPr>
          <p:cNvSpPr txBox="1"/>
          <p:nvPr/>
        </p:nvSpPr>
        <p:spPr>
          <a:xfrm>
            <a:off x="1843087" y="1659285"/>
            <a:ext cx="85058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4. Creation, life, salvation too,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and all things else both good and true,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come from and through our God always,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and fill our hearts with grateful praise.</a:t>
            </a:r>
          </a:p>
          <a:p>
            <a:pPr lvl="0" algn="ctr"/>
            <a:endParaRPr lang="en-CA" sz="2800">
              <a:solidFill>
                <a:prstClr val="black"/>
              </a:solidFill>
            </a:endParaRP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Refrain: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Come, lift your voice to heav’n’s high throne,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and glory give to God alone!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787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211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2021-02-18T19:40:48Z</dcterms:created>
  <dcterms:modified xsi:type="dcterms:W3CDTF">2021-02-18T19:48:02Z</dcterms:modified>
</cp:coreProperties>
</file>