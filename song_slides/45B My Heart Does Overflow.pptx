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476" r:id="rId4"/>
    <p:sldId id="477" r:id="rId5"/>
    <p:sldId id="4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FFC0-AD1A-46B5-85CD-02A1921CD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37C44-02DD-4D0F-B17E-B3DC42AAE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B299-F262-4DAF-BCB3-8966F1A1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47CB0-9760-41E1-9E89-01437293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182E8-EAF7-4F7C-A555-59BAD10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5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D721-A385-4E46-B758-3B76C3D0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EC6A-FCAE-43BA-B83F-3B73EAA23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62E5-AAF5-4447-9FA5-3692C183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F18E-A26A-497D-A6DD-6C1B9E8D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3A842-4F38-4129-BE9E-CF65F5CF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3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CBFE-2C07-417F-9E22-1276D03A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1CAFA-948A-4579-AC3A-6E3984F69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9DF8-FD43-49CC-9DC1-AB2D107CD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801ED-0801-4E80-B2DB-17F41AF8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B2D8-D363-4061-95F4-E0F9FD23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7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296E-2DAB-4BC3-AE67-F456640F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29921-3D7B-47E9-93AB-05682AD18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14483-5162-46CB-8590-1A478588A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9805E-F9A0-4FC6-B49D-3FE91CAE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5D978-5CF9-46AE-995E-44938BE9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804E3-CAA8-4824-9BDA-E978B3C8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1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E225-BF5A-45F8-98B5-AC3D9090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3BCB5-7D1A-4FFA-96E9-BB5CDE3B0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9DFAD-B9D1-4045-85B1-6379CFF34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6F738-828C-45F7-A536-AE2E8E04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5BFC79-0EA6-4BC3-8BB3-5AB2BC5A0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11628-A9B8-4880-892B-11F2B1C9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AC87B-1DD0-4E75-AB23-4999E296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72EEA-EEF4-4977-82F5-F80B72E2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9476-64F5-4054-9C54-52A3B649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510B1-5327-43AA-AA1E-88CE1D05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AF35E-4CE4-411F-817E-7084E7D7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D5804-36BC-4BBE-94D6-B455E38B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6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C80A0-B9F0-430D-8589-8DB5687F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2FA9B-A0C1-4EF4-9403-9656457B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73689-C2B1-42A4-A690-1CD068D3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9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E968-32ED-42A5-BDFA-D8DBEB02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C41F8-E23D-4787-B33C-91A7F2759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ECF36-929B-4A07-A158-413D5A06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8A0FC-ACEA-4FFC-97AC-FE0E71A8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10EA7-6275-4A61-8CEE-F126201F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77802-D2B1-481D-B40F-2F4DFCC0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811B-E56B-4171-BAA7-1C2A1CBA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33064-BB88-4B75-B152-4472254A6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CA033-3EB1-4297-8E0D-87D640C19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A44AA-0C60-4ED0-92D6-60884F8C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92EC7-4F45-4ABA-BD7E-A6B81AD5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9C215-D6E8-45B9-A580-DC095236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1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76E3-DF76-4274-AF30-A68D41B5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F4BA4-B354-44D0-8A29-0F95BD567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58EF0-E0E3-4C70-ADF3-7023C42A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DA4F3-6AAD-4013-880D-081E26CE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8A9DA-93A6-4F17-A043-64CBC6DA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6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40A2B-3573-4969-A9FD-1C9F22A6A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D05CD-2ECD-4FC6-9C9E-2E2281BC6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88843-74EC-42BE-835E-9486C2DF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DC8EA-9F0F-486C-9E89-B2A43C00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E7C62-D5D4-4478-AEE5-CC7F95A0A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7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60A4E-4E5E-4800-BD25-53486734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ABC50-7000-49F6-B6EE-CE95CE4EF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3A23B-2F5B-4433-BDD3-47071F015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96C73-9487-4F7D-B70D-885945211154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E679E-D712-4864-A65C-540EFDFFD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0DEA5-68B0-4FFE-B6D5-E885607E8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76E50-0376-432F-A44B-CE817C77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0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2" y="185164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My heart does overflow,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a goodly theme is mine;</a:t>
            </a:r>
            <a:br>
              <a:rPr lang="en-US" sz="2800" dirty="0"/>
            </a:br>
            <a:r>
              <a:rPr lang="en-US" sz="2800" dirty="0"/>
              <a:t>my eager tongue with joyful song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 does praise the King divine.</a:t>
            </a:r>
            <a:br>
              <a:rPr lang="en-US" sz="2800" dirty="0"/>
            </a:br>
            <a:r>
              <a:rPr lang="en-US" sz="2800" dirty="0"/>
              <a:t>Supremely fair you are,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your lips with grace </a:t>
            </a:r>
            <a:r>
              <a:rPr lang="en-US" sz="2800" dirty="0" err="1"/>
              <a:t>o'erflow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his richest blessings evermore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does God on you bestow.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AC429-FE8F-40DE-A40A-2E019332B9CA}"/>
              </a:ext>
            </a:extLst>
          </p:cNvPr>
          <p:cNvSpPr txBox="1"/>
          <p:nvPr/>
        </p:nvSpPr>
        <p:spPr>
          <a:xfrm>
            <a:off x="61911" y="116929"/>
            <a:ext cx="12068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#45B My Heart Does Overflow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3E90-FB09-4176-910C-8E45B734CDDB}"/>
              </a:ext>
            </a:extLst>
          </p:cNvPr>
          <p:cNvSpPr txBox="1"/>
          <p:nvPr/>
        </p:nvSpPr>
        <p:spPr>
          <a:xfrm>
            <a:off x="1804987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Now gird you with your sword,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O strong and mighty one,</a:t>
            </a:r>
            <a:br>
              <a:rPr lang="en-US" sz="2800" dirty="0"/>
            </a:br>
            <a:r>
              <a:rPr lang="en-US" sz="2800" dirty="0"/>
              <a:t>in splendid majesty arrayed,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 more glorious than the sun.</a:t>
            </a:r>
            <a:br>
              <a:rPr lang="en-US" sz="2800" dirty="0"/>
            </a:br>
            <a:r>
              <a:rPr lang="en-US" sz="2800" dirty="0"/>
              <a:t>Triumphantly ride forth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for meekness, truth, and right;</a:t>
            </a:r>
            <a:br>
              <a:rPr lang="en-US" sz="2800" dirty="0"/>
            </a:br>
            <a:r>
              <a:rPr lang="en-US" sz="2800" dirty="0"/>
              <a:t>your arm shall gain the victory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in wondrous deeds of might.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4A9C5-4620-43E5-AF00-2EF8F6FA8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FE7FB-C206-4F54-BCC4-672B8FF67F64}"/>
              </a:ext>
            </a:extLst>
          </p:cNvPr>
          <p:cNvSpPr txBox="1"/>
          <p:nvPr/>
        </p:nvSpPr>
        <p:spPr>
          <a:xfrm>
            <a:off x="1962150" y="1659285"/>
            <a:ext cx="8267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lang="en-US" sz="2800" dirty="0"/>
              <a:t>Your strength shall overcome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all those that hate the King,</a:t>
            </a:r>
            <a:br>
              <a:rPr lang="en-US" sz="2800" dirty="0"/>
            </a:br>
            <a:r>
              <a:rPr lang="en-US" sz="2800" dirty="0"/>
              <a:t>and under your dominion strong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 the nations you shall bring.</a:t>
            </a:r>
            <a:br>
              <a:rPr lang="en-US" sz="2800" dirty="0"/>
            </a:br>
            <a:r>
              <a:rPr lang="en-US" sz="2800" dirty="0"/>
              <a:t>Your royal throne, O God,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forevermore shall stand;</a:t>
            </a:r>
            <a:br>
              <a:rPr lang="en-US" sz="2800" dirty="0"/>
            </a:br>
            <a:r>
              <a:rPr lang="en-US" sz="2800" dirty="0"/>
              <a:t>eternal truth and justice wield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the scepter in your hand.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10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B0DE4D-8991-4455-B6CD-D71B3348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11490-C020-4CC0-A8E5-13A5E3F9A049}"/>
              </a:ext>
            </a:extLst>
          </p:cNvPr>
          <p:cNvSpPr txBox="1"/>
          <p:nvPr/>
        </p:nvSpPr>
        <p:spPr>
          <a:xfrm>
            <a:off x="2257425" y="1659285"/>
            <a:ext cx="7677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/>
              <a:t>4. </a:t>
            </a:r>
            <a:r>
              <a:rPr lang="en-US" sz="2800" dirty="0"/>
              <a:t>Since you were sinless found,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the Lord, by you confessed,</a:t>
            </a:r>
            <a:br>
              <a:rPr lang="en-US" sz="2800" dirty="0"/>
            </a:br>
            <a:r>
              <a:rPr lang="en-US" sz="2800" dirty="0"/>
              <a:t>anointed you with perfect joy,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you are supremely blessed.</a:t>
            </a:r>
            <a:br>
              <a:rPr lang="en-US" sz="2800" dirty="0"/>
            </a:br>
            <a:r>
              <a:rPr lang="en-US" sz="2800" dirty="0"/>
              <a:t>Your garments breathe of myrrh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and spices sweet and rare;</a:t>
            </a:r>
            <a:br>
              <a:rPr lang="en-US" sz="2800" dirty="0"/>
            </a:br>
            <a:r>
              <a:rPr lang="en-US" sz="2800" dirty="0"/>
              <a:t>glad strains of </a:t>
            </a:r>
            <a:r>
              <a:rPr lang="en-US" sz="2800" dirty="0" err="1"/>
              <a:t>heav'nly</a:t>
            </a:r>
            <a:r>
              <a:rPr lang="en-US" sz="2800" dirty="0"/>
              <a:t> music ring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/>
              <a:t>thro'out</a:t>
            </a:r>
            <a:r>
              <a:rPr lang="en-US" sz="2800" dirty="0"/>
              <a:t> your palace fair.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0655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82CC9F-D5F1-49BF-BC56-E3C1942F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608F5-C0B9-40D0-9F3C-7315EFA3EFE9}"/>
              </a:ext>
            </a:extLst>
          </p:cNvPr>
          <p:cNvSpPr txBox="1"/>
          <p:nvPr/>
        </p:nvSpPr>
        <p:spPr>
          <a:xfrm>
            <a:off x="1881187" y="1659285"/>
            <a:ext cx="8429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US" sz="2800" dirty="0"/>
              <a:t>Amid your glorious train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the royal daughters stand,</a:t>
            </a:r>
            <a:br>
              <a:rPr lang="en-US" sz="2800" dirty="0"/>
            </a:br>
            <a:r>
              <a:rPr lang="en-US" sz="2800" dirty="0"/>
              <a:t>and fairest gems bedeck your bride,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the queen at your right hand.</a:t>
            </a:r>
            <a:br>
              <a:rPr lang="en-US" sz="2800" dirty="0"/>
            </a:br>
            <a:r>
              <a:rPr lang="en-US" sz="2800" dirty="0"/>
              <a:t>O royal bride, give heed,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my holy words attend;</a:t>
            </a:r>
            <a:br>
              <a:rPr lang="en-US" sz="2800" dirty="0"/>
            </a:br>
            <a:r>
              <a:rPr lang="en-US" sz="2800" dirty="0"/>
              <a:t>for Christ, the King, forsake the world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and </a:t>
            </a:r>
            <a:r>
              <a:rPr lang="en-US" sz="2800" dirty="0" err="1"/>
              <a:t>ev'ry</a:t>
            </a:r>
            <a:r>
              <a:rPr lang="en-US" sz="2800" dirty="0"/>
              <a:t> former friend.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45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2021-08-06T03:29:13Z</dcterms:created>
  <dcterms:modified xsi:type="dcterms:W3CDTF">2021-08-06T03:29:33Z</dcterms:modified>
</cp:coreProperties>
</file>