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45DA8-AF11-4A78-8659-29E6BE337F2F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CE3B9-3732-40F0-B02B-6AC872C49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27C7-BC24-75B0-278E-C74FD0D77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0242A-69CC-03AC-3F8B-2969AFF43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C47BF-7A06-66E9-599A-5B323712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116F-1EB3-4F09-923C-5B727581E90B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0F79E-B3E0-0515-295B-B35463BB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FECD3-CDE6-1285-22F4-F20768FA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6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F10C-FAC8-8AEC-9874-BF44089D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2298-7487-D01A-76FB-314231E9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DA3D-7EAA-DF0C-82A3-7E8B9390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B013-BC63-4268-8F49-0691B7C852B3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79883-DBC0-E0A1-1368-69E03923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168F-3988-4353-8746-3B27CF1F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3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0D42-8408-7AFE-90D5-0BDACBD5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650EB-53E6-B44D-D61D-D63540EA0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FBF69-EBF2-FF24-713E-CB83F166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7751-6DF1-42FE-BF54-E25B86B76FA2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90EB9-D6DE-575E-C50A-DF0776A6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6A6FD-3ABA-F737-03DE-3BA7D2FF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4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D9DD-EB61-3996-CC4D-0643340E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36BA-6244-79AB-BF6F-A0A5A800B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2D1CC-62FA-7838-F85B-A011543D7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2C1FA-A01E-AC00-23A4-1417D515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B57F3-22D0-4E28-8CC8-8EDD182AD763}" type="datetime1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DCA03-AD18-60B7-4AB4-11BFD8F9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B9FE9-8097-41B2-A101-BC90E2B0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67A1-B619-A7E0-BC5F-38AF0CB9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6922B-B3D5-4D95-5314-256931D1D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D9485-705A-7B2C-6011-FD26AFA62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0B107-E9D7-B320-23E4-B1E3FA32C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F68A0-7A00-95A3-D003-0AFCCB709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A7B78-E30A-4A3F-98B5-4F7F749F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A4D1-52AF-4F45-BA35-D0E93578D7C5}" type="datetime1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259DB-8940-9D26-C734-853C36D4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2B2243-190B-5497-889B-756793EE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4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2D54-E1D5-EE68-5DE9-52CA15B9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3B418-D2D6-2CE3-1EE0-3774B67A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BA837-FF3E-41E1-9BE0-D97D30BF6A39}" type="datetime1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65819-16F6-0A98-2AFC-8F7F16D1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15163-D97D-132E-774A-DBB73235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F50E5-4C99-CC49-5C77-66F9AB28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9CC9-EF55-4B19-8C90-B4B3E428035B}" type="datetime1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34C44-9A9F-C646-7B76-2613711C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1EBC0-5082-857D-1F8B-CA7C7B04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0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2613-69C4-B543-1F64-CBB3D191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B527D-C301-456B-16BD-59E933555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21E22-34D1-6B05-45EF-B83C59165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6A66C-BFB4-7C29-B061-6491F72D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0FA8-6137-430A-8E6B-9F297141FF5E}" type="datetime1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C8133-0588-345C-8261-A87782A6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8A7BF-9209-B5CD-EA07-991E6D52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1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C54D-B8F9-333F-5962-6573A9D7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A34EE-9BDB-76D5-0BD5-5A766847B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C1360-8999-C8A9-D42E-309C9E065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2A3D1-A575-3235-1B47-8BFEA164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2DA4B-A8D7-4026-8221-2A29E67DB694}" type="datetime1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6D6E7-095A-4C24-C72C-84857239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4F73C-A885-0AB4-3461-EAB0CD91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9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B2B5-7CD2-81EE-04CD-7A81A92F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BCE4F-69F5-D370-7E76-6A5BCAEAA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E8699-E591-F83A-C726-ABB8199E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5B0E-F4D8-487D-B6A8-77D0BEE981DB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AC4F6-1C82-37CE-4326-33BB70E4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BBCC3-9A7A-C504-CE2E-DE6FE9F9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1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186DC-71E0-74D6-8A37-799DA3C65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17B75-69C4-C2CA-CCDE-CE2F822BA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C8EE-9039-97AD-FEAB-DE4E29BC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80B0-52DD-4339-A3B1-9259B356D602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D748-0A75-10B2-0099-DFCA3459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E0D4C-13F1-EB10-0BF9-64D380BC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4A4D12-55E3-9269-E992-5C840144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5107B-3C74-1415-B9FF-073610758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4979E-555C-9F4B-31E6-EF7D3722E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CC771-DD86-4D87-A082-E092462D9897}" type="datetime1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EDF96-6FA1-B1B7-F382-B17500A9A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15486-2C39-C536-D675-9DD190194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3E1FA-3A05-4B80-ABAE-17287BE01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0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7601-270F-41A8-D1C3-6FF8E3BA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#374 All </a:t>
            </a:r>
            <a:r>
              <a:rPr lang="en-US" i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Hail the Power of Jesus’ Name</a:t>
            </a:r>
            <a:endParaRPr lang="en-US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9875B-8314-B834-E9AB-019EF5F1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All hail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Jesus' name!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angels prostrate fall;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 forth the royal diadem,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 forth the royal diadem,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A0DCC-DD34-2F8A-8DA7-88D15263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5789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6C4A-A2FA-CC5A-C16B-7CFE1028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AEF3-D98F-C631-77D5-1F5D9506F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Crown him, ye martyrs of your God,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from his altar call;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extol the Stem of Jesse's rod,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extol the Stem of Jesse's rod,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06167-9A0F-DD2D-FFEB-AFDD2795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5641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D41A-E692-FEA8-000F-AF6153F8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40645-12C8-BB7F-2EFC-F8208C8F0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Ye seed of Israel's chosen 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 ransomed of the fall,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hail him who saves you by his grace,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hail him who saves you by his grace,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12D73-F918-EB60-841B-368D8580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2855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387D-A013-EC0B-A11E-0F6324ED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6178-88EA-B274-904A-BB11FB8F2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Sinners, whose love can ne'er forget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wormwood and the gall,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go, spread your trophies at his feet,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go, spread your trophies at his feet,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25694-9FDD-855F-6ABB-DAE39044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14598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3AF7-A85B-0FDF-C0E8-54492D74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C170-5E1A-42AE-5634-03E68C47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Let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kindred,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tribe,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this terrestrial ball,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him all majesty ascribe,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him all majesty ascribe,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5A63C-E0A5-C9F7-8504-90368831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7557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1E57-431B-C2EB-8701-5DF6C21B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FF33-7E22-81E7-998A-57693F4B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O that with yonder sacred throng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at his feet may fall;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we'll join the everlasting song,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we'll join the everlasting song,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crown him Lord of all.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8BB72-93EE-3640-7C9A-1D5C8F24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6916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356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Office Theme</vt:lpstr>
      <vt:lpstr>#374 All Hail the Power of Jesus’ Name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#374 All Hail the Power of Jesus’ Name</dc:title>
  <dc:creator>Neil Tuininga</dc:creator>
  <cp:lastModifiedBy>Neil Tuininga</cp:lastModifiedBy>
  <cp:revision>2</cp:revision>
  <dcterms:created xsi:type="dcterms:W3CDTF">2024-05-26T14:06:18Z</dcterms:created>
  <dcterms:modified xsi:type="dcterms:W3CDTF">2024-05-26T14:10:21Z</dcterms:modified>
</cp:coreProperties>
</file>