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6" r:id="rId2"/>
    <p:sldId id="367" r:id="rId3"/>
    <p:sldId id="380" r:id="rId4"/>
    <p:sldId id="384" r:id="rId5"/>
    <p:sldId id="38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11CB8-0261-4204-A71D-886D0164B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A3B190-E671-44B8-801C-DFA0098C4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82F41-9920-4789-9305-86EC5C0F8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551-EEF9-4412-8F8B-5A32E3BEF1C2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8ECA2-3B19-447E-894A-967DFD485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5CB65-8507-473F-8369-630B6CB5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C08F7-72B6-43AE-A7EA-935D3F607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39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CDA38-2395-48A4-A999-E6D35B34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D8B28-ECA2-4EB8-A097-053705D87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83E2E-26D0-4D8A-89BE-0DB7A372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551-EEF9-4412-8F8B-5A32E3BEF1C2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4E089-5C42-4A34-B21D-C0232E16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87FAC-8620-48F3-8987-ABC1C7CA4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C08F7-72B6-43AE-A7EA-935D3F607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26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3E682-69D8-4D85-BF70-0F0FFAB36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EB18F-132E-47A1-A559-834FC6AFF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EC30D-2125-4A31-A402-2349CE42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551-EEF9-4412-8F8B-5A32E3BEF1C2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B4378-DAE5-40FF-8798-98E8D3008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1D27D-EB86-41A3-A142-48286829E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C08F7-72B6-43AE-A7EA-935D3F607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29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3EA1C-075B-4837-9BF6-3C322143F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CBE43-CC17-4D67-9B06-F8EB0F58AC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2F31D-8460-49F7-80E7-2104DD77F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5B6E6-FAF0-4247-9D9A-5F5DD47E7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551-EEF9-4412-8F8B-5A32E3BEF1C2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E1499-F5EB-436F-A757-46F6A112C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F929A-2071-4838-B9D0-C78E1F8FB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C08F7-72B6-43AE-A7EA-935D3F607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94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498BE-A54B-4EB4-9CA2-48C4FF43F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6F5A4-EBF6-44E3-A9B7-E5757AD1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3D613-2548-439E-B951-C451E82EC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7A599-E2A5-4733-9227-BFCFE553EF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86CA44-7D40-46AC-A233-6CB840452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B9CCE2-D9BE-4129-B880-9E525EB1B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551-EEF9-4412-8F8B-5A32E3BEF1C2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1846D3-643A-4DDA-BED7-3CE75F15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391AA-0ECF-4CCB-BCDC-8ABBAC1E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C08F7-72B6-43AE-A7EA-935D3F607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6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EA85D-E479-49E7-8744-D0C5F85D5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0A87A-EB68-4C93-9E1F-104FB5644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551-EEF9-4412-8F8B-5A32E3BEF1C2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9ACE9-E0BC-4236-89AA-64E75E777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A2E683-FD3B-4F7D-A5FB-76E3E2E3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C08F7-72B6-43AE-A7EA-935D3F607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70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2DFA84-BABB-4B14-B0DF-16619FB19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551-EEF9-4412-8F8B-5A32E3BEF1C2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174F86-0FFC-48D9-B42D-B1A06A912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C666F-62BD-4846-BA93-3A9FABD2B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C08F7-72B6-43AE-A7EA-935D3F607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35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64602-9EFB-49CC-A2FD-1588F4A8A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C0D23-6838-4BED-BA35-3026DBD74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402B7-84E7-49B2-85D9-78CAC7B86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B6717-F02A-4F0E-AA46-6A0DD611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551-EEF9-4412-8F8B-5A32E3BEF1C2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B5EE4-86C6-46FA-BCA7-62292DE47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6747B-FA5B-49CD-BBAD-5E63E6BB1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C08F7-72B6-43AE-A7EA-935D3F607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0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B2F18-D872-4DC6-8461-6A66F8CEE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2A1AAD-6597-471F-99C2-FAFA91F7D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F4532A-8BE6-4B56-9F8E-A02B42DC8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3738A-9F48-4618-AC42-EAB6C84C1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551-EEF9-4412-8F8B-5A32E3BEF1C2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80030-BDF7-4CB0-B354-71A245B27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06EEB-1398-48A2-B88E-F5B7B9DC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C08F7-72B6-43AE-A7EA-935D3F607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03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95679-E325-4820-8A74-39187DCF9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00D72-5C0A-4054-AA38-EF2AB11FB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02CCC-D0B7-49CE-9BEB-1B409CB3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551-EEF9-4412-8F8B-5A32E3BEF1C2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AB6AC-8BBB-4D74-AE0D-930155CE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E298C-5687-401C-A4FF-3C42E17B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C08F7-72B6-43AE-A7EA-935D3F607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59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149C77-A3DA-4323-9A2B-CC24686BB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100B4-3D96-4076-A8CB-41472FCE2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A5D6B-96C5-45C6-B36E-8953031F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551-EEF9-4412-8F8B-5A32E3BEF1C2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3CEB8-89AD-42ED-A803-286C5CEE6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C87D3-983F-4765-A7A0-7F66FF5DE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C08F7-72B6-43AE-A7EA-935D3F607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17AA4B-36BB-4E3A-AFA8-F9AFBB3F2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A36E9-C2E7-453B-BB90-2210F9E89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9FB82-7E93-4CA8-9789-50ED56BCC4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585551-EEF9-4412-8F8B-5A32E3BEF1C2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08733-FAD2-4B66-895C-F09BEFF5A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FD5A7-DDD6-4518-B204-66480DE298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C08F7-72B6-43AE-A7EA-935D3F607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2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#84B O LORD of Hosts, How Lovely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641684" y="1659285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US" sz="2800" dirty="0"/>
              <a:t>O LORD of Hosts, how lovely </a:t>
            </a:r>
          </a:p>
          <a:p>
            <a:pPr algn="ctr"/>
            <a:r>
              <a:rPr lang="en-US" sz="2800" dirty="0"/>
              <a:t>      the place wherein you dwell!</a:t>
            </a:r>
          </a:p>
          <a:p>
            <a:pPr algn="ctr"/>
            <a:r>
              <a:rPr lang="en-US" sz="2800" dirty="0"/>
              <a:t>   Your tabernacles holy</a:t>
            </a:r>
          </a:p>
          <a:p>
            <a:pPr algn="ctr"/>
            <a:r>
              <a:rPr lang="en-US" sz="2800" dirty="0"/>
              <a:t>    in pleasantness excel.</a:t>
            </a:r>
          </a:p>
          <a:p>
            <a:pPr algn="ctr"/>
            <a:r>
              <a:rPr lang="en-US" sz="2800" dirty="0"/>
              <a:t>      My soul is longing, fainting,</a:t>
            </a:r>
          </a:p>
          <a:p>
            <a:pPr algn="ctr"/>
            <a:r>
              <a:rPr lang="en-US" sz="2800" dirty="0"/>
              <a:t>        to see your courts, O LORD;</a:t>
            </a:r>
          </a:p>
          <a:p>
            <a:pPr algn="ctr"/>
            <a:r>
              <a:rPr lang="en-US" sz="2800" dirty="0"/>
              <a:t>    my heart and flesh are singing</a:t>
            </a:r>
          </a:p>
          <a:p>
            <a:pPr algn="ctr"/>
            <a:r>
              <a:rPr lang="en-US" sz="2800" dirty="0"/>
              <a:t>     to you, O living God.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3847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E2ECD-6B4A-42D9-BD24-128D9FD2ECE8}"/>
              </a:ext>
            </a:extLst>
          </p:cNvPr>
          <p:cNvSpPr txBox="1"/>
          <p:nvPr/>
        </p:nvSpPr>
        <p:spPr>
          <a:xfrm>
            <a:off x="2309812" y="1076325"/>
            <a:ext cx="75723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</a:t>
            </a:r>
            <a:r>
              <a:rPr lang="en-CA" sz="2800" dirty="0"/>
              <a:t>. The sparrow finds a home here,</a:t>
            </a:r>
          </a:p>
          <a:p>
            <a:pPr algn="ctr"/>
            <a:r>
              <a:rPr lang="en-CA" sz="2800" dirty="0"/>
              <a:t>the swallow builds her nest,</a:t>
            </a:r>
          </a:p>
          <a:p>
            <a:pPr algn="ctr"/>
            <a:r>
              <a:rPr lang="en-CA" sz="2800" dirty="0"/>
              <a:t>where she may lay her young near</a:t>
            </a:r>
          </a:p>
          <a:p>
            <a:pPr algn="ctr"/>
            <a:r>
              <a:rPr lang="en-CA" sz="2800" dirty="0"/>
              <a:t>your altar, LORD of hosts.</a:t>
            </a:r>
          </a:p>
          <a:p>
            <a:pPr algn="ctr"/>
            <a:r>
              <a:rPr lang="en-CA" sz="2800" dirty="0"/>
              <a:t>How blest are those who dwell in</a:t>
            </a:r>
          </a:p>
          <a:p>
            <a:pPr algn="ctr"/>
            <a:r>
              <a:rPr lang="en-CA" sz="2800" dirty="0"/>
              <a:t>your house, my King, my God,</a:t>
            </a:r>
          </a:p>
          <a:p>
            <a:pPr algn="ctr"/>
            <a:r>
              <a:rPr lang="en-CA" sz="2800" dirty="0"/>
              <a:t>how blest, those singing praises</a:t>
            </a:r>
          </a:p>
          <a:p>
            <a:pPr algn="ctr"/>
            <a:r>
              <a:rPr lang="en-CA" sz="2800" dirty="0"/>
              <a:t>to you, the living LORD.</a:t>
            </a:r>
          </a:p>
        </p:txBody>
      </p:sp>
    </p:spTree>
    <p:extLst>
      <p:ext uri="{BB962C8B-B14F-4D97-AF65-F5344CB8AC3E}">
        <p14:creationId xmlns:p14="http://schemas.microsoft.com/office/powerpoint/2010/main" val="2009074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2B8289-E640-45A8-847A-046B7CE1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CB663D-89EC-4290-A342-185EF91FD5F9}"/>
              </a:ext>
            </a:extLst>
          </p:cNvPr>
          <p:cNvSpPr txBox="1"/>
          <p:nvPr/>
        </p:nvSpPr>
        <p:spPr>
          <a:xfrm>
            <a:off x="1666875" y="1419225"/>
            <a:ext cx="88582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</a:t>
            </a:r>
            <a:r>
              <a:rPr lang="en-CA" sz="2800" dirty="0"/>
              <a:t>. How blest are those you strengthen,</a:t>
            </a:r>
          </a:p>
          <a:p>
            <a:pPr algn="ctr"/>
            <a:r>
              <a:rPr lang="en-CA" sz="2800" dirty="0"/>
              <a:t>who have a pilgrim’s mind.</a:t>
            </a:r>
          </a:p>
          <a:p>
            <a:pPr algn="ctr"/>
            <a:r>
              <a:rPr lang="en-CA" sz="2800" dirty="0"/>
              <a:t>Amidst the vale of weeping,</a:t>
            </a:r>
          </a:p>
          <a:p>
            <a:pPr algn="ctr"/>
            <a:r>
              <a:rPr lang="en-CA" sz="2800" dirty="0"/>
              <a:t>fresh springs and pools they find.</a:t>
            </a:r>
          </a:p>
          <a:p>
            <a:pPr algn="ctr"/>
            <a:r>
              <a:rPr lang="en-CA" sz="2800" dirty="0"/>
              <a:t>From strength to strength advancing,</a:t>
            </a:r>
          </a:p>
          <a:p>
            <a:pPr algn="ctr"/>
            <a:r>
              <a:rPr lang="en-CA" sz="2800" dirty="0"/>
              <a:t>they on their journey go</a:t>
            </a:r>
          </a:p>
          <a:p>
            <a:pPr algn="ctr"/>
            <a:r>
              <a:rPr lang="en-CA" sz="2800" dirty="0"/>
              <a:t>‘til each appears in Zion,</a:t>
            </a:r>
          </a:p>
          <a:p>
            <a:pPr algn="ctr"/>
            <a:r>
              <a:rPr lang="en-CA" sz="2800" dirty="0"/>
              <a:t>where they their God behold.</a:t>
            </a:r>
          </a:p>
        </p:txBody>
      </p:sp>
    </p:spTree>
    <p:extLst>
      <p:ext uri="{BB962C8B-B14F-4D97-AF65-F5344CB8AC3E}">
        <p14:creationId xmlns:p14="http://schemas.microsoft.com/office/powerpoint/2010/main" val="333932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905298-D200-4A75-8DBA-BBD0761E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36732-4189-4661-A4B1-6BFF5BEAFF3C}"/>
              </a:ext>
            </a:extLst>
          </p:cNvPr>
          <p:cNvSpPr txBox="1"/>
          <p:nvPr/>
        </p:nvSpPr>
        <p:spPr>
          <a:xfrm>
            <a:off x="2247900" y="1190625"/>
            <a:ext cx="7696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CA" sz="2800" dirty="0"/>
              <a:t>O hear, LORD God of Jacob,</a:t>
            </a:r>
            <a:endParaRPr lang="en-CA" sz="2800" i="1" dirty="0"/>
          </a:p>
          <a:p>
            <a:pPr algn="ctr"/>
            <a:r>
              <a:rPr lang="en-CA" sz="2800" dirty="0"/>
              <a:t>to me an answer yield;</a:t>
            </a:r>
          </a:p>
          <a:p>
            <a:pPr algn="ctr"/>
            <a:r>
              <a:rPr lang="en-CA" sz="2800" dirty="0"/>
              <a:t>the face of your anointed,</a:t>
            </a:r>
          </a:p>
          <a:p>
            <a:pPr algn="ctr"/>
            <a:r>
              <a:rPr lang="en-CA" sz="2800" dirty="0"/>
              <a:t>behold, O God, our shield.</a:t>
            </a:r>
          </a:p>
          <a:p>
            <a:pPr algn="ctr"/>
            <a:r>
              <a:rPr lang="en-CA" sz="2800" dirty="0"/>
              <a:t>One day within your temple</a:t>
            </a:r>
          </a:p>
          <a:p>
            <a:pPr algn="ctr"/>
            <a:r>
              <a:rPr lang="en-CA" sz="2800" dirty="0"/>
              <a:t>excels a thousand hence;</a:t>
            </a:r>
          </a:p>
          <a:p>
            <a:pPr algn="ctr"/>
            <a:r>
              <a:rPr lang="en-CA" sz="2800" dirty="0"/>
              <a:t>I’d rather keep God’s doorway</a:t>
            </a:r>
          </a:p>
          <a:p>
            <a:pPr algn="ctr"/>
            <a:r>
              <a:rPr lang="en-CA" sz="2800" dirty="0"/>
              <a:t>than live in sinner’s tents.</a:t>
            </a:r>
          </a:p>
        </p:txBody>
      </p:sp>
    </p:spTree>
    <p:extLst>
      <p:ext uri="{BB962C8B-B14F-4D97-AF65-F5344CB8AC3E}">
        <p14:creationId xmlns:p14="http://schemas.microsoft.com/office/powerpoint/2010/main" val="3064470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2698AB-9170-4DE0-A8E0-E5709C71B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7BF0C-CEBF-4181-BFD5-A37EB160D0B2}"/>
              </a:ext>
            </a:extLst>
          </p:cNvPr>
          <p:cNvSpPr txBox="1"/>
          <p:nvPr/>
        </p:nvSpPr>
        <p:spPr>
          <a:xfrm>
            <a:off x="2557462" y="1200150"/>
            <a:ext cx="70770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</a:t>
            </a:r>
            <a:r>
              <a:rPr lang="en-CA" sz="2800" dirty="0"/>
              <a:t>. The LORD our God protects us,</a:t>
            </a:r>
          </a:p>
          <a:p>
            <a:pPr algn="ctr"/>
            <a:r>
              <a:rPr lang="en-CA" sz="2800" dirty="0"/>
              <a:t>our shield and shining sun;</a:t>
            </a:r>
          </a:p>
          <a:p>
            <a:pPr algn="ctr"/>
            <a:r>
              <a:rPr lang="en-CA" sz="2800" dirty="0"/>
              <a:t>the LORD bestows his favour</a:t>
            </a:r>
          </a:p>
          <a:p>
            <a:pPr algn="ctr"/>
            <a:r>
              <a:rPr lang="en-CA" sz="2800" dirty="0"/>
              <a:t>and honour to his own.</a:t>
            </a:r>
          </a:p>
          <a:p>
            <a:pPr algn="ctr"/>
            <a:r>
              <a:rPr lang="en-CA" sz="2800" dirty="0"/>
              <a:t>No good will he deny those</a:t>
            </a:r>
          </a:p>
          <a:p>
            <a:pPr algn="ctr"/>
            <a:r>
              <a:rPr lang="en-CA" sz="2800" dirty="0"/>
              <a:t>who walk in ways of truth.</a:t>
            </a:r>
          </a:p>
          <a:p>
            <a:pPr algn="ctr"/>
            <a:r>
              <a:rPr lang="en-CA" sz="2800" dirty="0"/>
              <a:t>O LORD of hosts, how blest is</a:t>
            </a:r>
          </a:p>
          <a:p>
            <a:pPr algn="ctr"/>
            <a:r>
              <a:rPr lang="en-CA" sz="2800" dirty="0"/>
              <a:t>the one who trusts in you!</a:t>
            </a:r>
          </a:p>
        </p:txBody>
      </p:sp>
    </p:spTree>
    <p:extLst>
      <p:ext uri="{BB962C8B-B14F-4D97-AF65-F5344CB8AC3E}">
        <p14:creationId xmlns:p14="http://schemas.microsoft.com/office/powerpoint/2010/main" val="3317508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#84B O LORD of Hosts, How Lovely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#84B O LORD of Hosts, How Lovely </dc:title>
  <dc:creator>Eric Hoogendoorn</dc:creator>
  <cp:lastModifiedBy>Eric Hoogendoorn</cp:lastModifiedBy>
  <cp:revision>1</cp:revision>
  <dcterms:created xsi:type="dcterms:W3CDTF">2020-10-09T14:25:45Z</dcterms:created>
  <dcterms:modified xsi:type="dcterms:W3CDTF">2020-10-09T14:26:23Z</dcterms:modified>
</cp:coreProperties>
</file>