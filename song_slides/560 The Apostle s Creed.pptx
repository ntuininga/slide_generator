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7F1EDA-5EB8-471F-A0F1-3787E0FD312F}" type="datetimeFigureOut">
              <a:rPr lang="en-US" smtClean="0"/>
              <a:t>5/4/2024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0DE7DF-67F6-43D0-935D-ED689D9670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5604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B7562-88E0-7A25-2DC1-AD834C11D6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E2A8BF-4A24-7575-1FB3-D44940D06D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47D46D-2470-1AF9-96D2-5D4AD6003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66FEC-7B1D-476D-9464-8E4165BFAB59}" type="datetime1">
              <a:rPr lang="en-US" smtClean="0"/>
              <a:t>5/4/2024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17966A-AA7C-87BB-96FA-CD7221796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Hope Publishing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E55466-8C2C-B067-D4FC-80BB0DE27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88EEA-2F7A-4B3E-9870-B2730A2BA0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717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FFEEF-B041-09A2-82AB-41316B658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EBE7E2-4036-F39D-FA95-6718087333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04F3F4-2244-2AFA-49EF-E26019CF0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EB71F-0EC7-4E7C-B824-CC7A4E6B2C5B}" type="datetime1">
              <a:rPr lang="en-US" smtClean="0"/>
              <a:t>5/4/2024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5D39D5-4ABF-C617-6C35-07DDD85B1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Hope Publishing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AD2113-4EEE-420C-CD2C-17F5EB24F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88EEA-2F7A-4B3E-9870-B2730A2BA0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574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5DB97-8DCE-76AA-DC7E-70AB6A862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57DB04-56F4-845B-680A-F2B609F4EA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5B8194-B85C-72C1-7DB2-C4A0DF1A6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E5553-786A-45CB-9BE2-D039EA1A3899}" type="datetime1">
              <a:rPr lang="en-US" smtClean="0"/>
              <a:t>5/4/2024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311BDD-D88C-C4AF-EB69-C10AB5D89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Hope Publishing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6D7A-A721-6452-61E5-2BBEEDE8E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88EEA-2F7A-4B3E-9870-B2730A2BA0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80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B91D0-24AF-EF96-BFFF-C19C63989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3A091-35B1-BDFD-A000-7BDB950DA6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DE4C2E-D7D8-625C-4B4D-560F441F98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8EFD3F-C622-C2E4-ADFF-C572AF781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26B38-3B46-45FB-B89D-32671B7F4AE0}" type="datetime1">
              <a:rPr lang="en-US" smtClean="0"/>
              <a:t>5/4/2024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987534-34E3-95BF-761A-A749C43D3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Hope Publishing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883D28-2A08-BAA2-D7ED-92A7DC5E4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88EEA-2F7A-4B3E-9870-B2730A2BA0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985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B8541-A77C-CB7E-D9B9-C8F09CEB5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98B80E-762F-0813-CE7A-92E89FA791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193FFB-DB3D-D820-05AF-C75DD2E008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AEA029-CE33-E127-97E6-BC96304618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22E270-47AE-9EAA-6EEB-2EF7560A4E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69B3FA-F1D1-72BF-40CC-5E1AD6FE3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1B7FC-A49C-4DD2-9F25-E4B6B0905486}" type="datetime1">
              <a:rPr lang="en-US" smtClean="0"/>
              <a:t>5/4/2024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BBB1AD-E36C-0205-E9CA-1F5CF937E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Hope Publishing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DF4352-6C2B-1D20-C469-BE1478312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88EEA-2F7A-4B3E-9870-B2730A2BA0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147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93FAF-1E53-FA1A-9A16-948DFC2A3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6E4553-36EB-0FE9-EC03-7D8CAE12C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607B8-8540-446D-83D9-9F5AD9B228D1}" type="datetime1">
              <a:rPr lang="en-US" smtClean="0"/>
              <a:t>5/4/2024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FE9854-7FFF-1E7C-9754-901E4CD25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Hope Publishing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FD47E5-E44D-37FF-EC85-5DCFB77AB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88EEA-2F7A-4B3E-9870-B2730A2BA0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920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9CE71E-D82D-86D0-28C5-8CC76B603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35CB1-6172-4CB9-A1E2-03B551EF9324}" type="datetime1">
              <a:rPr lang="en-US" smtClean="0"/>
              <a:t>5/4/2024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776044-C699-767A-0550-7BC48F5BF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Hope Publishing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80FCDC-4CF3-AF3E-623A-771005ADD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88EEA-2F7A-4B3E-9870-B2730A2BA0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888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C6CF9-8F13-C152-4C15-11AB44080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CB01C-475C-3737-BB6B-53733CC386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4F075A-DBD1-720A-DE89-194714F85B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40123E-C2BB-9922-2165-C0C3DB245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A80C8-6CAF-44A2-A376-3202065C8DD2}" type="datetime1">
              <a:rPr lang="en-US" smtClean="0"/>
              <a:t>5/4/2024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C08880-F4E3-DE4A-4253-90552F4F9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Hope Publishing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672CF3-0C84-355A-3E34-20FE0D06F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88EEA-2F7A-4B3E-9870-B2730A2BA0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268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741D6-A142-E0D4-3AB1-9B4A55144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669AEF-6E9F-64AA-55BA-C9FA6865B6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7E6FE1-35D9-63B4-FCA7-3C40C31747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477310-F52E-725B-167F-336F5DFDC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3B0CA-A96C-4DF2-9874-D85E8A32230C}" type="datetime1">
              <a:rPr lang="en-US" smtClean="0"/>
              <a:t>5/4/2024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9DAC46-ADB1-BFCF-6D41-FA437A65E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Hope Publishing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8A9214-AF44-962B-6E66-CB20B292D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88EEA-2F7A-4B3E-9870-B2730A2BA0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5373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23441-250F-DA86-6A07-05D9D292F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C02897-F6AC-8EDF-8570-473A85AA01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7C7A1A-2DE5-0E40-302F-88D7EFF5E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0E006-CF1B-4166-9697-1FDF96CDD37F}" type="datetime1">
              <a:rPr lang="en-US" smtClean="0"/>
              <a:t>5/4/2024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85A804-2F20-6D68-03B7-BCBF95A75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Hope Publishing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18CF9A-6987-C011-0A68-580AF3159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88EEA-2F7A-4B3E-9870-B2730A2BA0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2964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AB3A4B-24A6-7D91-F9E5-9A52190A67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1E1CF8-1723-A639-5F3A-97F43DBBFA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5E972E-F808-E242-EA3E-46A1DF0A2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69A4B-5675-4FC4-B23C-4771E391ED98}" type="datetime1">
              <a:rPr lang="en-US" smtClean="0"/>
              <a:t>5/4/2024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9946C5-A24F-9CFE-4F26-B5486D2E8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Hope Publishing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E21B4F-9824-D0BC-7FBF-5B1BBEBA7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88EEA-2F7A-4B3E-9870-B2730A2BA0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991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7FF29C-C901-CCE8-403F-3532304AE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40A243-B844-AD1E-915B-898F41E19F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10217E-9DF8-037B-2899-02FB2F0FC6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9E7754-920B-4C52-BB64-DE848EAE752A}" type="datetime1">
              <a:rPr lang="en-US" smtClean="0"/>
              <a:t>5/4/2024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E5BABB-D476-970C-9BA2-989B33612F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Copyright Hope Publishing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44C283-81CB-405B-4280-297C150FF7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E88EEA-2F7A-4B3E-9870-B2730A2BA0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648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9361F-2158-2965-5588-BE0E2D928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#560 The Apostle’s Creed</a:t>
            </a:r>
            <a:endParaRPr lang="en-US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8078F7-5B73-73AF-67E8-21A2F05894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 I believe in God the Father,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Maker of all </a:t>
            </a:r>
            <a:r>
              <a:rPr lang="en-US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heav'n</a:t>
            </a: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earth;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in Jesus Christ, our Savior,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God's own Son, of matchless worth;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 the Spirit was conceived,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 the virgin Mary born,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 in whom I have believed: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God Almighty, Three in One.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A16225-266A-863D-A412-A7469FF7C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Hope Publishing</a:t>
            </a:r>
          </a:p>
        </p:txBody>
      </p:sp>
    </p:spTree>
    <p:extLst>
      <p:ext uri="{BB962C8B-B14F-4D97-AF65-F5344CB8AC3E}">
        <p14:creationId xmlns:p14="http://schemas.microsoft.com/office/powerpoint/2010/main" val="4169536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AA47A-8425-DF25-5A98-87FE548D9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99F012-0E5F-1199-81A7-27370BF7EA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 Suffered under Pontius Pilate,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crucified, for me he died;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laid within the grave so silent,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gates of hell he opened wide;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the stone-sealed tomb was empty;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 the third day he arose;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into heaven made his entry,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mighty </a:t>
            </a:r>
            <a:r>
              <a:rPr lang="en-US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conqu'ror</a:t>
            </a: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of his foes.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286A38-4D8F-6AF2-2447-2446A6EA8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Hope Publishing</a:t>
            </a:r>
          </a:p>
        </p:txBody>
      </p:sp>
    </p:spTree>
    <p:extLst>
      <p:ext uri="{BB962C8B-B14F-4D97-AF65-F5344CB8AC3E}">
        <p14:creationId xmlns:p14="http://schemas.microsoft.com/office/powerpoint/2010/main" val="1086481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F712B-54CF-FA51-5BF2-F5874C1A7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04CA3-8AE4-2322-9FFF-48D4EA3362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 At God's right hand he is seated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till his coming, as he said;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final judgment will be meted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the living and the dead;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 confess the Holy Spirit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who was sent thro' Christ the Son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apply salvation's merit--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God, the Spirit, Three in One.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6B5005-6A18-2A61-E294-96EB69D10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Hope Publishing</a:t>
            </a:r>
          </a:p>
        </p:txBody>
      </p:sp>
    </p:spTree>
    <p:extLst>
      <p:ext uri="{BB962C8B-B14F-4D97-AF65-F5344CB8AC3E}">
        <p14:creationId xmlns:p14="http://schemas.microsoft.com/office/powerpoint/2010/main" val="1263995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AFEA5-830F-E0C1-D153-C4C813D34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F1EAC-D21B-A663-B70D-19AE457601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 I believe the church of Jesus,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universal, e'er remains;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are one thro' all the ages,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communion of the saints.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 believe sins are forgiven,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that our bodies will be raised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eternal life in heaven: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ever let his name be praised.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7CAB17-781D-1CB3-B7B2-E1CFBE950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Hope Publishing</a:t>
            </a:r>
          </a:p>
        </p:txBody>
      </p:sp>
    </p:spTree>
    <p:extLst>
      <p:ext uri="{BB962C8B-B14F-4D97-AF65-F5344CB8AC3E}">
        <p14:creationId xmlns:p14="http://schemas.microsoft.com/office/powerpoint/2010/main" val="35730950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263</Words>
  <Application>Microsoft Office PowerPoint</Application>
  <PresentationFormat>Widescreen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Calibri Light</vt:lpstr>
      <vt:lpstr>Office Theme</vt:lpstr>
      <vt:lpstr>#560 The Apostle’s Creed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#560 The Apostle’s Creed</dc:title>
  <dc:creator>Neil Tuininga</dc:creator>
  <cp:lastModifiedBy>Neil Tuininga</cp:lastModifiedBy>
  <cp:revision>1</cp:revision>
  <dcterms:created xsi:type="dcterms:W3CDTF">2024-05-05T03:44:35Z</dcterms:created>
  <dcterms:modified xsi:type="dcterms:W3CDTF">2024-05-05T03:46:56Z</dcterms:modified>
</cp:coreProperties>
</file>