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01DEA-479D-48F7-85B4-1F8B3F25CC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6DF33B-F7D7-4FD0-ACC8-58407CFD10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04BB6-CFA7-4553-9E02-85617EA79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E8B1B-ED31-42A6-812C-6C6BE7E669E1}" type="datetimeFigureOut">
              <a:rPr lang="en-CA" smtClean="0"/>
              <a:t>2022-04-14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3B9EF-3D4B-4742-926B-77BA01338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50066-E5EF-440E-9674-8EF7ED5B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86DBD-57B0-4259-ADC3-07ADA3E36CB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4291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C5FBB-5C0C-4245-A759-746FC8EA8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5F3EB-26E3-4557-8E6C-FDADDE808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85FB4-DF6D-4914-95D7-F33FF3D9B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E8B1B-ED31-42A6-812C-6C6BE7E669E1}" type="datetimeFigureOut">
              <a:rPr lang="en-CA" smtClean="0"/>
              <a:t>2022-04-14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F16BD-71D9-4F54-866B-2C6C84BA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9AD2F-51B0-4F80-9B19-F9184880C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86DBD-57B0-4259-ADC3-07ADA3E36CB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7969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08589-1D7C-4E10-87F7-EF5A802D2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4DEF3-624E-49F3-9E3C-4F404E9EE9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26732-E8E4-4905-8823-84E07D93D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E8B1B-ED31-42A6-812C-6C6BE7E669E1}" type="datetimeFigureOut">
              <a:rPr lang="en-CA" smtClean="0"/>
              <a:t>2022-04-14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70FD5-52AB-42C4-BC9E-F3FFE0F9E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9D1E0-D105-4E10-B4CE-D4E8B17E7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86DBD-57B0-4259-ADC3-07ADA3E36CB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9771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3BDDE-0931-4699-98A6-FDC0C2803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179CA-AC9C-407A-9AAC-63E7A23388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1AD4E4-8C82-494A-987E-A5A5A0F61A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07ED78-5F9C-4D81-AF89-D4BD315E8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E8B1B-ED31-42A6-812C-6C6BE7E669E1}" type="datetimeFigureOut">
              <a:rPr lang="en-CA" smtClean="0"/>
              <a:t>2022-04-14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932C59-58A0-4869-B117-670FF13DC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C936A3-A324-49E5-96D5-F7A94749E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86DBD-57B0-4259-ADC3-07ADA3E36CB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2365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9F223-675A-45CE-A6BC-DF280078A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89007-CFE2-4B72-B5CD-92B644219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5FE970-2397-4E87-B31A-31297F5E93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7D0853-2AC1-4591-A09F-D50E139E85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D62C9E-CEAA-47A8-AD84-916A13F4BE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B929A7-D662-4692-81A2-DF46E0A92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E8B1B-ED31-42A6-812C-6C6BE7E669E1}" type="datetimeFigureOut">
              <a:rPr lang="en-CA" smtClean="0"/>
              <a:t>2022-04-14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C110D0-231D-4F77-8AE3-0DEA0416A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9300D9-9994-45F1-A26B-F30C142D3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86DBD-57B0-4259-ADC3-07ADA3E36CB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64720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A10AC-CDB9-48B6-BFBD-092906854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BADB23-D5C2-49BD-AE86-4A6A5F961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E8B1B-ED31-42A6-812C-6C6BE7E669E1}" type="datetimeFigureOut">
              <a:rPr lang="en-CA" smtClean="0"/>
              <a:t>2022-04-14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55FB3D-0C0D-400A-B77A-20C526792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4BF8EC-1147-4D2A-97C6-D4FBE0569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86DBD-57B0-4259-ADC3-07ADA3E36CB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9023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FF8743-01AD-427E-BDFD-1B8812146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E8B1B-ED31-42A6-812C-6C6BE7E669E1}" type="datetimeFigureOut">
              <a:rPr lang="en-CA" smtClean="0"/>
              <a:t>2022-04-14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95BB0F-332E-41F1-BB72-1D7AB40B1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7C75D-4D74-4FAC-B7FE-5F57FF918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86DBD-57B0-4259-ADC3-07ADA3E36CB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96822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70015-7D0C-4545-9051-D9BEFBA7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F7039-8E35-4E5E-B76D-599F8D99B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F5EF70-C5A7-4D17-9D92-297F63DD9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84B7CC-8EED-42B9-B1E4-36ACEC4E6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E8B1B-ED31-42A6-812C-6C6BE7E669E1}" type="datetimeFigureOut">
              <a:rPr lang="en-CA" smtClean="0"/>
              <a:t>2022-04-14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3B3CFC-4F0E-4EED-8C25-CA06FA90C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DA8981-046C-41BC-B356-A6DC8685A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86DBD-57B0-4259-ADC3-07ADA3E36CB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8683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3A7B4-F9E0-43AC-AE5C-DF9D4C8D6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92AB6C-ACF9-4E55-938B-319FA3235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DC5EDD-EC6E-42BD-9BA9-0B7FED27DC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78598B-5EDE-4402-98FA-6D723B66D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E8B1B-ED31-42A6-812C-6C6BE7E669E1}" type="datetimeFigureOut">
              <a:rPr lang="en-CA" smtClean="0"/>
              <a:t>2022-04-14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031760-0114-4306-B8B5-AB7753688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5D5ECA-87E2-430D-8F06-E8416D7D3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86DBD-57B0-4259-ADC3-07ADA3E36CB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671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477BD-B14A-492D-B06D-86BCCC6A0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1A327E-E363-41D5-BA40-A5A4A24FF0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5B0D4-AB98-4BCF-BEAC-8A680FA31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E8B1B-ED31-42A6-812C-6C6BE7E669E1}" type="datetimeFigureOut">
              <a:rPr lang="en-CA" smtClean="0"/>
              <a:t>2022-04-14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054943-A7B4-46EC-A33F-C6DE32EC2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F5C92-9CFB-4A95-9786-E1DE5E55D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86DBD-57B0-4259-ADC3-07ADA3E36CB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2777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2D6612-B662-4607-BCD7-788B9BDF35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BFDB30-3A7D-4F68-AE9B-A3793B6845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6AD6A-AAC8-4533-927A-D1869CCAD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E8B1B-ED31-42A6-812C-6C6BE7E669E1}" type="datetimeFigureOut">
              <a:rPr lang="en-CA" smtClean="0"/>
              <a:t>2022-04-14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A8626-AE5E-475A-8240-E0B49A3F2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A176A-1AA8-460C-AF41-C3DA576A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86DBD-57B0-4259-ADC3-07ADA3E36CB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27856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1868E1-B972-4132-8CE6-51694A460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F3EDF-64E3-44E5-B1A3-87383EAC2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BF233-DA39-4DB1-AB57-0E3C4448EF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3E8B1B-ED31-42A6-812C-6C6BE7E669E1}" type="datetimeFigureOut">
              <a:rPr lang="en-CA" smtClean="0"/>
              <a:t>2022-04-14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777CA-017D-4B6E-89DE-9D1B67641D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7F086-D782-478F-8B41-9954B4E9FE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D86DBD-57B0-4259-ADC3-07ADA3E36CB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1785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BFC1BB-33DD-4855-BC74-18784DF7EC1A}"/>
              </a:ext>
            </a:extLst>
          </p:cNvPr>
          <p:cNvSpPr txBox="1"/>
          <p:nvPr/>
        </p:nvSpPr>
        <p:spPr>
          <a:xfrm>
            <a:off x="695325" y="371475"/>
            <a:ext cx="108013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4400" i="1" dirty="0">
                <a:solidFill>
                  <a:prstClr val="black"/>
                </a:solidFill>
                <a:latin typeface="Calibri Light" panose="020F0302020204030204"/>
              </a:rPr>
              <a:t>#193 Baptized into Your Name Most Holy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9D1D96-E617-44B2-A259-5CB3C42C3B9F}"/>
              </a:ext>
            </a:extLst>
          </p:cNvPr>
          <p:cNvSpPr txBox="1"/>
          <p:nvPr/>
        </p:nvSpPr>
        <p:spPr>
          <a:xfrm>
            <a:off x="1666875" y="2090172"/>
            <a:ext cx="88582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1. Baptized into your name most holy,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O Father, Son, and Holy Ghost,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I claim a place, </a:t>
            </a:r>
            <a:r>
              <a:rPr lang="en-US" sz="2800" dirty="0" err="1">
                <a:solidFill>
                  <a:srgbClr val="222222"/>
                </a:solidFill>
              </a:rPr>
              <a:t>tho</a:t>
            </a:r>
            <a:r>
              <a:rPr lang="en-US" sz="2800" dirty="0">
                <a:solidFill>
                  <a:srgbClr val="222222"/>
                </a:solidFill>
              </a:rPr>
              <a:t>' weak and lowly,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among your seed, your chosen host.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Buried with Christ and dead to sin: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your Spirit e'er shall live within.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3685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767026-7A18-4392-BE8D-E0DFF2392005}"/>
              </a:ext>
            </a:extLst>
          </p:cNvPr>
          <p:cNvSpPr txBox="1"/>
          <p:nvPr/>
        </p:nvSpPr>
        <p:spPr>
          <a:xfrm>
            <a:off x="1890712" y="2090172"/>
            <a:ext cx="841057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2. My loving Father, me you've taken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 err="1">
                <a:solidFill>
                  <a:srgbClr val="222222"/>
                </a:solidFill>
              </a:rPr>
              <a:t>fore'er</a:t>
            </a:r>
            <a:r>
              <a:rPr lang="en-US" sz="2800" dirty="0">
                <a:solidFill>
                  <a:srgbClr val="222222"/>
                </a:solidFill>
              </a:rPr>
              <a:t> to be your child and heir;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my faithful Savior, me you've given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your righteous, holy life to share;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O Holy Spirit, you will be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 comfort, guide, and help to me.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6863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82E7F5-0BF2-4FBA-BB87-E30DBEF83C9E}"/>
              </a:ext>
            </a:extLst>
          </p:cNvPr>
          <p:cNvSpPr txBox="1"/>
          <p:nvPr/>
        </p:nvSpPr>
        <p:spPr>
          <a:xfrm>
            <a:off x="1619250" y="2090172"/>
            <a:ext cx="89535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3. And I have vowed to fear and love you,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and to obey you, Lord, alone;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because the Holy Spirit moved me,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I dared to pledge myself your own,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renouncing sin to keep the faith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and war with evil unto death.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7769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97968B-8D1A-4F92-93E1-856A8E9A36B5}"/>
              </a:ext>
            </a:extLst>
          </p:cNvPr>
          <p:cNvSpPr txBox="1"/>
          <p:nvPr/>
        </p:nvSpPr>
        <p:spPr>
          <a:xfrm>
            <a:off x="1581150" y="2090172"/>
            <a:ext cx="90297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4. My faithful God, your word fails never,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your </a:t>
            </a:r>
            <a:r>
              <a:rPr lang="en-US" sz="2800" dirty="0" err="1">
                <a:solidFill>
                  <a:srgbClr val="222222"/>
                </a:solidFill>
              </a:rPr>
              <a:t>cov'nant</a:t>
            </a:r>
            <a:r>
              <a:rPr lang="en-US" sz="2800" dirty="0">
                <a:solidFill>
                  <a:srgbClr val="222222"/>
                </a:solidFill>
              </a:rPr>
              <a:t> surely will abide;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oh, cast me not away forever,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should I transgress it on my side!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Though I have oft my soul defiled,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in love forgive, restore your child.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3181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97968B-8D1A-4F92-93E1-856A8E9A36B5}"/>
              </a:ext>
            </a:extLst>
          </p:cNvPr>
          <p:cNvSpPr txBox="1"/>
          <p:nvPr/>
        </p:nvSpPr>
        <p:spPr>
          <a:xfrm>
            <a:off x="1581150" y="2090172"/>
            <a:ext cx="90297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5. </a:t>
            </a:r>
            <a:r>
              <a:rPr lang="en-US" sz="2800" dirty="0"/>
              <a:t>Yes, all I am and love most dearly</a:t>
            </a:r>
            <a:br>
              <a:rPr lang="en-US" sz="2800" dirty="0"/>
            </a:br>
            <a:r>
              <a:rPr lang="en-US" sz="2800" dirty="0"/>
              <a:t>I offer now, O Lord, to you.</a:t>
            </a:r>
            <a:br>
              <a:rPr lang="en-US" sz="2800" dirty="0"/>
            </a:br>
            <a:r>
              <a:rPr lang="en-US" sz="2800" dirty="0"/>
              <a:t>Oh, let me make my vows sincerely,</a:t>
            </a:r>
            <a:br>
              <a:rPr lang="en-US" sz="2800" dirty="0"/>
            </a:br>
            <a:r>
              <a:rPr lang="en-US" sz="2800" dirty="0"/>
              <a:t>and what I say, help me to do.</a:t>
            </a:r>
            <a:br>
              <a:rPr lang="en-US" sz="2800" dirty="0"/>
            </a:br>
            <a:r>
              <a:rPr lang="en-US" sz="2800" dirty="0"/>
              <a:t>Let naught within me, naught I own,</a:t>
            </a:r>
            <a:br>
              <a:rPr lang="en-US" sz="2800" dirty="0"/>
            </a:br>
            <a:r>
              <a:rPr lang="en-US" sz="2800" dirty="0"/>
              <a:t>serve any will but yours alone</a:t>
            </a:r>
            <a:r>
              <a:rPr lang="en-US" sz="2800" dirty="0">
                <a:solidFill>
                  <a:srgbClr val="222222"/>
                </a:solidFill>
              </a:rPr>
              <a:t>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6510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97968B-8D1A-4F92-93E1-856A8E9A36B5}"/>
              </a:ext>
            </a:extLst>
          </p:cNvPr>
          <p:cNvSpPr txBox="1"/>
          <p:nvPr/>
        </p:nvSpPr>
        <p:spPr>
          <a:xfrm>
            <a:off x="1581150" y="2090172"/>
            <a:ext cx="90297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6. </a:t>
            </a:r>
            <a:r>
              <a:rPr lang="en-US" sz="2800" dirty="0"/>
              <a:t>And never let my purpose falter,</a:t>
            </a:r>
            <a:br>
              <a:rPr lang="en-US" sz="2800" dirty="0"/>
            </a:br>
            <a:r>
              <a:rPr lang="en-US" sz="2800" dirty="0"/>
              <a:t>O Father, Son, and Holy Ghost,</a:t>
            </a:r>
            <a:br>
              <a:rPr lang="en-US" sz="2800" dirty="0"/>
            </a:br>
            <a:r>
              <a:rPr lang="en-US" sz="2800" dirty="0"/>
              <a:t>but keep me faithful to your altar,</a:t>
            </a:r>
            <a:br>
              <a:rPr lang="en-US" sz="2800" dirty="0"/>
            </a:br>
            <a:r>
              <a:rPr lang="en-US" sz="2800" dirty="0"/>
              <a:t>till you shall call me from my post.</a:t>
            </a:r>
            <a:br>
              <a:rPr lang="en-US" sz="2800" dirty="0"/>
            </a:br>
            <a:r>
              <a:rPr lang="en-US" sz="2800"/>
              <a:t>So unto you I live and die</a:t>
            </a:r>
            <a:br>
              <a:rPr lang="en-US" sz="2800"/>
            </a:br>
            <a:r>
              <a:rPr lang="en-US" sz="2800"/>
              <a:t>and praise you evermore on high</a:t>
            </a:r>
            <a:r>
              <a:rPr lang="en-US" sz="2800">
                <a:solidFill>
                  <a:srgbClr val="222222"/>
                </a:solidFill>
              </a:rPr>
              <a:t>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8192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342</Words>
  <Application>Microsoft Office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Eric Hoogendoorn</cp:lastModifiedBy>
  <cp:revision>2</cp:revision>
  <dcterms:created xsi:type="dcterms:W3CDTF">2021-02-18T19:57:34Z</dcterms:created>
  <dcterms:modified xsi:type="dcterms:W3CDTF">2022-04-15T03:32:16Z</dcterms:modified>
</cp:coreProperties>
</file>