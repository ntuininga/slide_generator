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DDB5-8670-4949-B94B-B23F158DC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51686-72BC-4450-817E-10F51B78B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CFB7-E240-4CD0-B610-32921A0B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FD6FD-BBC2-46BC-A9A1-A143170C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716C0-9F59-4919-A8C7-250EC01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71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4F5C-53D8-46B8-9CD6-00701AA8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9219-A2AB-4472-A535-754EB28FC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EAD7B-043E-4783-940D-6B37FFFB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6FB4A-8AB7-442B-BE6E-D35EF307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E5AC1-4221-4CE1-8DF1-540042E9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765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F694-BF4E-4B46-8C73-6BF01099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8BD3C-4F3A-4E8A-831F-923B34BD3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2CFEF-E6CC-4AFC-91A1-BC5F20F9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F2326-0A11-418B-A8E7-D7EA6830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D0A7-CBE4-460F-84D9-237DFC9B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071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0940-6371-43D2-84E2-170169F5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C8084-8AEA-4797-8AA2-235E91463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6001-4C63-49A5-B05B-CE0940D32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F45B3-F1F4-4809-AA6E-B8A83248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104A2-39A1-402C-B4E0-E7F922C4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4D70-0D13-4157-B7D5-24307A53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222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DE49-6424-492F-809F-A6A353EB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E0458-E5BE-4D29-8B26-8C9A35664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BEDC5-E8BD-4DBD-ADFF-5C59CC0AB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B5959-0184-46FE-890F-E5D0CC4F2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3236F-4CBA-41D7-B760-4079E4B83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59DAB-8E13-4C78-9135-D6046DA9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2D8E8-4424-49F2-9405-99914056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BC6CD-530C-43F5-A9C2-4C97FC5D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664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716F-CEDB-4921-A8C0-5FD93F6A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E6C79-6DE6-429A-96E7-E11B8D32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20146-CCF6-4782-8FC7-6C8E7DA8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F3958-C21E-4103-AB82-83EDE621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304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F87FA-B842-40BB-AA2B-995F8DB9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E233C-2EEF-4490-BDDA-0F745319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492DD-48D8-4F5A-A836-6B5FE8DC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62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6B1B-F224-4D83-A0C0-C117A61B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04DB-2C1A-4131-AF2C-38DEC3CC0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E9215-43C4-46F5-B0B4-62FE0099E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AF5D4-FE10-4E88-B39B-72E89DE3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95246-5BF4-4C8D-BA12-39865A43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82DEE-17BA-4C61-9AA1-2D4D79EA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169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D26F-0A80-42D1-90F8-04EDA15A5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A3248-253A-4C74-A577-C0D354CA4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936A4-9145-4645-918C-B45B8F22F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7C11A-0A3D-49CF-9D56-7F41EF2B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C7579-9F73-4CF0-B1CF-C9B5149B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BA67-5AF4-45D6-8177-1EE42195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54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8981-23ED-4277-A0F7-C0713180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99C27-B8F4-4382-B340-DF85E02FD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C5078-C006-4040-B8C4-0F1CCE34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E23A6-32B4-43C9-96D3-CA396034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641FB-32DA-4186-8B85-0FAF4C91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758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937D6-20C2-4AE6-98B3-1EC47CA73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E7406-9F0B-4DD0-93CF-D5235F4D2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4FE36-DDBE-4623-A34E-AC7C184B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1D0E-E22D-4097-9BAA-57184C84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F1838-D9EC-44F7-9B54-A43AF61E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3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4113D-FC34-4E28-A381-90D1C745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92A34-C65D-49A8-908A-5B440824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974C-07DE-4CF1-BBD7-9642A2F7D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DD6E-32BA-4B95-999C-8A22771E7B04}" type="datetimeFigureOut">
              <a:rPr lang="en-CA" smtClean="0"/>
              <a:t>2025-03-15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F721F-748F-4924-BC39-572A9355D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C2A5A-F2A3-4967-866C-2B7FA676B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5D99E-4438-44E2-AC18-5C0A52C1D2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250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758287-71E3-4C28-9436-5825BB8818EF}"/>
              </a:ext>
            </a:extLst>
          </p:cNvPr>
          <p:cNvSpPr txBox="1"/>
          <p:nvPr/>
        </p:nvSpPr>
        <p:spPr>
          <a:xfrm>
            <a:off x="1138237" y="238125"/>
            <a:ext cx="9915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#517 I Know Whom I Have Believed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A26FB-47F1-4766-8640-B40B1FFB11DA}"/>
              </a:ext>
            </a:extLst>
          </p:cNvPr>
          <p:cNvSpPr txBox="1"/>
          <p:nvPr/>
        </p:nvSpPr>
        <p:spPr>
          <a:xfrm>
            <a:off x="1671636" y="1647825"/>
            <a:ext cx="8848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know not why God's wondrous grace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me he has made known,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why, unworthy, Christ in love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redeemed me for his own.</a:t>
            </a: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"I know whom I have believed,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am persuaded that he is able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keep that which I've committed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unto him against that day."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14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02F90F-2209-49B2-A1D5-E2996F7D9157}"/>
              </a:ext>
            </a:extLst>
          </p:cNvPr>
          <p:cNvSpPr txBox="1"/>
          <p:nvPr/>
        </p:nvSpPr>
        <p:spPr>
          <a:xfrm>
            <a:off x="2000250" y="1228397"/>
            <a:ext cx="8191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 know not how this saving faith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me he did impart,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how believing in his Word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wrought peace within my heart.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"I know whom I have believed,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am persuaded that he is able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keep that which I've committed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unto him against that day."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72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C257C1-7DBC-41BE-9EC1-7474EA9CBDCE}"/>
              </a:ext>
            </a:extLst>
          </p:cNvPr>
          <p:cNvSpPr txBox="1"/>
          <p:nvPr/>
        </p:nvSpPr>
        <p:spPr>
          <a:xfrm>
            <a:off x="2000250" y="1228397"/>
            <a:ext cx="8191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I know not what of good or ill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be reserved for me,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weary ways or golden days,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his face I see.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"I know whom I have believed,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am persuaded that he is able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keep that which I've committed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unto him against that day."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8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D5C3-D64E-45A2-2A45-DC49D376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C0269-27FC-76CC-F2B5-25D6BDFBA66A}"/>
              </a:ext>
            </a:extLst>
          </p:cNvPr>
          <p:cNvSpPr txBox="1"/>
          <p:nvPr/>
        </p:nvSpPr>
        <p:spPr>
          <a:xfrm>
            <a:off x="2000250" y="1228397"/>
            <a:ext cx="8191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5 I know not when my Lord may come,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at night or noonday fair,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nor if I'll walk the vale with him,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or meet him in the </a:t>
            </a:r>
            <a:r>
              <a:rPr lang="en-US" sz="2800" b="0" i="0">
                <a:solidFill>
                  <a:srgbClr val="222222"/>
                </a:solidFill>
                <a:effectLst/>
              </a:rPr>
              <a:t>air.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"I know whom I have believed,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am persuaded that he is able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keep that which I've committed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unto him against that day."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918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272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2021-06-05T18:42:30Z</dcterms:created>
  <dcterms:modified xsi:type="dcterms:W3CDTF">2025-03-15T14:17:28Z</dcterms:modified>
</cp:coreProperties>
</file>