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893F3-9119-4849-88AF-BE3E2E99F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D6D9D-07FB-4E5F-AA6E-D4A1F0C01F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41C83-F17D-48D1-A56A-3098E680E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777D8-988A-40FB-BC40-DFDFCE53B0FC}" type="datetimeFigureOut">
              <a:rPr lang="en-CA" smtClean="0"/>
              <a:t>2020-10-10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1363C-E5F4-465A-99B7-DB10ECBC6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2A39D-517E-4C3E-B3CA-F2741195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07D36-751C-43BC-A1EA-C4ADC8BDF3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6295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DA4C7-D658-4CDC-8359-7B91D1489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2D201-D1D0-4725-A5AC-7698A2FA5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9FDF0-53C1-49E0-A0F5-842C7889A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777D8-988A-40FB-BC40-DFDFCE53B0FC}" type="datetimeFigureOut">
              <a:rPr lang="en-CA" smtClean="0"/>
              <a:t>2020-10-10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811F1-E3F3-4BB8-A3E4-CE0EA7FD6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6A3ED-6E9E-4EB6-90C0-308A1A675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07D36-751C-43BC-A1EA-C4ADC8BDF3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015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FCFD7-EC0E-4FBC-BD18-CB8143162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96B8D-C6AC-4B6C-827A-0F0102725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50647-DC26-47D9-B6F0-4A0415276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777D8-988A-40FB-BC40-DFDFCE53B0FC}" type="datetimeFigureOut">
              <a:rPr lang="en-CA" smtClean="0"/>
              <a:t>2020-10-10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70C63-BE3D-48D4-A2FF-E21E73768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BF8AB-75D9-4490-BC36-4AC777107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07D36-751C-43BC-A1EA-C4ADC8BDF3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0498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DAE3B-682E-4567-A76B-66FB997E6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F451C-B7B9-4654-B5B6-3A4A4D9B57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5C42D-F5FB-4D0C-B894-AFC299FF5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ECCDD1-8D82-491C-BABA-01CF50FE3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777D8-988A-40FB-BC40-DFDFCE53B0FC}" type="datetimeFigureOut">
              <a:rPr lang="en-CA" smtClean="0"/>
              <a:t>2020-10-10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23491-E740-4C8D-BE91-272A97E1F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C7C2A-34E7-40DC-A9D4-8EA3D6CA4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07D36-751C-43BC-A1EA-C4ADC8BDF3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6567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2C7F7-624E-483F-AD8A-3CE7AE6E0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A89F9-4F23-4F7D-8177-CB391D1CA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C782C-E014-4F2A-8D82-24FD7D4EE3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0EF9C-5C24-43A1-849D-2EDE296B37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D39645-9E2B-4C54-87D5-43553E6C0E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CDBC31-3E43-4B26-AD4B-B723ECF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777D8-988A-40FB-BC40-DFDFCE53B0FC}" type="datetimeFigureOut">
              <a:rPr lang="en-CA" smtClean="0"/>
              <a:t>2020-10-10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C43CD3-D775-4108-A003-FC9B87A0E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84C2E8-E9FB-4513-94D2-B685869CA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07D36-751C-43BC-A1EA-C4ADC8BDF3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3465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C1913-5C33-43FA-AD29-0BAEF2185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45492A-3581-4535-84D6-182EDCD6C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777D8-988A-40FB-BC40-DFDFCE53B0FC}" type="datetimeFigureOut">
              <a:rPr lang="en-CA" smtClean="0"/>
              <a:t>2020-10-10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A8B7DE-50F6-4919-B982-75FD7AB35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32D40F-2E95-4479-AE33-C192B5020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07D36-751C-43BC-A1EA-C4ADC8BDF3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284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F80253-AEAF-410D-8BC5-EF542A52E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777D8-988A-40FB-BC40-DFDFCE53B0FC}" type="datetimeFigureOut">
              <a:rPr lang="en-CA" smtClean="0"/>
              <a:t>2020-10-10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5E42CA-C48D-4972-91E1-457FC33CA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77E90-134F-47EB-BA39-929B96F67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07D36-751C-43BC-A1EA-C4ADC8BDF3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8449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98E7-B7D3-4526-9276-BB6D79DEE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F36C6-0C4B-4F24-B6F6-C90A0E7DE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BCBB7-1771-4901-877F-4E770BEBF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2F46A-7B13-4111-A06F-83D97134A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777D8-988A-40FB-BC40-DFDFCE53B0FC}" type="datetimeFigureOut">
              <a:rPr lang="en-CA" smtClean="0"/>
              <a:t>2020-10-10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2A623-2B45-46DE-8DC2-B7C3DAC1B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FA411-DB7A-4434-B8E8-A0ACD5676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07D36-751C-43BC-A1EA-C4ADC8BDF3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3232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266B6-8C7D-473D-B8D9-450D15733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740BCA-5D81-4D9B-B29E-639D570B85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60E06-85EB-4C01-8AB4-5C20F07EA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E4EAF-C6BE-4259-84AE-1F58F7FC1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777D8-988A-40FB-BC40-DFDFCE53B0FC}" type="datetimeFigureOut">
              <a:rPr lang="en-CA" smtClean="0"/>
              <a:t>2020-10-10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BBE93-45D9-43DE-84DE-CBB254C11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F5B832-F665-48A8-8B9D-8E3223F66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07D36-751C-43BC-A1EA-C4ADC8BDF3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025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25001-2414-4C76-99B5-CB8D2C922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C29D81-5211-4703-9C48-7E0A0F156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8938A-088A-4AE8-BDBB-099A94F9D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777D8-988A-40FB-BC40-DFDFCE53B0FC}" type="datetimeFigureOut">
              <a:rPr lang="en-CA" smtClean="0"/>
              <a:t>2020-10-10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72AEE-67EF-42CD-A4DA-8F7E15C6B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A90D4-B559-4F23-B7E5-D20B058D7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07D36-751C-43BC-A1EA-C4ADC8BDF3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5938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4F0D9D-3971-4B7F-8DB8-A55867C8C9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F0014-FB7F-400B-BE37-E8603FDFE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CCC0D-8F2F-40A5-91E2-C7B330178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777D8-988A-40FB-BC40-DFDFCE53B0FC}" type="datetimeFigureOut">
              <a:rPr lang="en-CA" smtClean="0"/>
              <a:t>2020-10-10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6B239-7720-4552-8F88-C4E6FB975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6E97A-B5BF-4B03-B34D-B4D78ADB1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07D36-751C-43BC-A1EA-C4ADC8BDF3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237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6E5E8A-AEAF-400F-827D-4B2E238FE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B2A27-9E9E-4DDD-9106-8ECC3961E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ECD95-5D8D-43FD-926F-1A5C3226CE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777D8-988A-40FB-BC40-DFDFCE53B0FC}" type="datetimeFigureOut">
              <a:rPr lang="en-CA" smtClean="0"/>
              <a:t>2020-10-10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426F7-AEC5-436D-96C0-23BD70EE6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FF751-B6A9-47AE-8852-8224275A11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07D36-751C-43BC-A1EA-C4ADC8BDF3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4629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A9BDD3-4919-46D2-B93B-589DADB2522F}"/>
              </a:ext>
            </a:extLst>
          </p:cNvPr>
          <p:cNvSpPr txBox="1"/>
          <p:nvPr/>
        </p:nvSpPr>
        <p:spPr>
          <a:xfrm>
            <a:off x="1033462" y="552449"/>
            <a:ext cx="101250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latin typeface="+mj-lt"/>
              </a:rPr>
              <a:t>#553 Sing to the Lord of Harvest</a:t>
            </a:r>
            <a:endParaRPr lang="en-CA" sz="4400" i="1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B9871E-555D-4E83-AE43-ABF3A093F72B}"/>
              </a:ext>
            </a:extLst>
          </p:cNvPr>
          <p:cNvSpPr txBox="1"/>
          <p:nvPr/>
        </p:nvSpPr>
        <p:spPr>
          <a:xfrm>
            <a:off x="1033462" y="2019300"/>
            <a:ext cx="101250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US" sz="2800">
                <a:solidFill>
                  <a:prstClr val="black"/>
                </a:solidFill>
              </a:rPr>
              <a:t>Sing to the Lord of harvest,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sing songs of love and praise;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with joyful hearts and voices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your alleluias raise!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By him the rolling seasons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in fruitful order move;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sing to the Lord of harvest 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a song of happy love.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5968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850E68-23CA-4C2B-B605-667C070F1F49}"/>
              </a:ext>
            </a:extLst>
          </p:cNvPr>
          <p:cNvSpPr txBox="1"/>
          <p:nvPr/>
        </p:nvSpPr>
        <p:spPr>
          <a:xfrm>
            <a:off x="2109787" y="1171575"/>
            <a:ext cx="79724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prstClr val="black"/>
                </a:solidFill>
              </a:rPr>
              <a:t>2. By him the clouds drop fatness,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the deserts bloom and spring,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the hills leap up in gladness, 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the valleys laugh and sing.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He filleth with his fullness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all things with large increase;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he crowns the year with goodness,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with plenty, and with peace.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2892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17C941-1344-46A1-9314-D9A70DB1E61C}"/>
              </a:ext>
            </a:extLst>
          </p:cNvPr>
          <p:cNvSpPr txBox="1"/>
          <p:nvPr/>
        </p:nvSpPr>
        <p:spPr>
          <a:xfrm>
            <a:off x="2005012" y="1352550"/>
            <a:ext cx="81819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prstClr val="black"/>
                </a:solidFill>
              </a:rPr>
              <a:t>3. Heap on his sacred altar 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the gifts his goodness gave,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the golden sheaves of harvest,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the souls he died to save.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your hearts lay down before him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when at his feet you fall,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and with your lives adore him 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who gave his life for all.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197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AA9275-C788-429C-A043-1DE3745B3BB1}"/>
              </a:ext>
            </a:extLst>
          </p:cNvPr>
          <p:cNvSpPr txBox="1"/>
          <p:nvPr/>
        </p:nvSpPr>
        <p:spPr>
          <a:xfrm>
            <a:off x="2038350" y="1533525"/>
            <a:ext cx="81153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prstClr val="black"/>
                </a:solidFill>
              </a:rPr>
              <a:t>4. To God the gracious Father,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who made us “very good,”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to Christ, who, when we wandered,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restored us with his blood,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and to the Holy Spirit,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who doth upon us pour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his blessed dews and sunshine,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be praise forevermore.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312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2020-10-10T22:04:22Z</dcterms:created>
  <dcterms:modified xsi:type="dcterms:W3CDTF">2020-10-10T22:04:22Z</dcterms:modified>
</cp:coreProperties>
</file>