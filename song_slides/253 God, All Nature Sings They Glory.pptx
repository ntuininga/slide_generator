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23" r:id="rId3"/>
    <p:sldId id="324" r:id="rId4"/>
    <p:sldId id="32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4AED-3BE8-432F-96EA-9624C3AF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ACA49-9639-439F-B3F2-78ABDA1D1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F3EC2-A13D-4448-B86F-E92F9FD87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8301B-88C4-463B-9EA1-69E27E87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46C61-91F3-4D19-9BF6-87255F69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91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534FD-B1E2-4225-9E7D-EBFE55F0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C44D9-647F-4562-B100-E8D44104C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6A093-128D-4733-88B4-E2AC1AAB3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5FE8-0590-4839-B373-DCEC42C2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BEF6A-7413-4F06-99C8-AAC2CB96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3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9BD5C-BEE4-4C05-BB44-8E2CB03D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AC619-9C39-43A5-8CB2-8FA89668B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CDB93-DC7D-41D4-A2EE-B33FB001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2D73D-DB17-473C-B905-5E50435B4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DD255-ABD2-4CA2-8C62-AD2D38DC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5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9FE0-E000-4F36-9C76-EA1630866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28666-C7E7-43B4-827A-AB7BE1139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90F6B-520A-411C-B8AF-EB3A239C7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EF8E7-C4BD-48AF-84FD-7C2952FA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1327A-EDD6-4581-A4EC-97CB332A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B826E-CEC4-41A3-9C0F-A43D53540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2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73BC-D3E4-4ECB-96E2-D69618BA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C21A3-6DDF-4A2D-9A9F-34BFDF4BB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67030-E84A-46A8-819E-AD0ADD577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D94FD-0A83-4105-81FF-A5386282E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3342D-9FE3-429B-99C2-23403058F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DD12E3-5258-4F43-83D5-284925F2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FB752E-D6B8-4526-B5BD-C5924DA6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669467-6AB3-40C8-BCAB-DB3CC665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16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0112-E81F-4B79-8734-F90C535D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DA880-C5C6-48C9-9C79-F999CED42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C64B9-1DB6-41B1-B261-BBD41EFC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7B2A2-800D-4372-965B-FF5E02A1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8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EDD6B-64E0-46AB-B14F-25F9E800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8CB8EE-A6AD-4643-B26C-686D3048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4AFF9-6D24-4C9E-ACF1-2F1EC2B7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B943-5B8A-43A7-B57E-AA1829E2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D5EE7-C64C-41EB-8F8F-4B2E7AF74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BAA07-DAC6-431B-89CC-774CD4E19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0CE69-EC13-40A4-A5AF-4AF703C5F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6F4A2-941B-45E2-B9CE-B486EE624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9D56C-69B0-4FC9-8C14-BB8BA3E26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6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0748A-DEFD-49DC-842F-2929F63D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D25EFE-A6BD-4EB0-97BC-E2DD78F5B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A7843-7A35-488D-A652-C8536D059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9BFBC-3863-4771-BBC6-B359A7927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2C4BA-2C7F-4D81-A0D8-2879EF99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1A56B-3599-4768-9B76-082DBFC6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33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D294-61A1-4B44-94FC-ACD57F7C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2F5C3-D36F-44F9-B833-16500FA7B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7F938-47D6-4F80-AFB6-A56BB58D5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A69C-7B0C-4263-A355-09CD19AB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D1E93-B120-4DB2-9118-5E97040C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1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CF5C17-7144-4F6E-A9AD-18204D9E1F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5FC18-0C2E-4C35-BAE0-D3F9838C6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2B969-D888-460E-8C5E-2D2C1DC17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1A620-B03A-42F6-A085-1426E8AA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5026F-F820-4E3D-BE7F-4ADC86B5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39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E43B99-47D1-41D7-888E-1BF5E4A32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EFFFB-79CE-4889-A162-08F8DAA58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F2AB7-3F8D-4629-A60E-7C7C029A8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D82B4-2E41-4271-8C91-D49D55F529F1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9F43D-F0F7-49F2-8C8E-5BC785B05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20C74-DD85-4D1B-A9C0-D9648B6B7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95B4D-8784-4043-9750-1B72811BA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75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#253 God, All Nature Sings They Glory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God, all nature sings thy glory,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thy works proclaim thy might: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Ordered vastness in the heavens,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Ordered course of day and night,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Beauty in the changing seasons,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Beauty in the storming sea;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All the changing moods of nature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the changeless Trinity.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Intervarsity Christian Fellowship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097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Clearer still we see thy hand in</a:t>
            </a:r>
          </a:p>
          <a:p>
            <a:pPr algn="ctr"/>
            <a:r>
              <a:rPr lang="en-US" sz="2800" dirty="0"/>
              <a:t>Man whom thou hast made for thee:</a:t>
            </a:r>
          </a:p>
          <a:p>
            <a:pPr algn="ctr"/>
            <a:r>
              <a:rPr lang="en-US" sz="2800" dirty="0"/>
              <a:t>Ruler of creation’s glory,</a:t>
            </a:r>
          </a:p>
          <a:p>
            <a:pPr algn="ctr"/>
            <a:r>
              <a:rPr lang="en-US" sz="2800" dirty="0"/>
              <a:t>Image of thy majesty.</a:t>
            </a:r>
          </a:p>
          <a:p>
            <a:pPr algn="ctr"/>
            <a:r>
              <a:rPr lang="en-US" sz="2800" dirty="0"/>
              <a:t>Music, art, the fruitful garden,</a:t>
            </a:r>
          </a:p>
          <a:p>
            <a:pPr algn="ctr"/>
            <a:r>
              <a:rPr lang="en-US" sz="2800" dirty="0"/>
              <a:t>All the labor of his days,</a:t>
            </a:r>
          </a:p>
          <a:p>
            <a:pPr algn="ctr"/>
            <a:r>
              <a:rPr lang="en-US" sz="2800" dirty="0"/>
              <a:t>Are the calling of his Maker</a:t>
            </a:r>
          </a:p>
          <a:p>
            <a:pPr algn="ctr"/>
            <a:r>
              <a:rPr lang="en-US" sz="2800" dirty="0"/>
              <a:t>To the harvest feast of praise.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Intervarsity Christian Fellowship</a:t>
            </a:r>
          </a:p>
        </p:txBody>
      </p:sp>
    </p:spTree>
    <p:extLst>
      <p:ext uri="{BB962C8B-B14F-4D97-AF65-F5344CB8AC3E}">
        <p14:creationId xmlns:p14="http://schemas.microsoft.com/office/powerpoint/2010/main" val="393731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But our sins have spoiled thine image;</a:t>
            </a:r>
          </a:p>
          <a:p>
            <a:pPr algn="ctr"/>
            <a:r>
              <a:rPr lang="en-US" sz="2800" dirty="0"/>
              <a:t>Nature, conscience only serve</a:t>
            </a:r>
          </a:p>
          <a:p>
            <a:pPr algn="ctr"/>
            <a:r>
              <a:rPr lang="en-US" sz="2800" dirty="0"/>
              <a:t>As unceasing grim reminders</a:t>
            </a:r>
          </a:p>
          <a:p>
            <a:pPr algn="ctr"/>
            <a:r>
              <a:rPr lang="en-US" sz="2800" dirty="0"/>
              <a:t>Of the wrath which we deserve.</a:t>
            </a:r>
          </a:p>
          <a:p>
            <a:pPr algn="ctr"/>
            <a:r>
              <a:rPr lang="en-US" sz="2800" dirty="0"/>
              <a:t>Yet thy grace and saving mercy,</a:t>
            </a:r>
          </a:p>
          <a:p>
            <a:pPr algn="ctr"/>
            <a:r>
              <a:rPr lang="en-US" sz="2800" dirty="0"/>
              <a:t>In the Word of truth revealed,</a:t>
            </a:r>
          </a:p>
          <a:p>
            <a:pPr algn="ctr"/>
            <a:r>
              <a:rPr lang="en-US" sz="2800" dirty="0"/>
              <a:t>Claim the praise of all who know thee,</a:t>
            </a:r>
          </a:p>
          <a:p>
            <a:pPr algn="ctr"/>
            <a:r>
              <a:rPr lang="en-US" sz="2800" dirty="0"/>
              <a:t>In the blood of Jesus sealed.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Intervarsity Christian Fellowship</a:t>
            </a:r>
          </a:p>
        </p:txBody>
      </p:sp>
    </p:spTree>
    <p:extLst>
      <p:ext uri="{BB962C8B-B14F-4D97-AF65-F5344CB8AC3E}">
        <p14:creationId xmlns:p14="http://schemas.microsoft.com/office/powerpoint/2010/main" val="147381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God of glory, power, mercy,</a:t>
            </a:r>
          </a:p>
          <a:p>
            <a:pPr algn="ctr"/>
            <a:r>
              <a:rPr lang="en-US" sz="2800" dirty="0"/>
              <a:t>All creation praises thee;</a:t>
            </a:r>
          </a:p>
          <a:p>
            <a:pPr algn="ctr"/>
            <a:r>
              <a:rPr lang="en-US" sz="2800" dirty="0"/>
              <a:t>We, thy creatures, would adore thee</a:t>
            </a:r>
          </a:p>
          <a:p>
            <a:pPr algn="ctr"/>
            <a:r>
              <a:rPr lang="en-US" sz="2800" dirty="0"/>
              <a:t>Now and through eternity.</a:t>
            </a:r>
          </a:p>
          <a:p>
            <a:pPr algn="ctr"/>
            <a:r>
              <a:rPr lang="en-US" sz="2800" dirty="0"/>
              <a:t>Saved to magnify thy goodness,</a:t>
            </a:r>
          </a:p>
          <a:p>
            <a:pPr algn="ctr"/>
            <a:r>
              <a:rPr lang="en-US" sz="2800" dirty="0"/>
              <a:t>Grant us strength to do thy will,</a:t>
            </a:r>
          </a:p>
          <a:p>
            <a:pPr algn="ctr"/>
            <a:r>
              <a:rPr lang="en-US" sz="2800" dirty="0"/>
              <a:t>With our acts as with our voices</a:t>
            </a:r>
          </a:p>
          <a:p>
            <a:pPr algn="ctr"/>
            <a:r>
              <a:rPr lang="en-US" sz="2800" dirty="0"/>
              <a:t>Thy commandments to fulfill.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Intervarsity Christian Fellowship</a:t>
            </a:r>
          </a:p>
        </p:txBody>
      </p:sp>
    </p:spTree>
    <p:extLst>
      <p:ext uri="{BB962C8B-B14F-4D97-AF65-F5344CB8AC3E}">
        <p14:creationId xmlns:p14="http://schemas.microsoft.com/office/powerpoint/2010/main" val="2310519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#253 God, All Nature Sings They Glory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#253 God, All Nature Sings They Glory</dc:title>
  <dc:creator>Eric Hoogendoorn</dc:creator>
  <cp:lastModifiedBy>Eric Hoogendoorn</cp:lastModifiedBy>
  <cp:revision>1</cp:revision>
  <dcterms:created xsi:type="dcterms:W3CDTF">2020-08-07T02:34:32Z</dcterms:created>
  <dcterms:modified xsi:type="dcterms:W3CDTF">2020-08-07T02:35:02Z</dcterms:modified>
</cp:coreProperties>
</file>