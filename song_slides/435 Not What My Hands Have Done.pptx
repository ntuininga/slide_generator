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0" r:id="rId2"/>
    <p:sldId id="271" r:id="rId3"/>
    <p:sldId id="272" r:id="rId4"/>
    <p:sldId id="273" r:id="rId5"/>
    <p:sldId id="27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22" d="100"/>
          <a:sy n="122" d="100"/>
        </p:scale>
        <p:origin x="96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159656-089C-4905-BB37-AB51C90A579F}" type="datetimeFigureOut">
              <a:rPr lang="en-US" smtClean="0"/>
              <a:t>11/18/2022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3C699-0E01-4B44-B82C-7A4CA80A2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996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7662C-1022-4A78-A345-FE3E6E652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B2BA50-4F59-4F9C-9660-FBB07A05E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5AED5-9E98-4167-8FEC-A77C6A639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2A3F-FD9D-4020-B12C-AF8EC9675B0A}" type="datetime1">
              <a:rPr lang="en-US" smtClean="0"/>
              <a:t>11/18/2022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7608D-8100-42BC-8EF6-6EFBB70E8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34951-A8CC-4D9E-BF1D-F0BB23915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B72F-1E64-42B4-A6F3-A394E4C38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3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618E-52C7-4E2D-81D5-DDEF56DF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BF34C-7496-4785-9E84-082A90F8E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CAC18-4097-4C29-A7FF-9220D3230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7BC22-0578-4C58-85BB-415A18EF5534}" type="datetime1">
              <a:rPr lang="en-US" smtClean="0"/>
              <a:t>11/18/2022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0E324-5394-412E-B85F-67047F95D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00F26-F476-4EB8-9BE1-EBFC40D4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B72F-1E64-42B4-A6F3-A394E4C38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53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2BE32-366D-4474-89D8-E5A5D8F4A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27E80-A2C3-45B1-83D4-4C77E021A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F54F4-A1B0-4F52-80DE-5BE7B0915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1C73-1655-4B1D-A9C5-E921F2FBBF8C}" type="datetime1">
              <a:rPr lang="en-US" smtClean="0"/>
              <a:t>11/18/2022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88219-24E0-498D-9E2A-A9FCA365D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B23B8-7893-4D25-8A3B-A60091B3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B72F-1E64-42B4-A6F3-A394E4C38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916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DC985-C689-47B7-A8E7-AA1DA16AB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06F32-F133-47ED-BEC1-A8A65BB388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0ABE1-2B54-4A2D-A263-3861E9AA9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84CC80-7021-4D94-AC52-F7B80AD93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4E246-C0AF-4655-A480-CB4A77E8D353}" type="datetime1">
              <a:rPr lang="en-US" smtClean="0"/>
              <a:t>11/18/2022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C6C29-20E4-472F-9F5F-83B8AEF20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36EDA-B811-40A4-B1A8-3B9FF7613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B72F-1E64-42B4-A6F3-A394E4C38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87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CD10-6033-4B19-AF77-30C689317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7814C-ACB0-4695-9672-391FE592C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2304F4-1E63-47F7-8483-677B6839E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8A7B25-03DD-40C0-BB9C-4A4A208C59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1D270B-8CEB-48F0-A567-D345DBE88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243715-956F-4C0E-8326-0A784D143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946F-FDCF-46C1-81E8-203310B5DBEC}" type="datetime1">
              <a:rPr lang="en-US" smtClean="0"/>
              <a:t>11/18/2022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16327D-7BCF-4035-B096-5637A5C13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14CE64-B9AE-49DC-AF17-39B7DFD81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B72F-1E64-42B4-A6F3-A394E4C38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31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2119D-47D5-46A4-9E3B-F1E858D29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281572-FBBD-4018-8D51-DC302848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E51E-D8ED-403C-B5F5-46509A802135}" type="datetime1">
              <a:rPr lang="en-US" smtClean="0"/>
              <a:t>11/18/2022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1399B8-DC0C-4AAC-8299-8C0D9DA67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2FD0F-4907-407F-AE77-AD66ED3E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B72F-1E64-42B4-A6F3-A394E4C38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9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670214-4328-49BB-ABB0-566990FA9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C2A8F-FB43-4A10-86B3-C6CC87E5755A}" type="datetime1">
              <a:rPr lang="en-US" smtClean="0"/>
              <a:t>11/18/2022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82425D-3FE3-4930-8E1E-E3476C91E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CC7C6-EB53-4C7F-B406-5260347FB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B72F-1E64-42B4-A6F3-A394E4C38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992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F4374-9D4B-4D75-91AE-1AAF7763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A7526-C3B3-4916-AE9E-7F71B939C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8DEEA-817F-4DB5-A985-99D68DE46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4737D-E97C-4D82-89B5-43F514C8D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B7E0-988C-4A03-A347-049FD74ABC7B}" type="datetime1">
              <a:rPr lang="en-US" smtClean="0"/>
              <a:t>11/18/2022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631B6-9B56-4FDB-BE4B-522E3D2E0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649D1-13DF-407B-BC62-CD19E438B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B72F-1E64-42B4-A6F3-A394E4C38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877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708E0-6C22-4EE0-8B88-215B87ED9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6D075B-C162-46DF-897F-DA662E2CE4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231E8-3677-469D-B3FD-5E6B8D456F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E3935-BB83-4558-9F28-E5D546A88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02B23-74A2-41A3-8779-98F44C4315BE}" type="datetime1">
              <a:rPr lang="en-US" smtClean="0"/>
              <a:t>11/18/2022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6A692-5F69-44DE-A1D5-E9C092D0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4AA91-A615-4DDA-A424-8FC032A7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B72F-1E64-42B4-A6F3-A394E4C38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349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49210-AE25-4BA0-8368-162943E3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8B893-F081-46CE-9389-4A90690F4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0305E-3BF4-4257-8567-628549EE8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BF32-A4F0-4B6D-987F-F8D3CB0451E2}" type="datetime1">
              <a:rPr lang="en-US" smtClean="0"/>
              <a:t>11/18/2022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EB1EE-0342-419C-9C29-B20541B9B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E4C1E-B4F8-4C62-9A64-9FDE8EAA0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B72F-1E64-42B4-A6F3-A394E4C38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85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FAC36D-4BDD-4FE6-BDC0-5FF17F9AF6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0B9FD-21E8-4901-9EC1-CB36BC24C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1339C-238E-4063-B323-501E53C4C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0A078-C040-4360-BCF2-5C23B0B38AC9}" type="datetime1">
              <a:rPr lang="en-US" smtClean="0"/>
              <a:t>11/18/2022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64E9F-A1ED-4B37-888C-9CC2BFCA7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42530-6999-4E2A-BEEF-5470277A0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B72F-1E64-42B4-A6F3-A394E4C38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604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2068F5-94F3-463F-AF80-8F10E3AA2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5EA0E-A6C5-4BE5-A5AB-24C599C5F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F01B9-EBA3-4752-94B7-C7D2DA9658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DF8BD-BEB8-4C1D-BE92-BD3DFD5CA688}" type="datetime1">
              <a:rPr lang="en-US" smtClean="0"/>
              <a:t>11/18/2022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2422E-8E34-4190-B8BA-AD848817D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E4655-7A52-4518-ACEF-EF7EB8ED2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DB72F-1E64-42B4-A6F3-A394E4C38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35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#435 Not What My Hands Have Done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/>
              <a:t>1. </a:t>
            </a:r>
            <a:r>
              <a:rPr lang="en-CA" sz="2800"/>
              <a:t>Not </a:t>
            </a:r>
            <a:r>
              <a:rPr lang="en-CA" sz="2800" dirty="0"/>
              <a:t>what my hands have done </a:t>
            </a:r>
            <a:br>
              <a:rPr lang="en-CA" sz="2800" dirty="0"/>
            </a:br>
            <a:r>
              <a:rPr lang="en-CA" sz="2800" dirty="0"/>
              <a:t>can save my guilty soul;</a:t>
            </a:r>
            <a:br>
              <a:rPr lang="en-CA" sz="2800" dirty="0"/>
            </a:br>
            <a:r>
              <a:rPr lang="en-CA" sz="2800" dirty="0"/>
              <a:t>not what my toiling flesh has borne </a:t>
            </a:r>
            <a:br>
              <a:rPr lang="en-CA" sz="2800" dirty="0"/>
            </a:br>
            <a:r>
              <a:rPr lang="en-CA" sz="2800" dirty="0"/>
              <a:t>can make my spirit whole.</a:t>
            </a:r>
            <a:br>
              <a:rPr lang="en-CA" sz="2800" dirty="0"/>
            </a:br>
            <a:r>
              <a:rPr lang="en-CA" sz="2800" dirty="0"/>
              <a:t>Not what I feel or do </a:t>
            </a:r>
            <a:br>
              <a:rPr lang="en-CA" sz="2800" dirty="0"/>
            </a:br>
            <a:r>
              <a:rPr lang="en-CA" sz="2800" dirty="0"/>
              <a:t>can give me peace with God;</a:t>
            </a:r>
            <a:br>
              <a:rPr lang="en-CA" sz="2800" dirty="0"/>
            </a:br>
            <a:r>
              <a:rPr lang="en-CA" sz="2800" dirty="0"/>
              <a:t>not all my prayers and sighs and tears </a:t>
            </a:r>
            <a:br>
              <a:rPr lang="en-CA" sz="2800" dirty="0"/>
            </a:br>
            <a:r>
              <a:rPr lang="en-CA" sz="2800" dirty="0"/>
              <a:t>can bear my awful load.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421104-3B5E-44FB-A97C-F19111D8B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05239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  </a:t>
            </a:r>
            <a:r>
              <a:rPr lang="en-CA" sz="2800" dirty="0"/>
              <a:t>Thy work alone, O Christ, </a:t>
            </a:r>
            <a:br>
              <a:rPr lang="en-CA" sz="2800" dirty="0"/>
            </a:br>
            <a:r>
              <a:rPr lang="en-CA" sz="2800" dirty="0"/>
              <a:t>can ease this weight of sin;</a:t>
            </a:r>
            <a:br>
              <a:rPr lang="en-CA" sz="2800" dirty="0"/>
            </a:br>
            <a:r>
              <a:rPr lang="en-CA" sz="2800" dirty="0"/>
              <a:t>thy blood alone, O Lamb of God, </a:t>
            </a:r>
            <a:br>
              <a:rPr lang="en-CA" sz="2800" dirty="0"/>
            </a:br>
            <a:r>
              <a:rPr lang="en-CA" sz="2800" dirty="0"/>
              <a:t>can give me peace within.</a:t>
            </a:r>
            <a:br>
              <a:rPr lang="en-CA" sz="2800" dirty="0"/>
            </a:br>
            <a:r>
              <a:rPr lang="en-CA" sz="2800" dirty="0"/>
              <a:t>Thy love to me, O God, </a:t>
            </a:r>
            <a:br>
              <a:rPr lang="en-CA" sz="2800" dirty="0"/>
            </a:br>
            <a:r>
              <a:rPr lang="en-CA" sz="2800" dirty="0"/>
              <a:t>not mine, O Lord, to thee,</a:t>
            </a:r>
            <a:br>
              <a:rPr lang="en-CA" sz="2800" dirty="0"/>
            </a:br>
            <a:r>
              <a:rPr lang="en-CA" sz="2800" dirty="0"/>
              <a:t>can rid me of this dark unrest, </a:t>
            </a:r>
            <a:br>
              <a:rPr lang="en-CA" sz="2800" dirty="0"/>
            </a:br>
            <a:r>
              <a:rPr lang="en-CA" sz="2800" dirty="0"/>
              <a:t>and set my spirit free.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BE327B-5F60-4661-A54D-0EF56022F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4992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Thy grace alone, O God, </a:t>
            </a:r>
            <a:br>
              <a:rPr lang="en-CA" sz="2800" dirty="0"/>
            </a:br>
            <a:r>
              <a:rPr lang="en-CA" sz="2800" dirty="0"/>
              <a:t>to me can pardon speak;</a:t>
            </a:r>
            <a:br>
              <a:rPr lang="en-CA" sz="2800" dirty="0"/>
            </a:br>
            <a:r>
              <a:rPr lang="en-CA" sz="2800" dirty="0"/>
              <a:t>thy </a:t>
            </a:r>
            <a:r>
              <a:rPr lang="en-CA" sz="2800" dirty="0" err="1"/>
              <a:t>pow'r</a:t>
            </a:r>
            <a:r>
              <a:rPr lang="en-CA" sz="2800" dirty="0"/>
              <a:t> alone, O Son of God, </a:t>
            </a:r>
            <a:br>
              <a:rPr lang="en-CA" sz="2800" dirty="0"/>
            </a:br>
            <a:r>
              <a:rPr lang="en-CA" sz="2800" dirty="0"/>
              <a:t>can this sore bondage break.</a:t>
            </a:r>
            <a:br>
              <a:rPr lang="en-CA" sz="2800" dirty="0"/>
            </a:br>
            <a:r>
              <a:rPr lang="en-CA" sz="2800" dirty="0"/>
              <a:t>No other work, save thine, </a:t>
            </a:r>
            <a:br>
              <a:rPr lang="en-CA" sz="2800" dirty="0"/>
            </a:br>
            <a:r>
              <a:rPr lang="en-CA" sz="2800" dirty="0"/>
              <a:t>no other blood will do;</a:t>
            </a:r>
            <a:br>
              <a:rPr lang="en-CA" sz="2800" dirty="0"/>
            </a:br>
            <a:r>
              <a:rPr lang="en-CA" sz="2800" dirty="0"/>
              <a:t>no strength, save that which is divine, </a:t>
            </a:r>
            <a:br>
              <a:rPr lang="en-CA" sz="2800" dirty="0"/>
            </a:br>
            <a:r>
              <a:rPr lang="en-CA" sz="2800" dirty="0"/>
              <a:t>can bear me safely through.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142B2C-48A3-45FF-B97D-DCF21EC1A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78228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CA" sz="2800" dirty="0"/>
              <a:t>I bless the Christ of God; </a:t>
            </a:r>
            <a:br>
              <a:rPr lang="en-CA" sz="2800" dirty="0"/>
            </a:br>
            <a:r>
              <a:rPr lang="en-CA" sz="2800" dirty="0"/>
              <a:t>I rest on love divine;</a:t>
            </a:r>
            <a:br>
              <a:rPr lang="en-CA" sz="2800" dirty="0"/>
            </a:br>
            <a:r>
              <a:rPr lang="en-CA" sz="2800" dirty="0"/>
              <a:t>and with </a:t>
            </a:r>
            <a:r>
              <a:rPr lang="en-CA" sz="2800" dirty="0" err="1"/>
              <a:t>unfalt'ring</a:t>
            </a:r>
            <a:r>
              <a:rPr lang="en-CA" sz="2800" dirty="0"/>
              <a:t> lip and heart, </a:t>
            </a:r>
            <a:br>
              <a:rPr lang="en-CA" sz="2800" dirty="0"/>
            </a:br>
            <a:r>
              <a:rPr lang="en-CA" sz="2800" dirty="0"/>
              <a:t>I call this Savior mine.</a:t>
            </a:r>
            <a:br>
              <a:rPr lang="en-CA" sz="2800" dirty="0"/>
            </a:br>
            <a:r>
              <a:rPr lang="en-CA" sz="2800" dirty="0"/>
              <a:t>His cross dispels each doubt; </a:t>
            </a:r>
            <a:br>
              <a:rPr lang="en-CA" sz="2800" dirty="0"/>
            </a:br>
            <a:r>
              <a:rPr lang="en-CA" sz="2800" dirty="0"/>
              <a:t>I bury in his tomb</a:t>
            </a:r>
            <a:br>
              <a:rPr lang="en-CA" sz="2800" dirty="0"/>
            </a:br>
            <a:r>
              <a:rPr lang="en-CA" sz="2800" dirty="0"/>
              <a:t>each thought of unbelief and fear, </a:t>
            </a:r>
            <a:br>
              <a:rPr lang="en-CA" sz="2800" dirty="0"/>
            </a:br>
            <a:r>
              <a:rPr lang="en-CA" sz="2800" dirty="0"/>
              <a:t>each </a:t>
            </a:r>
            <a:r>
              <a:rPr lang="en-CA" sz="2800" dirty="0" err="1"/>
              <a:t>ling'ring</a:t>
            </a:r>
            <a:r>
              <a:rPr lang="en-CA" sz="2800" dirty="0"/>
              <a:t> shade of gloom.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34A556-C61C-4635-B3E4-F5D4F7A53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6043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I praise the God of grace; </a:t>
            </a:r>
            <a:br>
              <a:rPr lang="en-CA" sz="2800" dirty="0"/>
            </a:br>
            <a:r>
              <a:rPr lang="en-CA" sz="2800" dirty="0"/>
              <a:t>I trust his truth and might;</a:t>
            </a:r>
            <a:br>
              <a:rPr lang="en-CA" sz="2800" dirty="0"/>
            </a:br>
            <a:r>
              <a:rPr lang="en-CA" sz="2800" dirty="0"/>
              <a:t>he calls me his, I call him mine, </a:t>
            </a:r>
            <a:br>
              <a:rPr lang="en-CA" sz="2800" dirty="0"/>
            </a:br>
            <a:r>
              <a:rPr lang="en-CA" sz="2800" dirty="0"/>
              <a:t>my God, my joy, my light.</a:t>
            </a:r>
            <a:br>
              <a:rPr lang="en-CA" sz="2800" dirty="0"/>
            </a:br>
            <a:r>
              <a:rPr lang="en-CA" sz="2800" dirty="0" err="1"/>
              <a:t>'Tis</a:t>
            </a:r>
            <a:r>
              <a:rPr lang="en-CA" sz="2800" dirty="0"/>
              <a:t> he who </a:t>
            </a:r>
            <a:r>
              <a:rPr lang="en-CA" sz="2800" dirty="0" err="1"/>
              <a:t>saveth</a:t>
            </a:r>
            <a:r>
              <a:rPr lang="en-CA" sz="2800" dirty="0"/>
              <a:t> me, </a:t>
            </a:r>
            <a:br>
              <a:rPr lang="en-CA" sz="2800" dirty="0"/>
            </a:br>
            <a:r>
              <a:rPr lang="en-CA" sz="2800" dirty="0"/>
              <a:t>and freely pardon gives;</a:t>
            </a:r>
            <a:br>
              <a:rPr lang="en-CA" sz="2800" dirty="0"/>
            </a:br>
            <a:r>
              <a:rPr lang="en-CA" sz="2800" dirty="0"/>
              <a:t>I love because he loveth me, </a:t>
            </a:r>
            <a:br>
              <a:rPr lang="en-CA" sz="2800" dirty="0"/>
            </a:br>
            <a:r>
              <a:rPr lang="en-CA" sz="2800" dirty="0"/>
              <a:t>I live because he lives.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361839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378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#435 Not What My Hands Have Done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#435 Not What My Hands Have Done</dc:title>
  <dc:creator>Eric Hoogendoorn</dc:creator>
  <cp:lastModifiedBy>Neil Tuininga</cp:lastModifiedBy>
  <cp:revision>3</cp:revision>
  <dcterms:created xsi:type="dcterms:W3CDTF">2020-04-25T02:33:53Z</dcterms:created>
  <dcterms:modified xsi:type="dcterms:W3CDTF">2022-11-18T17:21:07Z</dcterms:modified>
</cp:coreProperties>
</file>