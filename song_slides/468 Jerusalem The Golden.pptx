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06" r:id="rId3"/>
    <p:sldId id="307" r:id="rId4"/>
    <p:sldId id="30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F86B-91F3-4B0C-A0E8-D38DB8543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739F1-E79E-42BE-A4E8-3E20A4EC7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37A2D-E55E-489D-B0C1-57CF105F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DBE0B-F25D-4A03-BDD0-C4B1CD17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53F1D-0A28-45ED-B042-D3E6B19F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4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54F7-DB34-4193-BEC8-EFA3C254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90817-34C7-496F-B8B9-D1A7229C7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9EAA-2CD4-4E83-8EC5-882A786E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E3F94-B350-4DB4-A7D6-F7D43B25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DE521-7841-41FB-ACA9-80EB7091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3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562B-9F95-4A1A-B61F-B164284E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17DD7-CDAB-4F37-B691-259130323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68EB1-0E9A-4966-A5E0-51F890C5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59023-C652-4D1E-8412-08C39AAC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E5B90-1570-4A5E-AEA3-63956D14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7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00A9-1E54-40FF-90B4-A73D92046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854BB-3B93-4E16-A583-128E9516A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D2E4-0338-4F65-B200-A7DF05114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D5AA5-A6BF-4D09-8F20-85C328FF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9C275-8346-448D-BDA6-75D42229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795CF-D335-44B9-BC3B-34D61290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1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136F7-648A-4FB5-8D4F-37D59BD5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1FFC0-0DB6-4B8C-9D49-FACED678F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1B055-2B63-4F34-8FA3-07817A2D7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E9D73-D2F1-4282-8A82-3F2621721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D9140-12FC-4DBF-AFA3-C03E76D22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46125-131C-49C7-B082-5FC8A94B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71699-5E8E-4550-B7CB-18499F5B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95B59-10CE-4E6D-B730-235DF35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8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4AFC-8E4C-44D1-9DAC-BB4BF38A7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242AC-A47B-4C21-9C40-B73B744F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DBE00-05E5-4764-90BF-30D67BFA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3FB8A-1CC0-4127-9077-8B5DE901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5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5A800-C3FE-4D95-8FBA-EAE79E91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94794D-22F8-4323-8F88-529EC9A7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5D10-92F7-4367-837E-383299B9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49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26AF6-F5C5-43CC-B19D-566D97C1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3A676-3971-49CE-92DA-8ABC24CE1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D599-5B80-4940-A9E2-9ED50FF0C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745D1-3DDB-4C96-A429-77DAD226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6AE3F-F7A6-4211-90DC-837F1ED2F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378DB-6BE8-4857-ABD1-CE7E9D29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8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14D7-413A-49B6-9BFA-686303DF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74899-9ADB-456D-B817-8656F0E0B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C5AA6-8E23-4426-BD40-CCE01CE97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8E579-C9CF-423E-8CFA-FA188F3F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CE2F4-D32C-410C-A14B-614D93277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0D37B-EFF6-4336-98AA-F01BF7C0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64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D460-3DE1-43A6-93E6-131DD6342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153B2-A4E6-417E-9FAE-7BE72390C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F7502-12DA-41A0-96EF-20FE1024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74BEF-F020-4446-B0FF-84893F8CD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32941-C2BD-408F-988A-4A90551FC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7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D84A13-5CEF-4DA6-8BAA-55A66CA70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AB10A-8BDB-483F-BB15-F59B8B9E7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C68A7-F035-4956-A420-D16ADC821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4C506-859D-4095-93E4-1CD34A04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E6AF8-0CB9-4130-9F67-A77DA4A0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52F236-02FF-44FF-89E3-D199D6B3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26001-09BC-4D5F-B8B6-4DC549796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8067-612F-42C1-8E23-4942D6F8E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157C2-02F3-418A-985F-DCAF0583A7F9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D884B-668B-4F9B-BF11-AD30C2828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C0EB-B37A-4156-B2B8-B7D95EBA5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51C03-642F-464B-9BA7-21F3B9848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6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#468 Jerusalem the Golden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Jerusalem the golden,</a:t>
            </a:r>
            <a:br>
              <a:rPr lang="en-US" sz="2800" dirty="0"/>
            </a:br>
            <a:r>
              <a:rPr lang="en-US" sz="2800" dirty="0"/>
              <a:t>with milk and honey blest,</a:t>
            </a:r>
            <a:br>
              <a:rPr lang="en-US" sz="2800" dirty="0"/>
            </a:br>
            <a:r>
              <a:rPr lang="en-US" sz="2800" dirty="0"/>
              <a:t>beneath your contemplation</a:t>
            </a:r>
            <a:br>
              <a:rPr lang="en-US" sz="2800" dirty="0"/>
            </a:br>
            <a:r>
              <a:rPr lang="en-US" sz="2800" dirty="0"/>
              <a:t>sink heart and voice oppressed.</a:t>
            </a:r>
            <a:br>
              <a:rPr lang="en-US" sz="2800" dirty="0"/>
            </a:br>
            <a:r>
              <a:rPr lang="en-US" sz="2800" dirty="0"/>
              <a:t>I know not, O I know not,</a:t>
            </a:r>
            <a:br>
              <a:rPr lang="en-US" sz="2800" dirty="0"/>
            </a:br>
            <a:r>
              <a:rPr lang="en-US" sz="2800" dirty="0"/>
              <a:t>what joys await us there;</a:t>
            </a:r>
            <a:br>
              <a:rPr lang="en-US" sz="2800" dirty="0"/>
            </a:br>
            <a:r>
              <a:rPr lang="en-US" sz="2800" dirty="0"/>
              <a:t>what radiancy of glory,</a:t>
            </a:r>
            <a:br>
              <a:rPr lang="en-US" sz="2800" dirty="0"/>
            </a:br>
            <a:r>
              <a:rPr lang="en-US" sz="2800" dirty="0"/>
              <a:t>what bliss beyond compare.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26674-4FC7-4686-AD00-835EEE93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49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They stand, those halls of Zion,</a:t>
            </a:r>
            <a:br>
              <a:rPr lang="en-US" sz="2800" dirty="0"/>
            </a:br>
            <a:r>
              <a:rPr lang="en-US" sz="2800" dirty="0"/>
              <a:t>all jubilant with song,</a:t>
            </a:r>
            <a:br>
              <a:rPr lang="en-US" sz="2800" dirty="0"/>
            </a:br>
            <a:r>
              <a:rPr lang="en-US" sz="2800" dirty="0"/>
              <a:t>and bright with many an angel,</a:t>
            </a:r>
            <a:br>
              <a:rPr lang="en-US" sz="2800" dirty="0"/>
            </a:br>
            <a:r>
              <a:rPr lang="en-US" sz="2800" dirty="0"/>
              <a:t>and all the martyr throng.</a:t>
            </a:r>
            <a:br>
              <a:rPr lang="en-US" sz="2800" dirty="0"/>
            </a:br>
            <a:r>
              <a:rPr lang="en-US" sz="2800" dirty="0"/>
              <a:t>The Prince is ever in them,</a:t>
            </a:r>
            <a:br>
              <a:rPr lang="en-US" sz="2800" dirty="0"/>
            </a:br>
            <a:r>
              <a:rPr lang="en-US" sz="2800" dirty="0"/>
              <a:t>the daylight is serene;</a:t>
            </a:r>
            <a:br>
              <a:rPr lang="en-US" sz="2800" dirty="0"/>
            </a:br>
            <a:r>
              <a:rPr lang="en-US" sz="2800" dirty="0"/>
              <a:t>the pastures of the blessed</a:t>
            </a:r>
            <a:br>
              <a:rPr lang="en-US" sz="2800" dirty="0"/>
            </a:br>
            <a:r>
              <a:rPr lang="en-US" sz="2800" dirty="0"/>
              <a:t>are decked in glorious sheen.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0EE57-A382-4639-939C-EFB9CE89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1492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There is the throne of David;</a:t>
            </a:r>
            <a:br>
              <a:rPr lang="en-US" sz="2800" dirty="0"/>
            </a:br>
            <a:r>
              <a:rPr lang="en-US" sz="2800" dirty="0"/>
              <a:t>and there, from care released,</a:t>
            </a:r>
            <a:br>
              <a:rPr lang="en-US" sz="2800" dirty="0"/>
            </a:br>
            <a:r>
              <a:rPr lang="en-US" sz="2800" dirty="0"/>
              <a:t>the song of them that triumph,</a:t>
            </a:r>
            <a:br>
              <a:rPr lang="en-US" sz="2800" dirty="0"/>
            </a:br>
            <a:r>
              <a:rPr lang="en-US" sz="2800" dirty="0"/>
              <a:t>the shout of them that feast;</a:t>
            </a:r>
            <a:br>
              <a:rPr lang="en-US" sz="2800" dirty="0"/>
            </a:br>
            <a:r>
              <a:rPr lang="en-US" sz="2800" dirty="0"/>
              <a:t>and they who with their Leader</a:t>
            </a:r>
            <a:br>
              <a:rPr lang="en-US" sz="2800" dirty="0"/>
            </a:br>
            <a:r>
              <a:rPr lang="en-US" sz="2800" dirty="0"/>
              <a:t>have conquered in the fight,</a:t>
            </a:r>
            <a:br>
              <a:rPr lang="en-US" sz="2800" dirty="0"/>
            </a:br>
            <a:r>
              <a:rPr lang="en-US" sz="2800" dirty="0"/>
              <a:t>forever and forever</a:t>
            </a:r>
            <a:br>
              <a:rPr lang="en-US" sz="2800" dirty="0"/>
            </a:br>
            <a:r>
              <a:rPr lang="en-US" sz="2800" dirty="0"/>
              <a:t>are clad in robes of white.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0EE57-A382-4639-939C-EFB9CE89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69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O sweet and blessed country,</a:t>
            </a:r>
            <a:br>
              <a:rPr lang="en-US" sz="2800" dirty="0"/>
            </a:br>
            <a:r>
              <a:rPr lang="en-US" sz="2800" dirty="0"/>
              <a:t>the home of God's elect!</a:t>
            </a:r>
            <a:br>
              <a:rPr lang="en-US" sz="2800" dirty="0"/>
            </a:br>
            <a:r>
              <a:rPr lang="en-US" sz="2800" dirty="0"/>
              <a:t>O sweet and blessed country</a:t>
            </a:r>
            <a:br>
              <a:rPr lang="en-US" sz="2800" dirty="0"/>
            </a:br>
            <a:r>
              <a:rPr lang="en-US" sz="2800" dirty="0"/>
              <a:t>that eager hearts expect!</a:t>
            </a:r>
            <a:br>
              <a:rPr lang="en-US" sz="2800" dirty="0"/>
            </a:br>
            <a:r>
              <a:rPr lang="en-US" sz="2800" dirty="0"/>
              <a:t>Jesus, in mercy bring us</a:t>
            </a:r>
            <a:br>
              <a:rPr lang="en-US" sz="2800" dirty="0"/>
            </a:br>
            <a:r>
              <a:rPr lang="en-US" sz="2800" dirty="0"/>
              <a:t>to that dear land of rest;</a:t>
            </a:r>
            <a:br>
              <a:rPr lang="en-US" sz="2800" dirty="0"/>
            </a:br>
            <a:r>
              <a:rPr lang="en-US" sz="2800" dirty="0"/>
              <a:t>who are, with God the Father</a:t>
            </a:r>
            <a:br>
              <a:rPr lang="en-US" sz="2800" dirty="0"/>
            </a:br>
            <a:r>
              <a:rPr lang="en-US" sz="2800" dirty="0"/>
              <a:t>and Spirit, ever blest.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0EE57-A382-4639-939C-EFB9CE89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411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#468 Jerusalem the Golden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#468 Jerusalem the Golden</dc:title>
  <dc:creator>Eric Hoogendoorn</dc:creator>
  <cp:lastModifiedBy>Eric Hoogendoorn</cp:lastModifiedBy>
  <cp:revision>1</cp:revision>
  <dcterms:created xsi:type="dcterms:W3CDTF">2020-05-16T03:05:17Z</dcterms:created>
  <dcterms:modified xsi:type="dcterms:W3CDTF">2020-05-16T03:05:55Z</dcterms:modified>
</cp:coreProperties>
</file>