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99459-F67C-4E8E-A264-8574CF04F7BE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8A51D-9EB3-41BA-8430-7C303790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8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8F4A-6DA0-D2BF-86EA-32D0C5FB0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A3025-885E-6083-66EB-44A96C1BC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9082D-D1C5-E49E-410E-B81A00D5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6CE-7008-411D-8115-4C53FAA3338A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86617-4CA9-DFA3-5151-B929DABD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08A2D-931E-AB11-C1AF-E3551A78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9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5447-BE8B-2172-F1A8-AD70A832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7012A-544B-FE96-000E-B67CC1355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F8306-B1E2-9435-813B-9D85CCAF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F567-ABD7-4B68-B008-02F16BE4668C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92076-BCE6-09F6-1E14-B814DDA9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36A1-FBA9-7447-D7CC-0104D327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2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0696-B259-786F-CEC8-1065BBD9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4E7-8D23-6FC8-B15D-06DFCB5D6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2EB6-ED6B-FD55-8ECE-6FF20255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1C69A-AC3B-423A-9A09-22AB87AAA402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9FB62-1DA9-C39B-FAC5-4BE3E562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5BCFD-7EEA-8D3B-B0A6-40998002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5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6E7A-BD05-CCE9-337C-A1358290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4B6B-A990-D12B-3962-A23AB981C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7F228-D57F-D956-021D-250938F30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A0E5C-8879-AC15-38FF-DCF87A811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1E34-19F1-486A-AEC3-E0710A33D88F}" type="datetime1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BD65B-EEAE-56BF-AA5B-91BD2240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143EB-D637-E684-54B4-E52C0E55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33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6294-E7F3-77ED-794A-9447D2CD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E074A-529C-7DEE-ED0B-35F8F2EA9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535EB-00DE-1301-7D7D-26F53F9E4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01778-BC95-DBA3-788D-D7C5DFA0C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2B94C-D684-0F32-9334-986E6F67E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C1BE8-91D3-5FDF-3DE7-1540DEBB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5AAE-55D2-4B7A-88B7-5926245BAFB8}" type="datetime1">
              <a:rPr lang="en-US" smtClean="0"/>
              <a:t>7/8/2022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32B34-FCDF-E6C9-EB5D-4953FB76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6AB45-4D3E-83E1-BB62-4B61207B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1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64E6-22A4-388D-EE52-F5B4266C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7B494-7F85-BBDE-699B-C1A7D3DA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4771-5A0D-4556-A8E6-88C1402E0C95}" type="datetime1">
              <a:rPr lang="en-US" smtClean="0"/>
              <a:t>7/8/2022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70559-A5B3-1F18-5874-5BADC742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BA96F-C364-1D98-A343-EE67C94D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3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0910B-526D-CECC-5930-6753611FB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5DB6-BF8E-4C60-82FC-818A26B980E3}" type="datetime1">
              <a:rPr lang="en-US" smtClean="0"/>
              <a:t>7/8/2022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1A6E2-A3C6-AD73-232B-6DAE3078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808A9-D30B-FD30-1D5A-EB82191C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9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B479-F31E-F6A2-386B-97006C8F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8FEB2-A8A7-D823-5B2F-4469DA5DE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D8091-D67C-16CB-F19F-4A250093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464FA-BFD2-2FD6-0FDA-851BCD58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EB8C-E7B6-406A-8162-DA21FF870146}" type="datetime1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C414A-B575-F918-1557-ABAD9104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8B818-BB87-1097-D5B2-A4F71EAA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7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0A63-B5B4-E6BF-992A-7A0FE9C0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76EB8-AF9C-7895-302F-9738CB930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DA93C-0CC7-FB7F-4416-5EA59EB64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94929-D413-470B-FF2B-403D32D4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8105-8250-4CCD-AE4E-A226757EAB5F}" type="datetime1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8568E-2ECD-1037-C873-CF1D4F94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C2F38-4E7E-C130-4273-C07AA561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F7F1-0756-75D6-1F38-FEF20B2D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9C5D7-D080-0817-EFF9-8C0B1E66D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C8BB7-E80C-425D-90AD-2A94450D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F46EF-0420-4515-8642-C0D27C889956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B834B-118B-0C91-BCB4-B1883644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280CC-13CA-1948-178B-E5F7DD0E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7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4C8CF-4F11-CC36-BDC3-844E320F2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9F997-8342-BCA5-0B33-2C7034950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F5339-6613-D237-0DF1-E4F771792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08766-B0A9-4C78-A0B5-12725B22BB15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4C24C-D650-F8BF-1E98-26BAF286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71795-610C-0F09-A1F1-30313120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E3397F-CBD2-D27D-489F-6C376ACA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9A86-4B85-56E5-9AB3-C7297E0E9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9CFAC-4451-DEB9-2F10-DAB5829E8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28027-FE61-4A4C-A21B-7C4D74C76DAF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9B773-7ABF-561C-D1E5-148BAC624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70786-81CF-683D-B240-78C6CF1FE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D0555-8EC2-43BB-ACE8-C3247137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3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D702-2B35-22CC-AFC7-3CC544DF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#335 Praise the Savior Now and Ever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BC9CF-8349-DF30-A800-E47DD10FB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Praise the Savior now and ever;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praise him, all beneath the skies;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prostrate lying,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suff'ring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 dying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on the cross, a sacrifice.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Vict'ry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gaining, life obtaining,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now in glory he doth rise.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A1B3D-8E97-CC22-FBD2-7677F964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83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DBFC-96B4-2D3A-17F9-8CAAFCDF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Man's work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faileth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 Christ's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availeth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is all our righteousness;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he, our Savior, has forever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set us free from dire distress.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Thro' his merit we inherit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light and peace and happiness.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5EDCE-7EC0-03D2-CD60-184FAFD2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7356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EEFF3-F928-8252-0FCC-204BBEEF5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Sin's bonds severed, we're delivered;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has bruised the serpent's head;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death no longer is the stronger;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hell itself is captive led.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 has risen from death's prison;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o'er the tomb he light has shed.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E67EC-76FE-69CF-8355-379AE4DC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8283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A80D-128E-2526-C80A-BDA1D3FDA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For his favor, praise forever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unto God the Father sing;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praise the Savior, praise him ever,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Son of God, our Lord and King.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Praise the Spirit; thro' Christ's merit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doth us salvation bring.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9660-BB73-A9E5-CC60-ABDCE677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0859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#335 Praise the Savior Now and Ever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#335 Praise the Savior Now and Ever</dc:title>
  <dc:creator>Neil Tuininga</dc:creator>
  <cp:lastModifiedBy>Neil Tuininga</cp:lastModifiedBy>
  <cp:revision>1</cp:revision>
  <dcterms:created xsi:type="dcterms:W3CDTF">2022-07-08T15:19:58Z</dcterms:created>
  <dcterms:modified xsi:type="dcterms:W3CDTF">2022-07-08T15:24:18Z</dcterms:modified>
</cp:coreProperties>
</file>