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A6812-FF58-40BC-84F0-5CD0195CC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04242-B11B-4FC7-9BB6-AF65992EF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8EEA0-B2D2-47BE-92A6-382B381DD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FDD00-F5AC-4BFD-9011-77C505C8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1DA49-7BE5-4CEB-B5AD-528F380A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391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E68C-93BA-4B4E-85AD-47956CDF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36DC-FE5B-49AA-8F7F-0D1A94763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4A92A-A9DE-40A0-B05B-5EDBE6A5D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324A1-E736-46C1-BF1B-E97FEBCE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D078F-AAF7-479E-9002-C7A24B06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919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5F06-4A64-4CBA-BB59-9BE5B18E3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4ECA7-2C3C-4581-8773-C17112CD4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6691D-F172-406B-B35D-46072037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FC530-0B20-452C-A72A-D07023B80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6105A-B47F-4BBF-B571-04D2F0FE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2391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DC2A-0290-4BA6-9C2D-B6B474EC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40D0-03AC-476B-898B-DE011827F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2A20E-C967-4786-ADE5-1A3B077FC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EE527-7A1C-487A-921D-D31952A3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97992-77F8-4DA4-BD0B-748159FC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160BA-921A-4743-9FB7-42B82D46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343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32C7E-E016-4E70-AFAC-FB4B1A53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C85FF-97F7-4329-9CC3-05B2E0A42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F95B8-56C8-4DE5-917E-0361C4C47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817E1-2927-4456-9201-60EC43FB6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DBAD05-F923-482B-87EB-7886E668A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1514-CF75-4488-9F85-BFADEADA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CEC1AC-7124-4C1E-A288-71F2F1151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974EC-9E0D-4EF5-9176-27E139B0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606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FAF2C-7B76-4A00-B74D-C649B780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22225-3AF5-47D6-B2A0-B721F76CB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0C903-0810-4188-8952-504281494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D6D8F-0685-4B97-BFAF-0071FA1B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256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EA57A-47CC-4450-B781-FFED612E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49E59-7322-4596-A124-FBF9BB1A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786BF-1FFA-4D21-917D-32B3D45C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884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88DBE-915D-47EA-8018-8112FFF8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20D61-44AC-41B9-9BDA-747F10CDB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C246B-3AC4-40DE-91B8-A212B3DAA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99249-335B-49C1-B081-650D603F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94EEF-FF50-4B2D-B6CE-D93ED4E4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9E915-D715-4820-9EB4-637DCA50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976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17A3-83A1-40D8-A14C-08F2EB8E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81EE6F-BBE3-4331-B58A-A5B05C78E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D7994-6E6E-4B97-8970-650C27510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DF4B1-BC24-4582-9EC5-55A3BB6A8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8302C-2445-4004-9767-6C7E730D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BADF4-A937-4B1A-9F12-0194B2F1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593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2D65-A8A6-4BED-BAE3-A2A96DE1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225BC-040A-4999-B798-3549E9CA4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5843D-B913-48E8-AE82-A4626473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69708-8CB3-4A66-BFF5-D092B7E6F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70557-C016-4B7F-980C-9401EC3D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387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AFC40-211F-4C2B-A3E5-F0CB939E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8E6CE6-286B-4BFA-B54A-1D9FC806D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A214-8999-4A07-95A7-CF75DCD7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20FB2-BEC0-4E8C-AA16-68437F332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6775C-03B5-4416-BDFA-AC7E685E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61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70A350-D48F-446A-A58B-EC81173C3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AE477-D1C6-4F8C-96B5-7C7025DE6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651DE-F782-45C2-B607-9EB5E84BE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1CE2-3F65-4002-92E3-E1C5D58E3374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55734-6E5B-490C-8848-1F618E15C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19115-C676-47DC-8D39-2959906FA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A3A05-72B8-4298-AF9C-D268F27DC9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692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A3F0AB-3616-4E8F-85E2-F677B8A1A29D}"/>
              </a:ext>
            </a:extLst>
          </p:cNvPr>
          <p:cNvSpPr txBox="1"/>
          <p:nvPr/>
        </p:nvSpPr>
        <p:spPr>
          <a:xfrm>
            <a:off x="611981" y="209550"/>
            <a:ext cx="10968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#419 O Zion, Haste, Your Mission High Fulfilling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352D0-416E-4B6C-B6B2-427C65FF0D03}"/>
              </a:ext>
            </a:extLst>
          </p:cNvPr>
          <p:cNvSpPr txBox="1"/>
          <p:nvPr/>
        </p:nvSpPr>
        <p:spPr>
          <a:xfrm>
            <a:off x="1890712" y="1764060"/>
            <a:ext cx="8410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Zion, haste, your mission high fulfilling,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tell to all the world that God is light;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he who made all nations is not willing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soul should perish, lost in shades of night.</a:t>
            </a:r>
          </a:p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Publish glad tidings, tidings of peace;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tidings of Jesus, redemption, and release.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091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54650F-E533-4859-B4AF-1845507A5E9F}"/>
              </a:ext>
            </a:extLst>
          </p:cNvPr>
          <p:cNvSpPr txBox="1"/>
          <p:nvPr/>
        </p:nvSpPr>
        <p:spPr>
          <a:xfrm>
            <a:off x="1685925" y="1659285"/>
            <a:ext cx="88201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Behold how many thousands still are lying,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bound in the darksome prison-house of sin,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none to tell them of the Savior's dying,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 of the life he died for them to win.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Publish glad tidings, tidings of peace;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tidings of Jesus, redemption, and release.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67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4B128-BAE9-4F27-A61D-B206C4199C89}"/>
              </a:ext>
            </a:extLst>
          </p:cNvPr>
          <p:cNvSpPr txBox="1"/>
          <p:nvPr/>
        </p:nvSpPr>
        <p:spPr>
          <a:xfrm>
            <a:off x="1771650" y="1659285"/>
            <a:ext cx="8648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Proclaim to ev'ry people, tongue, and nation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God, in whom they live and move, is love: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tell how he stooped to save his lost creation,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died on earth that we might live above.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Publish glad tidings, tidings of peace;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tidings of Jesus, redemption, and release.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149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35EC67-06F8-475D-B992-C490205973CD}"/>
              </a:ext>
            </a:extLst>
          </p:cNvPr>
          <p:cNvSpPr txBox="1"/>
          <p:nvPr/>
        </p:nvSpPr>
        <p:spPr>
          <a:xfrm>
            <a:off x="2266950" y="1659285"/>
            <a:ext cx="7658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Give of your own to bear the message glorious;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 of your wealth to speed them on their way;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out your soul for them in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pray'r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victorious;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all your spending Jesus will repay.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Publish glad tidings, tidings of peace;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tidings of Jesus, redemption, and release.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32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272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2021-05-21T17:41:59Z</dcterms:created>
  <dcterms:modified xsi:type="dcterms:W3CDTF">2021-05-21T17:44:34Z</dcterms:modified>
</cp:coreProperties>
</file>