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  <p:sldId id="2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9307-A280-4908-9A07-F91F95290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E2B79-AFDE-44C0-B257-F89C0F88A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61EE6-EFB3-44B9-AE08-F64DF7BD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DDBC3-1073-48F9-92D7-1F125B9D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0F8F-27DC-4F4C-84A3-48683CC8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2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95D0-A509-473A-8F2E-B9470540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3CC0-A751-433B-92E1-D0C2BB11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44F0F-EBFF-4C35-8A96-F1626A52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67AD9-216D-4AD3-A002-490ACF08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ADD7A-924E-4B57-B807-6B6B91E3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6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C8EA-3A6A-4276-BB39-DF0D3C94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CE39F-43F6-466C-884B-6CD7A0CA1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EEA7A-A0DC-4981-8340-3C410D58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5FE17-61DD-4562-B0FA-26F8F354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64AC-8BCF-479A-9310-49F9AD0C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E15E-DCDF-4E66-BD3C-6B7A78C6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492F4-08E3-4306-A956-F51955419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E2740-1874-4AEF-9034-DE4438BCB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2181F-BEE1-4DF4-89BB-C57675FD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006DA-84FC-41A3-9E25-2CBC5E2C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89050-900F-457D-80FA-78D6148A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BB65-1CC9-485C-A3A4-3DD32905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B5993-3384-42B7-BFFA-2F11AF111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3476A-9B8C-475B-A9C2-E0807D988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97753-4A44-4338-B928-A6031347B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8AAD1-F889-4F97-8EB2-73E491EDA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287BD-85AF-42AA-BB23-72C23F00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8C9CA3-7B39-460C-96F4-CC003A471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9B0D7-6C9E-4A07-80BD-AF9DF83E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0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24A3-EA4B-441F-A40F-5FC5F5BB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75ACF-2C9C-426D-A5A8-8C6B2916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BC15F-240A-40B0-BA3F-8E264550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C00CF-8829-4711-A44C-B1AA3FDF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0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F0BDA-0DD0-44DC-A144-BBF74F98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2CAAB-6509-45D3-9248-54670A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659C-0A98-4891-B51C-9273AA44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5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B9D9-A19E-4BC9-A55E-5DFCA51D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D6854-95B8-4A2F-A567-67E2AF65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02032-14AB-4B09-99D6-81712D804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FB34E-E925-4D53-8E58-3BC38EA7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5B9A9-5766-426C-B1DF-BAA079B3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674BC-48C6-4930-839C-4E3446E3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1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D3D0-3C8F-448A-A65F-D8C9FABA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CF9F4-CE76-4F02-BF05-03C4CABC2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60824-9FB8-4BE7-A6B1-13AA6399C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EDC7B-715C-4FCE-ACC5-14FDAF16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661DB-F2E7-4CCC-8634-E8B545EE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318E0-FAA1-4557-A3A2-1DFC6D41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0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AAE5-7001-426C-B676-E13BC5F9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569DB-90D6-40C0-BA65-4166F8A5E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8BEF-C7E1-490C-A774-24D40525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818C6-5A95-41D8-83D7-3D65AB14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B8DC-9741-4323-8771-BC1A5789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91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0ACC66-AD06-4F3F-8959-E82584754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82FB2-B444-469E-929B-85EFC2B33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C1A48-B7CB-4623-9BBA-6E5203E2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6EA25-95EF-4205-915F-82EE4A30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59BA5-CB3D-465F-A822-73EE77165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5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B1502-266A-45CA-A483-56A744EB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DD05-19C5-4026-A868-3B1D690B3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5EA37-A120-4F50-A2E7-A8B607F11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8DF48-C797-4342-B900-0D43FFC231D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BBA0F-BBCE-4B0A-842A-D6D04CE77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2526E-3CEA-4D0E-A46D-37CFA1B47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3D826-163C-4622-92EA-2538A57DF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9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#43B Judge Me, God of My Salvation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165302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Judge me, God of my salvation,</a:t>
            </a:r>
            <a:br>
              <a:rPr lang="en-US" sz="2800" dirty="0"/>
            </a:br>
            <a:r>
              <a:rPr lang="en-US" sz="2800" dirty="0"/>
              <a:t>plead my cause, for thee I trust;</a:t>
            </a:r>
            <a:br>
              <a:rPr lang="en-US" sz="2800" dirty="0"/>
            </a:br>
            <a:r>
              <a:rPr lang="en-US" sz="2800" dirty="0"/>
              <a:t>hear my earnest supplication,</a:t>
            </a:r>
            <a:br>
              <a:rPr lang="en-US" sz="2800" dirty="0"/>
            </a:br>
            <a:r>
              <a:rPr lang="en-US" sz="2800" dirty="0"/>
              <a:t>save me from my foes unjust.</a:t>
            </a:r>
          </a:p>
          <a:p>
            <a:pPr lvl="0" algn="ctr"/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/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</a:t>
            </a:r>
          </a:p>
          <a:p>
            <a:pPr lvl="0" algn="ctr"/>
            <a:r>
              <a:rPr lang="en-US" sz="2800" dirty="0"/>
              <a:t>O my soul, why art thou grieving?</a:t>
            </a:r>
            <a:br>
              <a:rPr lang="en-US" sz="2800" dirty="0"/>
            </a:br>
            <a:r>
              <a:rPr lang="en-US" sz="2800" dirty="0"/>
              <a:t>What disquiets and dismays?</a:t>
            </a:r>
            <a:br>
              <a:rPr lang="en-US" sz="2800" dirty="0"/>
            </a:br>
            <a:r>
              <a:rPr lang="en-US" sz="2800" dirty="0"/>
              <a:t>Hope in God; his help receiving,</a:t>
            </a:r>
            <a:br>
              <a:rPr lang="en-US" sz="2800" dirty="0"/>
            </a:br>
            <a:r>
              <a:rPr lang="en-US" sz="2800" dirty="0"/>
              <a:t>I shall yet my Savior praise.</a:t>
            </a:r>
            <a:endParaRPr kumimoji="0" lang="en-CA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CEB73-BA06-4BFC-BBB1-7F898AB2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80798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On thy strength alone relying,</a:t>
            </a:r>
            <a:br>
              <a:rPr lang="en-US" sz="2800" dirty="0"/>
            </a:br>
            <a:r>
              <a:rPr lang="en-US" sz="2800" dirty="0"/>
              <a:t>why am I cast off by thee,</a:t>
            </a:r>
            <a:br>
              <a:rPr lang="en-US" sz="2800" dirty="0"/>
            </a:br>
            <a:r>
              <a:rPr lang="en-US" sz="2800" dirty="0"/>
              <a:t>in my helpless sorrow sighing,</a:t>
            </a:r>
            <a:br>
              <a:rPr lang="en-US" sz="2800" dirty="0"/>
            </a:br>
            <a:r>
              <a:rPr lang="en-US" sz="2800" dirty="0"/>
              <a:t>while the foe oppresses me?</a:t>
            </a:r>
          </a:p>
          <a:p>
            <a:pPr algn="ctr"/>
            <a:endParaRPr lang="en-US" sz="2800" dirty="0"/>
          </a:p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Refrain</a:t>
            </a:r>
          </a:p>
          <a:p>
            <a:pPr lvl="0" algn="ctr"/>
            <a:r>
              <a:rPr lang="en-US" sz="2800" dirty="0"/>
              <a:t>O my soul, why art thou grieving?</a:t>
            </a:r>
            <a:br>
              <a:rPr lang="en-US" sz="2800" dirty="0"/>
            </a:br>
            <a:r>
              <a:rPr lang="en-US" sz="2800" dirty="0"/>
              <a:t>What disquiets and dismays?</a:t>
            </a:r>
            <a:br>
              <a:rPr lang="en-US" sz="2800" dirty="0"/>
            </a:br>
            <a:r>
              <a:rPr lang="en-US" sz="2800" dirty="0"/>
              <a:t>Hope in God; his help receiving,</a:t>
            </a:r>
            <a:br>
              <a:rPr lang="en-US" sz="2800" dirty="0"/>
            </a:br>
            <a:r>
              <a:rPr lang="en-US" sz="2800" dirty="0"/>
              <a:t>I shall yet my Savior praise.</a:t>
            </a:r>
            <a:endParaRPr lang="en-CA" sz="2800" i="1" dirty="0">
              <a:solidFill>
                <a:prstClr val="black"/>
              </a:solidFill>
            </a:endParaRP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55BFE-551B-4EE3-B4D4-4AC7BAC9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45288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Light and truth, my way attending,</a:t>
            </a:r>
            <a:br>
              <a:rPr lang="en-US" sz="2800" dirty="0"/>
            </a:br>
            <a:r>
              <a:rPr lang="en-US" sz="2800" dirty="0"/>
              <a:t>send thou forth to be my guide,</a:t>
            </a:r>
            <a:br>
              <a:rPr lang="en-US" sz="2800" dirty="0"/>
            </a:br>
            <a:r>
              <a:rPr lang="en-US" sz="2800" dirty="0"/>
              <a:t>till thy holy mount ascending,</a:t>
            </a:r>
            <a:br>
              <a:rPr lang="en-US" sz="2800" dirty="0"/>
            </a:br>
            <a:r>
              <a:rPr lang="en-US" sz="2800" dirty="0"/>
              <a:t>I within thy house abide.</a:t>
            </a:r>
          </a:p>
          <a:p>
            <a:pPr algn="ctr"/>
            <a:endParaRPr lang="en-CA" sz="2800" dirty="0"/>
          </a:p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Refrain</a:t>
            </a:r>
          </a:p>
          <a:p>
            <a:pPr lvl="0" algn="ctr"/>
            <a:r>
              <a:rPr lang="en-US" sz="2800" dirty="0"/>
              <a:t>O my soul, why art thou grieving?</a:t>
            </a:r>
            <a:br>
              <a:rPr lang="en-US" sz="2800" dirty="0"/>
            </a:br>
            <a:r>
              <a:rPr lang="en-US" sz="2800" dirty="0"/>
              <a:t>What disquiets and dismays?</a:t>
            </a:r>
            <a:br>
              <a:rPr lang="en-US" sz="2800" dirty="0"/>
            </a:br>
            <a:r>
              <a:rPr lang="en-US" sz="2800" dirty="0"/>
              <a:t>Hope in God; his help receiving,</a:t>
            </a:r>
            <a:br>
              <a:rPr lang="en-US" sz="2800" dirty="0"/>
            </a:br>
            <a:r>
              <a:rPr lang="en-US" sz="2800" dirty="0"/>
              <a:t>I shall yet my Savior praise.</a:t>
            </a:r>
            <a:endParaRPr lang="en-CA" sz="2800" i="1" dirty="0">
              <a:solidFill>
                <a:prstClr val="black"/>
              </a:solidFill>
            </a:endParaRP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610FB-7AAD-4499-BE95-E26E1C53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3042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At thy sacred altar bending,</a:t>
            </a:r>
            <a:br>
              <a:rPr lang="en-US" sz="2800" dirty="0"/>
            </a:br>
            <a:r>
              <a:rPr lang="en-US" sz="2800" dirty="0"/>
              <a:t>God, my God, my boundless joy,</a:t>
            </a:r>
            <a:br>
              <a:rPr lang="en-US" sz="2800" dirty="0"/>
            </a:br>
            <a:r>
              <a:rPr lang="en-US" sz="2800" dirty="0"/>
              <a:t>harp and voice, in worship blending,</a:t>
            </a:r>
            <a:br>
              <a:rPr lang="en-US" sz="2800" dirty="0"/>
            </a:br>
            <a:r>
              <a:rPr lang="en-US" sz="2800" dirty="0"/>
              <a:t>for thy praise will I employ.</a:t>
            </a:r>
          </a:p>
          <a:p>
            <a:pPr algn="ctr"/>
            <a:endParaRPr lang="en-CA" sz="2800" dirty="0"/>
          </a:p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Refrain</a:t>
            </a:r>
          </a:p>
          <a:p>
            <a:pPr lvl="0" algn="ctr"/>
            <a:r>
              <a:rPr lang="en-US" sz="2800" dirty="0"/>
              <a:t>O my soul, why art thou grieving?</a:t>
            </a:r>
            <a:br>
              <a:rPr lang="en-US" sz="2800" dirty="0"/>
            </a:br>
            <a:r>
              <a:rPr lang="en-US" sz="2800" dirty="0"/>
              <a:t>What disquiets and dismays?</a:t>
            </a:r>
            <a:br>
              <a:rPr lang="en-US" sz="2800" dirty="0"/>
            </a:br>
            <a:r>
              <a:rPr lang="en-US" sz="2800" dirty="0"/>
              <a:t>Hope in God; his help receiving,</a:t>
            </a:r>
            <a:br>
              <a:rPr lang="en-US" sz="2800" dirty="0"/>
            </a:br>
            <a:r>
              <a:rPr lang="en-US" sz="2800" dirty="0"/>
              <a:t>I shall yet my Savior praise.</a:t>
            </a:r>
            <a:endParaRPr lang="en-CA" sz="2800" i="1" dirty="0">
              <a:solidFill>
                <a:prstClr val="black"/>
              </a:solidFill>
            </a:endParaRP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3F0C6-1657-4098-AB49-852CD77E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8213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#43B Judge Me, God of My Salvation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#43B Judge Me, God of My Salvation</dc:title>
  <dc:creator>Eric Hoogendoorn</dc:creator>
  <cp:lastModifiedBy>Eric Hoogendoorn</cp:lastModifiedBy>
  <cp:revision>1</cp:revision>
  <dcterms:created xsi:type="dcterms:W3CDTF">2020-04-25T02:23:42Z</dcterms:created>
  <dcterms:modified xsi:type="dcterms:W3CDTF">2020-04-25T02:23:59Z</dcterms:modified>
</cp:coreProperties>
</file>