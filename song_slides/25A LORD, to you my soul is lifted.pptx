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16D44-FAAD-4E87-85EC-745386E38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8D366-BA02-4B8B-8423-13AFE3C6B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51EA4-D110-4E61-ADE7-0ADA73E08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EA6A-528E-4349-BF1E-8FF77BEC79C5}" type="datetimeFigureOut">
              <a:rPr lang="en-CA" smtClean="0"/>
              <a:t>2021-10-22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75762-7736-467B-A808-52AE52CF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BDF9E-EB47-4303-AD9B-CD9B9CE8C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A34E-CA94-4699-97A3-9786ED5B79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3115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468D5-82AD-49FA-ABA2-904957968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15778-F1A1-4201-AB19-BA849D3D2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F466F-007E-42E9-A6E6-2EFF5CDB9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EA6A-528E-4349-BF1E-8FF77BEC79C5}" type="datetimeFigureOut">
              <a:rPr lang="en-CA" smtClean="0"/>
              <a:t>2021-10-22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A9E06-6D73-401D-BE78-4DD41DE83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1FEF9-5CC8-4B94-AB5C-57CCCE03F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A34E-CA94-4699-97A3-9786ED5B79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8468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7AA96-BF02-414D-9F6C-B5827EE47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9D2BC-1782-4B89-8895-66582FFB2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DFCF3-1197-4658-B3AA-38EB232F0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EA6A-528E-4349-BF1E-8FF77BEC79C5}" type="datetimeFigureOut">
              <a:rPr lang="en-CA" smtClean="0"/>
              <a:t>2021-10-22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CD4D7-83D4-4CA0-9251-EE180A76D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5FA45-3E1B-4BA9-8895-1BAC9DE1D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A34E-CA94-4699-97A3-9786ED5B79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845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D10FF-5C42-4F57-B9B2-D198C8698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A2DC0-F58B-4996-AA1E-0531AB7B8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7EEF2-D553-45F0-A8F3-8E29457AE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ACF5B-1A34-4774-BF31-1B1904E92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EA6A-528E-4349-BF1E-8FF77BEC79C5}" type="datetimeFigureOut">
              <a:rPr lang="en-CA" smtClean="0"/>
              <a:t>2021-10-22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D1098-84FB-408D-9D76-8AE1F6467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E77AB-F613-4E04-8D22-3A2C60A93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A34E-CA94-4699-97A3-9786ED5B79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6959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EC4C8-B18D-48A1-AE47-B43878CE7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E7CCB-6591-4EA1-B7C0-7F0C18187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274E9-140F-4E0E-9EF9-72A6FCA8E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CA198D-0A6B-4A04-A198-CF1659799A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1D38C9-6BEC-40AF-BC5B-706DADEFE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2360BC-57F7-4987-85D0-D01DF8D58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EA6A-528E-4349-BF1E-8FF77BEC79C5}" type="datetimeFigureOut">
              <a:rPr lang="en-CA" smtClean="0"/>
              <a:t>2021-10-22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6A9371-4223-4590-A0C8-60B86DF7F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699E3D-9B4A-47D3-893A-6C65705BB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A34E-CA94-4699-97A3-9786ED5B79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3810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EC2BF-E760-477C-9828-A3C5D680C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7581FE-DB35-4678-BF70-836A22A43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EA6A-528E-4349-BF1E-8FF77BEC79C5}" type="datetimeFigureOut">
              <a:rPr lang="en-CA" smtClean="0"/>
              <a:t>2021-10-22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F8209-B046-4524-B223-D63DF4D2E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8D911D-5422-4C3F-842A-6D064D7BF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A34E-CA94-4699-97A3-9786ED5B79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1779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D7ECF5-FF21-4C1B-A50C-60848871D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EA6A-528E-4349-BF1E-8FF77BEC79C5}" type="datetimeFigureOut">
              <a:rPr lang="en-CA" smtClean="0"/>
              <a:t>2021-10-22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763FC8-B9D9-4E40-8475-BED5E9B9E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0F224-8B7E-49D8-88C1-BDBA9C7E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A34E-CA94-4699-97A3-9786ED5B79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9409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002C-EFDA-48D3-ACFA-6363075AE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4D560-BB56-4BDA-9337-DF4DB9545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61A575-68C3-4DDC-94A6-2F4FFC948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A6BE7-006C-479E-8669-8F4B63160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EA6A-528E-4349-BF1E-8FF77BEC79C5}" type="datetimeFigureOut">
              <a:rPr lang="en-CA" smtClean="0"/>
              <a:t>2021-10-22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69476-DE8A-49A6-AF6A-B2D3CC2B0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52BDCF-8CE3-45E9-B81D-D21687C85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A34E-CA94-4699-97A3-9786ED5B79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8216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BA5CF-7712-4ED5-9EAD-3845B9F49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4302A7-941C-4045-ACDF-B4849B6063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1CBDE4-E482-4F86-99EB-3F3591C5A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3E373B-F99A-4AE9-B046-7494EB0E8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EA6A-528E-4349-BF1E-8FF77BEC79C5}" type="datetimeFigureOut">
              <a:rPr lang="en-CA" smtClean="0"/>
              <a:t>2021-10-22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6731A2-1BA5-44A5-B53D-2F8498561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DFBAA-C105-4B34-8666-E334B8994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A34E-CA94-4699-97A3-9786ED5B79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0018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86C6C-CD57-477A-8289-9C3D3F4F5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3BD7DA-519A-4033-8788-C8A1591F9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58D76-706D-4471-9149-D6509404E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EA6A-528E-4349-BF1E-8FF77BEC79C5}" type="datetimeFigureOut">
              <a:rPr lang="en-CA" smtClean="0"/>
              <a:t>2021-10-22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D6E04-DCD0-4E01-B00D-4BCFA1873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8060F-D886-40A5-A9AC-78E600A8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A34E-CA94-4699-97A3-9786ED5B79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9935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01A392-CAF3-4670-8B65-50F7D5FD5B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62B2A1-1002-4E9F-9EDA-E0E3E835A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2C99F-DB92-42DD-B4D2-28D4E2338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EA6A-528E-4349-BF1E-8FF77BEC79C5}" type="datetimeFigureOut">
              <a:rPr lang="en-CA" smtClean="0"/>
              <a:t>2021-10-22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06349-F4E8-45DA-8354-2DE0A7D7A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9A001-CAEA-4944-97FB-F518EA3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A34E-CA94-4699-97A3-9786ED5B79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5549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16334F-2619-4E9F-A1B5-91B52C019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9CA86-BD7F-47DE-9FF3-BC4D9D090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AD69A-4AA7-438B-9D1D-1A5AA87BF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AEA6A-528E-4349-BF1E-8FF77BEC79C5}" type="datetimeFigureOut">
              <a:rPr lang="en-CA" smtClean="0"/>
              <a:t>2021-10-22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13793-713E-47DE-A7EA-4FCE8CFD7E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52612-AEC5-4284-86D6-D1F43B48E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7A34E-CA94-4699-97A3-9786ED5B79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493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0BE158-FDAF-4F9B-A6FB-6236EE24377A}"/>
              </a:ext>
            </a:extLst>
          </p:cNvPr>
          <p:cNvSpPr txBox="1"/>
          <p:nvPr/>
        </p:nvSpPr>
        <p:spPr>
          <a:xfrm>
            <a:off x="838200" y="180975"/>
            <a:ext cx="10515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 dirty="0">
                <a:solidFill>
                  <a:prstClr val="black"/>
                </a:solidFill>
                <a:latin typeface="+mj-lt"/>
              </a:rPr>
              <a:t>#25A LORD, to You My Soul Is Lifted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D9FB5-D9C3-41EA-AE68-BB323BD55B3A}"/>
              </a:ext>
            </a:extLst>
          </p:cNvPr>
          <p:cNvSpPr txBox="1"/>
          <p:nvPr/>
        </p:nvSpPr>
        <p:spPr>
          <a:xfrm>
            <a:off x="2590800" y="1699618"/>
            <a:ext cx="7010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 dirty="0">
                <a:solidFill>
                  <a:srgbClr val="222222"/>
                </a:solidFill>
              </a:rPr>
              <a:t>LORD, to you my soul is lifted;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O my God, in you I trust.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Let me not be put to shame, LORD;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let my foes not o’er me boast.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Surely none who wait for you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shall be brought to shame and ruin.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Traitors will be put to shame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for their baseless, vile transgression. 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653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C7A272-9E9E-478F-AC61-D875855485E4}"/>
              </a:ext>
            </a:extLst>
          </p:cNvPr>
          <p:cNvSpPr txBox="1"/>
          <p:nvPr/>
        </p:nvSpPr>
        <p:spPr>
          <a:xfrm>
            <a:off x="1943100" y="1730394"/>
            <a:ext cx="8305800" cy="339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Make me know your paths and teach me;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LORD, direct me in your ways.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Lead me in your truth and teach me;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you’re the God of saving grace.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day long I wait for you.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LORD, remember your compassion,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call to mind your steadfast love,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which are yours from everlasting.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22273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7F6AB2-B9B4-4B24-9817-92C59C6EFC2E}"/>
              </a:ext>
            </a:extLst>
          </p:cNvPr>
          <p:cNvSpPr txBox="1"/>
          <p:nvPr/>
        </p:nvSpPr>
        <p:spPr>
          <a:xfrm>
            <a:off x="1900237" y="1730394"/>
            <a:ext cx="8391525" cy="339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LORD, remember not my failings,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nor transgressions of my youth.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your steadfast love and mercy,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LORD, remember me in truth.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Good and upright is the LORD,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guiding sinners meek and lowly,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leading them in what is right,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teaching them his way most holy.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5905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4B63EC-D266-4CD4-AD54-68AE727C801A}"/>
              </a:ext>
            </a:extLst>
          </p:cNvPr>
          <p:cNvSpPr txBox="1"/>
          <p:nvPr/>
        </p:nvSpPr>
        <p:spPr>
          <a:xfrm>
            <a:off x="1547812" y="1228725"/>
            <a:ext cx="90963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dirty="0">
                <a:solidFill>
                  <a:prstClr val="black"/>
                </a:solidFill>
              </a:rPr>
              <a:t>4. All God’s ways are truth and mercy,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full of love and faithfulness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for all those who keep his </a:t>
            </a:r>
            <a:r>
              <a:rPr lang="en-CA" sz="2800" dirty="0" err="1">
                <a:solidFill>
                  <a:prstClr val="black"/>
                </a:solidFill>
              </a:rPr>
              <a:t>cov’nant</a:t>
            </a:r>
            <a:r>
              <a:rPr lang="en-CA" sz="2800" dirty="0">
                <a:solidFill>
                  <a:prstClr val="black"/>
                </a:solidFill>
              </a:rPr>
              <a:t> 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and his laws of righteousness.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LORD, forgive my grievous guilt;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for your name’s sake grant me pardon.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Who is he that fears the LORD?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God will lead the way before him.</a:t>
            </a:r>
          </a:p>
        </p:txBody>
      </p:sp>
    </p:spTree>
    <p:extLst>
      <p:ext uri="{BB962C8B-B14F-4D97-AF65-F5344CB8AC3E}">
        <p14:creationId xmlns:p14="http://schemas.microsoft.com/office/powerpoint/2010/main" val="768951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4C23B-6DD6-45F7-9884-45FEC251B8D0}"/>
              </a:ext>
            </a:extLst>
          </p:cNvPr>
          <p:cNvSpPr txBox="1"/>
          <p:nvPr/>
        </p:nvSpPr>
        <p:spPr>
          <a:xfrm>
            <a:off x="1404937" y="1659285"/>
            <a:ext cx="93821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dirty="0">
                <a:solidFill>
                  <a:prstClr val="black"/>
                </a:solidFill>
              </a:rPr>
              <a:t>5. He who fears the LORD shall prosper,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and his soul in peace shall dwell;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his descendants shall inherit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all the land of Israel.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For the friendship of the LORD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is for those who serve and fear him;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he makes known to them his love,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in his covenant draws near them.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97025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308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2</cp:revision>
  <dcterms:created xsi:type="dcterms:W3CDTF">2021-01-21T20:51:52Z</dcterms:created>
  <dcterms:modified xsi:type="dcterms:W3CDTF">2021-10-23T04:23:07Z</dcterms:modified>
</cp:coreProperties>
</file>