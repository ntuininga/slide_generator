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3" r:id="rId3"/>
    <p:sldId id="30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7C18-5CC7-4B88-B746-E1CAC518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0456F-04CA-434B-BFBF-D6690B280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1858B-6264-407F-BC2F-D6D55FF5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685A1-B9AD-44AF-8653-24839EAE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7A68-95B3-40C5-A77E-28E33D71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6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0303-2A0D-4B82-8A15-02A5041C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FC828-451A-4F89-A84C-223FBBE92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448C9-5F63-4D57-87C0-F195C46A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F7DE-D100-4282-A4C1-DB2FB935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08EFA-D597-4A17-BA3F-6DCE1594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49D2-E42E-4B8B-9327-87F82653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E5F9C-3B98-42BA-9AEB-6F04F08D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896F9-4218-4EE3-AD41-EB35F17B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60B76-7A3C-4E82-B126-10A2A591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0D2F-F05E-44B9-812E-239FAB3A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3CB0-5D8A-419E-898A-927397B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AC779-65C1-4F74-9ED5-AA86E5F23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A0B71-A2F6-4AF4-AFDA-C309A7863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CD260-9E21-4779-9D09-2B84B7EB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ED2D7-DDF0-40F4-8CCF-B00FA2BA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C26D0-C3CB-460E-B27D-064E0695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4D7E-05F7-4658-A111-5E9601CA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ED15C-44E5-44BA-AD85-AB10A4E83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6DEF9-F21F-4AF0-909D-4C6B68EFE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88BF6C-7B9F-4E68-B4D4-C17492228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7A861-F789-48BC-AB7D-A98F53F89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F1387-3690-49D0-BC95-80FB66FE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B58E5-44E6-425D-97D5-E47C85B0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CEE02-0228-4E06-9262-2621E19A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19EB-2334-441E-95F2-C5445C75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AA502D-548F-4572-9977-8B793F81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913A3-3A8B-410A-A10D-96A6431C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133D2-C580-45CF-85D7-3A117793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91D5F-275A-4707-BBC2-A5015C27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06AD7-F67C-418D-B1B0-3A5735FE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93609-4925-4B04-9106-BB783EE8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98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ADEA-68D2-45AF-91A1-C8B91F9E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9420-20C2-499B-8481-4696F48E7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5EA92-F634-4372-A5A1-B70735D7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320B8-66D0-4957-A2B4-C6F73A6B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DFFAF-92C1-4665-B5AE-689A1598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0E894-5198-4F16-B929-A602689D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5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0ECA-B700-42BA-A93E-401B1D67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794E9-FC14-44DD-8263-AF2635ACE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AFF73-FEB3-4802-AB79-DAB47A372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4D2B7-B765-4A86-9593-D075C913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32FFD-DC46-4A23-B739-D79542DE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1C3C5-2F8B-43A3-999D-2FD56CDB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4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C2FB-3585-4703-8F24-53B83BA7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2E51D-D729-4CCC-9802-52CC2EF2A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E6F4E-88AF-4BE7-8298-2C7E1D6F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EA37-8C0D-4F7C-B549-AB4D3024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29F39-E9E5-4152-BABC-8E8A51AA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4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B94FC-D538-4867-8DA3-133523953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A29D1-EF21-4BC3-9225-DC07EFE83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748AF-BDBA-4C5B-9F05-273EFCD6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07488-AFE5-4C83-B175-B88218DF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EB010-EE50-4CA6-8519-D953D010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6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283E6-914A-404F-81A4-73402155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F79A1-6F90-47DC-924D-4200B0D2F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29CE2-9739-4454-82F2-A1ECED958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791B5-8491-4578-AE20-3C828AC32ACD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6714E-CA3A-4DA4-8FB3-62B349B0E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A016A-E773-4B42-81CB-B798E3AA2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A3363-D1D6-492E-89E5-7B42C2AA7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#87B Zion, Founded on the Mountains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Zion, founded on the mountains, </a:t>
            </a:r>
            <a:br>
              <a:rPr lang="en-US" sz="2800" dirty="0"/>
            </a:br>
            <a:r>
              <a:rPr lang="en-US" sz="2800" dirty="0"/>
              <a:t>God, thy maker, loves thee well; </a:t>
            </a:r>
            <a:br>
              <a:rPr lang="en-US" sz="2800" dirty="0"/>
            </a:br>
            <a:r>
              <a:rPr lang="en-US" sz="2800" dirty="0"/>
              <a:t>he has chosen thee, most precious,</a:t>
            </a:r>
            <a:br>
              <a:rPr lang="en-US" sz="2800" dirty="0"/>
            </a:br>
            <a:r>
              <a:rPr lang="en-US" sz="2800" dirty="0"/>
              <a:t>he delights in thee to dwell; </a:t>
            </a:r>
            <a:br>
              <a:rPr lang="en-US" sz="2800" dirty="0"/>
            </a:br>
            <a:r>
              <a:rPr lang="en-US" sz="2800" dirty="0"/>
              <a:t>God's own city, who can all thy glory tell? </a:t>
            </a:r>
            <a:br>
              <a:rPr lang="en-US" sz="2800" dirty="0"/>
            </a:br>
            <a:r>
              <a:rPr lang="en-US" sz="2800" dirty="0"/>
              <a:t>God's own city, who can all thy glory tell?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Heathen lands and hostile peoples </a:t>
            </a:r>
            <a:br>
              <a:rPr lang="en-US" sz="2800" dirty="0"/>
            </a:br>
            <a:r>
              <a:rPr lang="en-US" sz="2800" dirty="0"/>
              <a:t>soon shall come the Lord to know; </a:t>
            </a:r>
            <a:br>
              <a:rPr lang="en-US" sz="2800" dirty="0"/>
            </a:br>
            <a:r>
              <a:rPr lang="en-US" sz="2800" dirty="0"/>
              <a:t>nations born again in Zion </a:t>
            </a:r>
            <a:br>
              <a:rPr lang="en-US" sz="2800" dirty="0"/>
            </a:br>
            <a:r>
              <a:rPr lang="en-US" sz="2800" dirty="0"/>
              <a:t>shall the Lord's salvation show; </a:t>
            </a:r>
            <a:br>
              <a:rPr lang="en-US" sz="2800" dirty="0"/>
            </a:br>
            <a:r>
              <a:rPr lang="en-US" sz="2800" dirty="0"/>
              <a:t>God Almighty shall on Zion strength bestow. </a:t>
            </a:r>
            <a:br>
              <a:rPr lang="en-US" sz="2800" dirty="0"/>
            </a:br>
            <a:r>
              <a:rPr lang="en-US" sz="2800" dirty="0"/>
              <a:t>God Almighty shall on Zion strength bestow.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When the Lord shall count the nations, </a:t>
            </a:r>
            <a:br>
              <a:rPr lang="en-US" sz="2800" dirty="0"/>
            </a:br>
            <a:r>
              <a:rPr lang="en-US" sz="2800" dirty="0"/>
              <a:t>sons and daughters he shall see, </a:t>
            </a:r>
            <a:br>
              <a:rPr lang="en-US" sz="2800" dirty="0"/>
            </a:br>
            <a:r>
              <a:rPr lang="en-US" sz="2800" dirty="0"/>
              <a:t>born to endless life in Zion, </a:t>
            </a:r>
            <a:br>
              <a:rPr lang="en-US" sz="2800" dirty="0"/>
            </a:br>
            <a:r>
              <a:rPr lang="en-US" sz="2800" dirty="0"/>
              <a:t>and their joyful song shall be, </a:t>
            </a:r>
            <a:br>
              <a:rPr lang="en-US" sz="2800" dirty="0"/>
            </a:br>
            <a:r>
              <a:rPr lang="en-US" sz="2800" dirty="0"/>
              <a:t>"Blessed Zion, all our fountains are in thee.</a:t>
            </a:r>
            <a:br>
              <a:rPr lang="en-US" sz="2800" dirty="0"/>
            </a:br>
            <a:r>
              <a:rPr lang="en-US" sz="2800" dirty="0"/>
              <a:t>Blessed Zion, all our fountains are in thee."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#87B Zion, Founded on the Mountains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#87B Zion, Founded on the Mountains</dc:title>
  <dc:creator>Eric Hoogendoorn</dc:creator>
  <cp:lastModifiedBy>Eric Hoogendoorn</cp:lastModifiedBy>
  <cp:revision>1</cp:revision>
  <dcterms:created xsi:type="dcterms:W3CDTF">2020-06-19T23:04:06Z</dcterms:created>
  <dcterms:modified xsi:type="dcterms:W3CDTF">2020-06-19T23:04:28Z</dcterms:modified>
</cp:coreProperties>
</file>