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A487-FE98-48F6-AC07-C24A92767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9C6BA-4B34-4A73-82F5-1E1421850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C523D-6ECF-4625-B64F-8EFDC6AD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B9BF9-6F8D-4F86-B325-87AEC743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86A6E-8DAA-4B0E-AC4F-47691A2DB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457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ECEC9-F670-407E-93B1-7C1561AF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BF432-0B29-4F61-8FF9-34B74B684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8CDC0-08C9-4C3E-AF6D-2AA1FB2E1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A08EA-C2B9-4D9F-A8AB-3CA2AB0E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9BF70-B278-420F-AE77-B6A7800C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952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BA2CF-FB21-498A-9E90-A0BEA4387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6529E-5C53-4470-8C0A-F6BCE8DF0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34252-30A0-49CE-B9E2-E9F0B592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C428F-0F15-4B3E-9FDF-A75B5D66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83D89-FF4C-4868-A2B7-041F5D80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182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40D4-FE92-4543-99F5-C619D0A53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0A54-4286-4CA8-9B58-B92258430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3EF5D-70BF-42C8-A886-D7BE81150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B0C78-B499-45BE-B23F-DCAE7462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001C9-0015-4A55-8F1D-0FA578CE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356EA-D681-4F8A-99FB-56873C34D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892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5169-07C4-419A-825D-A8ECA3E8F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F9AEB-32FD-405F-9921-88FABA055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00DFA-F7B9-4B7A-B9D8-EDDB38375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A0F51-4E1D-45EB-83A9-37BBBA907A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14BAB-7E2E-4016-B0FD-15DE1DB27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94823-2288-4D22-8615-16DC005FD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EC2AD-F475-4556-A3B2-BC7D5304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EFDC30-8D6F-4A42-B15A-B8D9C686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0907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AA5D-DA48-4DC6-A928-95BD76594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B6448-B1C2-4CE4-BA15-1AD95592C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52D2A-6AA6-4550-A9B3-667C2482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E3559-7B76-4CE0-B8C9-F32C9392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398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8585E-54F2-4541-B63D-81C9791B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B8441-FAF0-4F33-B2C8-E9711375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E09F5-1761-40FE-91CD-386CBECE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9E92C-286B-496A-945A-95667F9A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B5AC0-AF70-488D-957B-6B341892E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90423-FA8C-41E6-AE2D-101BF26FC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EC057-4315-43B3-8667-D6682F5B6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962A1-7831-4742-99EA-FB64B952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79B33-C675-4AD2-A913-1A8D7155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013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F498-13F5-4A06-845A-CBE858EC6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0A88A-52AA-4C0D-AA54-DDC44A895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57DA5-9D81-4B4B-826B-A96751DD7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1486A-0B35-463B-BFDE-A4AE4F84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3138B-DBCD-44CE-A3AF-2044CE00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F0F29-C9A6-4BAE-9C51-33257AEC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910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AEF1B-F0FA-475B-BA26-2451CFB6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D44B7-C183-4565-A360-44DC6A264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DA2C3-F7DD-4EBF-B04F-B67828B0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EA58E-185B-4E4C-85B4-6763C30B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2D2A4-2F81-4EAE-BD63-764FE26B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317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8D248-22F1-44E5-8BE6-6E9D31597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8FED3-2226-4C79-BB21-C7CF5F485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06E5B-02A4-44C0-B512-AA916CA7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4CC11-71D0-416A-98E9-9CA96E2E3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1B30E-3065-4B0F-9BDD-352FD9E59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192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D1C16-46C4-466C-B2B2-82645D73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ADF19-6C2F-4562-AC2E-28CEA947B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3B5C1-D168-4413-9996-5344D8FF5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E77B4-A133-4F30-8399-41F543828FC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A1992-AF44-44BC-872F-46DDDD27D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4D2A2-AEB3-45A0-BE28-7754AC3F2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15B22-F263-4554-9D6A-A42C614ECCE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064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2BCAE3-2289-478E-8F99-D85C865E70BA}"/>
              </a:ext>
            </a:extLst>
          </p:cNvPr>
          <p:cNvSpPr txBox="1"/>
          <p:nvPr/>
        </p:nvSpPr>
        <p:spPr>
          <a:xfrm>
            <a:off x="714375" y="266700"/>
            <a:ext cx="10763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#533 Have Thine Own Way, Lord!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B35A3-2AAE-41FD-82EF-275F409B4852}"/>
              </a:ext>
            </a:extLst>
          </p:cNvPr>
          <p:cNvSpPr txBox="1"/>
          <p:nvPr/>
        </p:nvSpPr>
        <p:spPr>
          <a:xfrm>
            <a:off x="1762125" y="2521059"/>
            <a:ext cx="8667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Have thine own way, Lord! Have thine own way!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art the potter, I am the clay.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Mold me and make me after thy will,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while I am waiting, yielded and still.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91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07B94-3E1D-4BC4-99EA-E501D084E8C7}"/>
              </a:ext>
            </a:extLst>
          </p:cNvPr>
          <p:cNvSpPr txBox="1"/>
          <p:nvPr/>
        </p:nvSpPr>
        <p:spPr>
          <a:xfrm>
            <a:off x="2147887" y="2521059"/>
            <a:ext cx="78962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Have thine own way, Lord! Have thine own way!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Search me and try me, Master, today!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Whiter than snow, Lord, wash me just now,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as in thy presence humbly I bow.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756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281293-782A-4149-838E-D54E88C23DC1}"/>
              </a:ext>
            </a:extLst>
          </p:cNvPr>
          <p:cNvSpPr txBox="1"/>
          <p:nvPr/>
        </p:nvSpPr>
        <p:spPr>
          <a:xfrm>
            <a:off x="1728787" y="2521059"/>
            <a:ext cx="87344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Have thine own way, Lord! Have thine own way!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Wounded and weary, help me, I pray!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Power, all power, surely is thine!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Touch me and heal me, Savior divine.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52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0A9E72-0DEC-4A4F-9334-56AD4D6514BD}"/>
              </a:ext>
            </a:extLst>
          </p:cNvPr>
          <p:cNvSpPr txBox="1"/>
          <p:nvPr/>
        </p:nvSpPr>
        <p:spPr>
          <a:xfrm>
            <a:off x="2000250" y="2521059"/>
            <a:ext cx="8191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Have thine own way, Lord! Have thine own way!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Hold o'er my being absolute sway!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Fill with thy Spirit 'til all shall see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Christ only, always, living in me!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03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2021-02-26T22:58:28Z</dcterms:created>
  <dcterms:modified xsi:type="dcterms:W3CDTF">2021-02-26T23:00:45Z</dcterms:modified>
</cp:coreProperties>
</file>