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659F-7F42-2EA2-CAB5-40FAE6829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9AF40-F21E-7C99-EAA2-2E74B57D1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2A6CD-9D74-311E-AA33-B17F6672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6EC7B-37A6-A2BD-6235-761E6F9E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2DEA3-D2BD-396D-118C-9D831AC6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C73B-A101-C450-62C5-1ABD0158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E82BA-432E-81C1-A3DF-67A5FED7C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B7336-4B5B-0BC5-799F-2BF661C2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45DD0-B600-2A32-6DE7-E92262A8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6DFAB-6BF3-CB1A-F77A-F176FC04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3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1AC7-0D77-8444-54D3-29893799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68434-45FF-BC25-751F-5CF84561C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64D8-E228-E26B-62C1-2DC65C82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EA792-00BF-AC01-2826-D5EC469C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40B1-E789-AC3A-A24B-F27CD86D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4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E849-5832-EB42-EA88-C4720660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1A7B-D95B-3069-C6CC-3FE31BBF9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E7738-03F0-376C-DDDD-E13CBE4A2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73B20-034D-4DCE-7FF8-C08842A8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A6565-FDCA-85CC-FBE5-8859A15A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CA311-2B72-6589-85E4-2D950234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7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1DB4-3BCE-A025-BDCC-000777A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1FCFE-DEFD-E92E-5A7B-7D76C3EFD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4D6A2-EF6A-B640-603A-F473D245E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0B1CD-476A-B1D2-CF2C-EFD977134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B9EDE-4B11-FDD0-BFA8-9230E7B20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5B95FD-EA78-3BCE-E7F5-2FA2C334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2E1AC-D70D-7E9F-A3A4-F2E66689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A2754-AC9D-542B-37E4-C059D3D4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0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1D89-FF4E-E88A-97F2-0A299310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40A3C-78FE-CE8F-D347-0A86ACF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E6ADE-2E05-0D10-D3D2-A6A9C24C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85D7A-0935-B905-7AF7-1D323F4D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0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F250C-ADE4-671C-909C-8614C3CB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E8376-D035-07A1-9763-F44B158B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ADA11-0CC1-FE01-DCB2-7D7B8809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5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DA1F-9DF8-F439-51B8-32D3A045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BAC9B-2375-D631-35F5-984C112A4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9D4EE-B62F-E642-82B4-81CF1A376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27976-1CC5-00FF-D8A6-D7238865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B3202-E85A-1A33-75B5-58860E92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4CBDC-BF73-DF2F-963B-FC409CB6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6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6EBF-2DA8-3BF1-53A2-61EB8CB6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BF84E-E6FB-7FFC-613A-048041FD4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5DAC5-FCCA-81B0-AC27-02A75E7DF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5636B-A2CA-B6D5-C0E1-DBD03F6F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46251-669F-7DA5-8233-D1E77DC2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9D1AB-30F4-A2CF-C5B0-DD2AB937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1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6D71-B6D7-E323-055C-E13814AC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0559B-80AE-660E-C6E1-33EB7F45C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9D6EE-2E96-2482-E22C-26F1A4B3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D9C52-6840-C865-61F4-F8024024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B4E93-6624-0FB2-3AFC-58D7BBAC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8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4FA0CA-4F57-8CC4-81E9-295C835C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1F190-9338-7965-B6A6-B3A72A27D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86714-AFEC-06DF-BEAC-AC5DE3CE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F090E-A770-F847-E6E5-E35CD42F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2D74F-DDF4-788D-EB44-076E67B7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7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1605C-ED5D-9DFB-81E6-EBBECB72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FC6A8-372E-E9D7-5B5D-E6A475BF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4E225-469A-5BAE-65F5-A6D35E690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140A7-4BDB-422F-BA07-5FE74736B22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F00CC-7ECF-40A3-590D-5D5381956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72EC7-882F-E053-675B-15379158D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DE858-69FE-4CDE-87FF-87D93E59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9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451B-34C4-A70F-0BA3-3EEDFD5C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#78 O My People, Hear My Teaching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65069-8083-3DCA-4439-F77355096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my people, hear my teaching,</a:t>
            </a:r>
          </a:p>
          <a:p>
            <a:pPr marL="0" indent="0" algn="ctr">
              <a:buNone/>
            </a:pPr>
            <a:r>
              <a:rPr lang="en-US" dirty="0"/>
              <a:t>Listen to my spoken word.</a:t>
            </a:r>
          </a:p>
          <a:p>
            <a:pPr marL="0" indent="0" algn="ctr">
              <a:buNone/>
            </a:pPr>
            <a:r>
              <a:rPr lang="en-US" dirty="0"/>
              <a:t>Parables my mouth will utter;</a:t>
            </a:r>
          </a:p>
          <a:p>
            <a:pPr marL="0" indent="0" algn="ctr">
              <a:buNone/>
            </a:pPr>
            <a:r>
              <a:rPr lang="en-US" dirty="0"/>
              <a:t>Old, dark sayings I make heard –</a:t>
            </a:r>
          </a:p>
          <a:p>
            <a:pPr marL="0" indent="0" algn="ctr">
              <a:buNone/>
            </a:pPr>
            <a:r>
              <a:rPr lang="en-US" dirty="0"/>
              <a:t>Things our fathers have made known,</a:t>
            </a:r>
          </a:p>
          <a:p>
            <a:pPr marL="0" indent="0" algn="ctr">
              <a:buNone/>
            </a:pPr>
            <a:r>
              <a:rPr lang="en-US" dirty="0"/>
              <a:t>Things that we’ve been told and shown.</a:t>
            </a:r>
          </a:p>
        </p:txBody>
      </p:sp>
    </p:spTree>
    <p:extLst>
      <p:ext uri="{BB962C8B-B14F-4D97-AF65-F5344CB8AC3E}">
        <p14:creationId xmlns:p14="http://schemas.microsoft.com/office/powerpoint/2010/main" val="353657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AF17-EF38-1BFA-5A0B-7BB5A669A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We will hide not from their children </a:t>
            </a:r>
          </a:p>
          <a:p>
            <a:pPr marL="0" indent="0" algn="ctr">
              <a:buNone/>
            </a:pPr>
            <a:r>
              <a:rPr lang="en-US" dirty="0"/>
              <a:t>All the wonders of the Lord;</a:t>
            </a:r>
          </a:p>
          <a:p>
            <a:pPr marL="0" indent="0" algn="ctr">
              <a:buNone/>
            </a:pPr>
            <a:r>
              <a:rPr lang="en-US" dirty="0"/>
              <a:t>Tell the coming generation</a:t>
            </a:r>
          </a:p>
          <a:p>
            <a:pPr marL="0" indent="0" algn="ctr">
              <a:buNone/>
            </a:pPr>
            <a:r>
              <a:rPr lang="en-US" dirty="0"/>
              <a:t> of his might and glorious works.</a:t>
            </a:r>
          </a:p>
          <a:p>
            <a:pPr marL="0" indent="0" algn="ctr">
              <a:buNone/>
            </a:pPr>
            <a:r>
              <a:rPr lang="en-US" dirty="0"/>
              <a:t>He in Jacob has ordained laws</a:t>
            </a:r>
          </a:p>
          <a:p>
            <a:pPr marL="0" indent="0" algn="ctr">
              <a:buNone/>
            </a:pPr>
            <a:r>
              <a:rPr lang="en-US" dirty="0"/>
              <a:t> that </a:t>
            </a:r>
            <a:r>
              <a:rPr lang="en-US" dirty="0" err="1"/>
              <a:t>Isr’el</a:t>
            </a:r>
            <a:r>
              <a:rPr lang="en-US" dirty="0"/>
              <a:t> must proclaim.</a:t>
            </a:r>
          </a:p>
        </p:txBody>
      </p:sp>
    </p:spTree>
    <p:extLst>
      <p:ext uri="{BB962C8B-B14F-4D97-AF65-F5344CB8AC3E}">
        <p14:creationId xmlns:p14="http://schemas.microsoft.com/office/powerpoint/2010/main" val="174478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74960-BD12-56A5-A2F3-8107D8524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God commanded all our fathers</a:t>
            </a:r>
          </a:p>
          <a:p>
            <a:pPr marL="0" indent="0" algn="ctr">
              <a:buNone/>
            </a:pPr>
            <a:r>
              <a:rPr lang="en-US" dirty="0"/>
              <a:t> they should teach their sons his way.</a:t>
            </a:r>
          </a:p>
          <a:p>
            <a:pPr marL="0" indent="0" algn="ctr">
              <a:buNone/>
            </a:pPr>
            <a:r>
              <a:rPr lang="en-US" dirty="0"/>
              <a:t>So the coming generation</a:t>
            </a:r>
          </a:p>
          <a:p>
            <a:pPr marL="0" indent="0" algn="ctr">
              <a:buNone/>
            </a:pPr>
            <a:r>
              <a:rPr lang="en-US" dirty="0"/>
              <a:t> learn to know his laws, that they –</a:t>
            </a:r>
          </a:p>
          <a:p>
            <a:pPr marL="0" indent="0" algn="ctr">
              <a:buNone/>
            </a:pPr>
            <a:r>
              <a:rPr lang="en-US" dirty="0"/>
              <a:t>E’en the children, yet unborn</a:t>
            </a:r>
          </a:p>
          <a:p>
            <a:pPr marL="0" indent="0" algn="ctr">
              <a:buNone/>
            </a:pPr>
            <a:r>
              <a:rPr lang="en-US" dirty="0"/>
              <a:t> –rise and tell their sons in turn.</a:t>
            </a:r>
          </a:p>
        </p:txBody>
      </p:sp>
    </p:spTree>
    <p:extLst>
      <p:ext uri="{BB962C8B-B14F-4D97-AF65-F5344CB8AC3E}">
        <p14:creationId xmlns:p14="http://schemas.microsoft.com/office/powerpoint/2010/main" val="103546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7D0E4-5A6A-D239-2096-14262FC1D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14. They remembered their Redeemer –</a:t>
            </a:r>
          </a:p>
          <a:p>
            <a:pPr marL="0" indent="0" algn="ctr">
              <a:buNone/>
            </a:pPr>
            <a:r>
              <a:rPr lang="en-US" dirty="0"/>
              <a:t>God their rock, the God Most High</a:t>
            </a:r>
          </a:p>
          <a:p>
            <a:pPr marL="0" indent="0" algn="ctr">
              <a:buNone/>
            </a:pPr>
            <a:r>
              <a:rPr lang="en-US" dirty="0"/>
              <a:t>But they flattered him with pretense</a:t>
            </a:r>
          </a:p>
          <a:p>
            <a:pPr marL="0" indent="0" algn="ctr">
              <a:buNone/>
            </a:pPr>
            <a:r>
              <a:rPr lang="en-US" dirty="0"/>
              <a:t>Filled their mouths and tongues with lies.</a:t>
            </a:r>
          </a:p>
          <a:p>
            <a:pPr marL="0" indent="0" algn="ctr">
              <a:buNone/>
            </a:pPr>
            <a:r>
              <a:rPr lang="en-US" dirty="0"/>
              <a:t>They were not sincere in heart,</a:t>
            </a:r>
          </a:p>
          <a:p>
            <a:pPr marL="0" indent="0" algn="ctr">
              <a:buNone/>
            </a:pPr>
            <a:r>
              <a:rPr lang="en-US" dirty="0"/>
              <a:t>From his </a:t>
            </a:r>
            <a:r>
              <a:rPr lang="en-US" dirty="0" err="1"/>
              <a:t>cov’nant</a:t>
            </a:r>
            <a:r>
              <a:rPr lang="en-US" dirty="0"/>
              <a:t> would depart.</a:t>
            </a:r>
          </a:p>
        </p:txBody>
      </p:sp>
    </p:spTree>
    <p:extLst>
      <p:ext uri="{BB962C8B-B14F-4D97-AF65-F5344CB8AC3E}">
        <p14:creationId xmlns:p14="http://schemas.microsoft.com/office/powerpoint/2010/main" val="1281634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4D35D-BE2D-490B-EB81-4CB3801BA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15. Yet the Lord </a:t>
            </a:r>
            <a:r>
              <a:rPr lang="en-US" dirty="0" err="1"/>
              <a:t>ingreat</a:t>
            </a:r>
            <a:r>
              <a:rPr lang="en-US" dirty="0"/>
              <a:t> compassion</a:t>
            </a:r>
          </a:p>
          <a:p>
            <a:pPr marL="0" indent="0" algn="ctr">
              <a:buNone/>
            </a:pPr>
            <a:r>
              <a:rPr lang="en-US" dirty="0"/>
              <a:t>Overed all their guilt and sin.</a:t>
            </a:r>
          </a:p>
          <a:p>
            <a:pPr marL="0" indent="0" algn="ctr">
              <a:buNone/>
            </a:pPr>
            <a:r>
              <a:rPr lang="en-US" dirty="0"/>
              <a:t>He did not destroy his people, </a:t>
            </a:r>
          </a:p>
          <a:p>
            <a:pPr marL="0" indent="0" algn="ctr">
              <a:buNone/>
            </a:pPr>
            <a:r>
              <a:rPr lang="en-US" dirty="0"/>
              <a:t>But restrained his wrath again.</a:t>
            </a:r>
          </a:p>
          <a:p>
            <a:pPr marL="0" indent="0" algn="ctr">
              <a:buNone/>
            </a:pPr>
            <a:r>
              <a:rPr lang="en-US" dirty="0"/>
              <a:t>They were flesh –how well he knows –</a:t>
            </a:r>
          </a:p>
          <a:p>
            <a:pPr marL="0" indent="0" algn="ctr">
              <a:buNone/>
            </a:pPr>
            <a:r>
              <a:rPr lang="en-US" dirty="0"/>
              <a:t>Like the passing wind </a:t>
            </a:r>
            <a:r>
              <a:rPr lang="en-US"/>
              <a:t>that blows.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65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223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#78 O My People, Hear My Teaching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#78 O My People, Hear My Teaching</dc:title>
  <dc:creator>Neil Tuininga</dc:creator>
  <cp:lastModifiedBy>Neil Tuininga</cp:lastModifiedBy>
  <cp:revision>1</cp:revision>
  <dcterms:created xsi:type="dcterms:W3CDTF">2023-08-19T20:50:20Z</dcterms:created>
  <dcterms:modified xsi:type="dcterms:W3CDTF">2023-08-19T20:57:52Z</dcterms:modified>
</cp:coreProperties>
</file>