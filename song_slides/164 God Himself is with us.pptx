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0BF4-3784-416B-B703-ECB6777F2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05B43-BB75-4BDC-AF71-F85EE13EF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C8427-F7DB-42E2-A301-2FE2F376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D25AD-7677-4F43-B848-765AA0A0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E8ED7-8A17-4CAE-8602-395DF888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882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7F29-0149-4BA9-B4A1-0AE83174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B4ACB-0113-46B9-A458-209C1A264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4D66-4175-4ADA-B0CA-BCD6BB0F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85BC-BC04-4D60-A72B-4CA524AD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70A15-741C-4146-8ECC-46CE092C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090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BFEA-DDDD-4D90-9F7C-FDF06C12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9BEFF-266B-43C6-BB81-B673263EB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A542F-46A5-43F8-9910-E3764FDF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CC922-EFDF-486A-8CD1-BEACDF42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A4065-4D53-4971-85DB-5E6E6772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70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D119-5FC6-4E55-BB58-CE2DAF2D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AF1B-FB18-4DB6-BF22-8C9BB0CC6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B6BE6-0AFB-4C5E-897E-5E951FDA7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7837B-24F4-42E1-8347-C774721E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71774-231D-403D-8F29-58DBE705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4C9C-1909-4FB0-BCEC-657A5CAD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224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726E-C184-416D-9491-67A50A69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5A776-F69E-4294-B4A2-DE316EC5E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161BA-DA4A-4BE9-A387-FF6B9800B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A8790-70E4-4FA3-971C-25928F45E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AA997-633D-48E0-978C-610CF4610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60B34-B629-43A5-BFD3-6E0C1831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BB3A87-6A2F-4385-9669-FA58AF93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FDAB0-C0A8-4D66-BFFB-5EB0307D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340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8234-AD4F-498B-9329-486F167D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6A643C-6537-4253-91AE-F9435D20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64771-F701-4CD7-B660-13642C37E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823B9-9B0E-4767-AD84-B71A5776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501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CE974-E187-4121-96D9-FBD4AFD3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632C3-56BD-465B-82C7-242A4B8A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24CBB-F755-4709-8779-A40BC679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169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0BA6-2402-42EA-ADAD-23847E99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6F50-1311-436D-94FC-5564340F5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40338-628E-4DD8-B04E-916ABDE4E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F3DF4-1C5D-4698-83B6-88E15B81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62D13-FE61-4162-8864-150AF2B4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6CB8C-EB68-4878-95B2-6A9C6B7B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974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CB4F-0958-45B1-AD55-3E6EB9A9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26083-9764-430C-B130-8AA8FBD74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DA323-1523-416A-AFBC-35378E8D7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FE052-5DD8-4AEF-8700-C478E7FD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58803-CF1A-4321-ABB5-585D1306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51589-7F06-4E83-B0C7-8C65431C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305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7F50-0509-4DEB-A5F4-6CF1DC93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0EA7C-06B4-4111-A053-2D9A9DF51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0AB0-55F7-49E1-A629-116427DA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01E13-BCC1-412B-A254-4726FB1F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7AD02-B4C2-4421-9325-3F364942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277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A3D5D-0E82-4F4D-B14A-59EA60171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0EA88-EF5B-400F-B246-5A48337BD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2FEBB-0A7C-46E1-9E4B-67BD4BA6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0321-960F-4F13-B384-059507CB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7993F-F9A2-49F9-AE31-FF96B0CC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336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597DA-64D7-4B3E-AD51-46DEE60B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48A8B-1128-4A73-9AA8-57CAC7A7D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83BA2-1C08-49F8-86F8-8EB1A7C18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9D0A4-D688-4FBC-9F70-2CB044B9A47A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2353A-CAC0-488F-A048-EAC83EB74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4C99A-E23A-4055-84F4-8F90C8DF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FDC4F-CABD-4EB4-BA6C-8B5CF5073C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00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D6F6A6-01DB-42BD-B053-D27591A45C3B}"/>
              </a:ext>
            </a:extLst>
          </p:cNvPr>
          <p:cNvSpPr txBox="1"/>
          <p:nvPr/>
        </p:nvSpPr>
        <p:spPr>
          <a:xfrm>
            <a:off x="419100" y="304800"/>
            <a:ext cx="1135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#164 God Himself Is with Us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3314C-CE81-4202-BE6C-2B98AFB1A1FB}"/>
              </a:ext>
            </a:extLst>
          </p:cNvPr>
          <p:cNvSpPr txBox="1"/>
          <p:nvPr/>
        </p:nvSpPr>
        <p:spPr>
          <a:xfrm>
            <a:off x="2276475" y="1704975"/>
            <a:ext cx="76390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God himself is with us: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us now adore him,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with awe appear before him.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God is in his temple--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within keep silence,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prostrate lie with deepest </a:t>
            </a:r>
            <a:r>
              <a:rPr lang="en-US" sz="2800" dirty="0" err="1">
                <a:solidFill>
                  <a:srgbClr val="222222"/>
                </a:solidFill>
              </a:rPr>
              <a:t>rev'rence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Him alone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God we own,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him, our God and Savior;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praise his name forever.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71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8DA46C-7161-416F-AA55-58A99A8D11B2}"/>
              </a:ext>
            </a:extLst>
          </p:cNvPr>
          <p:cNvSpPr txBox="1"/>
          <p:nvPr/>
        </p:nvSpPr>
        <p:spPr>
          <a:xfrm>
            <a:off x="1095375" y="1654988"/>
            <a:ext cx="10001250" cy="354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200"/>
              </a:spcBef>
            </a:pPr>
            <a:r>
              <a:rPr lang="en-US" sz="2800" dirty="0">
                <a:solidFill>
                  <a:srgbClr val="222222"/>
                </a:solidFill>
              </a:rPr>
              <a:t>2. God himself is with us: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hear the harps resounding!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See the crowds the throne surrounding!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"Holy, holy, holy"--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hear the hymn ascending,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angels, saints, their voices blending!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Bow thine ear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us here: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hear, O Christ, the praises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that thy church now raises.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33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A247B-B5A6-4FDD-B97C-9275CE32EB8F}"/>
              </a:ext>
            </a:extLst>
          </p:cNvPr>
          <p:cNvSpPr txBox="1"/>
          <p:nvPr/>
        </p:nvSpPr>
        <p:spPr>
          <a:xfrm>
            <a:off x="1871662" y="1654988"/>
            <a:ext cx="8448675" cy="354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srgbClr val="222222"/>
                </a:solidFill>
              </a:rPr>
              <a:t>3. O thou fount of blessing,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purify my spirit;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trusting only in thy merit,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like the holy angels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who behold thy glory,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may I ceaselessly adore thee,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in all,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great and small,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seek to do most nearly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what thou </a:t>
            </a:r>
            <a:r>
              <a:rPr lang="en-US" sz="2800" dirty="0" err="1">
                <a:solidFill>
                  <a:srgbClr val="222222"/>
                </a:solidFill>
              </a:rPr>
              <a:t>lovest</a:t>
            </a:r>
            <a:r>
              <a:rPr lang="en-US" sz="2800" dirty="0">
                <a:solidFill>
                  <a:srgbClr val="222222"/>
                </a:solidFill>
              </a:rPr>
              <a:t> dearly.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35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201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2021-01-21T21:00:39Z</dcterms:created>
  <dcterms:modified xsi:type="dcterms:W3CDTF">2022-02-19T22:31:11Z</dcterms:modified>
</cp:coreProperties>
</file>