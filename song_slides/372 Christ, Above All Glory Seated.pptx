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DA8BB-3F78-4276-A31F-2497D31137C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9EA3-1A06-4A1B-803B-88960F346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0A300-F778-0DDA-9EED-4D337FFAB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DD6AF-8AC0-D1E4-D495-3C94B66C9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11B4-0FF1-92D2-1627-ACDBD18E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64D5-1EBD-4247-91B9-2C155265F810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8E263-9331-6757-DB5E-E310804A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8CE7B-5F98-0DA7-6B09-43586B9E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2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810C-7EDA-3A5D-3324-A9F47893F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41BFB-434F-C07A-9781-E97DB0D7A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93DE5-514C-38BC-4D20-2AA6FB8C8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95655-CE3E-48C6-BB2A-A71EFAE589C2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E9B3C-6278-17F4-48C9-180EACD3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9F139-223E-E6F8-7151-C6187D8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6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C43C-8730-ED0D-CA20-36FCD4D81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917D8-1C16-0B95-B87C-961A72770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1035-E4C4-D342-4DE9-C0F7356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992A8-3E81-45B9-B7CA-C54033497EAD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338F3-C061-BB8D-4A9F-DC9A2AB7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09BFC-E2B1-0746-81B7-FD8DE60F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2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EDBE0-2C7F-FDFA-F369-3F20C669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4D7ED-6244-0AE1-6E10-D9F878CA9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A15EE-49BF-EA01-A780-9874F829C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315D-12C6-A6C0-BB8C-E708E776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19D7-C342-4921-A56F-3165B8F9617C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E91D8-036E-4BE3-D381-F289E2CF0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6C2FE-E52D-7422-F348-3DCE0184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7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A661-9415-7BB6-8965-5B4C3593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38A0F-09E9-EE25-9A03-347E0E78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3717C-1001-50A1-183D-773F2969C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FA17B-A9D3-D5AC-A559-C5F0692CC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C5B6F-474F-CF32-3483-8201D2350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2A3C1-9A66-0988-313E-1C36E1B5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64A6-A2C4-40EE-B152-84EC10F600DD}" type="datetime1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AB383-8515-E0EB-3C66-0E24199B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0FCC6-EC81-96D5-8527-F19EECFA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4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E1A0-F40C-E6AB-EC65-98AE073A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05FE-A1BB-8228-F186-7CB45520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B8A3-4557-43AF-8A9C-871C8000F87A}" type="datetime1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DE2CF9-069B-5B52-ABAF-B0D71CA3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84355-31AB-B96D-B6F2-7A0FCCE1B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7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4D808-3BD7-0FF7-99F0-38F891CC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DBA30-E7F1-45DE-99C3-BB85F13A78FB}" type="datetime1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FD420-137B-AF98-B23A-025FAB81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C96DA-3A46-21F4-DF54-1E3AF448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7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E99-3060-82A8-3768-9D95CA84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13BC0-306E-4537-7334-BA2F683F3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3AA3D-438E-202D-EB65-1D3CBD0FE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087F2-AC63-8EB6-1351-833A46AD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BC6F-F008-4FCE-8FAA-3CA1AAFBD747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49D2B-595D-0013-05F5-C99C76BC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357AF-74C9-A66D-057E-22C3982C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7402-4B4A-1592-A600-5651EC92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6C5BE-FEFB-D5B2-EB1F-D54BB4EFB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81678-C1B9-F231-8D8A-311F3C80D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A3D0A-4FDD-03FE-959D-6B9045032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0747-AAF8-44CA-B0B8-08AFC0931BE3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CDAF2-5073-C960-112F-894F8F8B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D80D5-41BA-8D08-563F-2FF2A08B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4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028A-46BD-1546-2A6A-78395E24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36B84-F27E-46C4-CABA-7E5D2332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EB2F7-CE84-5C39-21A7-F5C02654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63D8-1EE5-48AD-B05D-8261DEBF2AD1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CD648-C967-0B68-2F35-41EF64A3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AEE1C-B45E-E98C-F74F-A9C7E19B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0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C7A96-1622-3535-6B4E-13153B395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3B19A-AEF7-7927-60FA-4AD0B98FA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6E89-CBA1-E283-67DC-E8E8B5CE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BAEA-B96C-4E02-AABD-D6B3E7FDCDA2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3BC78-9C4F-495B-597C-3E0F5EA0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62DE5-3E42-7B23-C1E9-AEBAB258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8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3E345-CE30-A2D9-D9B2-BFCBD9E7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C35D9-5DAE-EB9A-9F12-ED7EE65D3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7640D-256F-1CE5-CE98-15AF8EB22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4FDB9-CFD2-49C9-AB0E-F80F48AF2EA6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FC0F-0025-D635-CBEB-4ECCC8B64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348F4-3450-E385-2208-C50E1D943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1A3BD-7370-46B4-947B-02E6FF33C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6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2E0E-C83C-CBF6-2C33-EE39A62D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#372 Christ, Above All Glory Seated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CCBC-9035-F056-23F2-691C748A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Christ, above all glory seated,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King triumphant, strong to save!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Dying, you have death defeated,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buried, you have spoiled the grave.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 have gone where now is given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what no mortal might could gain,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th'eternal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throne of heaven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your Father's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to reign.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D1679-A3F9-C29E-2138-338F7DA0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</p:spTree>
    <p:extLst>
      <p:ext uri="{BB962C8B-B14F-4D97-AF65-F5344CB8AC3E}">
        <p14:creationId xmlns:p14="http://schemas.microsoft.com/office/powerpoint/2010/main" val="406624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E041-DB3E-737D-BCBD-5C4AF1F77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Then will kingdoms all adore you,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above and earth below,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while the depths of hell before you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trembling and defeated bow.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will praise you, Lord and Savior,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implore your grace and love;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hear our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pray'r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and help us always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seek the things that are above.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01ABA-9BBC-DE25-3D83-47B91901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</p:spTree>
    <p:extLst>
      <p:ext uri="{BB962C8B-B14F-4D97-AF65-F5344CB8AC3E}">
        <p14:creationId xmlns:p14="http://schemas.microsoft.com/office/powerpoint/2010/main" val="80274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8993-55A0-7AE4-C645-A8FEE75AD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Lord, when you again in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on the clouds of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shall shine,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we, your church, shall stand before you,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brought from all the days of time.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your faithfulness confiding,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Jesus, we shall all adore: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praise and glory, thanks and honor,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and strength forevermore!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E43DC-08A8-0805-ACF1-642C074A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1942, renewed 1970 Hope Publishing Co., Carol Stream, IL 60188. All rights reesrved. Used by permission.</a:t>
            </a:r>
          </a:p>
        </p:txBody>
      </p:sp>
    </p:spTree>
    <p:extLst>
      <p:ext uri="{BB962C8B-B14F-4D97-AF65-F5344CB8AC3E}">
        <p14:creationId xmlns:p14="http://schemas.microsoft.com/office/powerpoint/2010/main" val="1418031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#372 Christ, Above All Glory Seated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#372 Christ, Above All Glory Seated</dc:title>
  <dc:creator>Neil Tuininga</dc:creator>
  <cp:lastModifiedBy>Neil Tuininga</cp:lastModifiedBy>
  <cp:revision>1</cp:revision>
  <dcterms:created xsi:type="dcterms:W3CDTF">2022-06-10T16:43:52Z</dcterms:created>
  <dcterms:modified xsi:type="dcterms:W3CDTF">2022-06-10T16:48:04Z</dcterms:modified>
</cp:coreProperties>
</file>