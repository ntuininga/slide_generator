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3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44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4880" cy="20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Shape 1"/>
          <p:cNvSpPr/>
          <p:nvPr/>
        </p:nvSpPr>
        <p:spPr>
          <a:xfrm>
            <a:off x="0" y="814320"/>
            <a:ext cx="12191400" cy="80532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b="0" i="1" lang="en-CA" sz="4400" strike="noStrike" u="none">
                <a:solidFill>
                  <a:srgbClr val="000000"/>
                </a:solidFill>
                <a:effectLst/>
                <a:uFillTx/>
                <a:latin typeface="Calibri Light"/>
                <a:ea typeface="DejaVu Sans"/>
              </a:rPr>
              <a:t>#116B I Love The Lord, The Fount of Life and Grace</a:t>
            </a:r>
            <a:endParaRPr b="0" lang="en-CA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CustomShape 2"/>
          <p:cNvSpPr/>
          <p:nvPr/>
        </p:nvSpPr>
        <p:spPr>
          <a:xfrm>
            <a:off x="360" y="1803240"/>
            <a:ext cx="12191400" cy="17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1.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 love the Lord, the fount of life and grace;</a:t>
            </a:r>
            <a:br>
              <a:rPr sz="1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he hears my voice, my cry and supplication,</a:t>
            </a:r>
            <a:br>
              <a:rPr sz="1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inclines his ear, gives strength and consolation;</a:t>
            </a:r>
            <a:br>
              <a:rPr sz="1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in life, in death, my heart will seek his face.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Shape 3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0" y="1577520"/>
            <a:ext cx="12191400" cy="17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2.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 cords of death held me in deep despair;</a:t>
            </a:r>
            <a:br>
              <a:rPr sz="1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the pangs of hell, like waves by tempest driven,</a:t>
            </a:r>
            <a:br>
              <a:rPr sz="1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rolled o'er my soul; by grief and sorrow riven,</a:t>
            </a:r>
            <a:br>
              <a:rPr sz="1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I turned in my distress to God in prayer.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Shape 1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1828800" y="1179360"/>
            <a:ext cx="8890920" cy="28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3. I cried, "Deliver thou my soul, O Lord!"</a:t>
            </a: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Jehovah heard; I pledge him my devotion.</a:t>
            </a: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The Lord is just, his grace, wide as the ocean;</a:t>
            </a: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in boundless mercy he fulfills his word.</a:t>
            </a:r>
            <a:br>
              <a:rPr sz="2800"/>
            </a:b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br>
              <a:rPr sz="2800"/>
            </a:b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1828800" y="1179360"/>
            <a:ext cx="8890920" cy="27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4. The Lord preserves the meek most tenderly;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Brought nigh to death, in him I found salvation.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Come, thou my soul, relieved from agitation,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 turn to thy rest; The Lord has favored thee.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br>
              <a:rPr sz="2800"/>
            </a:b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0" y="1577520"/>
            <a:ext cx="12191400" cy="17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i="1" lang="en-CA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5.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Thou, O Jehovah, in thy sovereign grace,</a:t>
            </a:r>
            <a:br>
              <a:rPr sz="1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hast saved my soul from death and woe appalling,</a:t>
            </a:r>
            <a:br>
              <a:rPr sz="1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dried all my tears, secured my feet from falling.</a:t>
            </a:r>
            <a:br>
              <a:rPr sz="1800"/>
            </a:b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Lo, I shall live and walk before thy face.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3"/>
          <p:cNvSpPr/>
          <p:nvPr/>
        </p:nvSpPr>
        <p:spPr>
          <a:xfrm>
            <a:off x="0" y="1577520"/>
            <a:ext cx="12191400" cy="17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7. What shall I render to Jehovah now</a:t>
            </a: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for all the riches of his consolation?</a:t>
            </a: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With joy I'll take the cup of his salvation,</a:t>
            </a: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and call upon his name with thankful vow.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Shape 4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4"/>
          <p:cNvSpPr/>
          <p:nvPr/>
        </p:nvSpPr>
        <p:spPr>
          <a:xfrm>
            <a:off x="0" y="1577520"/>
            <a:ext cx="1219140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8. Before his saints I’ll pay my vows to God;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E’en in death’s vale he keepeth me from evil;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How dear to God the dying of his people!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Praise him, ye saints, and sound his name abroad.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Shape 5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0" y="1577520"/>
            <a:ext cx="12191400" cy="17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9. I am, O Lord, thy servant, bound yet free,</a:t>
            </a: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thy handmaid's son, whose shackles thou hast broken;</a:t>
            </a: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redeemed by grace, I'll render as a token</a:t>
            </a:r>
            <a:br>
              <a:rPr sz="1800"/>
            </a:b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of gratitude my constant praise to thee.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1577520"/>
            <a:ext cx="12191400" cy="22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10. Jerusalem! Within thy courts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I’ll praise praise Jehovah’s name,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And with a spirit lowly pay all my vows.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O Zion, fair and holy, come join with me and bless him all they days.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2800" strike="noStrike" u="none">
                <a:solidFill>
                  <a:srgbClr val="222222"/>
                </a:solidFill>
                <a:effectLst/>
                <a:uFillTx/>
                <a:latin typeface="Calibri"/>
                <a:ea typeface="DejaVu Sans"/>
              </a:rPr>
              <a:t> </a:t>
            </a:r>
            <a:endParaRPr b="0" lang="en-CA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Shape 2"/>
          <p:cNvSpPr/>
          <p:nvPr/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Copyright Trinity Psalter Hymnal, 2018, used by permission</a:t>
            </a:r>
            <a:endParaRPr b="0" lang="en-CA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LibreOffice/25.2.2.2$Linux_X86_64 LibreOffice_project/520$Build-2</Application>
  <AppVersion>15.0000</AppVersion>
  <Words>457</Words>
  <Paragraphs>26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2020-06-05T01:53:24Z</dcterms:created>
  <dc:creator>Eric Hoogendoorn</dc:creator>
  <dc:description/>
  <dc:language>en-CA</dc:language>
  <cp:lastModifiedBy/>
  <dcterms:modified xsi:type="dcterms:W3CDTF">2025-11-30T06:51:48Z</dcterms:modified>
  <cp:revision>10</cp:revision>
  <dc:subject/>
  <dc:title>#116B I Love The Lord, The Fount of Life and Grace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