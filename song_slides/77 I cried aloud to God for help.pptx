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4681C-D6E2-48C0-8FB8-DEDF04D3C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E44529-ED49-4A27-9DB9-B9B48DD901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FE20B-28BC-422C-9527-2E324D9F9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C5FDA-AB2C-4F65-9016-42AAF12B4719}" type="datetimeFigureOut">
              <a:rPr lang="en-CA" smtClean="0"/>
              <a:t>2023-08-25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4E5D0-D7D4-433D-A71C-D2FD6A70A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741C3-1D71-4D1C-A173-FBEDE8237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C9A7-BD3C-4217-BE5D-CABFF69888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2763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A67A9-8A67-46B6-ACFE-84F7AE01F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4AD0A-D9A0-48D5-8C19-FCA158879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EDF72-C961-41F3-A100-58ADABFFA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C5FDA-AB2C-4F65-9016-42AAF12B4719}" type="datetimeFigureOut">
              <a:rPr lang="en-CA" smtClean="0"/>
              <a:t>2023-08-25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ADAEB-BB48-47B1-A329-68022A50B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492ED-1AC0-4F77-906F-CBAE727CA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C9A7-BD3C-4217-BE5D-CABFF69888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2697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C852F-0BBC-4710-8550-3E5D73144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9EA38-1712-46A9-8D16-DD11BD691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DCB79-13B7-4FB4-946B-ECA2C1B2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C5FDA-AB2C-4F65-9016-42AAF12B4719}" type="datetimeFigureOut">
              <a:rPr lang="en-CA" smtClean="0"/>
              <a:t>2023-08-25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52CA6-F2A5-4738-9CE2-11328D476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C49AC-64C7-4F07-8F46-D5887842E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C9A7-BD3C-4217-BE5D-CABFF69888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4593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52D82-8A48-4F03-8DCE-DC7AD41C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BC514-82AD-4F93-ABC8-296903011F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E9EAD-EEA8-4402-8F71-960199A24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50E855-9F88-4F9B-A70F-A10939925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C5FDA-AB2C-4F65-9016-42AAF12B4719}" type="datetimeFigureOut">
              <a:rPr lang="en-CA" smtClean="0"/>
              <a:t>2023-08-25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C9E33-52DA-49D9-960B-5181AC894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45769-2695-4FA1-B08C-10A2FFE8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C9A7-BD3C-4217-BE5D-CABFF69888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0032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CCA1-2F0F-4609-93C9-C11D3BF59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3AB4E-BD1E-4CC4-BDD1-AA577E647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C6E1A4-4E78-40EF-9DEC-40391E046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6D83BD-30B6-4E8C-804A-1F843A2812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7F3662-C6D9-47DA-A23E-298EEEA627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02B6FC-B253-42C3-A0D0-E062E36CE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C5FDA-AB2C-4F65-9016-42AAF12B4719}" type="datetimeFigureOut">
              <a:rPr lang="en-CA" smtClean="0"/>
              <a:t>2023-08-25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F33D5-659F-4FBD-88EF-1555182C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C8B779-90D6-4AF6-A3C3-33F515868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C9A7-BD3C-4217-BE5D-CABFF69888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9190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7B0D3-A440-480B-849D-43D0D2DA4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86A97-7FD4-407C-9D3B-389A61BF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C5FDA-AB2C-4F65-9016-42AAF12B4719}" type="datetimeFigureOut">
              <a:rPr lang="en-CA" smtClean="0"/>
              <a:t>2023-08-25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6EB8AD-A23A-40DE-880E-C7447B24A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E853A-5B44-4781-89B1-AD8B461C1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C9A7-BD3C-4217-BE5D-CABFF69888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4631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81C6-2DB4-4F14-8C45-58943C613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C5FDA-AB2C-4F65-9016-42AAF12B4719}" type="datetimeFigureOut">
              <a:rPr lang="en-CA" smtClean="0"/>
              <a:t>2023-08-25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A5A824-5A5A-4614-8F84-677E24FBF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3B7AE-8EA9-4B93-832C-85AA1A93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C9A7-BD3C-4217-BE5D-CABFF69888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1077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0790A-2EC3-47E7-A0BC-2CF09D66C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0CFB6-EEFD-425A-B2E2-2D97A015B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2E6F4-E74A-4A8B-A568-2A7415B54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DA55A-50B8-41D6-807B-F7AC1CFC0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C5FDA-AB2C-4F65-9016-42AAF12B4719}" type="datetimeFigureOut">
              <a:rPr lang="en-CA" smtClean="0"/>
              <a:t>2023-08-25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152-B212-46F4-A491-15C691CBC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AC81C-E990-437E-A40F-EFF4A1598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C9A7-BD3C-4217-BE5D-CABFF69888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3615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433E7-6756-4D02-A1A4-41FC247D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36D28F-C927-481B-9A98-1C59B7C669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7A7D8-7177-4DBF-8030-A8A45B4FB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D3E30-E9A2-4D00-839B-A8EE2250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C5FDA-AB2C-4F65-9016-42AAF12B4719}" type="datetimeFigureOut">
              <a:rPr lang="en-CA" smtClean="0"/>
              <a:t>2023-08-25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E020A-ACEE-479B-885B-07B5C4996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B6268-4500-4A3B-B6CA-880643EEC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C9A7-BD3C-4217-BE5D-CABFF69888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2611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64778-33EF-4121-94AB-390887411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8CB53C-2F7C-4393-AE9C-4D26F150F3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46BEB-A1B2-4E7B-AC7C-D3B635CB7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C5FDA-AB2C-4F65-9016-42AAF12B4719}" type="datetimeFigureOut">
              <a:rPr lang="en-CA" smtClean="0"/>
              <a:t>2023-08-25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62797-9D5C-4DFA-BD57-79E5DE6E1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664D0-A5E8-4F80-87B9-92AEBF6AC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C9A7-BD3C-4217-BE5D-CABFF69888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4942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199CEE-6F90-4951-9D31-340DCBAF44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A7637-5708-46F3-B0E3-6A691D54A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33063-ADFA-4031-B07B-53F46A8EC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C5FDA-AB2C-4F65-9016-42AAF12B4719}" type="datetimeFigureOut">
              <a:rPr lang="en-CA" smtClean="0"/>
              <a:t>2023-08-25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6CFF6-DAC7-4F15-A5E0-2389419E8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DC958-DA17-4F81-99DC-63214233A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C9A7-BD3C-4217-BE5D-CABFF69888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8919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2C755-F3FB-4A88-A4AB-F039FA80A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21A76-203E-47CA-A44F-DE7A409BB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D357F-CC9B-40D7-9429-06479724D3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C5FDA-AB2C-4F65-9016-42AAF12B4719}" type="datetimeFigureOut">
              <a:rPr lang="en-CA" smtClean="0"/>
              <a:t>2023-08-25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AE67A-8321-4181-A7EE-67AE5BD3A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899B8-5EC0-4C35-BBB8-6AF24E3B6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DC9A7-BD3C-4217-BE5D-CABFF69888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1076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B322BD-2EA3-4EB2-A300-A4C14497C7C5}"/>
              </a:ext>
            </a:extLst>
          </p:cNvPr>
          <p:cNvSpPr txBox="1"/>
          <p:nvPr/>
        </p:nvSpPr>
        <p:spPr>
          <a:xfrm>
            <a:off x="981075" y="257175"/>
            <a:ext cx="10229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 dirty="0">
                <a:solidFill>
                  <a:prstClr val="black"/>
                </a:solidFill>
                <a:latin typeface="+mj-lt"/>
              </a:rPr>
              <a:t>#77 I Cried Aloud to God for Help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BE52B-621F-46E8-9801-C2772863E723}"/>
              </a:ext>
            </a:extLst>
          </p:cNvPr>
          <p:cNvSpPr txBox="1"/>
          <p:nvPr/>
        </p:nvSpPr>
        <p:spPr>
          <a:xfrm>
            <a:off x="1938337" y="1771650"/>
            <a:ext cx="8315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>
                <a:solidFill>
                  <a:srgbClr val="222222"/>
                </a:solidFill>
              </a:rPr>
              <a:t>I cried aloud to God for help;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I knew that God would hear.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When I was plunged in deep distress,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I sought the Lord in prayer.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At night I stretched untiring hands,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relief my soul refused.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Rememb’ring you, O God, I groaned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with longing as I mused.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499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848D85-5C22-46DF-A9A5-3C9856882F32}"/>
              </a:ext>
            </a:extLst>
          </p:cNvPr>
          <p:cNvSpPr txBox="1"/>
          <p:nvPr/>
        </p:nvSpPr>
        <p:spPr>
          <a:xfrm>
            <a:off x="1614487" y="1038225"/>
            <a:ext cx="8963025" cy="339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>
                <a:solidFill>
                  <a:srgbClr val="222222"/>
                </a:solidFill>
              </a:rPr>
              <a:t>2. You kept my eye from restful sleep –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>
                <a:solidFill>
                  <a:srgbClr val="222222"/>
                </a:solidFill>
              </a:rPr>
              <a:t>so great my pain and woe.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>
                <a:solidFill>
                  <a:srgbClr val="222222"/>
                </a:solidFill>
              </a:rPr>
              <a:t>I thought about the former days,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>
                <a:solidFill>
                  <a:srgbClr val="222222"/>
                </a:solidFill>
              </a:rPr>
              <a:t>the years of long ago.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>
                <a:solidFill>
                  <a:srgbClr val="222222"/>
                </a:solidFill>
              </a:rPr>
              <a:t>Throughout the night, the evening watch,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>
                <a:solidFill>
                  <a:srgbClr val="222222"/>
                </a:solidFill>
              </a:rPr>
              <a:t>my songs I called to mind.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>
                <a:solidFill>
                  <a:srgbClr val="222222"/>
                </a:solidFill>
              </a:rPr>
              <a:t>I pondered in my searching heart,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>
                <a:solidFill>
                  <a:srgbClr val="222222"/>
                </a:solidFill>
              </a:rPr>
              <a:t>an answer tried to find:</a:t>
            </a:r>
            <a:endParaRPr lang="en-US" sz="2800" dirty="0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654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65C31F-5E18-4D76-9918-4D9A9DC554BC}"/>
              </a:ext>
            </a:extLst>
          </p:cNvPr>
          <p:cNvSpPr txBox="1"/>
          <p:nvPr/>
        </p:nvSpPr>
        <p:spPr>
          <a:xfrm>
            <a:off x="1571625" y="1223962"/>
            <a:ext cx="90487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>
                <a:solidFill>
                  <a:prstClr val="black"/>
                </a:solidFill>
              </a:rPr>
              <a:t>3. “Forever will the Lord reject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and never show his grace?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Has he, his steadfast love withdrawn,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fore’er his mercy ceased?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Forever has his promise failed?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Is God no longer kind?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Has he in his great wrath dismissed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compassion from his mind?”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5482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65C31F-5E18-4D76-9918-4D9A9DC554BC}"/>
              </a:ext>
            </a:extLst>
          </p:cNvPr>
          <p:cNvSpPr txBox="1"/>
          <p:nvPr/>
        </p:nvSpPr>
        <p:spPr>
          <a:xfrm>
            <a:off x="1571625" y="1223962"/>
            <a:ext cx="90487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dirty="0">
                <a:solidFill>
                  <a:prstClr val="black"/>
                </a:solidFill>
              </a:rPr>
              <a:t>4. Then I replied, “Such questions 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show my own infirmity,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The firm right hand of God Most High 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thro’ years must changeless be.”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The Lord’s deeds I remember well,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Your works of old recall;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Yes, I will ponder all your acts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And weigh </a:t>
            </a:r>
            <a:r>
              <a:rPr lang="en-CA" sz="2800">
                <a:solidFill>
                  <a:prstClr val="black"/>
                </a:solidFill>
              </a:rPr>
              <a:t>your wonders all.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04083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DCC5FB-469C-46E5-B861-D1CC1DBDDF6A}"/>
              </a:ext>
            </a:extLst>
          </p:cNvPr>
          <p:cNvSpPr txBox="1"/>
          <p:nvPr/>
        </p:nvSpPr>
        <p:spPr>
          <a:xfrm>
            <a:off x="2057400" y="938212"/>
            <a:ext cx="8077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>
                <a:solidFill>
                  <a:prstClr val="black"/>
                </a:solidFill>
              </a:rPr>
              <a:t>5. O God, most holy are your ways.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What god is great like you?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You are the God by wonders known,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whose pow’r the nations view.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Your people you redeemed, O LORD,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with your almighty arm;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the sons of Jacob, Joseph’s seed,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you saved them from all harm.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525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290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2</cp:revision>
  <dcterms:created xsi:type="dcterms:W3CDTF">2021-01-21T20:54:01Z</dcterms:created>
  <dcterms:modified xsi:type="dcterms:W3CDTF">2023-08-25T20:52:51Z</dcterms:modified>
</cp:coreProperties>
</file>