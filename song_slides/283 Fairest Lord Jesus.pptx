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76" r:id="rId3"/>
    <p:sldId id="377" r:id="rId4"/>
    <p:sldId id="39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BA97F-99C2-4E9B-854F-CBEB8D7658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8716A0-EF10-476C-A9F3-F6D98EA3F7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115D6-741B-4C3E-B237-EA96634F4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D0510-64B8-44E7-8341-D6E1463AFED1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A0BDE-451D-4E41-8ADB-3A26CA185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EB270-5555-4B76-BF5F-6DEC1D6CB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519FB-5B21-4A9B-ADCB-289282B87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217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12E8C-32C1-462E-9496-082200DE7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4C83B-A94B-4C20-93F5-8A858779D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FC144-0EF5-49C3-BA2A-589C5A90A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D0510-64B8-44E7-8341-D6E1463AFED1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8D5EC-139E-4558-AA3D-4838F4AAD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57A89-4FB3-4D4B-9048-E85BC1842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519FB-5B21-4A9B-ADCB-289282B87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664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E2A75-6681-4A06-9C03-DBCDDEAE8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04D17D-3A86-45B3-9081-9EE489C75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2B347-6F43-462D-8781-89B762D99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D0510-64B8-44E7-8341-D6E1463AFED1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46902-2CA4-4723-A744-FF3836ABE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D075D3-EB53-4E39-A843-49D6CC971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519FB-5B21-4A9B-ADCB-289282B87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358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EE1F1-DE92-4899-942C-B8B0C30E5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8D5A8-DDDA-410D-B7BC-91A72F773F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D7B4D7-8A7E-4ACD-A19A-A46B163515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15217D-4982-4CE7-9AA5-8DB4C1EDE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D0510-64B8-44E7-8341-D6E1463AFED1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4EA7EE-79B3-4D0F-A4DC-EC33B8BD1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41790-C406-4354-ABCC-F43F83DA0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519FB-5B21-4A9B-ADCB-289282B87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152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98873-EA41-4091-9F5F-D3F648F42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FD5C5D-8283-40FD-992E-67D3D68A79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F45137-F321-4D9D-93C3-A98223C98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B288A2-60F3-4248-9063-4B504BBCBA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EE5BAE-D2C1-463F-AC34-CD73005CBA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750147-7FEA-48E9-872B-D409E189B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D0510-64B8-44E7-8341-D6E1463AFED1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CD4CF3-E97D-46BF-96C1-EB7A5ACA1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76199F-29E1-4EE1-8944-06F3FE8E9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519FB-5B21-4A9B-ADCB-289282B87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715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6C1BE-83DD-4FFB-A85C-3F0FE6B6D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A0EFC-A373-4901-A853-81F340E05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D0510-64B8-44E7-8341-D6E1463AFED1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0AF8EA-1472-458A-9567-CACC9FA1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ECD305-E112-471D-9F1A-866816FFB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519FB-5B21-4A9B-ADCB-289282B87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899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E50E13-5DFA-4D69-A713-4D3D0E331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D0510-64B8-44E7-8341-D6E1463AFED1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887EF9-2DB9-40D5-93DD-79ED800D7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73E2B8-C15F-4C9B-8C1E-89FD5C024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519FB-5B21-4A9B-ADCB-289282B87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343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A1CAA-9E8E-41C9-B6E4-19039D269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7C190-067E-41A8-9F7B-B5C5F2676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53B65C-0151-4779-8DFC-5621B0734B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5BFF74-7A5D-46BB-93CF-52A8DA24B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D0510-64B8-44E7-8341-D6E1463AFED1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4BD29A-8B4A-4C4D-9DC5-391B5833C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DAE626-8DC2-475A-8080-90945A7D6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519FB-5B21-4A9B-ADCB-289282B87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724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03C6-2A29-4C8F-9834-9E3A7E09D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F410A3-1627-46DE-BBD1-C06F2DD145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B5E057-B350-4CBD-BD01-BA79134D5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D7DFA5-D95C-4798-AA83-4C3274414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D0510-64B8-44E7-8341-D6E1463AFED1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CBF425-AD07-4480-96E2-D69929538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975DE3-E9CC-4A65-A8AE-6F7C1AF63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519FB-5B21-4A9B-ADCB-289282B87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456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32606-1661-4CD3-9FD3-677DBB30C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06BD17-D584-473B-A3B6-95C6931A3A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2E9EA-7F76-4AD3-A895-33EAD4520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D0510-64B8-44E7-8341-D6E1463AFED1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E7AFF-0C3A-476A-B563-5834C5703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02F9A-B2B7-45D8-B4CD-FAB110E0A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519FB-5B21-4A9B-ADCB-289282B87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360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7A6088-C9AC-4319-9E04-EB3826DB06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54879B-9617-4BA2-AEDE-6F5AB80016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BF284-85C5-4270-AC16-15C6646D1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D0510-64B8-44E7-8341-D6E1463AFED1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F3743-8198-4924-93CB-97E3020A3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9EDD7-3566-4273-BF95-DD0E3117D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519FB-5B21-4A9B-ADCB-289282B87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937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549A82-2D0D-465B-81BB-2C7BFF109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177CBD-6B56-4D86-AD1A-A3D2E6FDA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0250B-A85A-4493-A3AB-32AEFBAC0A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8D0510-64B8-44E7-8341-D6E1463AFED1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6D602-2966-478B-9216-3DC349C35F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5CD1A-105A-44FD-9F7F-A000B33693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7519FB-5B21-4A9B-ADCB-289282B87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60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2CD1AC-1686-4B85-9427-4E49F37C9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  <a:endParaRPr lang="en-CA" dirty="0">
              <a:solidFill>
                <a:prstClr val="black">
                  <a:tint val="75000"/>
                </a:prstClr>
              </a:solidFill>
            </a:endParaRPr>
          </a:p>
          <a:p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21A8D7-36D6-47B7-B2A5-946430D58AA3}"/>
              </a:ext>
            </a:extLst>
          </p:cNvPr>
          <p:cNvSpPr txBox="1"/>
          <p:nvPr/>
        </p:nvSpPr>
        <p:spPr>
          <a:xfrm>
            <a:off x="-42862" y="357193"/>
            <a:ext cx="122777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i="1" dirty="0">
                <a:latin typeface="+mj-lt"/>
              </a:rPr>
              <a:t>#283 Fairest Lord Jesus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A3FDDE-D0C7-49B4-8498-33CAD77D0B37}"/>
              </a:ext>
            </a:extLst>
          </p:cNvPr>
          <p:cNvSpPr txBox="1"/>
          <p:nvPr/>
        </p:nvSpPr>
        <p:spPr>
          <a:xfrm>
            <a:off x="2181225" y="2521059"/>
            <a:ext cx="78295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222222"/>
                </a:solidFill>
              </a:rPr>
              <a:t>1. Fairest Lord Jesus, Ruler of all nature,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Son of God and Son of Man!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Thee will I cherish, thee will I honor,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thou, my soul's glory, joy, and crown.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6948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4F8AED2-8B7F-424C-A966-8E05F4918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18250"/>
            <a:ext cx="4114800" cy="365125"/>
          </a:xfrm>
        </p:spPr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  <a:endParaRPr lang="en-CA" dirty="0">
              <a:solidFill>
                <a:prstClr val="black">
                  <a:tint val="75000"/>
                </a:prstClr>
              </a:solidFill>
            </a:endParaRPr>
          </a:p>
          <a:p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4C9E6E-A11F-4605-99F7-C2A354755955}"/>
              </a:ext>
            </a:extLst>
          </p:cNvPr>
          <p:cNvSpPr txBox="1"/>
          <p:nvPr/>
        </p:nvSpPr>
        <p:spPr>
          <a:xfrm>
            <a:off x="2119311" y="2244725"/>
            <a:ext cx="79533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222222"/>
                </a:solidFill>
              </a:rPr>
              <a:t>2. Fair are the meadows, fair are the woodlands,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robed in the blooming garb of spring: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Jesus is fairer, Jesus is purer,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who makes the woeful heart to sing.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2759061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35D2673-FEA7-40B7-8C00-069A5DBFD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  <a:endParaRPr lang="en-CA" dirty="0">
              <a:solidFill>
                <a:prstClr val="black">
                  <a:tint val="75000"/>
                </a:prstClr>
              </a:solidFill>
            </a:endParaRPr>
          </a:p>
          <a:p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445181-28DC-4E1D-80AE-274F09A57412}"/>
              </a:ext>
            </a:extLst>
          </p:cNvPr>
          <p:cNvSpPr txBox="1"/>
          <p:nvPr/>
        </p:nvSpPr>
        <p:spPr>
          <a:xfrm>
            <a:off x="2305050" y="2257097"/>
            <a:ext cx="75819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3. Fair is the sunshine, fair is the moonlight,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and all the twinkling, starry host: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Jesus shines brighter, Jesus shines purer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than all the angels </a:t>
            </a:r>
            <a:r>
              <a:rPr lang="en-US" sz="2800" dirty="0" err="1">
                <a:solidFill>
                  <a:srgbClr val="222222"/>
                </a:solidFill>
              </a:rPr>
              <a:t>heav'n</a:t>
            </a:r>
            <a:r>
              <a:rPr lang="en-US" sz="2800" dirty="0">
                <a:solidFill>
                  <a:srgbClr val="222222"/>
                </a:solidFill>
              </a:rPr>
              <a:t> can boast.</a:t>
            </a:r>
          </a:p>
        </p:txBody>
      </p:sp>
    </p:spTree>
    <p:extLst>
      <p:ext uri="{BB962C8B-B14F-4D97-AF65-F5344CB8AC3E}">
        <p14:creationId xmlns:p14="http://schemas.microsoft.com/office/powerpoint/2010/main" val="3225325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D3CE3B-6050-424E-A2D4-6CFC99283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  <a:endParaRPr lang="en-CA" dirty="0">
              <a:solidFill>
                <a:prstClr val="black">
                  <a:tint val="75000"/>
                </a:prstClr>
              </a:solidFill>
            </a:endParaRPr>
          </a:p>
          <a:p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400AEB-154A-40E2-B6C7-13AFE8EDEA35}"/>
              </a:ext>
            </a:extLst>
          </p:cNvPr>
          <p:cNvSpPr txBox="1"/>
          <p:nvPr/>
        </p:nvSpPr>
        <p:spPr>
          <a:xfrm>
            <a:off x="2381250" y="2285672"/>
            <a:ext cx="74295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prstClr val="black"/>
                </a:solidFill>
              </a:rPr>
              <a:t>4. Beautiful Savior! Lord of the nations!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Son of God and Son of Man!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Glory and honor, praise, adoration,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now and forevermore be thine.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736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</Words>
  <Application>Microsoft Office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2020-12-29T22:42:26Z</dcterms:created>
  <dcterms:modified xsi:type="dcterms:W3CDTF">2020-12-29T22:42:42Z</dcterms:modified>
</cp:coreProperties>
</file>