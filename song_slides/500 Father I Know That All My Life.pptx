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5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119741-3894-476B-B44A-3FE56E58BF58}" type="datetimeFigureOut">
              <a:rPr lang="en-US" smtClean="0"/>
              <a:t>3/31/2023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EA2E8C-C36A-4921-BFCC-4CB093B1D7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340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35CCF-0806-104E-6FB4-65F497394C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1994B8-C684-823A-AFDF-E68656E0EB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062CD0-4976-4C5E-8328-A1748782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7109F-C90B-4141-A87A-0FD763B5BBB4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74F22-508C-82E0-AF1E-9177205B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DD06DF-84FC-6BAA-6A0A-F33049240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9386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59881-7BCD-1D49-0A96-3A73AADD5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27421-6B8D-AFD9-D30D-C8E333D53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A02892-4290-F020-A63D-604D11EB5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B808F-12A4-4585-B98C-E0714755AB8E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D3BE-0B33-A8A5-D9D8-DDE0305D7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FA915-315F-6B8C-758F-A84841BC0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34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CDE4B-7A08-EE4A-E19B-878663FD6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DBDBD-0CF7-B98A-E238-9B8CD2F526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2AD54-3509-D010-35F6-2F5AE1B31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5AEF8-A1F5-4D46-8075-19F9CF8D67CC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41CA0-B739-ACA9-3E90-2FD8C508F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A25B1-D9A0-BFDA-FB4D-216F9E86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84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15890-F38F-A659-3333-EBEE971188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83F38-A55C-7D23-6D43-33E4917628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CF5E4-B572-3D3D-CD18-0F22875407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3AA547-98CF-8F92-4B2D-83639648D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C4DC6C-AA98-40BA-9DA0-94177677F17C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7CBDAB-92DF-31E9-1A31-D9B254B39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7CC5-B44F-0743-1770-C282A817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268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82DCF-2E3C-9443-95C4-7F5184A5A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C4F872-A64C-2B99-F0FF-EC37ABB77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A44613-9CD0-8807-B109-E42B24B215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3CBD28-347D-7D88-1CB7-FBBE0AB217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C51B1A-7FDE-8F96-5F37-2FF7279F03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B55C7D-2B85-9CFB-E899-0E0FA3BCD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F1F99-7ECA-4970-B829-12D8D2EDE6CD}" type="datetime1">
              <a:rPr lang="en-US" smtClean="0"/>
              <a:t>3/31/2023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A32798-F66B-DA8F-86C1-BCC92DA57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AB6B3D-9D28-4700-EB80-459CF50E7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12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ABC79-9816-72E3-8BC6-D94256A76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FC00DE-C94C-8DA7-6883-8B19F55C6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FC7EF9-8FCD-4803-9B89-3EBE3CE65CE0}" type="datetime1">
              <a:rPr lang="en-US" smtClean="0"/>
              <a:t>3/31/2023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74F20B-EA1B-36E0-89D5-6A9677BC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F1B77C-550C-8EAC-9149-A1F26B3C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717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2B3920-F016-C61A-5057-8A7DE88F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0E17E2-4805-4923-9E34-56420FEEA35E}" type="datetime1">
              <a:rPr lang="en-US" smtClean="0"/>
              <a:t>3/31/2023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9408B7-EA19-CD8A-C0B0-1B4ED06A4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7280C-800B-AE6E-8F3F-832C344E7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407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1D42-A788-3552-EBEE-9C99601B2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AFDE6C-BF36-D31F-EFE9-BFDE2EBB6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0E7E92-8C10-EDD0-1208-88D105FDC1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7CC1AC-8DFB-749B-4818-E1A2A6995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F745C-D0B7-4EFE-9F30-0E2310311113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9AA76E-3BD6-DAB7-8B4B-53E2730A9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3091D-7EFD-28F7-29A4-CE1C6BA1E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49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15B9B-AFED-418F-E018-1B36034C0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3D12564-6081-53D5-18C8-6219F270E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0CFC1-501D-95FE-EFB1-FA1CD99657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46E161-EA48-8060-9B5F-0CDAE1639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102D2-24E3-4223-8EFD-BEE67432E66B}" type="datetime1">
              <a:rPr lang="en-US" smtClean="0"/>
              <a:t>3/31/2023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40254-45B8-A973-3704-0B16314D6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6E89D5-2857-478E-B8A3-3D814A4C7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9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C3DF4-8475-E907-135F-C974213358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6BBCB-04DD-A89D-A962-730B4466C8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A30AF-769E-C753-942C-1AF1FD288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AD96B-16DC-443E-8784-7CA348F16217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FE2EEB-7EB2-0B91-5842-96B301ECF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01986A-6C2B-2C8E-8212-8BB63991BB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97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CBCF9C0-320F-2D22-CC74-55AC0BE88B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9D9F47-FF65-9795-9B2A-57077ACE1F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1F57F9-DE13-0ED7-5BBB-8E4A6D8D5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9A638-7EEF-41E0-AC12-08E437CA54B7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B8351D-F903-FCAC-1569-1BD340261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E8C71-1451-8D8C-1A75-A28CF7B88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800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A4F2BD-FFDD-D61A-F422-AF8DC5ADE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18291C-1D1F-FBEB-00A6-6DEB67A53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2DD44C-DA35-4F40-BFB2-DB2C83FC9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33C5C2-23BB-4B5B-802D-B7F1F85DB904}" type="datetime1">
              <a:rPr lang="en-US" smtClean="0"/>
              <a:t>3/31/2023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976E-0A4A-F1D8-58F2-78D9DDE407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01AFB0-0684-3370-EADE-2F371CFDE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354641-7E40-4595-845F-35698C939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9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81826-68BD-B70D-EDF2-BA4B8714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i="1" dirty="0"/>
              <a:t>#500 Father; I Know That All My Life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3C13AB-7FDB-4D15-BD65-639568A887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1 Father, I know that all my life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portioned out for 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 changes that are sure to come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do not fear to see: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ask thee for a present mind,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intent on pleasing thee.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5C2181-6AF9-97A0-6428-595DDC4B5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912027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96549-CCB1-8C8A-1517-4F345CCB32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2 I would not have the restless will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hurries to and </a:t>
            </a:r>
            <a:r>
              <a:rPr lang="en-US" b="0" i="0" dirty="0" err="1">
                <a:solidFill>
                  <a:srgbClr val="222222"/>
                </a:solidFill>
                <a:effectLst/>
              </a:rPr>
              <a:t>fro</a:t>
            </a:r>
            <a:r>
              <a:rPr lang="en-US" b="0" i="0" dirty="0">
                <a:solidFill>
                  <a:srgbClr val="222222"/>
                </a:solidFill>
                <a:effectLst/>
              </a:rPr>
              <a:t>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seeking for some great thing to do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or secret thing to know;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 would be treated as a child,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and guided where to go.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89D4F-3992-AE67-D91A-3C157DCFB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63682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0395BD-421D-44D7-44C4-6BCB78C59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3 I ask thee for the daily strength,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to none that ask denied,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mind to blend with outward life,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while keeping at thy side,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content to fill a little space,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if thou be glorified.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88B354-D0D3-0542-9023-C4B757262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876671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AD0ED0-BE5D-2A81-4506-DDED2C5ED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b="0" i="0" dirty="0">
                <a:solidFill>
                  <a:srgbClr val="222222"/>
                </a:solidFill>
                <a:effectLst/>
              </a:rPr>
              <a:t>4 In service which thy will appoints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there are no bonds for me;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my secret heart is taught the truth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that makes thy children free;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a life of self-renouncing love</a:t>
            </a:r>
            <a:br>
              <a:rPr lang="en-US" dirty="0"/>
            </a:br>
            <a:r>
              <a:rPr lang="en-US" b="0" i="0" dirty="0">
                <a:solidFill>
                  <a:srgbClr val="222222"/>
                </a:solidFill>
                <a:effectLst/>
              </a:rPr>
              <a:t>is one of liberty.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AF562C-0C79-DF27-AF3A-2EE66A13F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499696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231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#500 Father; I Know That All My Life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#500 Father; I Know That All My Life</dc:title>
  <dc:creator>Neil</dc:creator>
  <cp:lastModifiedBy>Neil</cp:lastModifiedBy>
  <cp:revision>1</cp:revision>
  <dcterms:created xsi:type="dcterms:W3CDTF">2023-03-31T15:57:44Z</dcterms:created>
  <dcterms:modified xsi:type="dcterms:W3CDTF">2023-03-31T16:00:34Z</dcterms:modified>
</cp:coreProperties>
</file>