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2" r:id="rId2"/>
    <p:sldId id="292" r:id="rId3"/>
    <p:sldId id="373" r:id="rId4"/>
    <p:sldId id="37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9D93-7B10-4B4D-82B9-5608EE77DEB6}" type="datetimeFigureOut">
              <a:rPr lang="en-US" smtClean="0"/>
              <a:t>7/23/2022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CDA66D-DA2A-4923-90DC-8A5B96253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17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0C8F-5C9A-4235-AAE7-2143F3173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1C8DF-31C1-43E4-915E-0BB80B6B3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ADCC7-77F8-4E3C-B972-4A3F514F6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02E-B57A-416B-AD70-0B8E2B47203B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B6B6B-388E-455B-B5DD-54DC6604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B0995-4A0D-4ADA-A485-67668CCFF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96A-27B5-41C8-8C11-9E9706550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37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D1874-03FC-4597-8A12-389DAC803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FD990-D02E-453C-83FE-EE4753294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1CFF5-9E8A-4333-BAFB-0E990515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BDBB-0CC9-4D3F-9A5E-F013668669F5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E048A-665D-43F8-A87B-6F8E53AA3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8C171-BB96-4AF0-81BF-D68A80D2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96A-27B5-41C8-8C11-9E9706550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98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14B8-CA36-4244-BD7A-A1E9DA99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ED551-35AF-418C-93BA-CF4A10310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FD53B-397B-4229-8AD4-D4C98B851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0945-047A-4818-986A-954D580016F3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0BCDA-5785-4442-9AB6-4D069DCE9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3ED60-F3E1-434D-8383-560DDB681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96A-27B5-41C8-8C11-9E9706550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16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779C5-3AA1-4326-9F42-4BAB5BD49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461D8-6674-40D0-B4BC-CB96871E90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3C6A8-C313-4981-A0A1-F00CB4471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68A5F-298C-40E4-85D3-15B5298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98D02-ABE4-42E6-94E0-2EDAE27507FB}" type="datetime1">
              <a:rPr lang="en-US" smtClean="0"/>
              <a:t>7/23/2022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1770E-B3B9-431C-98F7-2A9A6B25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0D8E7-1A49-4E1F-AC34-98376F29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96A-27B5-41C8-8C11-9E9706550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03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0BA3-793D-4105-9826-D2A12589E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3D0B7-6E3D-41F1-98B5-B20903DB6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22193-3078-48E0-ACEB-D34C34121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B16B-3452-4694-A83F-6D9566B06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CF7D8-02AF-4AF9-A49B-ABFD73FFE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93006B-BB07-48C4-A490-E57C603F2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BC0C5-199A-47D4-A12C-057242CC9D4C}" type="datetime1">
              <a:rPr lang="en-US" smtClean="0"/>
              <a:t>7/23/2022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9144C4-E5C1-46EF-8E7E-BA32D5E45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C71ECA-6119-464E-ABEC-20CB6E1BF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96A-27B5-41C8-8C11-9E9706550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55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18CB-2224-4373-95DB-776FD19E3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7E91C5-C7D8-4EC1-9314-18B23AD40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538D4-69A3-4047-96BE-04C4D47FEF5A}" type="datetime1">
              <a:rPr lang="en-US" smtClean="0"/>
              <a:t>7/23/2022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705D7-7D97-498A-B71E-9D943586A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6B03C-D5AB-4578-BB3C-687BF04AC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96A-27B5-41C8-8C11-9E9706550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50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518A9A-D730-48E1-8593-5C4571C6F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8702-337B-4313-A502-F4F9A8BD2C45}" type="datetime1">
              <a:rPr lang="en-US" smtClean="0"/>
              <a:t>7/23/2022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62F058-2E4C-4A9B-9FA3-3946E0129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CD34F-2AD0-4131-B7D1-BB1AD75D0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96A-27B5-41C8-8C11-9E9706550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02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1370-32C6-4D1E-9107-B8DCA505D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AFAEB-CF9D-4780-9EB5-98C87F6BB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098B4-E8B2-4750-9F3A-7A6A3238B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0A70E-784A-44E7-915B-2D9D70413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8D7E5-8FDE-424C-A406-FCBACEC4C66A}" type="datetime1">
              <a:rPr lang="en-US" smtClean="0"/>
              <a:t>7/23/2022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67258-810E-4E19-A01B-9A3A89A07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8B6D6-18D9-461B-91EC-C2AEA1DD3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96A-27B5-41C8-8C11-9E9706550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169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41981-FEA4-40C6-A09E-2D61C2B39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4D0EB3-DB2E-4804-8EA8-98465B70B9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8346C-EF98-4857-BEEB-05FF21AA0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11B78-2059-48A8-A2A7-6823F5B3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84A17-2F4A-4F3E-A9C6-F84564AD2C71}" type="datetime1">
              <a:rPr lang="en-US" smtClean="0"/>
              <a:t>7/23/2022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0E59F-6FC7-4ED9-887C-ED9B196F2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CA06E-B9F4-4768-ADF3-15B72B5A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96A-27B5-41C8-8C11-9E9706550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19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9D4FE-C2CA-44F3-BA04-93261A3C5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86A38-DABD-485B-92FA-5D191B71E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D07DA-9AFA-4FD0-B63C-EDA85CBC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23282-47CE-4CB7-89FB-5F5979A53C7C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ACEFA-C4D2-4EF6-8AF5-70E2927E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A79A9-90D2-4ECD-BF2D-EA3A396C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96A-27B5-41C8-8C11-9E9706550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1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CF75A5-9223-4563-96B9-A6EC810FC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4E680-B271-47E7-A346-4D3A75A07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E2943-112F-43AD-BD81-B0D3E0AB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DA88F-942D-424D-A975-62937F0B53C3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55F5F-B3F2-4BF3-BF4D-D759F91C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1B154-0CB9-4021-A03C-D68C9B37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96A-27B5-41C8-8C11-9E9706550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0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07963D-1BF2-4682-A8AC-F1205E44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30FA5-FBA3-4DE4-BD7B-B947A5F8F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CAF0C-9B3D-4357-8601-9012AE1309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A1FAD-6B86-4390-9A86-CBF168A211C5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E3BA2-83A3-4306-80D0-D648C618B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2C07D-7EE2-4BFF-9EB0-272033F89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CF96A-27B5-41C8-8C11-9E9706550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8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#340 There Is a Fountain Filled with Blood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CA" sz="2800" dirty="0"/>
              <a:t>There is a fountain filled with blood,</a:t>
            </a:r>
            <a:endParaRPr lang="en-CA" sz="2800" dirty="0">
              <a:solidFill>
                <a:prstClr val="black"/>
              </a:solidFill>
              <a:latin typeface="Calibri" panose="020F0502020204030204"/>
            </a:endParaRP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drawn from Immanuel’s veins;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 and sinners, plunged beneath that flood,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lose all their guilty stains: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lose all their guilty stains,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lose all their guilty stains;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 and sinners, plunged beneath that flood,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lose all their guilty stains.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0BDC4-1678-4D0C-BDCE-9447B5D7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2. </a:t>
            </a:r>
            <a:r>
              <a:rPr lang="en-CA" sz="2800" dirty="0"/>
              <a:t>The dying thief rejoiced to see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hat fountain in hi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s day;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  a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there have I, as vile as he,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washed all my sins away: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ashed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all my sin away,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washed all my sins away;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 a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there have I, as vile as he,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washed all my sins away.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CF498A-9B93-4B8D-A35D-7BE6B538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37077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E38FE-0905-1495-366D-7ED0D828A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</a:rPr>
              <a:t>3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E'er since by faith I saw the stream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your flowing wounds supply,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redeeming love has been my theme,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shall be till I die: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shall be till I die,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shall be till I die;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redeeming love has been my theme,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shall be till I die.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DE053F-A68F-589F-F0AC-0ED4F9A40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09823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550404-B232-4A4A-AF9A-6C5DA968E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59141-FEBF-41EB-B8B5-BB07A3C6E72A}"/>
              </a:ext>
            </a:extLst>
          </p:cNvPr>
          <p:cNvSpPr txBox="1"/>
          <p:nvPr/>
        </p:nvSpPr>
        <p:spPr>
          <a:xfrm>
            <a:off x="2076450" y="1659285"/>
            <a:ext cx="8039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5</a:t>
            </a:r>
            <a:r>
              <a:rPr lang="en-US" sz="2800" dirty="0"/>
              <a:t>. Dear dying Lamb, your precious blood </a:t>
            </a:r>
            <a:endParaRPr lang="en-CA" sz="2800" dirty="0"/>
          </a:p>
          <a:p>
            <a:pPr algn="ctr"/>
            <a:r>
              <a:rPr lang="en-CA" sz="2800" dirty="0"/>
              <a:t>Shall never lose its </a:t>
            </a:r>
            <a:r>
              <a:rPr lang="en-CA" sz="2800" dirty="0" err="1"/>
              <a:t>pow’r</a:t>
            </a:r>
            <a:r>
              <a:rPr lang="en-CA" sz="2800" dirty="0"/>
              <a:t>,</a:t>
            </a:r>
          </a:p>
          <a:p>
            <a:pPr algn="ctr"/>
            <a:r>
              <a:rPr lang="en-CA" sz="2800" dirty="0"/>
              <a:t>‘til all the ransomed church of God</a:t>
            </a:r>
          </a:p>
          <a:p>
            <a:pPr algn="ctr"/>
            <a:r>
              <a:rPr lang="en-CA" sz="2800" dirty="0"/>
              <a:t>Be saved to sin no more:</a:t>
            </a:r>
          </a:p>
          <a:p>
            <a:pPr algn="ctr"/>
            <a:r>
              <a:rPr lang="en-CA" sz="2800" dirty="0"/>
              <a:t>Be saved to sin no more, </a:t>
            </a:r>
          </a:p>
          <a:p>
            <a:pPr algn="ctr"/>
            <a:r>
              <a:rPr lang="en-CA" sz="2800" dirty="0"/>
              <a:t>Be saved to sin no more;</a:t>
            </a:r>
          </a:p>
          <a:p>
            <a:pPr algn="ctr"/>
            <a:r>
              <a:rPr lang="en-CA" sz="2800" dirty="0"/>
              <a:t>‘til all the ransomed church of God</a:t>
            </a:r>
          </a:p>
          <a:p>
            <a:pPr algn="ctr"/>
            <a:r>
              <a:rPr lang="en-CA" sz="2800" dirty="0"/>
              <a:t>Be saved to sin no more.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1553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289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#340 There Is a Fountain Filled with Blood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#340 There Is a Fountain Filled with Blood</dc:title>
  <dc:creator>Eric Hoogendoorn</dc:creator>
  <cp:lastModifiedBy>Neil Tuininga</cp:lastModifiedBy>
  <cp:revision>2</cp:revision>
  <dcterms:created xsi:type="dcterms:W3CDTF">2020-10-02T14:50:38Z</dcterms:created>
  <dcterms:modified xsi:type="dcterms:W3CDTF">2022-07-23T16:45:59Z</dcterms:modified>
</cp:coreProperties>
</file>