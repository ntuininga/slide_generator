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83EBA5-ED4A-4161-B48D-C804924BA2B5}" type="datetimeFigureOut">
              <a:rPr lang="en-US" smtClean="0"/>
              <a:t>11/18/2022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04E14A-8EC2-4F54-ACF4-8F26A144B8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30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781B2-ED45-8200-4F37-515D54D56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6E1E5-E711-C9C2-68E7-EBFC9FD92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9AAC4-9EF9-FD54-A9F0-AABEF8622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93EE8-8091-439F-8140-CAA62378C057}" type="datetime1">
              <a:rPr lang="en-US" smtClean="0"/>
              <a:t>11/18/2022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825CD-9BDC-1E1D-E859-C696F1F69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5F41F-5E33-BEDB-88AC-C61FA0BEB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0772-BDD8-4D1F-8AD8-68342B728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90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DDC2D-45C3-47ED-9E60-E63C8289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E7658-F7D8-25EA-057A-58DEF99FE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99CEF-684A-4DC4-78A8-3B5643646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9EEB-6E3E-4E1C-955D-A83B13326A00}" type="datetime1">
              <a:rPr lang="en-US" smtClean="0"/>
              <a:t>11/18/2022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C962F-CD89-9D12-06C5-3DEC1C17B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5DFBA-2AD9-7620-55CC-F5E2EF033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0772-BDD8-4D1F-8AD8-68342B728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77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1B73C-CC91-C3F2-06B8-C16D97232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FAE47-009A-F4F6-CA38-AB4838B48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F0901-C12F-8754-307B-A4D90725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3CADC-4F58-4934-8289-1CF619273807}" type="datetime1">
              <a:rPr lang="en-US" smtClean="0"/>
              <a:t>11/18/2022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4B057-8F05-CD16-68EA-1D2C28E58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01AE4-ED94-F14E-DD08-4864F53C8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0772-BDD8-4D1F-8AD8-68342B728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81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EE5F3-4B8D-B484-74B9-08B65137F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4166C-AC2F-0622-95A2-80ECE0ED7B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8E7ED8-43A4-A756-C68A-BA82E3A00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F6677-BAC5-0974-BC41-509478BE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7839-CB35-4360-972D-6411096C187A}" type="datetime1">
              <a:rPr lang="en-US" smtClean="0"/>
              <a:t>11/18/2022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9193EC-31C9-5011-79BE-091DD044C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0EEC4-BA37-877D-8272-F43CC5E4F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0772-BDD8-4D1F-8AD8-68342B728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1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5C2DB-4033-CFD2-0460-C7E8AC083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27AB3-72F4-4DD9-0CC6-01C35DBD3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DC406C-70C0-BE0E-A4A4-0EFBE82AB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59B535-110B-74C7-147A-057EFF626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A17737-DF81-F371-D1FD-9132177F0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EB80F4-5B23-8A33-1383-A87657F9C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C9522-C0A5-4AAB-A26D-340011A9FFF1}" type="datetime1">
              <a:rPr lang="en-US" smtClean="0"/>
              <a:t>11/18/2022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693A2E-DCDC-DA5B-412D-91ED551AB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DD09EB-9CCC-8BBF-FB5D-4AB3F16A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0772-BDD8-4D1F-8AD8-68342B728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05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F92FE-8E37-72DC-BAAE-B606D1CEE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E80A06-31AC-7A52-3F16-F44653BA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CF24-CD66-4980-B951-FAA5810643C8}" type="datetime1">
              <a:rPr lang="en-US" smtClean="0"/>
              <a:t>11/18/2022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02C787-64E1-E29B-1C9B-BF85C4261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5D8C74-A065-EB5A-89AD-194CA92F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0772-BDD8-4D1F-8AD8-68342B728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46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9404D4-A30F-9300-9E8A-E3BBE686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94E7C-4F1C-4521-89FD-2224B815A422}" type="datetime1">
              <a:rPr lang="en-US" smtClean="0"/>
              <a:t>11/18/2022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7C429A-2E01-B0E6-0AAE-75E2C9D97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D3E48-00DA-2CB9-DFB5-615FC28BE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0772-BDD8-4D1F-8AD8-68342B728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12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7F8B0-5846-B212-3AE3-EC3B763E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E2651-4B8A-57A3-DC4A-4E8CBABDE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A47A6-0666-9F13-D9B4-9E49CAC72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7533BB-1213-367E-84FC-7428937C9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E3404-D33F-4F31-93F9-057E73A4133A}" type="datetime1">
              <a:rPr lang="en-US" smtClean="0"/>
              <a:t>11/18/2022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571FD-7EB0-1597-4281-366BFC160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D544E-B90B-BE99-A5E7-6272693F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0772-BDD8-4D1F-8AD8-68342B728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287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F4B5D-9173-179B-2519-C7FB2CDC5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83ECA7-7540-F219-5D05-BDAF4A34BC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3FB63-D5D3-06B7-E78B-212467A79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AAE5D-6B57-69AB-08D8-70CE42D7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F06CA-7F83-4079-B635-3E4CA63D223F}" type="datetime1">
              <a:rPr lang="en-US" smtClean="0"/>
              <a:t>11/18/2022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84F0E-2600-0F58-645D-924892062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16DA6-13F9-532D-7A13-33A510323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0772-BDD8-4D1F-8AD8-68342B728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49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F5055-250D-82C9-4C12-BB212DFC7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6A139-9ADD-A177-6F13-849B6E46A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C2846-5513-52A9-530A-9D40E049D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DD7D0-F55D-4C4D-930D-1F2262CB567F}" type="datetime1">
              <a:rPr lang="en-US" smtClean="0"/>
              <a:t>11/18/2022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71F84-8B86-C41A-B38C-29246A2D5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5629A-A373-23CB-C24B-2B529E3B3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0772-BDD8-4D1F-8AD8-68342B728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116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A19B25-F946-6E73-8359-BDD7C7FFFE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53CE45-382F-A282-71D7-E6AED3F17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5DFBC-C85A-A2FE-1A20-A79028330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F96EA-6570-497B-BF8D-87F5EB7FCCB5}" type="datetime1">
              <a:rPr lang="en-US" smtClean="0"/>
              <a:t>11/18/2022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20991-DB57-2417-FCFB-64DDCEE37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C42D7-E9A4-3189-7901-AF2ED4D8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0772-BDD8-4D1F-8AD8-68342B728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979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F5E4BB-0FC1-2C37-F169-B1652440F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005B36-44A3-3050-30C3-A71C1072E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0AF68-64B3-0BDE-A268-A7636845F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11FC3-26AC-4D8B-AE14-E69584FB7966}" type="datetime1">
              <a:rPr lang="en-US" smtClean="0"/>
              <a:t>11/18/2022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CD8F3-1B0A-DC3C-8223-9D299B2D56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AF6F8-8DD6-E6A8-60B8-3B05FB475B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10772-BDD8-4D1F-8AD8-68342B728C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98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E1C04-C806-DCE5-6556-2CD545FF4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#14 The Fool Speaks in His Heart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8C699-916A-BA70-A2BC-313D825B9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The fool speaks in his heart;</a:t>
            </a:r>
          </a:p>
          <a:p>
            <a:pPr marL="0" indent="0" algn="ctr">
              <a:buNone/>
            </a:pPr>
            <a:r>
              <a:rPr lang="en-US" dirty="0"/>
              <a:t>“There is no God,” he says.</a:t>
            </a:r>
          </a:p>
          <a:p>
            <a:pPr marL="0" indent="0" algn="ctr">
              <a:buNone/>
            </a:pPr>
            <a:r>
              <a:rPr lang="en-US" dirty="0"/>
              <a:t>They are corrupt, their deeds are vile;</a:t>
            </a:r>
          </a:p>
          <a:p>
            <a:pPr marL="0" indent="0" algn="ctr">
              <a:buNone/>
            </a:pPr>
            <a:r>
              <a:rPr lang="en-US" dirty="0"/>
              <a:t>None walk in godly ways.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EC8760-C78D-43B9-36FC-5793A37B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718020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F257B-939C-07A4-6AF4-A13EB07EA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The Lord looks down from </a:t>
            </a:r>
            <a:r>
              <a:rPr lang="en-US" dirty="0" err="1"/>
              <a:t>heav’n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Upon the human race.</a:t>
            </a:r>
          </a:p>
          <a:p>
            <a:pPr marL="0" indent="0" algn="ctr">
              <a:buNone/>
            </a:pPr>
            <a:r>
              <a:rPr lang="en-US" dirty="0"/>
              <a:t>To see if any understand,</a:t>
            </a:r>
          </a:p>
          <a:p>
            <a:pPr marL="0" indent="0" algn="ctr">
              <a:buNone/>
            </a:pPr>
            <a:r>
              <a:rPr lang="en-US" dirty="0"/>
              <a:t>If any seek God’s face.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86B88F-A1C5-854E-787B-EE2E28059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23111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18295-B3A2-BCDD-5F5E-8AA5B5A27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They all have turned aside;</a:t>
            </a:r>
          </a:p>
          <a:p>
            <a:pPr marL="0" indent="0" algn="ctr">
              <a:buNone/>
            </a:pPr>
            <a:r>
              <a:rPr lang="en-US" dirty="0"/>
              <a:t>Corrupt they have become.</a:t>
            </a:r>
          </a:p>
          <a:p>
            <a:pPr marL="0" indent="0" algn="ctr">
              <a:buNone/>
            </a:pPr>
            <a:r>
              <a:rPr lang="en-US" dirty="0"/>
              <a:t>Not one of them does any good –</a:t>
            </a:r>
          </a:p>
          <a:p>
            <a:pPr marL="0" indent="0" algn="ctr">
              <a:buNone/>
            </a:pPr>
            <a:r>
              <a:rPr lang="en-US" dirty="0"/>
              <a:t>No, not a single face.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DB9FC8-1FD2-F11E-1C35-293AC9D45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695278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0B61E-51ED-FE2D-CF0D-2B9A672B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6. May help from Zion come,</a:t>
            </a:r>
          </a:p>
          <a:p>
            <a:pPr marL="0" indent="0" algn="ctr">
              <a:buNone/>
            </a:pPr>
            <a:r>
              <a:rPr lang="en-US" dirty="0"/>
              <a:t>The Lord his captives bring!</a:t>
            </a:r>
          </a:p>
          <a:p>
            <a:pPr marL="0" indent="0" algn="ctr">
              <a:buNone/>
            </a:pPr>
            <a:r>
              <a:rPr lang="en-US" dirty="0"/>
              <a:t>And Jacob’s tribes will then rejoice,</a:t>
            </a:r>
          </a:p>
          <a:p>
            <a:pPr marL="0" indent="0" algn="ctr">
              <a:buNone/>
            </a:pPr>
            <a:r>
              <a:rPr lang="en-US" dirty="0"/>
              <a:t>And </a:t>
            </a:r>
            <a:r>
              <a:rPr lang="en-US" dirty="0" err="1"/>
              <a:t>Isr’el</a:t>
            </a:r>
            <a:r>
              <a:rPr lang="en-US" dirty="0"/>
              <a:t> gladly sing.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269C6A-FE3B-8EB9-3469-5742B7D12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38525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154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#14 The Fool Speaks in His Heart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#14 The Fool Speaks in His Heart</dc:title>
  <dc:creator>Neil Tuininga</dc:creator>
  <cp:lastModifiedBy>Neil Tuininga</cp:lastModifiedBy>
  <cp:revision>1</cp:revision>
  <dcterms:created xsi:type="dcterms:W3CDTF">2022-11-18T17:15:26Z</dcterms:created>
  <dcterms:modified xsi:type="dcterms:W3CDTF">2022-11-18T17:20:30Z</dcterms:modified>
</cp:coreProperties>
</file>