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98E91304-703F-41A2-A13E-AA97132674AF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07/08/2023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FEA8627-42AD-4500-B9E3-D3A28CC23A5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#444 Come to the Waters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1. Come to the water, whoever is thirsty;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drink from the Fountain that never runs dry.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Jesus, the Living One, offers you mercy,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life more abundant in boundless supply.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3. Come to the Fountain without any money;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buy what is given without any cost.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Jesus, the gracious One, welcomes the weary;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Jesus, the selfless One, died for the lost.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Shape 1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5. Come to the Savior, the God of salvation.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God has provided an end to sin’s strife.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Why will you suffer the Law’s condemnation?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Take the free gift of the water of life.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LibreOffice/7.0.4.2$Linux_X86_64 LibreOffice_project/00$Build-2</Application>
  <AppVersion>15.0000</AppVersion>
  <Words>324</Words>
  <Paragraphs>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2022-05-21T02:33:46Z</dcterms:created>
  <dc:creator>Neil Tuininga</dc:creator>
  <dc:description/>
  <dc:language>en-CA</dc:language>
  <cp:lastModifiedBy/>
  <dcterms:modified xsi:type="dcterms:W3CDTF">2023-07-08T13:58:26Z</dcterms:modified>
  <cp:revision>4</cp:revision>
  <dc:subject/>
  <dc:title>#442 We Rest on Thee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