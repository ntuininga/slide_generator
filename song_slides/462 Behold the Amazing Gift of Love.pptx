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89" r:id="rId2"/>
    <p:sldId id="490" r:id="rId3"/>
    <p:sldId id="491" r:id="rId4"/>
    <p:sldId id="492" r:id="rId5"/>
    <p:sldId id="4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84" d="100"/>
          <a:sy n="84" d="100"/>
        </p:scale>
        <p:origin x="72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24508-D496-4EC9-A456-1A7C72065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00632-1604-447E-B77A-9020C13BA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71ABA-384A-4DF7-8512-E29EBAC10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A51E7-88DE-4324-AD0B-B154D21A9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08440-BFB3-4A06-951B-9EFB408E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7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9125A-AE07-4277-A869-27C569C0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DD785-3D38-4700-A832-9EEA0177B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EBC2E-C108-4BB9-ABFD-CF9E4E8A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90BCD-D745-4A84-8CAC-76ADE11C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92D07-5239-4EBC-A458-E03606E1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1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DB40-D1B0-4F35-BB5D-8F6B0C25B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16D8F-DB8D-4A68-84E3-B3D342B90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10C8A-A102-4F87-8714-E3A7FD460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74D69-9388-4CCC-A342-BF91ABBEB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8E26-C722-46C3-8A2F-094FFAB4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C5791-0B7E-406A-BBFB-09F8AD6A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CAD2C-CBF8-448F-90C2-CC3417DD3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14DC9-8FC9-43DA-A9C6-D4B8C4666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31E30-719A-41DD-B473-264C52F2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C40C1-4266-4CCE-BA63-857182A7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61BE3-6D99-453A-A5BE-E3090679B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34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98F12-4F67-44E7-9E64-F68B69C18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FE80-18B6-46D2-9D60-C4590B54C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41917-9EFC-4BCE-86D7-860DAB5D8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A43E4C-73B6-442B-AD42-7E4BCD5B8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65DA7-0C50-4AF7-8A86-5CBBD83D5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D43478-9C74-4737-A446-C34FBBCE3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892AB-F808-43FF-B39B-7726E86A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48872-8E58-4FA6-913E-9CAC2DA82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66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7644-957A-4DE9-8210-2F753099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74F2B6-CB2A-4DEE-ADEC-D6AD22962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B55F89-8351-4713-9D25-88BBF185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97FA3-5B9E-41D0-9591-307156E5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96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E52DBC-E1CC-47E2-8D33-7FE793B1E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A5F2BA-D7AD-43DC-8718-3712369BD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9EB72-9431-401E-B9C2-6DCB4A0F3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73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AE89-4CF6-4873-9791-C1D7A734F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68EE7-3205-4836-BD6D-715878830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00DDA-C448-43E7-91FE-40901DFEF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8C49A-3CA6-4930-913B-FAF9DCCFD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BE666-6356-40E4-AEA5-4E387822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84BEF-0864-4C75-8D8D-20A82424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7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5498-C1D0-46BF-9627-2DF562BF9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156CF-5ABC-4236-8C25-8C6D9CDC0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693E4-EB28-4E4B-A8AC-92B35A205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2E241-1274-40C8-B6B4-099B569D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E9A3C-C830-490F-AC20-9279DD1D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AFBFA-E035-48BA-9872-865963C6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2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BA14-75A7-49AF-89C6-EB277D7C9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1CFA9-2F11-4DA8-B8F8-FFA3C6F79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6611D-A439-483E-8C18-7B2272444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793CA-5856-4462-B0D3-814E67E66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D5ED0-D4A4-4F63-9977-0A0C434D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41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2A91B2-6C7B-46BF-9284-F5E98E67B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05CB1B-4B63-4AD7-9337-1CB08E0E2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B8BFE-EE1D-4246-9674-BB86A616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3CAA8-9EEC-4536-8C20-47BDE0DB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01DD2-1362-48E5-BB67-1E44FFF0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4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37EC1-A283-4C88-A401-84529D6D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07B93-4296-4191-BCF9-311F1341E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9DF18-1402-4E06-8CB6-ACD2BF2C1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98AD2-87D4-41FF-AB77-2FE37A96BA7D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86FBD-8F47-4D1A-AC30-5F167427C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4A409-2C1A-4D2E-8D6A-C95BC2F57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4C68B-1EAB-41C4-8430-3D1866901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0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657947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2800" dirty="0"/>
              <a:t>Behold </a:t>
            </a:r>
            <a:r>
              <a:rPr lang="en-US" sz="2800" dirty="0" err="1"/>
              <a:t>th'amazing</a:t>
            </a:r>
            <a:r>
              <a:rPr lang="en-US" sz="2800" dirty="0"/>
              <a:t> gift of love</a:t>
            </a:r>
            <a:br>
              <a:rPr lang="en-US" sz="2800" dirty="0"/>
            </a:br>
            <a:r>
              <a:rPr lang="en-US" sz="2800" dirty="0"/>
              <a:t>the Father hath bestowed</a:t>
            </a:r>
            <a:br>
              <a:rPr lang="en-US" sz="2800" dirty="0"/>
            </a:br>
            <a:r>
              <a:rPr lang="en-US" sz="2800" dirty="0"/>
              <a:t>on us, the sinful sons of men,</a:t>
            </a:r>
            <a:br>
              <a:rPr lang="en-US" sz="2800" dirty="0"/>
            </a:br>
            <a:r>
              <a:rPr lang="en-US" sz="2800" dirty="0"/>
              <a:t>to call us sons of God!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6125" y="6356350"/>
            <a:ext cx="5619750" cy="34122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1EA7A5-22C2-4716-99F3-D6F746D6599F}"/>
              </a:ext>
            </a:extLst>
          </p:cNvPr>
          <p:cNvSpPr txBox="1"/>
          <p:nvPr/>
        </p:nvSpPr>
        <p:spPr>
          <a:xfrm>
            <a:off x="771525" y="160422"/>
            <a:ext cx="10648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#462 Behold the Amazing Gift of Love</a:t>
            </a:r>
          </a:p>
        </p:txBody>
      </p:sp>
    </p:spTree>
    <p:extLst>
      <p:ext uri="{BB962C8B-B14F-4D97-AF65-F5344CB8AC3E}">
        <p14:creationId xmlns:p14="http://schemas.microsoft.com/office/powerpoint/2010/main" val="262675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54C9BA-EC46-43E9-B1C0-7C60D8CFB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325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92C2B-9504-4262-924A-57D54F079707}"/>
              </a:ext>
            </a:extLst>
          </p:cNvPr>
          <p:cNvSpPr txBox="1"/>
          <p:nvPr/>
        </p:nvSpPr>
        <p:spPr>
          <a:xfrm>
            <a:off x="1562100" y="1443841"/>
            <a:ext cx="9067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2. </a:t>
            </a:r>
            <a:r>
              <a:rPr lang="en-US" sz="2800" dirty="0"/>
              <a:t>Concealed as yet this honor lies,</a:t>
            </a:r>
            <a:br>
              <a:rPr lang="en-US" sz="2800" dirty="0"/>
            </a:br>
            <a:r>
              <a:rPr lang="en-US" sz="2800" dirty="0"/>
              <a:t>by this dark world unknown,</a:t>
            </a:r>
            <a:br>
              <a:rPr lang="en-US" sz="2800" dirty="0"/>
            </a:br>
            <a:r>
              <a:rPr lang="en-US" sz="2800" dirty="0"/>
              <a:t>a world that knew not when he came,</a:t>
            </a:r>
            <a:br>
              <a:rPr lang="en-US" sz="2800" dirty="0"/>
            </a:br>
            <a:r>
              <a:rPr lang="en-US" sz="2800" dirty="0"/>
              <a:t>e'en God's eternal Son.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069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54C9BA-EC46-43E9-B1C0-7C60D8CFB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325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92C2B-9504-4262-924A-57D54F079707}"/>
              </a:ext>
            </a:extLst>
          </p:cNvPr>
          <p:cNvSpPr txBox="1"/>
          <p:nvPr/>
        </p:nvSpPr>
        <p:spPr>
          <a:xfrm>
            <a:off x="1562100" y="1443841"/>
            <a:ext cx="9067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3. </a:t>
            </a:r>
            <a:r>
              <a:rPr lang="en-US" sz="2800" dirty="0"/>
              <a:t>High is the rank we now possess,</a:t>
            </a:r>
            <a:br>
              <a:rPr lang="en-US" sz="2800" dirty="0"/>
            </a:br>
            <a:r>
              <a:rPr lang="en-US" sz="2800" dirty="0"/>
              <a:t>but higher we shall rise,</a:t>
            </a:r>
            <a:br>
              <a:rPr lang="en-US" sz="2800" dirty="0"/>
            </a:br>
            <a:r>
              <a:rPr lang="en-US" sz="2800" dirty="0"/>
              <a:t>though what we shall hereafter be</a:t>
            </a:r>
            <a:br>
              <a:rPr lang="en-US" sz="2800" dirty="0"/>
            </a:br>
            <a:r>
              <a:rPr lang="en-US" sz="2800" dirty="0"/>
              <a:t>is hid from mortal eyes.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3039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54C9BA-EC46-43E9-B1C0-7C60D8CFB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325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92C2B-9504-4262-924A-57D54F079707}"/>
              </a:ext>
            </a:extLst>
          </p:cNvPr>
          <p:cNvSpPr txBox="1"/>
          <p:nvPr/>
        </p:nvSpPr>
        <p:spPr>
          <a:xfrm>
            <a:off x="1562100" y="1443841"/>
            <a:ext cx="9067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4. </a:t>
            </a:r>
            <a:r>
              <a:rPr lang="en-US" sz="2800" dirty="0"/>
              <a:t>Our souls, we know, when he appears,</a:t>
            </a:r>
            <a:br>
              <a:rPr lang="en-US" sz="2800" dirty="0"/>
            </a:br>
            <a:r>
              <a:rPr lang="en-US" sz="2800" dirty="0"/>
              <a:t>shall bear his image bright,</a:t>
            </a:r>
            <a:br>
              <a:rPr lang="en-US" sz="2800" dirty="0"/>
            </a:br>
            <a:r>
              <a:rPr lang="en-US" sz="2800" dirty="0"/>
              <a:t>for all his glory, full disclosed,</a:t>
            </a:r>
            <a:br>
              <a:rPr lang="en-US" sz="2800" dirty="0"/>
            </a:br>
            <a:r>
              <a:rPr lang="en-US" sz="2800" dirty="0"/>
              <a:t>shall open to our sight.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2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54C9BA-EC46-43E9-B1C0-7C60D8CFB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325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92C2B-9504-4262-924A-57D54F079707}"/>
              </a:ext>
            </a:extLst>
          </p:cNvPr>
          <p:cNvSpPr txBox="1"/>
          <p:nvPr/>
        </p:nvSpPr>
        <p:spPr>
          <a:xfrm>
            <a:off x="1562100" y="1443841"/>
            <a:ext cx="9067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5. </a:t>
            </a:r>
            <a:r>
              <a:rPr lang="en-US" sz="2800" dirty="0"/>
              <a:t>A hope so great and so divine</a:t>
            </a:r>
            <a:br>
              <a:rPr lang="en-US" sz="2800" dirty="0"/>
            </a:br>
            <a:r>
              <a:rPr lang="en-US" sz="2800" dirty="0"/>
              <a:t>may trials well endure,</a:t>
            </a:r>
            <a:br>
              <a:rPr lang="en-US" sz="2800" dirty="0"/>
            </a:br>
            <a:r>
              <a:rPr lang="en-US" sz="2800" dirty="0"/>
              <a:t>and purify our souls from sin,</a:t>
            </a:r>
            <a:br>
              <a:rPr lang="en-US" sz="2800" dirty="0"/>
            </a:br>
            <a:r>
              <a:rPr lang="en-US" sz="2800" dirty="0"/>
              <a:t>as Christ himself is pure.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25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2021-08-06T03:43:32Z</dcterms:created>
  <dcterms:modified xsi:type="dcterms:W3CDTF">2021-08-06T03:43:47Z</dcterms:modified>
</cp:coreProperties>
</file>