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65E313-15FE-4591-AEDB-924F0E1FBA6B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15D4C-B7E2-4613-A810-227F4EB7D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21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4C9B-6FFE-6AF9-585F-306622290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5A3067-D3E0-67E7-C356-45C994E53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49774-5327-9DB4-755E-6FA39F165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6A7ED-99FB-4590-BE05-6A740A3541F4}" type="datetime1">
              <a:rPr lang="en-US" smtClean="0"/>
              <a:t>2/17/2023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71A3D-D37B-1CC1-C6F8-DAF450941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EA4CB-DAD1-942A-CB23-A13DE0BA8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4F2F-F2F5-4EEF-A5FA-CCFF2C3B7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21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D370D-1B9E-6F2A-B091-AF9F38209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D08EF-AC29-AB42-93F7-EE71778D9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E5EAA-3B8A-72E6-6042-FDAA581E6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EDD0-2E7F-4009-ABCC-F25316064C1A}" type="datetime1">
              <a:rPr lang="en-US" smtClean="0"/>
              <a:t>2/17/2023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959D2-CC4E-6831-57EC-A2A9D6F6C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826EC-1771-2EB6-7A38-6AC3AE677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4F2F-F2F5-4EEF-A5FA-CCFF2C3B7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108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33886-73ED-3A45-1967-3E60D36E8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D4410-7CEF-FB80-D573-3E7F2EC8D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9CBC6-3E08-0029-E1E1-6C755A550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2E3C7-B863-4570-AFB8-CFD61924B8E0}" type="datetime1">
              <a:rPr lang="en-US" smtClean="0"/>
              <a:t>2/17/2023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11377-EA16-8814-A60B-2EB19EC48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3B472-81D5-BB8B-F6D1-F27BF6FF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4F2F-F2F5-4EEF-A5FA-CCFF2C3B7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17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CCCB7-A353-AF4B-309D-457A8289C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E7C7D-94A1-17F2-4EDB-15058F5F2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3F52C8-EB68-8248-135F-9743802E4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E3666-8100-FDBF-9A00-3F54C9B65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D29DA-3A33-4658-BED5-E87C2A33FEBD}" type="datetime1">
              <a:rPr lang="en-US" smtClean="0"/>
              <a:t>2/17/2023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D919B-416E-A677-7923-83F55393B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6D12E-4305-EABA-919D-B8EDA079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4F2F-F2F5-4EEF-A5FA-CCFF2C3B7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92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15B45-D06C-858D-0C3A-99EB439C9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37F85-35FB-CE29-0536-42B2E8DBF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74D9BF-37E0-63E4-FDA6-979C379B8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93F154-994B-F5C8-197C-77960EA785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CB9C7-53A1-6C5A-757C-C8EB43DDCC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2E0980-9355-52A7-B795-E7E910A14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7F7B-662A-4730-AA5B-8A073825E63A}" type="datetime1">
              <a:rPr lang="en-US" smtClean="0"/>
              <a:t>2/17/2023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162ACC-2A3A-2559-8A8C-04CE1EFC9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BC68E8-B452-476B-E536-8219212E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4F2F-F2F5-4EEF-A5FA-CCFF2C3B7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75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1E074-9FFB-AC47-9396-06184049B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73FBD-DFAD-50AA-6389-09CAD0B38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2C664-D081-4697-AFA2-F6BE2CC29179}" type="datetime1">
              <a:rPr lang="en-US" smtClean="0"/>
              <a:t>2/17/2023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D157A6-CB58-87C7-17D2-284097DEA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F76D03-338C-0901-3343-1545D0EEB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4F2F-F2F5-4EEF-A5FA-CCFF2C3B7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46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5BE1B5-B3A1-5E40-1480-627E1526E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C540-2590-4113-9358-E244143B659A}" type="datetime1">
              <a:rPr lang="en-US" smtClean="0"/>
              <a:t>2/17/2023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A88959-0F0B-9807-5666-6545E6E1C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EFA57-4FB2-4172-85B8-E3AB4F45B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4F2F-F2F5-4EEF-A5FA-CCFF2C3B7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80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F1187-342E-B438-0B7F-559DAF931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F1106-FF57-4BA4-7557-3A9B0E77E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366207-6786-B53A-D44B-FBC1E1E49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A7CF0E-8078-BA7B-5F56-9C4C209F4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20317-734A-4DF8-B727-8FD7AF7969C8}" type="datetime1">
              <a:rPr lang="en-US" smtClean="0"/>
              <a:t>2/17/2023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D9F82-1DAF-7D20-C35E-5F3A38AA0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CF0BB-A971-A099-BF94-6E2EC47FB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4F2F-F2F5-4EEF-A5FA-CCFF2C3B7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77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4056-2FD2-46C5-9E97-099E6C7FF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2AAD4E-7EF6-9236-1CB5-C521570A78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42E64-472B-10F9-7D34-7C620533F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472A9-7D34-63A0-1E3E-22F601248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73C9-6592-44E8-8E2F-72C31AB9973A}" type="datetime1">
              <a:rPr lang="en-US" smtClean="0"/>
              <a:t>2/17/2023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B0A960-7F73-D6C3-BAF5-602B3CE79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1D2A9-E5FF-FE0E-803D-ADCEC9ACB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4F2F-F2F5-4EEF-A5FA-CCFF2C3B7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96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CE7FF-15FC-63D6-7562-4FF2A4028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F1D03E-4B6C-00CB-C6F6-C00F04C2D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742FA-F50B-886E-9834-21247F4B9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F765-4E84-4B63-BBF3-6FA43D9535D3}" type="datetime1">
              <a:rPr lang="en-US" smtClean="0"/>
              <a:t>2/17/2023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3C15B-9F64-35C0-DAF8-9B9B51111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DA75C-A0DF-8082-0635-E4EA687A4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4F2F-F2F5-4EEF-A5FA-CCFF2C3B7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93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125150-BFBB-6D11-ED6C-4A52043D02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CE209-E4DE-E0EA-BBD9-1EE69502D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BCC8E-1EB7-AAAA-30BA-2EA45F635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FFCEB-0055-4B77-8FA4-1E8B53D3F1D4}" type="datetime1">
              <a:rPr lang="en-US" smtClean="0"/>
              <a:t>2/17/2023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33F4C-18C9-C0E7-E737-19C6C9ADD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F7340-B68F-C2F0-03D5-3544548CB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4F2F-F2F5-4EEF-A5FA-CCFF2C3B7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827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EE5419-DEC1-182B-A8DA-16C46F19F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51E8E-953C-4814-6838-1B769F582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542E0-9245-DFBC-31DC-F42734CBA3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63872-2EFF-4F53-8AF6-C7D979CDCF44}" type="datetime1">
              <a:rPr lang="en-US" smtClean="0"/>
              <a:t>2/17/2023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F9372-37CF-F9A2-4D4D-EC8C2BE845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AB200-DC3E-1532-E756-56992A97C4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384F2F-F2F5-4EEF-A5FA-CCFF2C3B7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273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603B2-0216-39BA-FF98-595497DA1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#120 I Called Upon the Lord in My Distress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8172D-A770-DE30-197C-69721875E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I called upon the Lord in my distress;</a:t>
            </a:r>
          </a:p>
          <a:p>
            <a:pPr marL="0" indent="0" algn="ctr">
              <a:buNone/>
            </a:pPr>
            <a:r>
              <a:rPr lang="en-US" dirty="0"/>
              <a:t>He answered me and listen to my plea.</a:t>
            </a:r>
          </a:p>
          <a:p>
            <a:pPr marL="0" indent="0" algn="ctr">
              <a:buNone/>
            </a:pPr>
            <a:r>
              <a:rPr lang="en-US" dirty="0"/>
              <a:t>Deliver me, O Lord, from lying lips,</a:t>
            </a:r>
          </a:p>
          <a:p>
            <a:pPr marL="0" indent="0" algn="ctr">
              <a:buNone/>
            </a:pPr>
            <a:r>
              <a:rPr lang="en-US" dirty="0"/>
              <a:t>From lying lips that speak deceitfully.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A33E8D-366C-7E17-3C5F-CA5F3DDE6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64504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D5970-728E-D6B9-381D-F2955EFB1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To you, deceitful tongue, what shall be </a:t>
            </a:r>
            <a:r>
              <a:rPr lang="en-US" dirty="0" err="1"/>
              <a:t>giv’n</a:t>
            </a:r>
            <a:r>
              <a:rPr lang="en-US" dirty="0"/>
              <a:t>?</a:t>
            </a:r>
          </a:p>
          <a:p>
            <a:pPr marL="0" indent="0" algn="ctr">
              <a:buNone/>
            </a:pPr>
            <a:r>
              <a:rPr lang="en-US" dirty="0"/>
              <a:t>To you, deceitful tongue, what shall be done?</a:t>
            </a:r>
          </a:p>
          <a:p>
            <a:pPr marL="0" indent="0" algn="ctr">
              <a:buNone/>
            </a:pPr>
            <a:r>
              <a:rPr lang="en-US" dirty="0"/>
              <a:t>A warrior’s sharpened arrows you’ll receive</a:t>
            </a:r>
          </a:p>
          <a:p>
            <a:pPr marL="0" indent="0" algn="ctr">
              <a:buNone/>
            </a:pPr>
            <a:r>
              <a:rPr lang="en-US" dirty="0"/>
              <a:t>With coals still glowing, burning from the vine.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B88C86-AAB2-3E50-5BFF-AC61A2711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811110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A79BD-5E27-EDDD-885B-8CA32F809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O woe to me that I in </a:t>
            </a:r>
            <a:r>
              <a:rPr lang="en-US" dirty="0" err="1"/>
              <a:t>Meshech</a:t>
            </a:r>
            <a:r>
              <a:rPr lang="en-US" dirty="0"/>
              <a:t> dwell,</a:t>
            </a:r>
          </a:p>
          <a:p>
            <a:pPr marL="0" indent="0" algn="ctr">
              <a:buNone/>
            </a:pPr>
            <a:r>
              <a:rPr lang="en-US" dirty="0"/>
              <a:t>That I must sojourn there in </a:t>
            </a:r>
            <a:r>
              <a:rPr lang="en-US" dirty="0" err="1"/>
              <a:t>Kedar’s</a:t>
            </a:r>
            <a:r>
              <a:rPr lang="en-US" dirty="0"/>
              <a:t> tents.</a:t>
            </a:r>
          </a:p>
          <a:p>
            <a:pPr marL="0" indent="0" algn="ctr">
              <a:buNone/>
            </a:pPr>
            <a:r>
              <a:rPr lang="en-US" dirty="0"/>
              <a:t>Too long I’ve lived with those who peace abhor.</a:t>
            </a:r>
          </a:p>
          <a:p>
            <a:pPr marL="0" indent="0" algn="ctr">
              <a:buNone/>
            </a:pPr>
            <a:r>
              <a:rPr lang="en-US" dirty="0"/>
              <a:t>I speak for peace, but then for war they stand.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DD4C2-CF2E-CCAE-D481-3CFB96C73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57106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158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#120 I Called Upon the Lord in My Distress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#120 I Called Upon the Lord in My Distress</dc:title>
  <dc:creator>Neil</dc:creator>
  <cp:lastModifiedBy>Neil</cp:lastModifiedBy>
  <cp:revision>1</cp:revision>
  <dcterms:created xsi:type="dcterms:W3CDTF">2023-02-17T17:21:33Z</dcterms:created>
  <dcterms:modified xsi:type="dcterms:W3CDTF">2023-02-17T17:25:32Z</dcterms:modified>
</cp:coreProperties>
</file>