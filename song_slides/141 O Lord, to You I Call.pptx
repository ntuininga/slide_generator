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8" r:id="rId2"/>
    <p:sldId id="369" r:id="rId3"/>
    <p:sldId id="501" r:id="rId4"/>
    <p:sldId id="500" r:id="rId5"/>
    <p:sldId id="50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61622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6307281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841637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2025-05-10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022168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2025-05-10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39211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2025-05-10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5570166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2025-05-10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212060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2025-05-10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010266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2025-05-10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1542597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337451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562741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2025-05-10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742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214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0F74D-35E2-4191-A28E-96336015008C}"/>
              </a:ext>
            </a:extLst>
          </p:cNvPr>
          <p:cNvSpPr txBox="1"/>
          <p:nvPr/>
        </p:nvSpPr>
        <p:spPr>
          <a:xfrm>
            <a:off x="430379" y="117475"/>
            <a:ext cx="113312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#141 O LORD, to You I Call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169835-1CFD-4B70-A271-D02D6ADA7A80}"/>
              </a:ext>
            </a:extLst>
          </p:cNvPr>
          <p:cNvSpPr txBox="1"/>
          <p:nvPr/>
        </p:nvSpPr>
        <p:spPr>
          <a:xfrm>
            <a:off x="2019299" y="2521059"/>
            <a:ext cx="815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LORD, to you I call;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quickly unto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ear unto my anxious voice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hear me when I plead.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420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253CD-BCF1-454A-96BF-20923E703F59}"/>
              </a:ext>
            </a:extLst>
          </p:cNvPr>
          <p:cNvSpPr txBox="1"/>
          <p:nvPr/>
        </p:nvSpPr>
        <p:spPr>
          <a:xfrm>
            <a:off x="1733550" y="2521059"/>
            <a:ext cx="8724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i="1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incense may my prayer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before your face arise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raising of my hands be like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the evening sacrifice.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4DBF-0E18-C773-890D-A10D9226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293607-C8A2-F891-7064-85E05660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420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1D798-B988-8654-1532-5575F8A2B1F7}"/>
              </a:ext>
            </a:extLst>
          </p:cNvPr>
          <p:cNvSpPr txBox="1"/>
          <p:nvPr/>
        </p:nvSpPr>
        <p:spPr>
          <a:xfrm>
            <a:off x="1733550" y="2521059"/>
            <a:ext cx="8724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 watch, LORD, o’er my mouth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my lips, I pray;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not my heart to evil thoughts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drawn and led astray.</a:t>
            </a:r>
          </a:p>
        </p:txBody>
      </p:sp>
    </p:spTree>
    <p:extLst>
      <p:ext uri="{BB962C8B-B14F-4D97-AF65-F5344CB8AC3E}">
        <p14:creationId xmlns:p14="http://schemas.microsoft.com/office/powerpoint/2010/main" val="2254519129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8D59F3-7ED3-41E0-BF1F-50BCF488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1B2CA-5B91-4774-BBA1-8324B88AF9D5}"/>
              </a:ext>
            </a:extLst>
          </p:cNvPr>
          <p:cNvSpPr txBox="1"/>
          <p:nvPr/>
        </p:nvSpPr>
        <p:spPr>
          <a:xfrm>
            <a:off x="2105025" y="2521059"/>
            <a:ext cx="7981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The wicked then will know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words were spoken well.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ground that’s plowed, their bones are strewn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the mouth of hell.</a:t>
            </a:r>
          </a:p>
        </p:txBody>
      </p:sp>
    </p:spTree>
    <p:extLst>
      <p:ext uri="{BB962C8B-B14F-4D97-AF65-F5344CB8AC3E}">
        <p14:creationId xmlns:p14="http://schemas.microsoft.com/office/powerpoint/2010/main" val="302730449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D66E-A3C1-8F34-8ECB-102B46F6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FC179A-00CA-FB85-E72F-04090332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48D80-207E-EED4-7780-30E727184E36}"/>
              </a:ext>
            </a:extLst>
          </p:cNvPr>
          <p:cNvSpPr txBox="1"/>
          <p:nvPr/>
        </p:nvSpPr>
        <p:spPr>
          <a:xfrm>
            <a:off x="2105025" y="2521059"/>
            <a:ext cx="7981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8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To you, O God, my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I look with longing eyes.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leave me not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defensless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On you my soul relies.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605203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199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3</cp:revision>
  <dcterms:created xsi:type="dcterms:W3CDTF">2021-10-29T15:54:27Z</dcterms:created>
  <dcterms:modified xsi:type="dcterms:W3CDTF">2025-05-10T15:08:18Z</dcterms:modified>
</cp:coreProperties>
</file>