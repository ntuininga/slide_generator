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8" r:id="rId2"/>
    <p:sldId id="329" r:id="rId3"/>
    <p:sldId id="257" r:id="rId4"/>
    <p:sldId id="34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7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DC4E0-AD81-48C5-9169-2F6F0AF07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6CA4DF-CA79-4462-970E-71F292558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35151-2CF5-4F71-933F-F55047F2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680-C788-4685-AE68-66875037D225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06967-FA50-4C13-9009-D5947D9B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8905D-9BCD-4F9D-BA66-6312CD85E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7A3-FA25-4DEB-9BC8-69B822CEA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393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153B2-85AA-4A50-A2D5-B8C55153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D2E7E-238A-4BC2-85D9-8BE66409A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52505-3ADA-408A-AFDF-3303B8651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680-C788-4685-AE68-66875037D225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B4D6D-F464-4535-B826-60A799FC6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2D2BC-8ACE-46AD-AB34-B3C43EDE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7A3-FA25-4DEB-9BC8-69B822CEA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0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5C15-A4EC-492A-B6A3-E796CB621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F7717-E180-4C57-ACDD-0258011C1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BE9AE-0E58-475A-82C0-DB05DE23D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680-C788-4685-AE68-66875037D225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A48D8-417E-4C99-8379-41B4CB41E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A06C7-0AAA-4049-A8E6-EE62E618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7A3-FA25-4DEB-9BC8-69B822CEA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743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818DD-540E-4488-9582-2BDED94BF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0B86F-9D3D-44F3-931A-C36639AC62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20A6B-8222-4AF4-B324-0367A6FF7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5F8D0-BD4D-4D4B-AE62-251332506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680-C788-4685-AE68-66875037D225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9154E-2BF7-437C-83B1-F2DB7B7F2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9C343-E5AA-494F-8DF2-32C179450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7A3-FA25-4DEB-9BC8-69B822CEA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099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051AF-3DE7-4D96-9030-2952DCA40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51642-304D-4915-A4A0-D41856998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7CC02-FB62-4FD4-A681-9DA603062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1F56BE-FB35-4B3A-91AD-557869F21E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9010D-CFB4-4221-95C9-0DAEC6F57F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B79CDA-FB17-4C3D-B5DF-B4DA0E04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680-C788-4685-AE68-66875037D225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884AA3-A646-4EDB-8E5D-C8C1D54B2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8324E9-D951-4BE7-94A5-CF377D77C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7A3-FA25-4DEB-9BC8-69B822CEA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37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9FC4B-926A-41A3-8664-D77D4358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8DDF66-7C69-4086-A5EA-BA21F33C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680-C788-4685-AE68-66875037D225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89A10-CAEA-489E-A701-FF62E987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B01A95-8916-478C-9945-AE4E1BA1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7A3-FA25-4DEB-9BC8-69B822CEA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31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7FA8E2-37E8-485E-87A9-7E6C03F02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680-C788-4685-AE68-66875037D225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634F0-59DA-4814-A1E0-388085396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DCA58-7B9E-4E33-AC8A-C7512F4B2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7A3-FA25-4DEB-9BC8-69B822CEA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10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CDC6-87EF-4D3C-B184-EBC7CBC8B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37A4E-EA9C-4580-A9C6-3F05A250B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ABDE4-C69D-49F9-B00A-6D77C819A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AE423-594E-4403-B4CD-8FABEACB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680-C788-4685-AE68-66875037D225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CD8E3-BA3A-47CE-8CA2-0FD502D3B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65F01-BD5B-440A-B38E-2441B2B61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7A3-FA25-4DEB-9BC8-69B822CEA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020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A6D7-BE53-45B9-A9AF-31EC4804D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B22C01-E1F7-4567-B1B7-1796186BD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669A6-6C7C-4020-8D0D-879C20920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02603-616E-4050-9EBA-29ECC0126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680-C788-4685-AE68-66875037D225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2C27D-FE6E-4CC3-8F4B-53E26DC27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EB65B-FA82-415E-9492-4D91AB3C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7A3-FA25-4DEB-9BC8-69B822CEA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86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3747E-1974-4FCE-B9AB-33475326E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A8C66-33BD-449A-88DA-905EBA358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01E93-B678-4696-B7C7-766469805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680-C788-4685-AE68-66875037D225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3AAD6-A5B5-4710-AC08-7B6033300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36A65-FCDF-477C-AF2C-3B7BE67AE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7A3-FA25-4DEB-9BC8-69B822CEA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02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B034A1-F198-46E6-93B4-DAC6080D89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CEEF1A-E170-4E8D-9B57-7A21E9526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95ACD-456E-4C4F-9A6B-BABD4EC4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C680-C788-4685-AE68-66875037D225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3ABA4-BC82-4C73-A914-551CE9DFA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863D4-F2DE-4BD0-8AE9-20D30747E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7A3-FA25-4DEB-9BC8-69B822CEA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637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271C81-38DC-4CE4-ABE3-7BD21626C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A5F31-D975-4015-BF7E-8AFCA6660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B11A7-6C60-45DE-A81E-03C030E2E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EC680-C788-4685-AE68-66875037D225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8B4D6-BCEF-451F-8CD5-011005599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8B749-61CA-4362-9782-C874743A8A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F47A3-FA25-4DEB-9BC8-69B822CEA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35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7056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#119E Teach Me, O Lord, Your Way of Truth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</a:t>
            </a:r>
            <a:r>
              <a:rPr lang="en-US" sz="2800" dirty="0"/>
              <a:t>Teach me, O LORD, your way of truth,</a:t>
            </a:r>
            <a:br>
              <a:rPr lang="en-US" sz="2800" dirty="0"/>
            </a:br>
            <a:r>
              <a:rPr lang="en-US" sz="2800" dirty="0"/>
              <a:t>and from it I will not depart;</a:t>
            </a:r>
            <a:br>
              <a:rPr lang="en-US" sz="2800" dirty="0"/>
            </a:br>
            <a:r>
              <a:rPr lang="en-US" sz="2800" dirty="0"/>
              <a:t>that I may steadfastly obey,</a:t>
            </a:r>
            <a:br>
              <a:rPr lang="en-US" sz="2800" dirty="0"/>
            </a:br>
            <a:r>
              <a:rPr lang="en-US" sz="2800" dirty="0"/>
              <a:t>give me an understanding heart.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45FC6-7E64-4D56-BBC5-BF336F23E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2006 Thankyou Music (PRS)</a:t>
            </a:r>
          </a:p>
        </p:txBody>
      </p:sp>
    </p:spTree>
    <p:extLst>
      <p:ext uri="{BB962C8B-B14F-4D97-AF65-F5344CB8AC3E}">
        <p14:creationId xmlns:p14="http://schemas.microsoft.com/office/powerpoint/2010/main" val="1741834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6"/>
            <a:ext cx="10515600" cy="2619318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i="1" dirty="0"/>
              <a:t>2. </a:t>
            </a:r>
            <a:r>
              <a:rPr lang="en-US" dirty="0"/>
              <a:t>In your commandments make me walk,</a:t>
            </a:r>
            <a:br>
              <a:rPr lang="en-US" dirty="0"/>
            </a:br>
            <a:r>
              <a:rPr lang="en-US" dirty="0"/>
              <a:t>for in your law my joy shall be;</a:t>
            </a:r>
            <a:br>
              <a:rPr lang="en-US" dirty="0"/>
            </a:br>
            <a:r>
              <a:rPr lang="en-US" dirty="0"/>
              <a:t>give me a heart that loves your will,</a:t>
            </a:r>
            <a:br>
              <a:rPr lang="en-US" dirty="0"/>
            </a:br>
            <a:r>
              <a:rPr lang="en-US" dirty="0"/>
              <a:t>from discontent and envy free.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F1F071-BEF8-437A-9005-4D4E3C349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2006 Thankyou Music (PRS)</a:t>
            </a:r>
          </a:p>
        </p:txBody>
      </p:sp>
    </p:spTree>
    <p:extLst>
      <p:ext uri="{BB962C8B-B14F-4D97-AF65-F5344CB8AC3E}">
        <p14:creationId xmlns:p14="http://schemas.microsoft.com/office/powerpoint/2010/main" val="764460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066FF-8F35-4C07-8A5E-1C5E296F3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688"/>
            <a:ext cx="10515600" cy="403836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CA" i="1" dirty="0"/>
              <a:t>3</a:t>
            </a:r>
            <a:r>
              <a:rPr lang="en-CA" dirty="0"/>
              <a:t>. </a:t>
            </a:r>
            <a:r>
              <a:rPr lang="en-US" dirty="0"/>
              <a:t>Turn now my eyes from vanity,</a:t>
            </a:r>
            <a:br>
              <a:rPr lang="en-US" dirty="0"/>
            </a:br>
            <a:r>
              <a:rPr lang="en-US" dirty="0"/>
              <a:t>and cause me in your ways to tread;</a:t>
            </a:r>
            <a:br>
              <a:rPr lang="en-US" dirty="0"/>
            </a:br>
            <a:r>
              <a:rPr lang="en-US" dirty="0"/>
              <a:t>O let your servant prove your word</a:t>
            </a:r>
            <a:br>
              <a:rPr lang="en-US" dirty="0"/>
            </a:br>
            <a:r>
              <a:rPr lang="en-US" dirty="0"/>
              <a:t>and thus to godly fear be led.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FA7D84-29AB-4FC2-9B9F-C25966434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2006 Thankyou Music (PRS)</a:t>
            </a:r>
          </a:p>
        </p:txBody>
      </p:sp>
    </p:spTree>
    <p:extLst>
      <p:ext uri="{BB962C8B-B14F-4D97-AF65-F5344CB8AC3E}">
        <p14:creationId xmlns:p14="http://schemas.microsoft.com/office/powerpoint/2010/main" val="2564488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066FF-8F35-4C07-8A5E-1C5E296F3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688"/>
            <a:ext cx="10515600" cy="403836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CA" i="1"/>
              <a:t>4</a:t>
            </a:r>
            <a:r>
              <a:rPr lang="en-CA"/>
              <a:t>. </a:t>
            </a:r>
            <a:r>
              <a:rPr lang="en-US" dirty="0"/>
              <a:t>LORD, turn away reproach and fear;</a:t>
            </a:r>
            <a:br>
              <a:rPr lang="en-US" dirty="0"/>
            </a:br>
            <a:r>
              <a:rPr lang="en-US" dirty="0"/>
              <a:t>your righteous judgments I confess;</a:t>
            </a:r>
            <a:br>
              <a:rPr lang="en-US" dirty="0"/>
            </a:br>
            <a:r>
              <a:rPr lang="en-US" dirty="0"/>
              <a:t>to know your precepts I desire;</a:t>
            </a:r>
            <a:br>
              <a:rPr lang="en-US" dirty="0"/>
            </a:br>
            <a:r>
              <a:rPr lang="en-US" dirty="0"/>
              <a:t>revive me in your righteousness.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FA7D84-29AB-4FC2-9B9F-C25966434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2006 Thankyou Music (PRS)</a:t>
            </a:r>
          </a:p>
        </p:txBody>
      </p:sp>
    </p:spTree>
    <p:extLst>
      <p:ext uri="{BB962C8B-B14F-4D97-AF65-F5344CB8AC3E}">
        <p14:creationId xmlns:p14="http://schemas.microsoft.com/office/powerpoint/2010/main" val="995555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#119E Teach Me, O Lord, Your Way of Truth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#119E Teach Me, O Lord, Your Way of Truth</dc:title>
  <dc:creator>Eric Hoogendoorn</dc:creator>
  <cp:lastModifiedBy>Eric Hoogendoorn</cp:lastModifiedBy>
  <cp:revision>2</cp:revision>
  <dcterms:created xsi:type="dcterms:W3CDTF">2020-07-17T03:14:06Z</dcterms:created>
  <dcterms:modified xsi:type="dcterms:W3CDTF">2020-07-20T13:49:26Z</dcterms:modified>
</cp:coreProperties>
</file>