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29" r:id="rId3"/>
    <p:sldId id="344" r:id="rId4"/>
    <p:sldId id="345" r:id="rId5"/>
    <p:sldId id="257" r:id="rId6"/>
    <p:sldId id="346" r:id="rId7"/>
    <p:sldId id="34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C43B-4F8F-4E75-8C1F-6C527122E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D5C51-4638-4C1E-BDE1-12F3146A0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09314-D5C5-479C-85D3-7FB3E004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6B39A-E425-4AAF-BB92-5F9C9448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99E42-C7DF-4959-8DC3-4732BB9F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2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6637-4113-4D9F-A55E-A23A875DD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701E-04FD-4287-8CED-73A7A456B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ADCCC-4505-4BB4-8118-63AD60DA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4E219-5D2C-46A6-9611-2B36B5BC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539DC-1857-4FDC-A088-5434ED01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4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E0A7-484B-4018-BE95-23207BF7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21C15-404C-4FE3-B990-8BBBCD6CA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419D9-C8A7-4793-89A5-8EC27AED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389B0-98FD-4C42-A7FE-5DB22F4C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BA896-181E-4C16-883E-CA2247FC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4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E66E-284A-4C31-A1FC-5F9D55D5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21A48-FD32-44D4-8CB3-C887AF4C1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3C283-B11C-4156-AB9E-26965E2FB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BF264-EDF8-431C-B947-E7E9EF3E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485E7-5FAD-41BA-AB38-05CEC50C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3BBC1-9650-4771-95F2-F41817D7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2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62C2-1D9B-44F3-B855-AD3E69627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BEC2E-7DE7-4496-9198-9BA976B6A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4E492-BD45-4F7C-BE3D-D6B9CE803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0FA22-6191-48F7-AF9C-F041196CF3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8F72B-7BDE-42E5-8857-65B170B3E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1E64F-AD47-40E7-AD9B-E62EFC43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5067E-64AA-4597-B318-7A9133672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728FF6-53A4-4A65-82FD-DCC7C33D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0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B020-1364-4994-A7BF-2122684CC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570460-0A11-4821-A249-C74540F5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EC206-095B-4F73-8586-3D3D52F8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EDA73-2D97-424C-9EA6-97870936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6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F477FB-1E3F-408B-9029-782B8DF9F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8C507F-3614-4021-BC52-91402F42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0CA2E-874F-42B6-89C2-CDDEC7775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9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098A-FB46-4AEC-8EDE-B822A924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AB3C-2E2B-4065-9579-A3ED900F1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25540-3656-4EB0-B292-017B27E30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6C85E-877C-401B-A7B6-8CE62059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2C0DA-F1B3-4A9E-A122-971E1F55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0B52D-BA31-458B-A988-3376A0C6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0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782FD-95FD-43C6-8A4D-566A9D102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3A0658-DBAB-475E-9BCE-57C4996FD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92404-4012-4FE0-B024-545EB5C83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42F0C-A685-43B7-8B3E-27A0F0B8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F406F-58B9-4B76-9F20-D98293BE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685BB-E5CB-4C02-89FB-F9E27C5D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0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676E-8DED-4217-974C-41D3E460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49022-C583-4FDC-B8D9-3CFF43C38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F0CEC-D52B-4889-BA8A-C9F0EEA5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ABAD-B700-434A-9DA1-323F734E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19489-92DD-402A-81D8-2B0E204BD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2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AA9675-F32D-421F-AA99-4322FA109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A157F-6A02-4CBB-AA62-B0C352DCB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4C50E-246B-441E-B29B-FF7664CF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EC9CD-AB1A-41F5-B982-E2E4F2BF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196B5-B0C1-4398-A130-6D15B7C1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4285C-1BFC-4E21-BF43-C6FF85CE0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64712-7BF4-4542-9264-6FCD809C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2FCDA-14AA-4430-9574-EC1F512F9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4868E-4E9D-4F17-9DCF-198DAEB24269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A9899-B362-49A6-874C-82DDA485F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722C2-6D88-4825-AF5F-E54905DA8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A51D8-859B-403D-8082-23086BCF7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58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7056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#73B Yes, God is Good to Israel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Yes, God is good to Israel,</a:t>
            </a:r>
          </a:p>
          <a:p>
            <a:pPr algn="ctr"/>
            <a:r>
              <a:rPr lang="en-US" sz="2800" dirty="0"/>
              <a:t>To </a:t>
            </a:r>
            <a:r>
              <a:rPr lang="en-US" sz="2800" dirty="0" err="1"/>
              <a:t>ev’ryone</a:t>
            </a:r>
            <a:r>
              <a:rPr lang="en-US" sz="2800" dirty="0"/>
              <a:t> whose heart is pure.</a:t>
            </a:r>
          </a:p>
          <a:p>
            <a:pPr algn="ctr"/>
            <a:r>
              <a:rPr lang="en-US" sz="2800" dirty="0"/>
              <a:t>But as for me, I nearly fell;</a:t>
            </a:r>
          </a:p>
          <a:p>
            <a:pPr algn="ctr"/>
            <a:r>
              <a:rPr lang="en-US" sz="2800" dirty="0"/>
              <a:t>My footsteps were no longer sure.</a:t>
            </a:r>
          </a:p>
          <a:p>
            <a:pPr algn="ctr"/>
            <a:r>
              <a:rPr lang="en-US" sz="2800" dirty="0"/>
              <a:t>For I was envious of the proud</a:t>
            </a:r>
          </a:p>
          <a:p>
            <a:pPr algn="ctr"/>
            <a:r>
              <a:rPr lang="en-US" sz="2800" dirty="0"/>
              <a:t>And wicked ones with wealth endowed.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45FC6-7E64-4D56-BBC5-BF336F23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3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261931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</a:t>
            </a:r>
            <a:r>
              <a:rPr lang="en-US" dirty="0"/>
              <a:t>Until their death no pains they know;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Their strength is firm from day to day.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They share no part in others’ woe,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Nor </a:t>
            </a:r>
            <a:r>
              <a:rPr lang="en-US" dirty="0" err="1"/>
              <a:t>plaqued</a:t>
            </a:r>
            <a:r>
              <a:rPr lang="en-US" dirty="0"/>
              <a:t> as other men are they.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They make their necklace arrogance,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clothe themselves with violence.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F1F071-BEF8-437A-9005-4D4E3C3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76446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261931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6. </a:t>
            </a:r>
            <a:r>
              <a:rPr lang="en-US" dirty="0"/>
              <a:t>If I would let my thoughts so lead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To speak with doubting words this way,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Behold, I then would certainly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children you have called betray.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But though the facts I tried to see,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problem deeply troubled me.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F1F071-BEF8-437A-9005-4D4E3C3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265768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261931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7. </a:t>
            </a:r>
            <a:r>
              <a:rPr lang="en-US" dirty="0"/>
              <a:t>I entered then God’s dwelling place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there I understood their end;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 set them in a slippery place,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to destruction them you send.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How rapidly destroyed are they,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But sudden terrors swept away!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F1F071-BEF8-437A-9005-4D4E3C3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218184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308570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/>
              <a:t>8</a:t>
            </a:r>
            <a:r>
              <a:rPr lang="en-CA" dirty="0"/>
              <a:t>. </a:t>
            </a:r>
            <a:r>
              <a:rPr lang="en-US" dirty="0"/>
              <a:t>As from a dream, you Lord, awake;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Then you their image will despise.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When pierced, with hear about to break,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When bitter thoughts within me rise,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senseless was and blind within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 beast before you I have been.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FA7D84-29AB-4FC2-9B9F-C2596643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256448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6"/>
            <a:ext cx="10515600" cy="261931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9. </a:t>
            </a:r>
            <a:r>
              <a:rPr lang="en-US" dirty="0"/>
              <a:t>Yet constantly I am with you;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You’ve taken hold of my right hand.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Your counsel shows me what to do,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guides me in the things I plan;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afterward so shall it be,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With honor you will welcome me.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F1F071-BEF8-437A-9005-4D4E3C3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240795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40383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/>
              <a:t>10</a:t>
            </a:r>
            <a:r>
              <a:rPr lang="en-CA" dirty="0"/>
              <a:t>. </a:t>
            </a:r>
            <a:r>
              <a:rPr lang="en-US" dirty="0"/>
              <a:t>Are you not all I have in </a:t>
            </a:r>
            <a:r>
              <a:rPr lang="en-US" dirty="0" err="1"/>
              <a:t>heav’n</a:t>
            </a:r>
            <a:r>
              <a:rPr lang="en-US" dirty="0"/>
              <a:t>?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None else on earth do I desire.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Though human strength will reach an end,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flesh may fail, my heart expire,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heart’s strength God himself will be,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My portion through eternity.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FA7D84-29AB-4FC2-9B9F-C2596643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 Publications</a:t>
            </a:r>
          </a:p>
        </p:txBody>
      </p:sp>
    </p:spTree>
    <p:extLst>
      <p:ext uri="{BB962C8B-B14F-4D97-AF65-F5344CB8AC3E}">
        <p14:creationId xmlns:p14="http://schemas.microsoft.com/office/powerpoint/2010/main" val="99555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373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#73B Yes, God is Good to Israel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#73B Yes, God is Good to Israel</dc:title>
  <dc:creator>Eric Hoogendoorn</dc:creator>
  <cp:lastModifiedBy>Neil Tuininga</cp:lastModifiedBy>
  <cp:revision>2</cp:revision>
  <dcterms:created xsi:type="dcterms:W3CDTF">2020-07-24T02:12:56Z</dcterms:created>
  <dcterms:modified xsi:type="dcterms:W3CDTF">2022-09-23T20:57:36Z</dcterms:modified>
</cp:coreProperties>
</file>