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58766-E756-40CB-BD3D-E1A6B345B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3EA494-71FB-4B70-BB6E-E2B793EFD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8EBBF-6B69-414C-9D92-648561F3F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20FCC-4C3D-4A60-97A9-94494BC87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26417-4C04-4185-A570-7C1E3DAE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14582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2A762-B96F-4989-A7D8-AF4349C4E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5199A-068E-40F0-BF5E-15AF71466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3F9D8E-DA5B-40B6-8E79-754595B5F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53B81-5136-4FB0-9D06-BB049293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DF55C-33D2-4D7C-94F5-F7272BF0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5807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0018-8763-4639-B526-A5799EF39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6E38FF-D1FC-4041-90CB-A259901BF9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9C98A-248B-489B-8EF6-53762874E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E420DF-FFC7-46D7-A711-89EA9516E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5F77B-E3F0-4991-A04D-F39B8844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2238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AF316-5D32-443F-A518-5E71CD97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E6E58-9FF0-4D4B-944C-F740877F9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B48A3-DB58-4B9A-81C1-B6A4471DB7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E2B6A7-67B5-4C38-A6E3-F4CF5E910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FE9E28-458D-41BD-A1E7-279E7D63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BA2A5-9B2B-4D1F-AE35-7E7255569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560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B3950-18D5-4FED-92F6-A7C41F98A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C0BA9-E694-4941-A2D0-32E73241F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FB1DE-6E4D-43FB-B86E-FFA6E6E89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9BBBCA-4295-4EC5-BC98-701CB5B55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70A3FD-F038-4610-B610-13AD25A090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973DAF-9858-400B-B3B4-FD05E8FCA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4CE772-A262-47D7-8BE7-0074BBC08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9EEECF-5949-4DB4-8C74-DADC3320C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81991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76600-7590-48EF-B991-65F7968E6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3B0F1-AF58-436E-8FC3-5F4FAC41E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960D7-8C87-4C55-A5E7-409CF4263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54383-AC06-4955-BB11-D2800E13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269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D02D43-61D9-407E-8CB7-3CFF84850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8199A-1944-47FF-8065-4A7BDB350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D6DB5-3402-47DB-BD95-DEE99FB6A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716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411A6-66EF-46E5-8580-821669EB2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56A34-3AD6-4D8F-8E20-2F3AA9F6E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95D42-9EDC-4787-A383-B3CD2E655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85D81-134D-4E53-90FF-A8033E3DE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354F3C-6799-4C6A-AB22-4244A938A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6556D-E4AE-43EB-A577-E59293D2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55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6D554-9E6A-4C68-A45D-823533847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6BE111-413C-4F88-8A2F-2954898C2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CF649-E455-4A8C-871E-0520BFAB4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CDD1C-2571-4469-9805-CB806E2A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AF8050-080A-4486-B4CF-8E40331B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2B17E-EE56-4EE1-BBFF-7413CFAF8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252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A01A5-A7CE-4F19-A678-76DF71F68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2F510-0851-48EB-ABAD-0E96D1575E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298577-A07C-42B3-9585-83B343D4B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D5751-89AC-47D9-8D7C-4DAC90CA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B01EB-A04C-48F4-B85A-AF0E43106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3496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631F2-4851-4E12-8DE6-59AE6EB35C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A03F8B-0BAE-422F-84E8-F8C7642A0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186FA-A244-4B55-97CB-D26AD4A3E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C0368-2A23-4AA8-8A91-C1AA4F63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A16FEC-9E02-4054-8275-7693E01EB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110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7CC572-A8EA-4342-9521-F2A0CDDFA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F3ABF-0C5F-4516-83E2-66A3674DD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AFE7D-D326-47A5-A171-8874550514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9266D6-9FA0-42E9-AD93-92016CA71CC0}" type="datetimeFigureOut">
              <a:rPr lang="en-CA" smtClean="0"/>
              <a:t>2021-06-18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D28B7-81B1-4C46-8028-335B0031A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72344-372A-4915-A351-C07CCBC08C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03DCC-3701-4363-89D7-F8FB23B93D5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2820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E80608-6F42-4071-88EB-F613C712EB39}"/>
              </a:ext>
            </a:extLst>
          </p:cNvPr>
          <p:cNvSpPr txBox="1"/>
          <p:nvPr/>
        </p:nvSpPr>
        <p:spPr>
          <a:xfrm>
            <a:off x="495300" y="285750"/>
            <a:ext cx="11201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#117C Praise Jehovah, All Ye Nations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ADDC3-FF03-40EF-B77A-DE595FD1ADA9}"/>
              </a:ext>
            </a:extLst>
          </p:cNvPr>
          <p:cNvSpPr txBox="1"/>
          <p:nvPr/>
        </p:nvSpPr>
        <p:spPr>
          <a:xfrm>
            <a:off x="1566862" y="2521059"/>
            <a:ext cx="90582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Praise Jehovah, all ye nations,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ye people praise proclaim;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his grace and lovingkindness,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sing praises to his name.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37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2C496-756C-4A08-8946-313870BA046D}"/>
              </a:ext>
            </a:extLst>
          </p:cNvPr>
          <p:cNvSpPr txBox="1"/>
          <p:nvPr/>
        </p:nvSpPr>
        <p:spPr>
          <a:xfrm>
            <a:off x="1752600" y="2521059"/>
            <a:ext cx="868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solidFill>
                  <a:srgbClr val="222222"/>
                </a:solidFill>
                <a:effectLst/>
              </a:rPr>
              <a:t>2. Great to us hath been his mercy,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ever faithful is his word;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through all ages it </a:t>
            </a:r>
            <a:r>
              <a:rPr lang="en-US" sz="2800" b="0" i="0" dirty="0" err="1">
                <a:solidFill>
                  <a:srgbClr val="222222"/>
                </a:solidFill>
                <a:effectLst/>
              </a:rPr>
              <a:t>endureth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.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Hallelujah, praise the Lord!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0518864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2021-06-18T20:21:14Z</dcterms:created>
  <dcterms:modified xsi:type="dcterms:W3CDTF">2021-06-18T20:22:32Z</dcterms:modified>
</cp:coreProperties>
</file>