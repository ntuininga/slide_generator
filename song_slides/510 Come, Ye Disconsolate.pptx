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66" r:id="rId2"/>
    <p:sldId id="367" r:id="rId3"/>
    <p:sldId id="380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010" autoAdjust="0"/>
    <p:restoredTop sz="94660"/>
  </p:normalViewPr>
  <p:slideViewPr>
    <p:cSldViewPr snapToGrid="0">
      <p:cViewPr varScale="1">
        <p:scale>
          <a:sx n="92" d="100"/>
          <a:sy n="92" d="100"/>
        </p:scale>
        <p:origin x="84" y="4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1031D0-2F6F-4F45-9CA3-80636A90AA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C79AD3-3DB1-4685-875F-6A4FBA093E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458927-9CDE-49CB-BD85-3045AF3C99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D69BF5-C474-4549-A41A-B67FAAB4019F}" type="datetimeFigureOut">
              <a:rPr lang="en-US" smtClean="0"/>
              <a:t>11/6/2020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32F479-CDBD-4502-831E-06BED495C9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8B527D-97FB-4321-844B-DEEDE69A84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FFD14-B145-4C1D-9C9C-DC2359DA1A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62216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CC0DC9-CA4E-40B8-9ACC-F90707AF72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502AD5-7689-40AB-8DF9-E4877F0AC2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0D8763-44E7-49FC-9E9C-281EBCC885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D69BF5-C474-4549-A41A-B67FAAB4019F}" type="datetimeFigureOut">
              <a:rPr lang="en-US" smtClean="0"/>
              <a:t>11/6/2020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EBC6F5-9EF7-4C1E-BFB0-981CF380D5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12FE59-AE4B-470E-A6D3-497B91216E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FFD14-B145-4C1D-9C9C-DC2359DA1A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09978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D3B7BA-D0FF-4968-AE79-E72C8F0E9D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7E6998-1497-4FC5-8608-D547344B28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E1769-F483-47A3-956F-981D3D01A8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D69BF5-C474-4549-A41A-B67FAAB4019F}" type="datetimeFigureOut">
              <a:rPr lang="en-US" smtClean="0"/>
              <a:t>11/6/2020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48B35B-0D02-4DF2-B520-E806A96CB9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9059F4-9D31-4922-8ADE-220404322E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FFD14-B145-4C1D-9C9C-DC2359DA1A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4767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8388DC-3EF8-44D5-BC37-97B4DA879A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412098-E7C9-432B-89E9-5AB3EA959B9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ECD8AE-01D1-4DC6-9BC6-38B27D735E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B5493D-2BE2-400E-AB47-013F2B5C1A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D69BF5-C474-4549-A41A-B67FAAB4019F}" type="datetimeFigureOut">
              <a:rPr lang="en-US" smtClean="0"/>
              <a:t>11/6/2020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CA3492-5AB5-443E-9B0A-FC55C6716F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FAAFF9-B362-496B-9653-2F24A743BD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FFD14-B145-4C1D-9C9C-DC2359DA1A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52318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0ED645-85FA-4305-B715-002B8205D0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743C68-1249-4145-B382-AEED1CABB4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3F89EC-CCFD-4CBA-BE79-F71036372B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50B4921-61C5-4D12-A7C5-F607E58C93F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A4D4FA9-3D7F-44BD-A7B4-FC96560BF17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CF3A053-32CB-4BCC-A1B1-20E83C1419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D69BF5-C474-4549-A41A-B67FAAB4019F}" type="datetimeFigureOut">
              <a:rPr lang="en-US" smtClean="0"/>
              <a:t>11/6/2020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761A7DD-CF66-4FA2-B5DF-06EF0654E0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C672931-3FB3-44F5-8E3C-D971AEAEF8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FFD14-B145-4C1D-9C9C-DC2359DA1A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46329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1E3152-89EE-41C4-91CA-8C3204F87A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A003C0D-FC0F-4970-9750-A0CFFBB61F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D69BF5-C474-4549-A41A-B67FAAB4019F}" type="datetimeFigureOut">
              <a:rPr lang="en-US" smtClean="0"/>
              <a:t>11/6/2020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ACF1960-57BC-4787-A60B-F4090E8A69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FCE2680-68CB-452E-AFB4-B669640E2A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FFD14-B145-4C1D-9C9C-DC2359DA1A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57543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41B6363-1BF7-4504-B6E4-363299B206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D69BF5-C474-4549-A41A-B67FAAB4019F}" type="datetimeFigureOut">
              <a:rPr lang="en-US" smtClean="0"/>
              <a:t>11/6/2020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E8D41BC-DE1E-4EF2-9C29-9ADC70BECB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9FC5D6-8E2C-4414-9E34-6AD976BD49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FFD14-B145-4C1D-9C9C-DC2359DA1A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89058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A0A95D-BA79-49DF-BE5B-2366361436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A4DA59-7007-43E9-A91B-E44B77291A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06CA971-A1FF-4E0C-B85A-2677473DE5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AA4112-E993-4C47-9B42-B81DE7504D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D69BF5-C474-4549-A41A-B67FAAB4019F}" type="datetimeFigureOut">
              <a:rPr lang="en-US" smtClean="0"/>
              <a:t>11/6/2020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6CECE2-11BF-440C-89E4-9E8392AA45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534860-CAC7-41B4-AD83-142A7B072C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FFD14-B145-4C1D-9C9C-DC2359DA1A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92147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D20187-0B94-4923-80D2-F301065582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6771108-B503-43F8-94B3-272C2A77D0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1FE0D2-BC10-47D5-B601-03D4D9DC4F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A39334-C704-45B8-8771-26FAC9315C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D69BF5-C474-4549-A41A-B67FAAB4019F}" type="datetimeFigureOut">
              <a:rPr lang="en-US" smtClean="0"/>
              <a:t>11/6/2020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BBC536-EFA0-464C-8554-B819FF6AB9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C09C7B-3A2A-48C4-A8E4-E47C3248AA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FFD14-B145-4C1D-9C9C-DC2359DA1A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64708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FE275C-8A79-4781-8855-74AFE0CE65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D86179A-B9DF-4999-A439-A5783C13A4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AA4DAF-076D-4195-AE4F-FA188071B1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D69BF5-C474-4549-A41A-B67FAAB4019F}" type="datetimeFigureOut">
              <a:rPr lang="en-US" smtClean="0"/>
              <a:t>11/6/2020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0AFC89-52BE-469B-802E-123E0C82EA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FCBCC3-66AB-4CFD-95F9-93AE9625EF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FFD14-B145-4C1D-9C9C-DC2359DA1A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98827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62C34A-4D00-4E4D-8A28-0AA61144171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CA0D47F-8F66-45A9-AFF8-03D2429AAE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E55904-AF2F-490F-8FAA-573C65D84B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D69BF5-C474-4549-A41A-B67FAAB4019F}" type="datetimeFigureOut">
              <a:rPr lang="en-US" smtClean="0"/>
              <a:t>11/6/2020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A5A249-03B9-4F78-9F4C-203A1E74A7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D5059C-2CA9-4A1B-AE2F-022039F15E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FFFD14-B145-4C1D-9C9C-DC2359DA1A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975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60A2C54-0593-4160-AC8B-0A1CA669FC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978F88-5151-45D0-95A2-E3B1E436EC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20EADF-7E37-4B1A-84CC-4D326B2DE88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D69BF5-C474-4549-A41A-B67FAAB4019F}" type="datetimeFigureOut">
              <a:rPr lang="en-US" smtClean="0"/>
              <a:t>11/6/2020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B158A1-3DD3-446B-88AC-E4610AE9CC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EC8CF2-BCFD-4EFE-BB98-3885DFA273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FFFD14-B145-4C1D-9C9C-DC2359DA1A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19983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2F419-16F5-4BCE-A617-5D5FF7C5D4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60422"/>
            <a:ext cx="12192000" cy="806116"/>
          </a:xfrm>
          <a:ln w="9525">
            <a:noFill/>
          </a:ln>
        </p:spPr>
        <p:txBody>
          <a:bodyPr>
            <a:noAutofit/>
          </a:bodyPr>
          <a:lstStyle/>
          <a:p>
            <a:r>
              <a:rPr lang="en-CA" sz="4400" i="1" dirty="0"/>
              <a:t>#510 Come, Ye Disconsolate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D7BD70-A68A-4FBE-AE78-7E8C92A349D4}"/>
              </a:ext>
            </a:extLst>
          </p:cNvPr>
          <p:cNvSpPr txBox="1"/>
          <p:nvPr/>
        </p:nvSpPr>
        <p:spPr>
          <a:xfrm>
            <a:off x="641684" y="1659285"/>
            <a:ext cx="10908632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 algn="ctr">
              <a:buAutoNum type="arabicPeriod"/>
            </a:pPr>
            <a:r>
              <a:rPr lang="en-US" sz="2800" dirty="0"/>
              <a:t>Come, ye disconsolate,</a:t>
            </a:r>
          </a:p>
          <a:p>
            <a:pPr algn="ctr"/>
            <a:r>
              <a:rPr lang="en-US" sz="2800" dirty="0"/>
              <a:t>     </a:t>
            </a:r>
            <a:r>
              <a:rPr lang="en-US" sz="2800" dirty="0" err="1"/>
              <a:t>where’er</a:t>
            </a:r>
            <a:r>
              <a:rPr lang="en-US" sz="2800" dirty="0"/>
              <a:t> ye languish,</a:t>
            </a:r>
          </a:p>
          <a:p>
            <a:pPr algn="ctr"/>
            <a:r>
              <a:rPr lang="en-US" sz="2800" dirty="0"/>
              <a:t>     come to the mercy seat,</a:t>
            </a:r>
          </a:p>
          <a:p>
            <a:pPr algn="ctr"/>
            <a:r>
              <a:rPr lang="en-US" sz="2800" dirty="0"/>
              <a:t>   fervently kneel:</a:t>
            </a:r>
          </a:p>
          <a:p>
            <a:pPr algn="ctr"/>
            <a:r>
              <a:rPr lang="en-US" sz="2800" dirty="0"/>
              <a:t>        here bring your wounded hearts, </a:t>
            </a:r>
          </a:p>
          <a:p>
            <a:pPr algn="ctr"/>
            <a:r>
              <a:rPr lang="en-CA" sz="2800" dirty="0"/>
              <a:t>      here tell your anguish;</a:t>
            </a:r>
          </a:p>
          <a:p>
            <a:pPr algn="ctr"/>
            <a:r>
              <a:rPr lang="en-CA" sz="2800" dirty="0"/>
              <a:t>     earth has no sorrows</a:t>
            </a:r>
          </a:p>
          <a:p>
            <a:pPr algn="ctr"/>
            <a:r>
              <a:rPr lang="en-CA" sz="2800" dirty="0"/>
              <a:t>      that </a:t>
            </a:r>
            <a:r>
              <a:rPr lang="en-CA" sz="2800" dirty="0" err="1"/>
              <a:t>heav’n</a:t>
            </a:r>
            <a:r>
              <a:rPr lang="en-CA" sz="2800" dirty="0"/>
              <a:t> cannot heal.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A1157F3-50C0-4954-B813-2EDAF42D4A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 dirty="0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20384781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EDA5B7A-2B00-4130-A4AF-093BF84719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 dirty="0"/>
              <a:t>Copyright Trinity Psalter Hymnal, 2018, used by permission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4CE2ECD-6B4A-42D9-BD24-128D9FD2ECE8}"/>
              </a:ext>
            </a:extLst>
          </p:cNvPr>
          <p:cNvSpPr txBox="1"/>
          <p:nvPr/>
        </p:nvSpPr>
        <p:spPr>
          <a:xfrm>
            <a:off x="2309812" y="1659285"/>
            <a:ext cx="7572375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i="1" dirty="0"/>
              <a:t>2</a:t>
            </a:r>
            <a:r>
              <a:rPr lang="en-US" sz="2800" dirty="0"/>
              <a:t>. Joy of the desolate,</a:t>
            </a:r>
          </a:p>
          <a:p>
            <a:pPr algn="ctr"/>
            <a:r>
              <a:rPr lang="en-US" sz="2800" dirty="0"/>
              <a:t>light of the straying,</a:t>
            </a:r>
          </a:p>
          <a:p>
            <a:pPr algn="ctr"/>
            <a:r>
              <a:rPr lang="en-US" sz="2800" dirty="0"/>
              <a:t>hope of the penitent,</a:t>
            </a:r>
          </a:p>
          <a:p>
            <a:pPr algn="ctr"/>
            <a:r>
              <a:rPr lang="en-US" sz="2800" dirty="0"/>
              <a:t>fadeless and pure!</a:t>
            </a:r>
          </a:p>
          <a:p>
            <a:pPr algn="ctr"/>
            <a:r>
              <a:rPr lang="en-US" sz="2800" dirty="0"/>
              <a:t>Here speaks the Comforter,</a:t>
            </a:r>
          </a:p>
          <a:p>
            <a:pPr algn="ctr"/>
            <a:r>
              <a:rPr lang="en-US" sz="2800" dirty="0"/>
              <a:t>in mercy saying,</a:t>
            </a:r>
          </a:p>
          <a:p>
            <a:pPr algn="ctr"/>
            <a:r>
              <a:rPr lang="en-US" sz="2800" dirty="0"/>
              <a:t>“Earth has no sorrows</a:t>
            </a:r>
          </a:p>
          <a:p>
            <a:pPr algn="ctr"/>
            <a:r>
              <a:rPr lang="en-US" sz="2800" dirty="0"/>
              <a:t>that </a:t>
            </a:r>
            <a:r>
              <a:rPr lang="en-US" sz="2800" dirty="0" err="1"/>
              <a:t>heav’n</a:t>
            </a:r>
            <a:r>
              <a:rPr lang="en-US" sz="2800" dirty="0"/>
              <a:t> cannot cure.”</a:t>
            </a:r>
            <a:endParaRPr lang="en-CA" sz="2800" dirty="0"/>
          </a:p>
        </p:txBody>
      </p:sp>
    </p:spTree>
    <p:extLst>
      <p:ext uri="{BB962C8B-B14F-4D97-AF65-F5344CB8AC3E}">
        <p14:creationId xmlns:p14="http://schemas.microsoft.com/office/powerpoint/2010/main" val="20090744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92B8289-E640-45A8-847A-046B7CE16E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  <a:endParaRPr lang="en-CA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6CB663D-89EC-4290-A342-185EF91FD5F9}"/>
              </a:ext>
            </a:extLst>
          </p:cNvPr>
          <p:cNvSpPr txBox="1"/>
          <p:nvPr/>
        </p:nvSpPr>
        <p:spPr>
          <a:xfrm>
            <a:off x="1666875" y="1659285"/>
            <a:ext cx="885825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2800" dirty="0">
                <a:solidFill>
                  <a:prstClr val="black"/>
                </a:solidFill>
              </a:rPr>
              <a:t>3. Here see the bread of life;</a:t>
            </a:r>
          </a:p>
          <a:p>
            <a:pPr lvl="0" algn="ctr"/>
            <a:r>
              <a:rPr lang="en-US" sz="2800" dirty="0">
                <a:solidFill>
                  <a:prstClr val="black"/>
                </a:solidFill>
              </a:rPr>
              <a:t>see waters flowing</a:t>
            </a:r>
          </a:p>
          <a:p>
            <a:pPr lvl="0" algn="ctr"/>
            <a:r>
              <a:rPr lang="en-US" sz="2800" dirty="0">
                <a:solidFill>
                  <a:prstClr val="black"/>
                </a:solidFill>
              </a:rPr>
              <a:t>forth from the throne of God,</a:t>
            </a:r>
          </a:p>
          <a:p>
            <a:pPr lvl="0" algn="ctr"/>
            <a:r>
              <a:rPr lang="en-US" sz="2800" dirty="0">
                <a:solidFill>
                  <a:prstClr val="black"/>
                </a:solidFill>
              </a:rPr>
              <a:t>pure from above.</a:t>
            </a:r>
          </a:p>
          <a:p>
            <a:pPr lvl="0" algn="ctr"/>
            <a:r>
              <a:rPr lang="en-US" sz="2800" dirty="0">
                <a:solidFill>
                  <a:prstClr val="black"/>
                </a:solidFill>
              </a:rPr>
              <a:t>Come to the feast prepared;</a:t>
            </a:r>
          </a:p>
          <a:p>
            <a:pPr lvl="0" algn="ctr"/>
            <a:r>
              <a:rPr lang="en-US" sz="2800" dirty="0">
                <a:solidFill>
                  <a:prstClr val="black"/>
                </a:solidFill>
              </a:rPr>
              <a:t>come, ever knowing</a:t>
            </a:r>
          </a:p>
          <a:p>
            <a:pPr lvl="0" algn="ctr"/>
            <a:r>
              <a:rPr lang="en-US" sz="2800" dirty="0">
                <a:solidFill>
                  <a:prstClr val="black"/>
                </a:solidFill>
              </a:rPr>
              <a:t>earth has no sorrows</a:t>
            </a:r>
          </a:p>
          <a:p>
            <a:pPr lvl="0" algn="ctr"/>
            <a:r>
              <a:rPr lang="en-US" sz="2800" dirty="0">
                <a:solidFill>
                  <a:prstClr val="black"/>
                </a:solidFill>
              </a:rPr>
              <a:t>but </a:t>
            </a:r>
            <a:r>
              <a:rPr lang="en-US" sz="2800" dirty="0" err="1">
                <a:solidFill>
                  <a:prstClr val="black"/>
                </a:solidFill>
              </a:rPr>
              <a:t>heav’n</a:t>
            </a:r>
            <a:r>
              <a:rPr lang="en-US" sz="2800" dirty="0">
                <a:solidFill>
                  <a:prstClr val="black"/>
                </a:solidFill>
              </a:rPr>
              <a:t> can remove.</a:t>
            </a:r>
            <a:endParaRPr lang="en-CA" sz="28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393227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163</Words>
  <Application>Microsoft Office PowerPoint</Application>
  <PresentationFormat>Widescreen</PresentationFormat>
  <Paragraphs>28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#510 Come, Ye Disconsolate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#510 Come, Ye Disconsolate</dc:title>
  <dc:creator>Eric Hoogendoorn</dc:creator>
  <cp:lastModifiedBy>Eric Hoogendoorn</cp:lastModifiedBy>
  <cp:revision>1</cp:revision>
  <dcterms:created xsi:type="dcterms:W3CDTF">2020-11-06T15:33:50Z</dcterms:created>
  <dcterms:modified xsi:type="dcterms:W3CDTF">2020-11-06T15:34:04Z</dcterms:modified>
</cp:coreProperties>
</file>