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2" r:id="rId4"/>
    <p:sldId id="261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8" autoAdjust="0"/>
    <p:restoredTop sz="94660"/>
  </p:normalViewPr>
  <p:slideViewPr>
    <p:cSldViewPr snapToGrid="0" showGuides="1">
      <p:cViewPr>
        <p:scale>
          <a:sx n="10" d="100"/>
          <a:sy n="10" d="100"/>
        </p:scale>
        <p:origin x="4920" y="25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3035-0D17-42B8-B9E2-734E07F9F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8920F-A6C8-4CD5-8727-A654ECB5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68AD-36B2-4347-AC6E-F1C7306E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3C16D-BEE7-4100-B309-1F8031C67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226A9-6985-40C6-99B2-ECB42227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D616-B919-417C-86C3-B7CBDA60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93624-BE79-416D-B31F-43E47DAD3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190A3-DA87-490B-9BD1-5226296B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D92E1-DBFE-4C45-81E9-A32C8EF6C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68F30-413F-4731-AEC0-73632228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7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77C9-E6F3-45BD-885E-1C6F8CBC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E9ED4-9692-4A54-80BD-5C4296715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38EEE-F9C9-40EA-91E1-B48790A6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8E093-B13F-4539-9AE0-F3AB75C0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B087E-CEF9-4E67-8000-6B7595743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3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7128-C15E-4954-A5B4-4565273E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A2E3B-471D-4408-9F39-5C26184D8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EAE0B-045F-45B6-8DAE-51D67D395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C5D6E-290D-49AE-AC2B-A96E44A56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72C18-67D3-428A-81B4-E5A19B3C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00364-8B80-422C-8689-0D2ED884F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51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1773-7083-4AC6-A08B-E86D1B57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69D98-434C-44C5-A57B-045DF15F1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1E529-85D4-4230-9FEC-7600BD093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22E71-D58E-4C8B-A219-5727C8191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58AB-6FA4-4992-B81E-0AFBF2937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402A1-154A-409D-A83A-C4B9A955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6DA4BC-5E49-48A8-BF51-7E109C934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D61E6-6521-4FE6-ABDD-4A269BF1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1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73C1-BE3E-43B7-8141-91F5BF6C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D2996-23FB-4F43-97DF-ED8CA7C7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8C3B3-FED8-4D6C-87F9-E5AF92E9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1F08F-1B2A-4627-B7BA-9EB5F12FC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3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87FA1-A0CE-4C2A-8010-75F7D748A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308E8-86F8-4F7B-92C7-5C49D151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66302-0367-4C1F-BEBD-17952F3D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8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C218-2498-4424-8F9B-ABD9C85C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5FE26-AEC6-439B-81F5-0CECEDF8F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53717-E793-475C-B513-21313E29D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BB185-9458-4DFD-8658-D5D2E5C21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44BD3-015B-432B-BB44-09A5D188F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8257B-FBF1-48EB-92E6-3F3FCC8CB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6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852A-3E98-4A6A-98F0-C994CC525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4371BF-F29D-4A97-9348-D0F6093CE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FC125-96BF-4145-AEED-D13D05D3C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618A7-CC1D-4B52-80E0-41F23733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13DF5-6C77-424C-8F5C-D69CCA89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93103-6D12-4117-BFE4-89197E35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4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73CE-E7D9-4184-A852-E885EC7C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CCFC3-9366-4EFF-8476-FFBFDA231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6B261-0DCA-4F1B-9787-6DFD59FE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86413-732A-4FA4-958A-C6EF2B0A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C8D06-A075-441E-8997-FBA7682C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4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CF6228-4654-414A-8FAE-9323F2EF0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01740-1883-4F72-BE61-3C21CC678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098A1-26D9-4D3C-8A90-3937C093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EFF31-FEE2-42BF-BE14-DA36A6A7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8D844-54A1-4E2F-B974-C5175C1C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5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225FCB-FA98-459B-AACE-B469E055D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D84DE-8779-4500-A757-A1122D8A7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4FECA-95A2-4417-AF65-E203E0669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58E9D-252E-466C-9408-BFFFBB0347DF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F02FA-CF39-41F5-8425-A95D93B14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DE448-2E1B-4FB9-868D-E04BAFDFC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DC815-5D3E-4253-951F-4F3A4152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6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#144B O Blest Be the Lord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 </a:t>
            </a:r>
            <a:r>
              <a:rPr lang="en-CA" sz="2800" dirty="0"/>
              <a:t>O blest be the Lord God, my rock and my might;</a:t>
            </a:r>
          </a:p>
          <a:p>
            <a:pPr algn="ctr"/>
            <a:r>
              <a:rPr lang="en-CA" sz="2800" dirty="0"/>
              <a:t>He trains me for battle, my hands for the fight.</a:t>
            </a:r>
          </a:p>
          <a:p>
            <a:pPr algn="ctr"/>
            <a:r>
              <a:rPr lang="en-CA" sz="2800" dirty="0"/>
              <a:t>My fortress, </a:t>
            </a:r>
            <a:r>
              <a:rPr lang="en-CA" sz="2800" dirty="0" err="1"/>
              <a:t>deliv’rer</a:t>
            </a:r>
            <a:r>
              <a:rPr lang="en-CA" sz="2800" dirty="0"/>
              <a:t>, my refuge and shield,</a:t>
            </a:r>
          </a:p>
          <a:p>
            <a:pPr algn="ctr"/>
            <a:r>
              <a:rPr lang="en-CA" sz="2800" dirty="0"/>
              <a:t>He brings down my foes and beneath me they yield.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02470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 O Lord, what is man that you recognize him,</a:t>
            </a:r>
          </a:p>
          <a:p>
            <a:pPr algn="ctr"/>
            <a:r>
              <a:rPr lang="en-CA" sz="2800" dirty="0"/>
              <a:t>The son of man that you are mindful of him?</a:t>
            </a:r>
          </a:p>
          <a:p>
            <a:pPr algn="ctr"/>
            <a:r>
              <a:rPr lang="en-CA" sz="2800" dirty="0"/>
              <a:t>For man is but vapor, his brief earthly days</a:t>
            </a:r>
          </a:p>
          <a:p>
            <a:pPr algn="ctr"/>
            <a:r>
              <a:rPr lang="en-CA" sz="2800" dirty="0"/>
              <a:t>Are just like a shadow which passes away.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ACD6A-61CA-422B-AB52-F87C4A55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02470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 Bend low your arched heavens, come, Lord, from on high</a:t>
            </a:r>
          </a:p>
          <a:p>
            <a:pPr algn="ctr"/>
            <a:r>
              <a:rPr lang="en-CA" sz="2800" dirty="0"/>
              <a:t>And touch the great mountains, let smoke from them fly;</a:t>
            </a:r>
          </a:p>
          <a:p>
            <a:pPr algn="ctr"/>
            <a:r>
              <a:rPr lang="en-CA" sz="2800" dirty="0"/>
              <a:t>Flash forth your fierce lightnings and scatter the foe,</a:t>
            </a:r>
          </a:p>
          <a:p>
            <a:pPr algn="ctr"/>
            <a:r>
              <a:rPr lang="en-CA" sz="2800" dirty="0"/>
              <a:t>Send out your sharp arrows and rout them in woe.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ACD6A-61CA-422B-AB52-F87C4A55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319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O Lord, stretch your hand from the heavens above;</a:t>
            </a:r>
          </a:p>
          <a:p>
            <a:pPr algn="ctr"/>
            <a:r>
              <a:rPr lang="en-CA" sz="2800"/>
              <a:t>Deliver </a:t>
            </a:r>
            <a:r>
              <a:rPr lang="en-CA" sz="2800" dirty="0"/>
              <a:t>and save me from strangers and floods,</a:t>
            </a:r>
          </a:p>
          <a:p>
            <a:pPr algn="ctr"/>
            <a:r>
              <a:rPr lang="en-CA" sz="2800" dirty="0"/>
              <a:t>Their tongues speak so falsely and truth they despise,</a:t>
            </a:r>
          </a:p>
          <a:p>
            <a:pPr algn="ctr"/>
            <a:r>
              <a:rPr lang="en-CA" sz="2800" dirty="0"/>
              <a:t>Their right hand they hold forth to swear to their lies.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479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A new song to you, O my God, I will sing,</a:t>
            </a:r>
          </a:p>
          <a:p>
            <a:pPr algn="ctr"/>
            <a:r>
              <a:rPr lang="en-CA" sz="2800" dirty="0"/>
              <a:t>And offer my praise on a harp </a:t>
            </a:r>
            <a:r>
              <a:rPr lang="en-CA" sz="2800"/>
              <a:t>of ten </a:t>
            </a:r>
            <a:r>
              <a:rPr lang="en-CA" sz="2800" dirty="0"/>
              <a:t>strings;</a:t>
            </a:r>
          </a:p>
          <a:p>
            <a:pPr algn="ctr"/>
            <a:r>
              <a:rPr lang="en-CA" sz="2800" dirty="0"/>
              <a:t>You give kings their triumph; your hand has, O Lord</a:t>
            </a:r>
          </a:p>
          <a:p>
            <a:pPr algn="ctr"/>
            <a:r>
              <a:rPr lang="en-CA" sz="2800" dirty="0"/>
              <a:t>Kept David, your servant, from hurt by the sword.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6230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7. </a:t>
            </a:r>
            <a:r>
              <a:rPr lang="en-CA" sz="2800" dirty="0"/>
              <a:t>Our sons be like plants that are full grown in the youth,</a:t>
            </a:r>
          </a:p>
          <a:p>
            <a:pPr algn="ctr"/>
            <a:r>
              <a:rPr lang="en-CA" sz="2800" dirty="0"/>
              <a:t>Our daughters like pillars for palaces hewn.</a:t>
            </a:r>
          </a:p>
          <a:p>
            <a:pPr algn="ctr"/>
            <a:r>
              <a:rPr lang="en-CA" sz="2800" dirty="0"/>
              <a:t>Our grain bins be filled, as our crops give their yield;</a:t>
            </a:r>
          </a:p>
          <a:p>
            <a:pPr algn="ctr"/>
            <a:r>
              <a:rPr lang="en-CA" sz="2800" dirty="0"/>
              <a:t>Our flocks by the thousands increase in the field.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64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8</a:t>
            </a:r>
            <a:r>
              <a:rPr lang="en-CA" sz="2800" dirty="0"/>
              <a:t>. Our cattle be heavy with young in the womb,</a:t>
            </a:r>
          </a:p>
          <a:p>
            <a:pPr algn="ctr"/>
            <a:r>
              <a:rPr lang="en-CA" sz="2800" dirty="0"/>
              <a:t>And give birth to offspring, escaping all doom.</a:t>
            </a:r>
          </a:p>
          <a:p>
            <a:pPr algn="ctr"/>
            <a:r>
              <a:rPr lang="en-CA" sz="2800" dirty="0"/>
              <a:t>No cries of distress from the people be heard.</a:t>
            </a:r>
          </a:p>
          <a:p>
            <a:pPr algn="ctr"/>
            <a:r>
              <a:rPr lang="en-CA" sz="2800" dirty="0"/>
              <a:t>How blessed the people whose God is the Lord!</a:t>
            </a:r>
          </a:p>
          <a:p>
            <a:pPr algn="ctr"/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056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400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#144B O Blest Be the Lord God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#144B O Blest Be the Lord God</dc:title>
  <dc:creator>Eric Hoogendoorn</dc:creator>
  <cp:lastModifiedBy>Neil Tuininga</cp:lastModifiedBy>
  <cp:revision>4</cp:revision>
  <dcterms:created xsi:type="dcterms:W3CDTF">2020-06-05T01:07:47Z</dcterms:created>
  <dcterms:modified xsi:type="dcterms:W3CDTF">2022-10-07T17:09:24Z</dcterms:modified>
</cp:coreProperties>
</file>