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8027-ADE8-DADF-B374-A741F0AD9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D743F-3B66-1DB1-42FA-58E43A4C3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BAA47-15E0-C56F-B2CC-F8B18B57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136A-34BB-D515-D4E2-37303835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F09E-7243-F666-1730-1CFA9278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6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7902-21EB-86C6-E05B-F86CC212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60465-2CDB-DD92-F716-F50FBB1EC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F2611-FDB2-9964-E8FB-7D308D88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A4F7-5514-F429-A295-247B0D18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2686-4798-4A5D-BAB5-6DBCE907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2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F394-A054-69CD-F46E-0DA01FE1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F0F5F-EE02-C25B-1052-639CFFD14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C0237-B6A9-6354-1B81-253F695A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589AA-7881-E116-B686-65DC078E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F0D9A-03E9-4256-6293-CD4FAF87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267D-B921-B7D3-CF20-7A20DE96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389EE-B7AD-21A3-5F19-254AA2264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B15C8-DA0F-2A80-6414-25634046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B8C4F-D290-49E7-6403-0E193BE8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08079-74A3-A66D-543B-D3237693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3DC61-B5D4-70C7-D241-70B82B25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6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4D45-2703-5D19-8577-FFF4071E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F4F69-2DF2-0C6C-352E-AD48FE95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4924F-3443-0BC8-6284-83FBCEDDA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1B67A-0733-C696-DF99-831575C6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207F5-615E-E7F2-5D00-B2A9D08D3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6721E-006E-E08B-9622-D598284A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1D373-2F53-2593-19CB-FA83BB2A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E07CB-9721-4010-1DF6-5FA06B4A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3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A0F54-CC3F-22F3-A8FA-EF4FC927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58242E-4B68-0183-21F5-70CA0472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7494E-51BE-F7C4-C179-CFF6A5CF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A4FF-9647-550C-00C4-ABD0DD4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5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4A076-4B7E-7E86-BCFA-7234E718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B56B0-9D7B-43FA-9C53-7298835B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C2C6A-0471-3774-9601-EF3A4FC3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2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8FAC-5F92-E7BE-585B-4454BC3E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09B5-9AA6-2564-FAFC-DD0C10E4E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8EA8B-9284-1384-8691-D85A922BA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4C791-0A21-3264-3DBD-05CB05BC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C475F-394F-9A0C-7820-D35F9770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AF51A-4B86-6FAF-A815-75E42725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3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CF3A-1767-4B4A-0CCD-40228881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47B06-3DB3-2941-A82E-DDF7D27BF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68853-7DA8-AF87-85EA-AE23C1F96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BB1E5-6ACD-D573-542E-03DD5CF8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D5AEF-3865-BA03-B3AC-12B3B817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17C-41BD-6648-D1C0-54FD9545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5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BE21-86EB-752D-7FA9-07845A8F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CEFA7-3037-3B75-C048-7A945E369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A67B-6690-BBC2-FFC9-62D385F6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4E19-9310-7743-8644-D7B7A70C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9C510-3C70-5586-E564-B63ED5D3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59060-52C6-D5C8-9E58-2E4890B9E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282BA-506F-EAE9-5B19-B1762299D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D21-BE10-6BE1-0EC8-62646BA8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06F67-3FC1-794B-9498-5314A3F9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2556D-3930-1CE6-4852-724EABB2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71C64-66A4-CA93-459D-C7094D4C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70651-E5F7-4336-16B0-7BAF263A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09065-6B1A-7226-E1E1-A470C4F41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4EEA5-6848-4D19-BC6D-849997D72639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DF8FF-B318-E7FB-2BC0-AE547B86F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5C07C-ABA8-90D4-5DD8-E7A81B8C7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D9268-02E0-4142-B93F-99531760B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0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5FA2-C58A-AC42-9299-8BDC1038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#16B Preserve Me, O God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BD42-690A-AB92-87A4-2AFFBFAB8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Preserve me, O God, got I’m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you.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“Yes, you are my master,” I said to the Lord;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Besides you I do not possess any good.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your holy messengers I take delight.</a:t>
            </a:r>
          </a:p>
        </p:txBody>
      </p:sp>
    </p:spTree>
    <p:extLst>
      <p:ext uri="{BB962C8B-B14F-4D97-AF65-F5344CB8AC3E}">
        <p14:creationId xmlns:p14="http://schemas.microsoft.com/office/powerpoint/2010/main" val="238710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2F36-6CDD-A93E-5F96-4CD837A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C6EC-240E-AECE-88D0-C1ADC796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Those running to idols will multiply griefs.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will not pour out their drink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off’rings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blood,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 will I confess their vain names with my lips.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Lord’s my inherited portion and cup.</a:t>
            </a:r>
          </a:p>
        </p:txBody>
      </p:sp>
    </p:spTree>
    <p:extLst>
      <p:ext uri="{BB962C8B-B14F-4D97-AF65-F5344CB8AC3E}">
        <p14:creationId xmlns:p14="http://schemas.microsoft.com/office/powerpoint/2010/main" val="392575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2F36-6CDD-A93E-5F96-4CD837A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C6EC-240E-AECE-88D0-C1ADC796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You care for my lot, where the lines fell to me,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pleasant and lovely inherited land.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who gives counsel to me I will bless,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surly my mind teaches me through the night.</a:t>
            </a:r>
          </a:p>
        </p:txBody>
      </p:sp>
    </p:spTree>
    <p:extLst>
      <p:ext uri="{BB962C8B-B14F-4D97-AF65-F5344CB8AC3E}">
        <p14:creationId xmlns:p14="http://schemas.microsoft.com/office/powerpoint/2010/main" val="308195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2F36-6CDD-A93E-5F96-4CD837A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C6EC-240E-AECE-88D0-C1ADC796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The Lord ever present before me I keep.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stand at my right hand; I shall not be moved.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glory rejoices, my heart is made glad;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also my flesh will live safely at ease.</a:t>
            </a:r>
          </a:p>
        </p:txBody>
      </p:sp>
    </p:spTree>
    <p:extLst>
      <p:ext uri="{BB962C8B-B14F-4D97-AF65-F5344CB8AC3E}">
        <p14:creationId xmlns:p14="http://schemas.microsoft.com/office/powerpoint/2010/main" val="323231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2F36-6CDD-A93E-5F96-4CD837A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C6EC-240E-AECE-88D0-C1ADC796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For you’ll not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aandon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my soul to the grave,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godly One you will preserve from decay.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Life’s path you will show me; full joy is with you;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right hand holds pleasures for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 evermore.</a:t>
            </a:r>
          </a:p>
        </p:txBody>
      </p:sp>
    </p:spTree>
    <p:extLst>
      <p:ext uri="{BB962C8B-B14F-4D97-AF65-F5344CB8AC3E}">
        <p14:creationId xmlns:p14="http://schemas.microsoft.com/office/powerpoint/2010/main" val="285182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220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#16B Preserve Me, O God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#16B Preserve Me, O God</dc:title>
  <dc:creator>Neil Tuininga</dc:creator>
  <cp:lastModifiedBy>Neil Tuininga</cp:lastModifiedBy>
  <cp:revision>1</cp:revision>
  <dcterms:created xsi:type="dcterms:W3CDTF">2024-03-30T15:47:00Z</dcterms:created>
  <dcterms:modified xsi:type="dcterms:W3CDTF">2024-03-30T15:52:51Z</dcterms:modified>
</cp:coreProperties>
</file>