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49" r:id="rId3"/>
    <p:sldId id="350" r:id="rId4"/>
    <p:sldId id="351" r:id="rId5"/>
    <p:sldId id="35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6B8CB-263B-49A2-A718-8D04AD981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1CFD40-7C83-44FE-AC5A-5738866B75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45C52-AE11-4166-BD41-0A69261E3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C07F-DAEF-491D-9563-6C8567EEF118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1AAFF-2E12-45E8-98BC-2233687C8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C06FA-02B8-4BA1-8FAB-6B70A823D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A5DE-0755-4CFF-BAC4-9067929B2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313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5CB9-0970-4FB8-8BB1-4AD4D16DB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00A90-B80E-46BF-8AEE-A2BEA065A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78EF4-38AA-4B65-9FA3-F81F0C5CD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C07F-DAEF-491D-9563-6C8567EEF118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5A464-F11E-4857-8C3A-43E4EB6BA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770AA-6A26-4BDC-8DD3-398EB25C7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A5DE-0755-4CFF-BAC4-9067929B2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44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23F3-85F5-4F65-A2D8-C3AB31A2F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0F308-20AB-4B69-8C4D-1CB6729F2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CCAA8-11CA-427B-A73E-9B1A37BE6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C07F-DAEF-491D-9563-6C8567EEF118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B3B2D-22EC-469D-BCF4-EFC47B1E2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62C58-387C-476F-8671-950A4687D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A5DE-0755-4CFF-BAC4-9067929B2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097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7D73A-7E61-4DB8-AE48-69F72DCC4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C2153-278D-4589-B65B-B9A128CDB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C2000-62A6-440B-B388-13877EC13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CB6D3-46E4-42C0-A140-3D6F88DBE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C07F-DAEF-491D-9563-6C8567EEF118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A6FCF-868C-433F-B375-04D5CD16D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1CB9E-5F0E-4FEA-905F-B5AF60EF7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A5DE-0755-4CFF-BAC4-9067929B2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784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ED34E-F230-4BF9-A2CC-A968AFA8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D7392-D6CA-43A7-9EB7-FE398D444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A2EF1-685C-4162-8A7B-1D4FCA311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5A7B98-53D9-4A2D-BE1B-BA6D75CF6B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7C53C-97B5-4B41-85AB-0690203A1C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13690C-96B3-420B-AB25-74853AD02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C07F-DAEF-491D-9563-6C8567EEF118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30B502-7271-4CE9-BBD4-3F1DBCF82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37E00C-BCA6-4566-ABC4-2261DC3F6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A5DE-0755-4CFF-BAC4-9067929B2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19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512DB-98FC-4B08-9846-C8B3C16B4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02CB1E-FAB4-4C81-B67D-3DBAA55C8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C07F-DAEF-491D-9563-6C8567EEF118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ABA23A-3F1F-4AA7-90F6-4EF551B2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D2B14D-5E5D-4A85-BBAD-5A7B251FB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A5DE-0755-4CFF-BAC4-9067929B2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948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C149C1-9600-4450-841D-4443B5979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C07F-DAEF-491D-9563-6C8567EEF118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CE1783-9CC4-4A18-B764-BD92A1A5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E5ACE-7391-42B0-A118-79062818F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A5DE-0755-4CFF-BAC4-9067929B2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03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B2A03-E50D-4B9E-88E4-D437ED180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02FAA-9601-4509-90A1-6D1DF75F8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82E23-0BF7-4677-89E3-63DDE0E23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C764-D930-4A6B-9236-EC5B89698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C07F-DAEF-491D-9563-6C8567EEF118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598E2-E9A4-48F4-8DFA-CDEE622B3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45792-69A6-499D-9F2E-5B15EC1CF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A5DE-0755-4CFF-BAC4-9067929B2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48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7F46C-78B9-4CE4-9AAC-49A12D396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973EEB-E3F7-4875-B369-F062A6E8CB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7C814-2F8C-493A-B756-36CCD5760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620670-FA63-4196-9EF8-195B696E6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C07F-DAEF-491D-9563-6C8567EEF118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3CAAA-BEED-441B-8844-21F3D33B8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AB20C-200F-44B4-AB64-9F6131379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A5DE-0755-4CFF-BAC4-9067929B2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22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F5C5F-019A-4356-9538-8D2D3D1BD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BFCF9D-6D8D-4D94-ADE6-2C7986D99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D62B5-C29D-4B97-A9C9-8C782598B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C07F-DAEF-491D-9563-6C8567EEF118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4DC63-2ED1-49CD-A528-33167A534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5B6ED-C9E0-41C1-AFA7-F3AB1FFAB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A5DE-0755-4CFF-BAC4-9067929B2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428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67E7F1-7272-4D58-9EC2-19314AD22E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4A3633-757E-4788-96AC-9BD6D3A58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97094-DE56-4B04-8ED5-85E3855E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C07F-DAEF-491D-9563-6C8567EEF118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863A9-E30E-4B85-9CCC-1F651FB91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ADC37-6FEC-411C-BC4E-03EC9E947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FA5DE-0755-4CFF-BAC4-9067929B2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13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05029D-57AF-46B2-B83C-AF4A646A0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9DF19-0828-472E-BCFD-9E5FC82D1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316A-7E6F-4456-A389-77927AE493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FC07F-DAEF-491D-9563-6C8567EEF118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0C6FF-B47D-466D-BC27-C6BEA3AAB4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B65C2-C2D9-4913-9E18-D307400B1D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FA5DE-0755-4CFF-BAC4-9067929B2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41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 #125 All Those Who Trust The Lord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-1" y="1613118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All those who trust the Lord</a:t>
            </a:r>
          </a:p>
          <a:p>
            <a:pPr algn="ctr"/>
            <a:r>
              <a:rPr lang="en-CA" sz="2800" dirty="0"/>
              <a:t>Like Zion are secure,</a:t>
            </a:r>
          </a:p>
          <a:p>
            <a:pPr algn="ctr"/>
            <a:r>
              <a:rPr lang="en-CA" sz="2800" dirty="0"/>
              <a:t>Which never can be moved,</a:t>
            </a:r>
          </a:p>
          <a:p>
            <a:pPr algn="ctr"/>
            <a:r>
              <a:rPr lang="en-CA" sz="2800" dirty="0"/>
              <a:t>But always will endure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5989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613118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</a:t>
            </a:r>
            <a:r>
              <a:rPr lang="en-CA" sz="2800" dirty="0"/>
              <a:t>. As mountains circle round</a:t>
            </a:r>
          </a:p>
          <a:p>
            <a:pPr algn="ctr"/>
            <a:r>
              <a:rPr lang="en-CA" sz="2800" dirty="0"/>
              <a:t>Jerusalem on high,</a:t>
            </a:r>
          </a:p>
          <a:p>
            <a:pPr algn="ctr"/>
            <a:r>
              <a:rPr lang="en-CA" sz="2800" dirty="0"/>
              <a:t>The Lord surrounds his own,</a:t>
            </a:r>
          </a:p>
          <a:p>
            <a:pPr algn="ctr"/>
            <a:r>
              <a:rPr lang="en-CA" sz="2800" dirty="0"/>
              <a:t>Forever to abide.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80725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613118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</a:t>
            </a:r>
            <a:r>
              <a:rPr lang="en-CA" sz="2800" dirty="0"/>
              <a:t>. The rule of wicked men</a:t>
            </a:r>
          </a:p>
          <a:p>
            <a:pPr algn="ctr"/>
            <a:r>
              <a:rPr lang="en-CA" sz="2800" dirty="0"/>
              <a:t>Will not oppress for long</a:t>
            </a:r>
          </a:p>
          <a:p>
            <a:pPr algn="ctr"/>
            <a:r>
              <a:rPr lang="en-CA" sz="2800" dirty="0"/>
              <a:t>The righteous and their land,</a:t>
            </a:r>
          </a:p>
          <a:p>
            <a:pPr algn="ctr"/>
            <a:r>
              <a:rPr lang="en-CA" sz="2800" dirty="0"/>
              <a:t>Lest righteous ones do wrong.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5311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613118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</a:t>
            </a:r>
            <a:r>
              <a:rPr lang="en-CA" sz="2800" dirty="0"/>
              <a:t>. O Lord, to all the good</a:t>
            </a:r>
          </a:p>
          <a:p>
            <a:pPr algn="ctr"/>
            <a:r>
              <a:rPr lang="en-CA" sz="2800" dirty="0"/>
              <a:t>Your goodness now impart,</a:t>
            </a:r>
          </a:p>
          <a:p>
            <a:pPr algn="ctr"/>
            <a:r>
              <a:rPr lang="en-CA" sz="2800" dirty="0"/>
              <a:t>You </a:t>
            </a:r>
            <a:r>
              <a:rPr lang="en-CA" sz="2800" dirty="0" err="1"/>
              <a:t>lovingkindess</a:t>
            </a:r>
            <a:r>
              <a:rPr lang="en-CA" sz="2800" dirty="0"/>
              <a:t> show</a:t>
            </a:r>
          </a:p>
          <a:p>
            <a:pPr algn="ctr"/>
            <a:r>
              <a:rPr lang="en-CA" sz="2800" dirty="0"/>
              <a:t>To those upright in heart.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591167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613118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</a:t>
            </a:r>
            <a:r>
              <a:rPr lang="en-CA" sz="2800" dirty="0"/>
              <a:t>. But God will banish those</a:t>
            </a:r>
          </a:p>
          <a:p>
            <a:pPr algn="ctr"/>
            <a:r>
              <a:rPr lang="en-CA" sz="2800" dirty="0"/>
              <a:t>Who turn to crooked deeds</a:t>
            </a:r>
          </a:p>
          <a:p>
            <a:pPr algn="ctr"/>
            <a:r>
              <a:rPr lang="en-CA" sz="2800" dirty="0"/>
              <a:t>With those of evil ways,</a:t>
            </a:r>
          </a:p>
          <a:p>
            <a:pPr algn="ctr"/>
            <a:r>
              <a:rPr lang="en-CA" sz="2800" dirty="0"/>
              <a:t>On Israel be peace!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735332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 #125 All Those Who Trust The Lord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#125 All Those Who Trust The Lord</dc:title>
  <dc:creator>Eric Hoogendoorn</dc:creator>
  <cp:lastModifiedBy>Eric Hoogendoorn</cp:lastModifiedBy>
  <cp:revision>1</cp:revision>
  <dcterms:created xsi:type="dcterms:W3CDTF">2020-07-31T23:56:32Z</dcterms:created>
  <dcterms:modified xsi:type="dcterms:W3CDTF">2020-07-31T23:57:07Z</dcterms:modified>
</cp:coreProperties>
</file>