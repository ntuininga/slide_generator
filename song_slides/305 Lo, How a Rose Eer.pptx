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E4C8-F475-4925-9A17-42ACC1660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590E4-02F5-4F74-82C1-1FC6F8504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5303D-2BC0-411E-ABCD-B827ED535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F1585-9C49-47EF-BD4A-8D343DA5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BFEC1-B6F8-42C7-B27D-2BBF18A7B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88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8BAF-11B7-4154-B770-9086E428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C885-9DF9-40FC-9EB3-7A3DDA536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EB40-7D8B-4BA1-AE92-C7E1FA94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F1533-CFC7-458E-9FF8-6549E49AF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2459-76C1-4816-A8E8-088DE71D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0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98F4-90EC-47E4-BADD-225A7794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DFCEE-A31F-4CEF-B222-F088AF257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F1083-6BBA-4825-88F9-73B63A82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36937-E8F6-4ACE-A0D1-A160F947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2F937-0A57-4E4E-AB32-A5D638D7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7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8E52-6C82-4779-A0A8-9F2730DE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2D39-6A61-4EAC-9E74-DE5834649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E88A3-4D81-422D-A47B-935CAC223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7909B-28ED-45E2-98AC-2AAF75B5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B7CAC-19AE-44D6-B995-045906E7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00A5D-E854-489B-A0B4-F529BD8A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1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89F5-FC90-46ED-BE04-D8B83571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BCA96-F019-49D1-B7F5-C35EE58FD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A5511-A04B-4390-8C67-CAFE7F21A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0D21F-8CF6-4261-B926-4DEC4181B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2CED07-D826-4CCC-8469-8759CEB85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BB4B10-AB4D-490E-9BDD-56B4CD0D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C0825-748A-42B4-9F76-3743AAC6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76F4F5-9D50-408D-9B06-E3B055C8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7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B0B5-EB7F-4117-85E5-5D4B1962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E8842-6EF3-483F-B2E9-33216B69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33E30-8E18-4940-858F-628E9EC4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B86E3-F86F-410E-9DB0-260D4F44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7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6A44A-AD70-4823-A7C4-71627947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0B8C7-208F-41E2-BE70-C9C18C8E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016F8-1292-4FA3-BC73-E2B0D74D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8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A37B-2A72-4624-B691-0ABF5AEC6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3EFAA-6F1D-44FB-AE89-37288B2DD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A69D3-987E-4588-A551-0E914BA89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4E50F-0051-4FA8-A63D-F90B4C64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58864-5325-4073-9923-D0DCD663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B406A-6E2E-4555-AD43-3CCDE3A3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5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0CEF-5BE6-4762-84D4-86E91D1A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CFE0B-2948-40DA-89C7-AAD82B816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9E97E-5BDB-4658-971B-B12EBD918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1091B-2FE9-40F3-BC9D-FAA1F91D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873AD-D4D3-4087-B254-1149E8AC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1FB7E-FC93-45C8-B326-BCB10605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9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9A24-BA79-44C5-B786-7C3D6DB35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941BE-03D7-46A6-A520-F4C1EB56E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A7A6-8DCD-486E-B34C-168A589A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517D7-5D39-4345-B714-9B4C1D4A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CC309-3B9C-4E39-A3CE-8F8DD264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BF4AF-02B9-45EB-BFEC-A82593F79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DE3F5-6FDD-4FA8-B19A-0CA17FC7D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3AAC7-F676-4A34-8559-D5773E860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17603-7CE6-4F6D-9D59-673A760E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95B62-F798-4D55-96FD-367B4D62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0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824FF-F01E-4C94-828E-B161B179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1DEF1-1571-4928-851F-4BE515723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3E23-8D3F-4D5A-A173-780167727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2B393-5560-47C0-8B7E-B0B3B87ECCE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E9E1-2C2B-4BFB-9D8D-BDB37B6AD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96EF5-BAAB-4591-A664-367515927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362AD-91EC-4022-866A-41F379575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0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#305 Lo, How a Rose </a:t>
            </a:r>
            <a:r>
              <a:rPr lang="en-CA" sz="4400" i="1" dirty="0" err="1"/>
              <a:t>E’er</a:t>
            </a:r>
            <a:r>
              <a:rPr lang="en-CA" sz="4400" i="1" dirty="0"/>
              <a:t> Blooming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Lo, how a rose </a:t>
            </a:r>
            <a:r>
              <a:rPr lang="en-CA" sz="2800" dirty="0" err="1"/>
              <a:t>e'er</a:t>
            </a:r>
            <a:r>
              <a:rPr lang="en-CA" sz="2800" dirty="0"/>
              <a:t> blooming </a:t>
            </a:r>
            <a:br>
              <a:rPr lang="en-CA" sz="2800" dirty="0"/>
            </a:br>
            <a:r>
              <a:rPr lang="en-CA" sz="2800" dirty="0"/>
              <a:t>from tender stem hath sprung, </a:t>
            </a:r>
            <a:br>
              <a:rPr lang="en-CA" sz="2800" dirty="0"/>
            </a:br>
            <a:r>
              <a:rPr lang="en-CA" sz="2800" dirty="0"/>
              <a:t>of Jesse's lineage coming, </a:t>
            </a:r>
            <a:br>
              <a:rPr lang="en-CA" sz="2800" dirty="0"/>
            </a:br>
            <a:r>
              <a:rPr lang="en-CA" sz="2800" dirty="0"/>
              <a:t>as men of old have sung. </a:t>
            </a:r>
            <a:br>
              <a:rPr lang="en-CA" sz="2800" dirty="0"/>
            </a:br>
            <a:r>
              <a:rPr lang="en-CA" sz="2800" dirty="0"/>
              <a:t>It came, a floweret bright, </a:t>
            </a:r>
            <a:br>
              <a:rPr lang="en-CA" sz="2800" dirty="0"/>
            </a:br>
            <a:r>
              <a:rPr lang="en-CA" sz="2800" dirty="0"/>
              <a:t>amid the cold of winter, </a:t>
            </a:r>
            <a:br>
              <a:rPr lang="en-CA" sz="2800" dirty="0"/>
            </a:br>
            <a:r>
              <a:rPr lang="en-CA" sz="2800" dirty="0"/>
              <a:t>when half-spent was the night.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CEB73-BA06-4BFC-BBB1-7F898AB2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This </a:t>
            </a:r>
            <a:r>
              <a:rPr lang="en-CA" sz="2800" dirty="0" err="1"/>
              <a:t>flow'r</a:t>
            </a:r>
            <a:r>
              <a:rPr lang="en-CA" sz="2800" dirty="0"/>
              <a:t>, whose fragrance tender </a:t>
            </a:r>
            <a:br>
              <a:rPr lang="en-CA" sz="2800" dirty="0"/>
            </a:br>
            <a:r>
              <a:rPr lang="en-CA" sz="2800" dirty="0"/>
              <a:t>with sweetness fills the air,</a:t>
            </a:r>
            <a:br>
              <a:rPr lang="en-CA" sz="2800" dirty="0"/>
            </a:br>
            <a:r>
              <a:rPr lang="en-CA" sz="2800" dirty="0"/>
              <a:t>dispels with glorious splendor</a:t>
            </a:r>
            <a:br>
              <a:rPr lang="en-CA" sz="2800" dirty="0"/>
            </a:br>
            <a:r>
              <a:rPr lang="en-CA" sz="2800" dirty="0"/>
              <a:t>the darkness </a:t>
            </a:r>
            <a:r>
              <a:rPr lang="en-CA" sz="2800" dirty="0" err="1"/>
              <a:t>ev'rywhere</a:t>
            </a:r>
            <a:r>
              <a:rPr lang="en-CA" sz="2800" dirty="0"/>
              <a:t>.</a:t>
            </a:r>
            <a:br>
              <a:rPr lang="en-CA" sz="2800" dirty="0"/>
            </a:br>
            <a:r>
              <a:rPr lang="en-CA" sz="2800" dirty="0"/>
              <a:t>True man, yet very God,</a:t>
            </a:r>
            <a:br>
              <a:rPr lang="en-CA" sz="2800" dirty="0"/>
            </a:br>
            <a:r>
              <a:rPr lang="en-CA" sz="2800" dirty="0"/>
              <a:t>from sin and death he saves us</a:t>
            </a:r>
            <a:br>
              <a:rPr lang="en-CA" sz="2800" dirty="0"/>
            </a:br>
            <a:r>
              <a:rPr lang="en-CA" sz="2800" dirty="0"/>
              <a:t>and lightens </a:t>
            </a:r>
            <a:r>
              <a:rPr lang="en-CA" sz="2800" dirty="0" err="1"/>
              <a:t>ev'ry</a:t>
            </a:r>
            <a:r>
              <a:rPr lang="en-CA" sz="2800" dirty="0"/>
              <a:t> load.</a:t>
            </a:r>
            <a:br>
              <a:rPr lang="en-CA" sz="2800" dirty="0"/>
            </a:b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55BFE-551B-4EE3-B4D4-4AC7BAC9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O Savior, child of Mary,</a:t>
            </a:r>
            <a:br>
              <a:rPr lang="en-CA" sz="2800" dirty="0"/>
            </a:br>
            <a:r>
              <a:rPr lang="en-CA" sz="2800" dirty="0"/>
              <a:t>who felt our human woe;</a:t>
            </a:r>
            <a:br>
              <a:rPr lang="en-CA" sz="2800" dirty="0"/>
            </a:br>
            <a:r>
              <a:rPr lang="en-CA" sz="2800" dirty="0"/>
              <a:t>O Savior, King of glory,</a:t>
            </a:r>
            <a:br>
              <a:rPr lang="en-CA" sz="2800" dirty="0"/>
            </a:br>
            <a:r>
              <a:rPr lang="en-CA" sz="2800" dirty="0"/>
              <a:t>who dost our weakness know,</a:t>
            </a:r>
            <a:br>
              <a:rPr lang="en-CA" sz="2800" dirty="0"/>
            </a:br>
            <a:r>
              <a:rPr lang="en-CA" sz="2800" dirty="0"/>
              <a:t>bring us at length, we pray,</a:t>
            </a:r>
            <a:br>
              <a:rPr lang="en-CA" sz="2800" dirty="0"/>
            </a:br>
            <a:r>
              <a:rPr lang="en-CA" sz="2800" dirty="0"/>
              <a:t>to the bright courts of heaven</a:t>
            </a:r>
            <a:br>
              <a:rPr lang="en-CA" sz="2800" dirty="0"/>
            </a:br>
            <a:r>
              <a:rPr lang="en-CA" sz="2800" dirty="0"/>
              <a:t>and to the endless day.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610FB-7AAD-4499-BE95-E26E1C53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#305 Lo, How a Rose E’er Blooming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#305 Lo, How a Rose E’er Blooming</dc:title>
  <dc:creator>Eric Hoogendoorn</dc:creator>
  <cp:lastModifiedBy>Eric Hoogendoorn</cp:lastModifiedBy>
  <cp:revision>1</cp:revision>
  <dcterms:created xsi:type="dcterms:W3CDTF">2020-04-25T02:43:52Z</dcterms:created>
  <dcterms:modified xsi:type="dcterms:W3CDTF">2020-04-25T02:44:10Z</dcterms:modified>
</cp:coreProperties>
</file>