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9" r:id="rId2"/>
    <p:sldId id="291" r:id="rId3"/>
    <p:sldId id="424" r:id="rId4"/>
    <p:sldId id="478" r:id="rId5"/>
    <p:sldId id="47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1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3F81-8C6E-498E-9649-09043466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0068-53E9-4F2D-8D21-99641AE3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2D0A-771E-4CC9-B2FA-F6127BD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FFA1D-783B-4664-9DF0-5BD0AD81B165}" type="datetime1">
              <a:rPr lang="en-CA" smtClean="0"/>
              <a:t>2022-10-01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DFAC-1345-417F-8539-E4324C8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D83-791B-47CD-81CF-7D0A9FC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95001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59B6-A8C4-4BD2-8934-6F84F7C0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02D0-5733-4252-B437-489ECF6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EDB0-38CD-4C6B-9628-84DF4CE8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CEB-571F-48EB-8E4C-843450E759B1}" type="datetime1">
              <a:rPr lang="en-CA" smtClean="0"/>
              <a:t>2022-10-01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8243-47CE-4C03-BDD1-36230335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4CD2-9685-4F76-8F3F-33E4A3B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5202228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7283-3370-49FB-AEB1-0A5CFAB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5D4-2806-4E89-A73E-F076F1BB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556A-3EA0-4836-B714-E493A16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42311-1E2F-4BBB-86CB-5AD6F516A782}" type="datetime1">
              <a:rPr lang="en-CA" smtClean="0"/>
              <a:t>2022-10-01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EDFC-4DCE-4843-923F-5E0631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340F-5A1D-4186-B93E-B622C41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380313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AE2-42A1-494E-941B-AE44CEB0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C52F-BCE1-4A63-940A-86256ED8B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59C4-EEE3-48E0-874C-56B0A6F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B415-31D4-4C9E-B4B8-64D2B819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1BF6F-07C0-483B-8476-1E72B96DFE6D}" type="datetime1">
              <a:rPr lang="en-CA" smtClean="0"/>
              <a:t>2022-10-01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0BE1-A0C2-4581-B074-4D1A4620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CEFF-4BB8-467D-8892-6859D1F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5444881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1E5-2561-49AB-B15D-B509394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E1B2-450C-4836-AD59-ED26CCDD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CA549-09E0-497E-8F9D-92AF95722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9C70-5DCE-459B-99A1-A945ED9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0D7DA-6490-4041-9CAA-F9506A263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1B6F8-4D8A-4901-8AC4-15274A9B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03D06-C06C-48F6-8833-BFF26E772B7D}" type="datetime1">
              <a:rPr lang="en-CA" smtClean="0"/>
              <a:t>2022-10-01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9A69C-C9D5-4D48-BCF9-E2C9C511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07ED-8ECF-4AE7-AC15-F659149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8023164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DBBA-429F-48BC-9BD0-8CC7313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F03E4-E9DF-4B65-A8A1-AB73B348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3B655-23EE-4727-8F4E-DBDA13E04637}" type="datetime1">
              <a:rPr lang="en-CA" smtClean="0"/>
              <a:t>2022-10-01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896C-0A5B-4D03-AAC2-E47106F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5712-8EB3-4388-BC97-8D073EC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0520484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3D7A-A77C-4F15-8B6A-51F226D8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21968-EC3B-4C5D-8ACA-87B1BF03FB3B}" type="datetime1">
              <a:rPr lang="en-CA" smtClean="0"/>
              <a:t>2022-10-01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A3F68-70CD-490D-81A9-79A5C61E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4333-8A4B-4B06-93F3-2A73920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0618523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FAB-4CAA-42A5-86A2-A23F9D10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E904-CB59-43EE-B394-127D740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4B69-E074-41BB-8AED-BD480B63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796B5-4998-4DEC-86F3-9C57720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11EA-BF13-47A4-B6B3-3AEB2F1D0EBF}" type="datetime1">
              <a:rPr lang="en-CA" smtClean="0"/>
              <a:t>2022-10-01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5FE8-5CDD-41FF-9717-96222C90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34F7-F04A-457B-BA1E-C5FDD8DE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9653747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90B-A750-4EE8-A5BE-42978A2F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3259D-344E-4A5A-A2B8-9782BB6A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B6E-5700-4FFB-A38A-31A09B3F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0D13E-3095-49A3-8259-20598BD0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A55E7-A42D-4A8A-B210-051E7F71C343}" type="datetime1">
              <a:rPr lang="en-CA" smtClean="0"/>
              <a:t>2022-10-01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EBAD-9D18-4FDE-B110-21B70AA8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B5AA-4521-445E-8F4E-92BEA57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9538135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EC80-7D37-499D-8B5B-F87EE98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B4BF-9618-4E8C-9F57-4B3AFD29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2BD8-EDCF-444C-8E43-1AB4F90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0389-3EAB-479F-AD2D-640A9813E39B}" type="datetime1">
              <a:rPr lang="en-CA" smtClean="0"/>
              <a:t>2022-10-01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757-D618-483B-A799-9AF641F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2110-00E6-426D-9403-73A44AA6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2489078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FC2A-E5D4-49F7-8CEF-A5633124E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C582-CC05-415E-AD6D-16BDB63C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B80-F242-4A79-BA29-4169C19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C2FB-E7D8-4CBB-B93B-C1B76345B23F}" type="datetime1">
              <a:rPr lang="en-CA" smtClean="0"/>
              <a:t>2022-10-01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16DA-1AF6-4BB5-8E0E-84E24E67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04F-7FF9-4276-ADF9-0A5ECD48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0561913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E32D0-68A2-4614-B084-C54207BA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39CB-1483-41EF-B590-4DEE1051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11-39F8-4DD9-AEDE-5AE92776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7F326-1753-4386-A291-4EFD98739302}" type="datetime1">
              <a:rPr lang="en-CA" smtClean="0"/>
              <a:t>2022-10-01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6A29-01B5-4EA9-ABF1-586FE4A8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2A65-7454-483F-8B4F-A3B644D6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8020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ll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521059"/>
            <a:ext cx="12192000" cy="181588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Give ear, God of my righteousness,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comfort in distress.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Display your mercy now to me,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answer my request.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32453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304799" y="122488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91CE57-E5F2-4112-A910-2963F6BB103E}"/>
              </a:ext>
            </a:extLst>
          </p:cNvPr>
          <p:cNvSpPr txBox="1"/>
          <p:nvPr/>
        </p:nvSpPr>
        <p:spPr>
          <a:xfrm>
            <a:off x="209548" y="122488"/>
            <a:ext cx="117729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#4 Give Ear, God of My Righteousness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0431132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64275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406FD0-0B5E-47F9-ADC5-B431283A0140}"/>
              </a:ext>
            </a:extLst>
          </p:cNvPr>
          <p:cNvSpPr txBox="1"/>
          <p:nvPr/>
        </p:nvSpPr>
        <p:spPr>
          <a:xfrm>
            <a:off x="1574006" y="2521059"/>
            <a:ext cx="904398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The glory of my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me, O men,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long will you despise?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long will you delude yourselves,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still searching after lies?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4067454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0A18E37-0540-4E0B-B04E-FE4702DA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7F6EE1-0F8A-435C-9CD4-503EEDBF6772}"/>
              </a:ext>
            </a:extLst>
          </p:cNvPr>
          <p:cNvSpPr txBox="1"/>
          <p:nvPr/>
        </p:nvSpPr>
        <p:spPr>
          <a:xfrm>
            <a:off x="1612106" y="2521059"/>
            <a:ext cx="896778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 know the LORD has set apart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godly as his own;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LORD will hear me when I call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my request make known.</a:t>
            </a:r>
          </a:p>
        </p:txBody>
      </p:sp>
    </p:spTree>
    <p:extLst>
      <p:ext uri="{BB962C8B-B14F-4D97-AF65-F5344CB8AC3E}">
        <p14:creationId xmlns:p14="http://schemas.microsoft.com/office/powerpoint/2010/main" val="3275976980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0A18E37-0540-4E0B-B04E-FE4702DA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7F6EE1-0F8A-435C-9CD4-503EEDBF6772}"/>
              </a:ext>
            </a:extLst>
          </p:cNvPr>
          <p:cNvSpPr txBox="1"/>
          <p:nvPr/>
        </p:nvSpPr>
        <p:spPr>
          <a:xfrm>
            <a:off x="1612106" y="2521059"/>
            <a:ext cx="896778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i="1" dirty="0">
                <a:solidFill>
                  <a:prstClr val="black"/>
                </a:solidFill>
                <a:latin typeface="Calibri" panose="020F0502020204030204"/>
              </a:rPr>
              <a:t>5</a:t>
            </a:r>
            <a:r>
              <a:rPr kumimoji="0" lang="en-CA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who can show us any good?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I hear so many say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Now shine your light upon </a:t>
            </a: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us, LORD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Reveal your face, we pray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7306335"/>
      </p:ext>
    </p:extLst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2AE68E3-1E77-40F8-B27A-41F82DB2B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D0FB61-00D0-4447-B57D-0514CB2436EC}"/>
              </a:ext>
            </a:extLst>
          </p:cNvPr>
          <p:cNvSpPr txBox="1"/>
          <p:nvPr/>
        </p:nvSpPr>
        <p:spPr>
          <a:xfrm>
            <a:off x="1828800" y="2521059"/>
            <a:ext cx="8534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6. 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 filled my heart with greater joy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than others may have found,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 they rejoiced at harvest time,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grain and wine abound.</a:t>
            </a:r>
          </a:p>
        </p:txBody>
      </p:sp>
    </p:spTree>
    <p:extLst>
      <p:ext uri="{BB962C8B-B14F-4D97-AF65-F5344CB8AC3E}">
        <p14:creationId xmlns:p14="http://schemas.microsoft.com/office/powerpoint/2010/main" val="662144795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199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Neil Tuininga</cp:lastModifiedBy>
  <cp:revision>2</cp:revision>
  <dcterms:created xsi:type="dcterms:W3CDTF">2021-11-13T04:23:16Z</dcterms:created>
  <dcterms:modified xsi:type="dcterms:W3CDTF">2022-10-01T23:00:23Z</dcterms:modified>
</cp:coreProperties>
</file>