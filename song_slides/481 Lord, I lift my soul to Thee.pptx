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A8AA-9F3A-49A5-9819-BAB60FAFE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F5343-9439-4468-BD89-F2CEE0E85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FF778-D29B-44A2-A829-D12FFB85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5D38F-BDCD-4F68-B8C6-24135BD5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D87C5-8272-4077-B022-CFD65A86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716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BA19-838B-4C87-94A8-4C2E6C40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DFA27-C55D-4FCB-87EE-B5B087E8C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18434-C4F3-4493-9B3B-CC9C9AA70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C01AA-212D-43E1-8CC7-837A74FF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2E16-6231-4CF1-A39E-CDBBBBCA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921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9241-E84F-41EB-BF0B-E45E9A8C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97343-0BA0-47B0-B8BD-5B014547B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053C5-78B8-470F-84E8-60DD2C21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F2144-EF75-4579-A2C9-AD1B7147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DBAC-B3ED-4A64-BC2F-CFD3C973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150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F8B2-5765-4B2A-831F-0CEA3080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D006-7898-4AA8-B8A3-A4FE01922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1B418-E282-4198-8B1A-D8C3FB6E4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D7D27-35B1-45A9-A76E-DB41B6E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A823-6FB0-4A95-A58A-009C6611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084D5-2464-4922-869D-C57B2921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485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7675-0E2C-4810-80F7-FE1A1B13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E1358-4FB1-47A5-ABB5-C40BE4CB2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B27AC-D93D-46C8-B693-9855C1B70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D9F26-3F35-476E-923F-B92911893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A93EB-7B29-482A-9B50-D144A1407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6DA06-060F-4306-BA9F-0A415826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F36C9-1358-42D8-87F4-970949BD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935CB-7B99-46C6-8696-74A1A63E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681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D9C6-1CC6-4471-9CF4-5CC5B02C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168C1-501B-43DA-BE4F-B9299545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54048-00BB-409C-8781-B04DB745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BCD90-15E3-48FA-B5C5-5DC784E9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097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EDD60E-0B51-41DE-BE8F-9808B89B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4FA6-5967-4C22-A233-0D0DA141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5558C-D279-4F5C-A1B1-0616D522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36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DC97-D658-4537-AB82-23E6DB30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B0E7F-0415-4B10-9786-10C89BE8E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BDC8C-74CF-4F63-BEF6-E4FBF89A2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92554-D776-4B04-BB27-282397C1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2C729-821F-4A27-9C0B-8FD43583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F997B-30F7-47A7-A8F4-C5863954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124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A86B-CFF7-4008-86CF-337FC9EE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9CA717-648A-4925-A552-D5BE69B78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75C6E-DA88-488C-8D8B-BFCD9441A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9D729-CBA4-40B2-932E-7549BC72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069A4-8B45-4656-B690-41D5A2F3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020D1-31B2-49C9-A35F-49081C3D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329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45E8-A0E0-437E-8189-86088D59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55604-DA30-484C-886A-33435CEE8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C44CF-5E81-4DF9-A319-43FF31B0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DC65-A0EB-44D4-8E45-37EB88C4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10A4-E953-418E-9256-58B25666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108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B5A71-A79A-4ADD-BEC0-1E311527B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EDA5E-7C8A-4CF6-BCFF-6145700D8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4B742-83FC-4B08-A000-C8EE51AA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1260C-FE14-4D2F-8FEB-8BF8859E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097CC-1FE4-4162-B03C-4A7F5C86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63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193A3-8533-4318-A060-4BAEF0A2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4A29F-B342-44DD-A888-47E60AC83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83467-CB83-43CF-85FF-DED79F6B0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49DE-174B-4E32-A171-61F1A468EB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11CB8-68D9-4BDF-A8AE-F17E6054C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9BBC3-EAF8-4995-A55D-5FB6C1AC8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A0F76-598D-44E7-B930-EAFA791003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323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08600A-1CB8-48DD-B6CD-22E009257D84}"/>
              </a:ext>
            </a:extLst>
          </p:cNvPr>
          <p:cNvSpPr txBox="1"/>
          <p:nvPr/>
        </p:nvSpPr>
        <p:spPr>
          <a:xfrm>
            <a:off x="700087" y="219075"/>
            <a:ext cx="10791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+mj-lt"/>
              </a:rPr>
              <a:t>#481 Lord, I Lift My Soul to Thee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4B222-13F6-41D2-BC51-805C67DAF588}"/>
              </a:ext>
            </a:extLst>
          </p:cNvPr>
          <p:cNvSpPr txBox="1"/>
          <p:nvPr/>
        </p:nvSpPr>
        <p:spPr>
          <a:xfrm>
            <a:off x="1952624" y="1659285"/>
            <a:ext cx="82867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Lord, I lift my soul to thee,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 my God, I trust thy might;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not foes exult o'er 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shame me not before their sight.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Yea, may none be put to shame,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none who wait for thee to bless;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but dishonored be their name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who without a cause transgress.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782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BA41A9-4E75-4E99-A8D3-99D48DEC1484}"/>
              </a:ext>
            </a:extLst>
          </p:cNvPr>
          <p:cNvSpPr txBox="1"/>
          <p:nvPr/>
        </p:nvSpPr>
        <p:spPr>
          <a:xfrm>
            <a:off x="1433512" y="1609725"/>
            <a:ext cx="9324975" cy="3638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Lord, to me thy ways make known,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guide in truth and teach thou me;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my Savior art alone,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the day I wait for thee.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Lord, remember in thy love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thy mercies manifold,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tender mercies from above,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changeless from the days of old.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14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BE2D48-C186-4E8C-A5D0-7F4B37E69CDF}"/>
              </a:ext>
            </a:extLst>
          </p:cNvPr>
          <p:cNvSpPr txBox="1"/>
          <p:nvPr/>
        </p:nvSpPr>
        <p:spPr>
          <a:xfrm>
            <a:off x="1595437" y="1659285"/>
            <a:ext cx="9001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Sins of youth remember not,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nor my trespasses record;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not mercy be forgot,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thy goodness' sake, O Lord.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Just and good the Lord abides,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 his way will sinners show,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 the meek in justice guides,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making them his way to know.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804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2021-02-26T22:56:08Z</dcterms:created>
  <dcterms:modified xsi:type="dcterms:W3CDTF">2021-02-26T22:58:12Z</dcterms:modified>
</cp:coreProperties>
</file>