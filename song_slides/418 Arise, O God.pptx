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5" r:id="rId2"/>
    <p:sldId id="336" r:id="rId3"/>
    <p:sldId id="355" r:id="rId4"/>
    <p:sldId id="35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B2CA-34BB-4A43-AEAD-E7CB8AC49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E40DF8-4C7C-4A51-AACD-D90AA74B7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F05D0-EAFF-469B-9D58-722D66C49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E1F3-DE56-4A6C-9F4A-8C0164AFED42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CAF2B-53A0-4AAB-B9BA-C4DEB0B45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C1C17-B66D-4958-8717-92AA0529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9F52-50A8-41FD-B6D8-5D3D43B3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0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6D12-47D4-469D-A51D-B29AA14E3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D5DC9-7DA4-4808-BB11-188E3B14F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F9DD5-5BEF-4D0F-8FC3-4B38869B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E1F3-DE56-4A6C-9F4A-8C0164AFED42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E2C17-2BB1-41B6-A1D7-B5D4583B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6D0B8-5B42-4956-946F-8B56FFD6A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9F52-50A8-41FD-B6D8-5D3D43B3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558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D5F6F-A410-4F77-BEB1-C57A3C972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B5DA0-6FB4-4321-9BDF-02B38CBCD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AC8F7-A436-46CD-B056-57B4D5F3D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E1F3-DE56-4A6C-9F4A-8C0164AFED42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62AC8-D692-472B-902C-50B09812F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9EF0E-BBD9-443F-8504-963C56791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9F52-50A8-41FD-B6D8-5D3D43B3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481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67B50-B9A8-4C63-9D2C-BA4743770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55573-4C32-4643-9252-559BBCE047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7ECCD-9E85-4C6C-A4EF-0FCE971BD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41795-5947-4F66-A81E-9DAA1BDA5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E1F3-DE56-4A6C-9F4A-8C0164AFED42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53E46-8D3B-4924-9F1A-EE94BFFEF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48F90-7805-4138-8F9A-89328CDA9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9F52-50A8-41FD-B6D8-5D3D43B3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9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C8CC0-A63B-42E4-A744-8775F221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2A563-ED59-44DF-95AA-4FB06F08E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B663D-F4A1-429A-BA64-69AF705BF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5BF285-2A41-4E98-BEB4-E03CAD4A7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BCBEF-A952-4D7D-B98F-CC811F69DD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D02667-F86D-4043-81B5-6A57D96F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E1F3-DE56-4A6C-9F4A-8C0164AFED42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875393-0BEC-4777-A646-F2177A9DF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B76333-0AF4-4798-B559-88EAE063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9F52-50A8-41FD-B6D8-5D3D43B3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8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6F76-3E41-4291-A2B5-3B83B94EA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9E07A-2470-44E4-ABC9-7E5CD2EB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E1F3-DE56-4A6C-9F4A-8C0164AFED42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1A8A3-D61E-44A9-AE64-D21368607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D6E20-ED1E-4F83-85D0-B8C92585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9F52-50A8-41FD-B6D8-5D3D43B3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32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4D154-827C-464D-868D-322972B3D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E1F3-DE56-4A6C-9F4A-8C0164AFED42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85B04-D878-48B6-A5C1-9825F5537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6CB32-146E-421C-9A34-886A2622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9F52-50A8-41FD-B6D8-5D3D43B3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67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C8F2-EBCE-4ED4-97DB-8CC06CEB6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9EC07-FA24-4D7D-8AD4-E87296DA2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E862B-FE87-4300-B5C0-A023AF8C9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168E0-64F5-4E67-A08E-546B5FB53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E1F3-DE56-4A6C-9F4A-8C0164AFED42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FA3A2-783B-4618-B633-E8C4B9BD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4EC8C-B74D-47CF-9234-EB435F12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9F52-50A8-41FD-B6D8-5D3D43B3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46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1859-541A-4900-8109-3459C254B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13F08-6CCE-4799-97BE-5220DAF42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8DFFDC-988A-4A7B-B118-F1C6E25E2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F4676-BBEC-494B-8AAF-9AF84899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E1F3-DE56-4A6C-9F4A-8C0164AFED42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7CB90-6945-4334-9784-F5496B976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A0FFA-9CE1-4B85-9562-EED329271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9F52-50A8-41FD-B6D8-5D3D43B3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94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77277-99E7-41CC-867E-67FE729E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25166-0699-48F8-86EE-653118D19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C2977-9FD9-4613-870B-8D4E7840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E1F3-DE56-4A6C-9F4A-8C0164AFED42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B4519-70F6-4C50-A0C7-95F4EF13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7880D-9416-4867-901A-A88818CF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9F52-50A8-41FD-B6D8-5D3D43B3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03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957A45-B138-40C7-9B2A-9CC364CD14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527C6-40A9-4B8B-8161-9C3FE9E03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74767-5899-4668-BC52-022AE5B8D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E1F3-DE56-4A6C-9F4A-8C0164AFED42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44F72-4CBB-4A40-8BC2-129624D00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E1F36-C577-4885-9613-1B8E1B17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9F52-50A8-41FD-B6D8-5D3D43B3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9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17C17C-19BE-4C81-B16E-5207CDB24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4CCDE-8932-40E6-9595-2FC2E7CC5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4B9EA-16A1-4D5D-A41C-705481BED9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1E1F3-DE56-4A6C-9F4A-8C0164AFED42}" type="datetimeFigureOut">
              <a:rPr lang="en-US" smtClean="0"/>
              <a:t>10/7/2022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61C77-8239-4C24-BF58-621F16BA8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74A9B-C526-445F-8658-486D537DA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29F52-50A8-41FD-B6D8-5D3D43B36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34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Arise, O God, and shine</a:t>
            </a:r>
            <a:br>
              <a:rPr lang="en-US" sz="2800" dirty="0"/>
            </a:br>
            <a:r>
              <a:rPr lang="en-US" sz="2800" dirty="0"/>
              <a:t>in all thy saving might,</a:t>
            </a:r>
            <a:br>
              <a:rPr lang="en-US" sz="2800" dirty="0"/>
            </a:br>
            <a:r>
              <a:rPr lang="en-US" sz="2800" dirty="0"/>
              <a:t>and prosper each design</a:t>
            </a:r>
            <a:br>
              <a:rPr lang="en-US" sz="2800" dirty="0"/>
            </a:br>
            <a:r>
              <a:rPr lang="en-US" sz="2800" dirty="0"/>
              <a:t>to spread thy glorious light:</a:t>
            </a:r>
            <a:br>
              <a:rPr lang="en-US" sz="2800" dirty="0"/>
            </a:br>
            <a:r>
              <a:rPr lang="en-US" sz="2800" dirty="0"/>
              <a:t>let healing streams of mercy flow,</a:t>
            </a:r>
            <a:br>
              <a:rPr lang="en-US" sz="2800" dirty="0"/>
            </a:br>
            <a:r>
              <a:rPr lang="en-US" sz="2800" dirty="0"/>
              <a:t>that all the earth thy truth may know,</a:t>
            </a:r>
            <a:br>
              <a:rPr lang="en-US" sz="2800" dirty="0"/>
            </a:br>
            <a:r>
              <a:rPr lang="en-US" sz="2800" dirty="0"/>
              <a:t>that all the earth thy truth may know.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#418 Arise, O God</a:t>
            </a:r>
          </a:p>
        </p:txBody>
      </p:sp>
    </p:spTree>
    <p:extLst>
      <p:ext uri="{BB962C8B-B14F-4D97-AF65-F5344CB8AC3E}">
        <p14:creationId xmlns:p14="http://schemas.microsoft.com/office/powerpoint/2010/main" val="1152606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Bring distant nations near</a:t>
            </a:r>
            <a:br>
              <a:rPr lang="en-US" sz="2800" dirty="0"/>
            </a:br>
            <a:r>
              <a:rPr lang="en-US" sz="2800" dirty="0"/>
              <a:t>to sing thy glorious praise;</a:t>
            </a:r>
            <a:br>
              <a:rPr lang="en-US" sz="2800" dirty="0"/>
            </a:br>
            <a:r>
              <a:rPr lang="en-US" sz="2800" dirty="0"/>
              <a:t>let </a:t>
            </a:r>
            <a:r>
              <a:rPr lang="en-US" sz="2800" dirty="0" err="1"/>
              <a:t>ev'ry</a:t>
            </a:r>
            <a:r>
              <a:rPr lang="en-US" sz="2800" dirty="0"/>
              <a:t> people hear</a:t>
            </a:r>
            <a:br>
              <a:rPr lang="en-US" sz="2800" dirty="0"/>
            </a:br>
            <a:r>
              <a:rPr lang="en-US" sz="2800" dirty="0"/>
              <a:t>and learn thy holy ways:</a:t>
            </a:r>
            <a:br>
              <a:rPr lang="en-US" sz="2800" dirty="0"/>
            </a:br>
            <a:r>
              <a:rPr lang="en-US" sz="2800" dirty="0"/>
              <a:t>reign, mighty God, assert thy cause,</a:t>
            </a:r>
            <a:br>
              <a:rPr lang="en-US" sz="2800" dirty="0"/>
            </a:br>
            <a:r>
              <a:rPr lang="en-US" sz="2800" dirty="0"/>
              <a:t>and govern by thy righteous laws,</a:t>
            </a:r>
            <a:br>
              <a:rPr lang="en-US" sz="2800" dirty="0"/>
            </a:br>
            <a:r>
              <a:rPr lang="en-US" sz="2800" dirty="0"/>
              <a:t>and govern by thy righteous laws.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21597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Send forth they glorious </a:t>
            </a:r>
            <a:r>
              <a:rPr lang="en-CA" sz="2800" dirty="0" err="1"/>
              <a:t>pow’r</a:t>
            </a:r>
            <a:r>
              <a:rPr lang="en-CA" sz="2800" dirty="0"/>
              <a:t>,</a:t>
            </a:r>
          </a:p>
          <a:p>
            <a:pPr algn="ctr"/>
            <a:r>
              <a:rPr lang="en-CA" sz="2800" dirty="0"/>
              <a:t>That Gentiles all may see,</a:t>
            </a:r>
          </a:p>
          <a:p>
            <a:pPr algn="ctr"/>
            <a:r>
              <a:rPr lang="en-CA" sz="2800" dirty="0"/>
              <a:t>And earth present her store </a:t>
            </a:r>
          </a:p>
          <a:p>
            <a:pPr algn="ctr"/>
            <a:r>
              <a:rPr lang="en-CA" sz="2800" dirty="0"/>
              <a:t>In converts born to thee:</a:t>
            </a:r>
          </a:p>
          <a:p>
            <a:pPr algn="ctr"/>
            <a:r>
              <a:rPr lang="en-CA" sz="2800" dirty="0"/>
              <a:t>God, our won God, thy church O bless,</a:t>
            </a:r>
          </a:p>
          <a:p>
            <a:pPr algn="ctr"/>
            <a:r>
              <a:rPr lang="en-CA" sz="2800" dirty="0"/>
              <a:t>And fill the world with righteousness, </a:t>
            </a:r>
          </a:p>
          <a:p>
            <a:pPr algn="ctr"/>
            <a:r>
              <a:rPr lang="en-CA" sz="2800" dirty="0"/>
              <a:t>And fill the world with righteousness.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181819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To God, the only wise,</a:t>
            </a:r>
            <a:br>
              <a:rPr lang="en-US" sz="2800" dirty="0"/>
            </a:br>
            <a:r>
              <a:rPr lang="en-US" sz="2800" dirty="0"/>
              <a:t>the one immortal King,</a:t>
            </a:r>
            <a:br>
              <a:rPr lang="en-US" sz="2800" dirty="0"/>
            </a:br>
            <a:r>
              <a:rPr lang="en-US" sz="2800" dirty="0"/>
              <a:t>let hallelujahs rise</a:t>
            </a:r>
            <a:br>
              <a:rPr lang="en-US" sz="2800" dirty="0"/>
            </a:br>
            <a:r>
              <a:rPr lang="en-US" sz="2800" dirty="0"/>
              <a:t>from </a:t>
            </a:r>
            <a:r>
              <a:rPr lang="en-US" sz="2800" dirty="0" err="1"/>
              <a:t>ev'ry</a:t>
            </a:r>
            <a:r>
              <a:rPr lang="en-US" sz="2800" dirty="0"/>
              <a:t> living thing:</a:t>
            </a:r>
            <a:br>
              <a:rPr lang="en-US" sz="2800" dirty="0"/>
            </a:br>
            <a:r>
              <a:rPr lang="en-US" sz="2800" dirty="0"/>
              <a:t>let all that breathe, on </a:t>
            </a:r>
            <a:r>
              <a:rPr lang="en-US" sz="2800" dirty="0" err="1"/>
              <a:t>ev'ry</a:t>
            </a:r>
            <a:r>
              <a:rPr lang="en-US" sz="2800" dirty="0"/>
              <a:t> coast,</a:t>
            </a:r>
            <a:br>
              <a:rPr lang="en-US" sz="2800" dirty="0"/>
            </a:br>
            <a:r>
              <a:rPr lang="en-US" sz="2800" dirty="0"/>
              <a:t>praise Father, Son, and Holy Ghost,</a:t>
            </a:r>
            <a:br>
              <a:rPr lang="en-US" sz="2800" dirty="0"/>
            </a:br>
            <a:r>
              <a:rPr lang="en-US" sz="2800" dirty="0"/>
              <a:t>praise Father, Son, and Holy Ghost.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93009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258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 Tuininga</cp:lastModifiedBy>
  <cp:revision>2</cp:revision>
  <dcterms:created xsi:type="dcterms:W3CDTF">2020-08-29T15:25:24Z</dcterms:created>
  <dcterms:modified xsi:type="dcterms:W3CDTF">2022-10-07T16:39:19Z</dcterms:modified>
</cp:coreProperties>
</file>