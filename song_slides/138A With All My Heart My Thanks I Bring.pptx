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7" r:id="rId2"/>
    <p:sldId id="298" r:id="rId3"/>
    <p:sldId id="299" r:id="rId4"/>
    <p:sldId id="30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84" d="100"/>
          <a:sy n="84" d="100"/>
        </p:scale>
        <p:origin x="114" y="2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86B2D-3682-441B-9326-67940AEB85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E54FAA-D9D1-477C-B5A5-129296E011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79D61B-ACC7-412B-BD84-B12E38A0B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02337-5D4F-4D32-9E6D-26C79D5D1F2D}" type="datetimeFigureOut">
              <a:rPr lang="en-US" smtClean="0"/>
              <a:t>5/28/2020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653F73-152A-4EB9-90E6-C69767E24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1A56DE-9765-4037-9AFA-057F4D511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542BC-0FE7-4660-BF46-EE54FD2CD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459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2CE1E-8D70-4029-B897-F8819C3FA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4FD29-340C-4B32-9E1F-CC62FF6442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33F307-AB7C-4DA4-9444-8B55D2D1E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02337-5D4F-4D32-9E6D-26C79D5D1F2D}" type="datetimeFigureOut">
              <a:rPr lang="en-US" smtClean="0"/>
              <a:t>5/28/2020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30DE56-B99F-4595-BE28-D0E3AAD84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F4DEFE-49FF-4393-8CB5-56EFD1C02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542BC-0FE7-4660-BF46-EE54FD2CD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997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97AFF-02F0-44CF-A310-62218E0CA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67A9E1-5840-4C99-BBB1-758E1F5A6F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87E2F5-E932-4411-B25B-7108689B2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02337-5D4F-4D32-9E6D-26C79D5D1F2D}" type="datetimeFigureOut">
              <a:rPr lang="en-US" smtClean="0"/>
              <a:t>5/28/2020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D10980-B4D9-4E6F-A60B-1BD9E5934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007FD-AB81-4699-BAA5-3FA9569E0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542BC-0FE7-4660-BF46-EE54FD2CD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229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9E883-857C-418A-A16B-E7D5A8190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AEF9C-8112-422F-BA04-8ECEB1D6CA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F7C878-4226-40F5-89A3-6E4B81A914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D8A0D4-7A8F-438A-B29C-FA0D29647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02337-5D4F-4D32-9E6D-26C79D5D1F2D}" type="datetimeFigureOut">
              <a:rPr lang="en-US" smtClean="0"/>
              <a:t>5/28/2020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D57C64-7D47-4C7C-A03E-B24CEFC70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570111-E0A1-4B7B-AEBD-ABF406203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542BC-0FE7-4660-BF46-EE54FD2CD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97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C790D-0CFE-4C16-825E-1F6D48906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02936B-43F2-49BF-9FD7-31FC030DF8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B8B991-A140-4B6D-B139-3860F52B49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31892F-61D4-4504-A193-B6D479091C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77DFB5-23B1-43F2-87A1-D2FB7954DB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3DAD4E-EF5A-42D5-B6A1-86F508640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02337-5D4F-4D32-9E6D-26C79D5D1F2D}" type="datetimeFigureOut">
              <a:rPr lang="en-US" smtClean="0"/>
              <a:t>5/28/2020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522229-3736-485C-8E72-F75C83081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79A072-404F-4D57-B041-6DCC55253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542BC-0FE7-4660-BF46-EE54FD2CD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989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BB153-3569-4F41-8BD7-322D7CD70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577FA0-F5B6-488D-A110-DA5AB1A85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02337-5D4F-4D32-9E6D-26C79D5D1F2D}" type="datetimeFigureOut">
              <a:rPr lang="en-US" smtClean="0"/>
              <a:t>5/28/2020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1BD11A-8CD0-408F-A476-01AFDA03F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98B013-EC46-47CF-A859-CBC582908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542BC-0FE7-4660-BF46-EE54FD2CD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262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C87833-AD2E-4E13-BEB7-0A04C6336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02337-5D4F-4D32-9E6D-26C79D5D1F2D}" type="datetimeFigureOut">
              <a:rPr lang="en-US" smtClean="0"/>
              <a:t>5/28/2020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BEC0D6-9589-4A74-8BD5-FED2AB6DC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AB8EED-3414-4B96-96BB-DF5C260B4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542BC-0FE7-4660-BF46-EE54FD2CD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03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5E40D-865B-48BB-8112-4F9D9442E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89360-932F-4311-8521-58C069CDDC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36458B-38FA-4CAB-B4EE-16DF86DCB5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CF8B0A-D675-4E98-93A0-C71A3C5D1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02337-5D4F-4D32-9E6D-26C79D5D1F2D}" type="datetimeFigureOut">
              <a:rPr lang="en-US" smtClean="0"/>
              <a:t>5/28/2020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9594EB-7BA2-40F0-944F-C741B695C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614677-BF7B-41DE-AE86-B32C17C12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542BC-0FE7-4660-BF46-EE54FD2CD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820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171A5-BC34-45D9-A495-9B1C607C5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7DA9E2-D794-4584-B96D-D1E85DADAC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46EB0D-107A-4A3B-A4DD-12175EF1E9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95BF01-FF22-46A7-BA7A-3935C46B6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02337-5D4F-4D32-9E6D-26C79D5D1F2D}" type="datetimeFigureOut">
              <a:rPr lang="en-US" smtClean="0"/>
              <a:t>5/28/2020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11D5EE-5A23-4944-AEF4-E5D00D54A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DFA0E4-BFFE-4B4B-946C-B307C4A0A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542BC-0FE7-4660-BF46-EE54FD2CD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580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5C452-1441-4F04-8871-CA788AABF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1C3B28-81A4-43F0-8B54-160BD0A4D3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38FC3A-934E-4077-A23B-AD94BA476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02337-5D4F-4D32-9E6D-26C79D5D1F2D}" type="datetimeFigureOut">
              <a:rPr lang="en-US" smtClean="0"/>
              <a:t>5/28/2020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359404-BF24-498A-9EB1-B760D87D1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309F8-FC25-47F5-9910-1263E77CE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542BC-0FE7-4660-BF46-EE54FD2CD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923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CF7131-6A0C-47A5-A599-04264485EA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3AE3D2-B6A8-4599-BC4D-E88E9C0547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AA13BF-4263-4BA6-A588-DFDCB46EF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02337-5D4F-4D32-9E6D-26C79D5D1F2D}" type="datetimeFigureOut">
              <a:rPr lang="en-US" smtClean="0"/>
              <a:t>5/28/2020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2387C2-6DAE-49E8-8FF6-F1B0510B9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CE80-F68C-4126-A811-2945767AC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542BC-0FE7-4660-BF46-EE54FD2CD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587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00CAEB-4860-4CE1-A5B2-5810BEF98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842525-9E8F-4891-BC70-E535877019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5E2D0E-83FB-45BD-8BDE-64A4863DF6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202337-5D4F-4D32-9E6D-26C79D5D1F2D}" type="datetimeFigureOut">
              <a:rPr lang="en-US" smtClean="0"/>
              <a:t>5/28/2020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74C38E-B9DB-41E9-A607-843C1659F4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47DD74-290E-4E6D-A134-5BCBE893D9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2542BC-0FE7-4660-BF46-EE54FD2CD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095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164134"/>
            <a:ext cx="12192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1.</a:t>
            </a:r>
            <a:r>
              <a:rPr lang="en-CA" sz="2800" dirty="0"/>
              <a:t> </a:t>
            </a:r>
            <a:r>
              <a:rPr lang="en-US" sz="2800" dirty="0"/>
              <a:t>With all my heart my thanks I bring,</a:t>
            </a:r>
          </a:p>
          <a:p>
            <a:pPr algn="ctr"/>
            <a:r>
              <a:rPr lang="en-US" sz="2800" dirty="0"/>
              <a:t>Before the gods your praise I sing;</a:t>
            </a:r>
          </a:p>
          <a:p>
            <a:pPr algn="ctr"/>
            <a:r>
              <a:rPr lang="en-US" sz="2800" dirty="0"/>
              <a:t>I bow before your holy place</a:t>
            </a:r>
          </a:p>
          <a:p>
            <a:pPr algn="ctr"/>
            <a:r>
              <a:rPr lang="en-US" sz="2800" dirty="0"/>
              <a:t>And praise your name for truth and grace,</a:t>
            </a:r>
          </a:p>
          <a:p>
            <a:pPr algn="ctr"/>
            <a:r>
              <a:rPr lang="en-US" sz="2800" dirty="0"/>
              <a:t>For you above all things, O Lord,</a:t>
            </a:r>
          </a:p>
          <a:p>
            <a:pPr algn="ctr"/>
            <a:r>
              <a:rPr lang="en-US" sz="2800" dirty="0"/>
              <a:t>Have magnified your name and word.</a:t>
            </a:r>
          </a:p>
          <a:p>
            <a:pPr marL="514350" indent="-514350" algn="ctr">
              <a:buAutoNum type="arabicPeriod"/>
            </a:pP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9D6986-4CE5-4F7F-A069-B3381D1B61AA}"/>
              </a:ext>
            </a:extLst>
          </p:cNvPr>
          <p:cNvSpPr txBox="1">
            <a:spLocks/>
          </p:cNvSpPr>
          <p:nvPr/>
        </p:nvSpPr>
        <p:spPr>
          <a:xfrm>
            <a:off x="0" y="160422"/>
            <a:ext cx="12192000" cy="806116"/>
          </a:xfrm>
          <a:prstGeom prst="rect">
            <a:avLst/>
          </a:prstGeom>
          <a:ln w="95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i="1" dirty="0"/>
              <a:t>#138A With All My Heart My Thanks I Bring</a:t>
            </a:r>
          </a:p>
        </p:txBody>
      </p:sp>
    </p:spTree>
    <p:extLst>
      <p:ext uri="{BB962C8B-B14F-4D97-AF65-F5344CB8AC3E}">
        <p14:creationId xmlns:p14="http://schemas.microsoft.com/office/powerpoint/2010/main" val="1612951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164134"/>
            <a:ext cx="12192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</a:t>
            </a:r>
            <a:r>
              <a:rPr lang="en-CA" sz="2800" dirty="0"/>
              <a:t> The day I called, you answered me;</a:t>
            </a:r>
          </a:p>
          <a:p>
            <a:pPr algn="ctr"/>
            <a:r>
              <a:rPr lang="en-CA" sz="2800" dirty="0"/>
              <a:t>My soul with inward strength increased.</a:t>
            </a:r>
          </a:p>
          <a:p>
            <a:pPr algn="ctr"/>
            <a:r>
              <a:rPr lang="en-CA" sz="2800" dirty="0"/>
              <a:t>All kings of earth shall thank the Lord,</a:t>
            </a:r>
          </a:p>
          <a:p>
            <a:pPr algn="ctr"/>
            <a:r>
              <a:rPr lang="en-CA" sz="2800" dirty="0"/>
              <a:t>For they have heard your wondrous words,</a:t>
            </a:r>
          </a:p>
          <a:p>
            <a:pPr algn="ctr"/>
            <a:r>
              <a:rPr lang="en-CA" sz="2800" dirty="0"/>
              <a:t>And they shall sing the ways of God,</a:t>
            </a:r>
          </a:p>
          <a:p>
            <a:pPr algn="ctr"/>
            <a:r>
              <a:rPr lang="en-CA" sz="2800" dirty="0"/>
              <a:t>For great in glory is the Lord.</a:t>
            </a:r>
            <a:endParaRPr lang="en-US" sz="2800" dirty="0"/>
          </a:p>
          <a:p>
            <a:pPr marL="514350" indent="-514350" algn="ctr">
              <a:buAutoNum type="arabicPeriod"/>
            </a:pP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013887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164134"/>
            <a:ext cx="12192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</a:t>
            </a:r>
            <a:r>
              <a:rPr lang="en-CA" sz="2800" dirty="0"/>
              <a:t> Although the Lord is </a:t>
            </a:r>
            <a:r>
              <a:rPr lang="en-CA" sz="2800" dirty="0" err="1"/>
              <a:t>throned</a:t>
            </a:r>
            <a:r>
              <a:rPr lang="en-CA" sz="2800" dirty="0"/>
              <a:t> on high,</a:t>
            </a:r>
          </a:p>
          <a:p>
            <a:pPr algn="ctr"/>
            <a:r>
              <a:rPr lang="en-CA" sz="2800" dirty="0"/>
              <a:t>He guards the meek with watchful eye;</a:t>
            </a:r>
          </a:p>
          <a:p>
            <a:pPr algn="ctr"/>
            <a:r>
              <a:rPr lang="en-CA" sz="2800" dirty="0"/>
              <a:t>But those of proud and haughty heart,</a:t>
            </a:r>
          </a:p>
          <a:p>
            <a:pPr algn="ctr"/>
            <a:r>
              <a:rPr lang="en-CA" sz="2800" dirty="0"/>
              <a:t>He knows them only from afar.</a:t>
            </a:r>
          </a:p>
          <a:p>
            <a:pPr algn="ctr"/>
            <a:r>
              <a:rPr lang="en-CA" sz="2800" dirty="0"/>
              <a:t>Through trouble though my pathway be,</a:t>
            </a:r>
          </a:p>
          <a:p>
            <a:pPr algn="ctr"/>
            <a:r>
              <a:rPr lang="en-CA" sz="2800" dirty="0"/>
              <a:t>You will revive and strengthen me.</a:t>
            </a:r>
            <a:endParaRPr lang="en-US" sz="2800" dirty="0"/>
          </a:p>
          <a:p>
            <a:pPr marL="514350" indent="-514350" algn="ctr">
              <a:buAutoNum type="arabicPeriod"/>
            </a:pP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924341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164134"/>
            <a:ext cx="12192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4.</a:t>
            </a:r>
            <a:r>
              <a:rPr lang="en-CA" sz="2800" dirty="0"/>
              <a:t> With outstretched hand you will oppose</a:t>
            </a:r>
          </a:p>
          <a:p>
            <a:pPr algn="ctr"/>
            <a:r>
              <a:rPr lang="en-CA" sz="2800" dirty="0"/>
              <a:t>The wrath and anger of my foes.</a:t>
            </a:r>
          </a:p>
          <a:p>
            <a:pPr algn="ctr"/>
            <a:r>
              <a:rPr lang="en-CA" sz="2800" dirty="0"/>
              <a:t>Your right hand saves. The Lord fulfills</a:t>
            </a:r>
          </a:p>
          <a:p>
            <a:pPr algn="ctr"/>
            <a:r>
              <a:rPr lang="en-CA" sz="2800" dirty="0"/>
              <a:t>For me the purpose he has willed.</a:t>
            </a:r>
          </a:p>
          <a:p>
            <a:pPr algn="ctr"/>
            <a:r>
              <a:rPr lang="en-CA" sz="2800" dirty="0"/>
              <a:t>Your love, O Lord, forever stands,</a:t>
            </a:r>
          </a:p>
          <a:p>
            <a:pPr algn="ctr"/>
            <a:r>
              <a:rPr lang="en-CA" sz="2800" dirty="0"/>
              <a:t>Forsake not the works done by your hands.</a:t>
            </a:r>
            <a:endParaRPr lang="en-US" sz="2800" dirty="0"/>
          </a:p>
          <a:p>
            <a:pPr marL="514350" indent="-514350" algn="ctr">
              <a:buAutoNum type="arabicPeriod"/>
            </a:pP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4151289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249</Words>
  <Application>Microsoft Office PowerPoint</Application>
  <PresentationFormat>Widescreen</PresentationFormat>
  <Paragraphs>29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Eric Hoogendoorn</cp:lastModifiedBy>
  <cp:revision>1</cp:revision>
  <dcterms:created xsi:type="dcterms:W3CDTF">2020-05-29T02:16:05Z</dcterms:created>
  <dcterms:modified xsi:type="dcterms:W3CDTF">2020-05-29T02:16:43Z</dcterms:modified>
</cp:coreProperties>
</file>