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EC8338-EDAF-4051-A370-D366FFE6819F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83BBD-E795-42C3-BECA-605D8495E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115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D12BF-CE7E-B634-C749-6FBF3F3210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23A459-0AE4-3AD6-E543-424366458F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E0F2A-06F4-EDF1-B8AB-B06A7F293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6885-0B4F-45C0-B5C3-78DB93CEA32C}" type="datetime1">
              <a:rPr lang="en-US" smtClean="0"/>
              <a:t>9/2/2023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6E54B-47F8-744D-4560-2DF574E54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6D362-6478-E8C6-7941-F209EC15E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07FF3-3CFE-4C24-B168-85F1DB5BE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505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DC395-74BF-42B1-C4E9-2A1029276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FEE02-0E47-9C1A-7BF1-98F6CFABD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77AA2-BD0E-7646-C50C-41381E2F7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5571B-8928-4826-9681-1F8B4E9075AB}" type="datetime1">
              <a:rPr lang="en-US" smtClean="0"/>
              <a:t>9/2/2023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270E4-8091-64DF-E673-A635FA0BD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27D58-20FB-8EAD-2893-CEA429370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07FF3-3CFE-4C24-B168-85F1DB5BE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552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80CC9-5FA8-9DCF-2CD9-4316222FB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1E40F-B95E-C7C3-4E84-D3C926E65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CB9E0-1466-3F5B-9C73-F486FDCB2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F33E3-4A8C-49BD-B2AF-3311A1A31797}" type="datetime1">
              <a:rPr lang="en-US" smtClean="0"/>
              <a:t>9/2/2023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8B819-A7AA-749D-0573-B25872B49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4CACF-BA47-3BF4-3973-8F21911A3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07FF3-3CFE-4C24-B168-85F1DB5BE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867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AC77E-4ED6-6895-E929-161687D96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BCDF3-E51F-7E0D-EDE7-5D705DD81A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F24614-2B74-B9A6-AEF1-A88CBDF5DD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CC18C-541F-45C3-037A-1A8D63FD1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9DA4F-6880-49F3-B505-6B786821791E}" type="datetime1">
              <a:rPr lang="en-US" smtClean="0"/>
              <a:t>9/2/2023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4531DE-BE0F-37CB-5843-C91FEBFF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85CE41-F747-9008-BDF0-BD93B1DEF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07FF3-3CFE-4C24-B168-85F1DB5BE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10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A2E9F-75A5-60F4-FBD6-860F7632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5A87C-FBCD-FBC8-FA06-E8E3246ED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7B52B8-79E3-FC5E-CC47-176B18B2B9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C9FBAF-6D28-78F3-FFDC-7B8A22276F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D9714F-0B5F-5E04-1012-398D22FBA0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331DA6-2B6A-DBCA-EA5F-00B8B536D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12195-F315-49A6-B5CF-EB1557BCE933}" type="datetime1">
              <a:rPr lang="en-US" smtClean="0"/>
              <a:t>9/2/2023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FC66BE-AAD9-FD1B-7DEB-3BC51A9D1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21D527-6BD4-5979-67F3-3A184A13B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07FF3-3CFE-4C24-B168-85F1DB5BE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794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70AA5-11FD-31E5-5AAA-57CE83E6A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8D5D43-C618-C44E-0966-D9F5A1BFD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5DCFE-A2A0-40A6-88DF-C43E675C4EC9}" type="datetime1">
              <a:rPr lang="en-US" smtClean="0"/>
              <a:t>9/2/2023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347134-4BC6-B8A1-C0DA-FB9310989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7CE677-D451-B841-3F61-A5C895147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07FF3-3CFE-4C24-B168-85F1DB5BE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455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98F7F7-9628-1A56-90DA-4F32AE8FA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D19C7-7637-4123-B7A3-44913A8245CF}" type="datetime1">
              <a:rPr lang="en-US" smtClean="0"/>
              <a:t>9/2/2023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EDF13D-D726-74B0-615F-D00F61369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6D78D-6DE1-B2CA-D197-09FAD930D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07FF3-3CFE-4C24-B168-85F1DB5BE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243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4F5DA-7A07-356D-36F0-E6EB65EF6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1EBF7-6C1B-548B-BC23-A93E81EB5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A8AB4-74E3-B7F8-C532-78615A181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1C8EAB-7A50-A852-D6BB-DE8FC14C3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1B458-4075-40E9-B7EB-70011F92CA6B}" type="datetime1">
              <a:rPr lang="en-US" smtClean="0"/>
              <a:t>9/2/2023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7E9BF-F56C-F471-C6A8-1DD673AC4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46180B-7C93-A4F8-3339-059879A29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07FF3-3CFE-4C24-B168-85F1DB5BE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434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1D78A-AC67-9CDA-6EE9-B41F09AA7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092EE3-6A5D-03FB-3719-DEE87B4B2C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1C3BBE-D877-F8DC-9526-ACD6F857D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A0694-4E0E-6098-A942-A3D56E020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07689-EF4A-4360-8C54-6E3218DF9BDB}" type="datetime1">
              <a:rPr lang="en-US" smtClean="0"/>
              <a:t>9/2/2023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FCCA0-50B4-57FC-F836-09ED4DE11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C2A37-4CCD-434A-244F-347DAC459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07FF3-3CFE-4C24-B168-85F1DB5BE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98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472C4-904D-D4BE-4F00-9A6971C67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77B2C5-7107-C0F8-EC11-BCDF539D6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80F4F-D014-F00B-D14F-1F40EC8FF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73122-8FAA-46D0-B9E0-48E543A611D3}" type="datetime1">
              <a:rPr lang="en-US" smtClean="0"/>
              <a:t>9/2/2023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E4723-8BD0-3A35-5D09-788FF7B21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24C89-1F31-6824-EAB4-D79490C5D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07FF3-3CFE-4C24-B168-85F1DB5BE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587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C47691-6425-D352-90D8-6969E48E4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AD2EB7-0DA8-A33C-EC44-C3059FC0F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89258-45C0-2E5D-BADB-CD24FA1C7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203B-9DBF-4817-AD40-2FEB5E587569}" type="datetime1">
              <a:rPr lang="en-US" smtClean="0"/>
              <a:t>9/2/2023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A2C2C-13E6-FABA-DE48-44F8A8A27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58F51-22F6-ED01-226A-10AF5E3EA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07FF3-3CFE-4C24-B168-85F1DB5BE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660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1BE2A3-AB79-D327-A7EC-945ACAD3B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B0F52-C4D2-ADCD-FB2A-8F5DE0CE6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40F84-C5B0-B2EC-BC81-81B3D8C056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BE6F11-6EC6-4493-912F-E414731888AC}" type="datetime1">
              <a:rPr lang="en-US" smtClean="0"/>
              <a:t>9/2/2023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77287-1AA1-6C09-5668-A9C548E8D1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9B910-49BD-3512-48ED-B47F0D3609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07FF3-3CFE-4C24-B168-85F1DB5BE0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024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5A5BC-46ED-1A7C-9BB2-3DB7AEE6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#7 O Lord My God, In You I Refuge Seek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DCEC8-DFF1-1BA7-6E88-F4A2238DE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/>
              <a:t>O Lord my God, in you I refuge seek.</a:t>
            </a:r>
          </a:p>
          <a:p>
            <a:pPr marL="0" indent="0" algn="ctr">
              <a:buNone/>
            </a:pPr>
            <a:r>
              <a:rPr lang="en-US" dirty="0"/>
              <a:t>From those who would pursue, deliver me,</a:t>
            </a:r>
          </a:p>
          <a:p>
            <a:pPr marL="0" indent="0" algn="ctr">
              <a:buNone/>
            </a:pPr>
            <a:r>
              <a:rPr lang="en-US" dirty="0"/>
              <a:t>Lest they should tear me like a lion’s prey,</a:t>
            </a:r>
          </a:p>
          <a:p>
            <a:pPr marL="0" indent="0" algn="ctr">
              <a:buNone/>
            </a:pPr>
            <a:r>
              <a:rPr lang="en-US" dirty="0"/>
              <a:t>With non to save me from their evil way.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C45ED-B4D3-C1EC-FDF5-787870E52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501638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36D8C-63DD-1A01-BCFB-49890BBDA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4A516-C297-20DE-DDC7-9E3B2B1E0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3. Arise in anger ‘</a:t>
            </a:r>
            <a:r>
              <a:rPr lang="en-US" dirty="0" err="1"/>
              <a:t>gainst</a:t>
            </a:r>
            <a:r>
              <a:rPr lang="en-US" dirty="0"/>
              <a:t> my enemies;</a:t>
            </a:r>
          </a:p>
          <a:p>
            <a:pPr marL="0" indent="0" algn="ctr">
              <a:buNone/>
            </a:pPr>
            <a:r>
              <a:rPr lang="en-US" dirty="0"/>
              <a:t>For me awake; your righteous judgement bring.</a:t>
            </a:r>
          </a:p>
          <a:p>
            <a:pPr marL="0" indent="0" algn="ctr">
              <a:buNone/>
            </a:pPr>
            <a:r>
              <a:rPr lang="en-US" dirty="0"/>
              <a:t>Let peoples gather and to you draw nigh,</a:t>
            </a:r>
          </a:p>
          <a:p>
            <a:pPr marL="0" indent="0" algn="ctr">
              <a:buNone/>
            </a:pPr>
            <a:r>
              <a:rPr lang="en-US" dirty="0"/>
              <a:t>For their sakes come again to rule on high.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0C2241-F6A1-C0EB-1639-4BE6E0515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48241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3234F-4DFE-4E19-04B7-34E30FA8C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76CD4-0FE9-35CA-5884-27DCF22C0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4. The Lord will judge the peoples of the world.</a:t>
            </a:r>
          </a:p>
          <a:p>
            <a:pPr marL="0" indent="0" algn="ctr">
              <a:buNone/>
            </a:pPr>
            <a:r>
              <a:rPr lang="en-US" dirty="0"/>
              <a:t>Judge me according to my rightness, Lord,</a:t>
            </a:r>
          </a:p>
          <a:p>
            <a:pPr marL="0" indent="0" algn="ctr">
              <a:buNone/>
            </a:pPr>
            <a:r>
              <a:rPr lang="en-US" dirty="0"/>
              <a:t>But let the evil of the wicked end</a:t>
            </a:r>
          </a:p>
          <a:p>
            <a:pPr marL="0" indent="0" algn="ctr">
              <a:buNone/>
            </a:pPr>
            <a:r>
              <a:rPr lang="en-US" dirty="0"/>
              <a:t>And be the righteous one’s secure defense.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1EE823-05EC-2317-14EE-1D932FD7D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298363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3E06F-73F5-494F-02BD-50F140DCB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5. You test all minds and hearts, O righteous God!</a:t>
            </a:r>
          </a:p>
          <a:p>
            <a:pPr marL="0" indent="0" algn="ctr">
              <a:buNone/>
            </a:pPr>
            <a:r>
              <a:rPr lang="en-US" dirty="0"/>
              <a:t>My shield is he who saves the upright heart,</a:t>
            </a:r>
          </a:p>
          <a:p>
            <a:pPr marL="0" indent="0" algn="ctr">
              <a:buNone/>
            </a:pPr>
            <a:r>
              <a:rPr lang="en-US" dirty="0"/>
              <a:t>A righteous judge, God judges righteously;</a:t>
            </a:r>
          </a:p>
          <a:p>
            <a:pPr marL="0" indent="0" algn="ctr">
              <a:buNone/>
            </a:pPr>
            <a:r>
              <a:rPr lang="en-US" dirty="0"/>
              <a:t>The wrath of God is burning </a:t>
            </a:r>
            <a:r>
              <a:rPr lang="en-US" dirty="0" err="1"/>
              <a:t>ev’ry</a:t>
            </a:r>
            <a:r>
              <a:rPr lang="en-US" dirty="0"/>
              <a:t> day.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38F13A-013A-44AE-A0AB-32DA14940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591459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207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#7 O Lord My God, In You I Refuge Seek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#7 O Lord My God, In You I Refuge Seek </dc:title>
  <dc:creator>Neil Tuininga</dc:creator>
  <cp:lastModifiedBy>Neil Tuininga</cp:lastModifiedBy>
  <cp:revision>1</cp:revision>
  <dcterms:created xsi:type="dcterms:W3CDTF">2023-09-03T02:42:27Z</dcterms:created>
  <dcterms:modified xsi:type="dcterms:W3CDTF">2023-09-03T02:46:53Z</dcterms:modified>
</cp:coreProperties>
</file>