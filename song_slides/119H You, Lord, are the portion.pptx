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896ECA-2C7F-423B-8743-A99538A8F9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95F224-A947-4A17-81F9-27951C95F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F6EE10-8799-4046-9164-8230073C3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18CF-D01B-4EBB-9BC0-C9D0BEB0E6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94A38-2D5D-4FF8-B0DB-4221A8ED7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B180A-8536-488E-9C25-D4E65518F0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EE90-C487-44C9-A337-E2AF88FB6E8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7157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32DC4-A24E-4357-8030-178151980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61FFF-E5B0-4F17-9199-813C72B53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7CCC16-8B73-46EA-9468-96FD65BE7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18CF-D01B-4EBB-9BC0-C9D0BEB0E6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643DF3-A271-4108-91EA-53E5413E0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5FA934-6FBF-4892-A498-1808B2521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EE90-C487-44C9-A337-E2AF88FB6E8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6183524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5756E-836F-4470-8612-2B50557EC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7A33A-C526-41A4-BF3F-0247D3A2D0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0E97D-EA08-4A3C-AE2C-933388814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18CF-D01B-4EBB-9BC0-C9D0BEB0E6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A8C30E-EB0A-4663-9E95-2A3D6F464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E6BC5B-C5AB-4BF5-8F6A-9905140DC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EE90-C487-44C9-A337-E2AF88FB6E8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180463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C45075-0DC7-4885-9B05-92929DC7B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E82A2D-CF32-49E3-ADEF-A11CE097220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A03C97-7308-49D1-A9F8-EFEE52A11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41E37-2E06-48AC-9AF8-BE7E0D072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18CF-D01B-4EBB-9BC0-C9D0BEB0E6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DF55C-D460-4420-8934-26B4A67F25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12851FB-3AD2-4C01-A97D-B84AE66E4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EE90-C487-44C9-A337-E2AF88FB6E8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56158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B3F4E-9743-4B9E-AF65-C143A7E68B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55783-311C-45CD-AEFA-AAEB1C412B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2553DC-A018-406B-AE0A-BDD45C071C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111B27-5811-4511-9B4B-24710AA212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21BD520-C462-4822-B81E-3C926772E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E33CA6-0F41-47E0-9E0A-72FDFE9C97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18CF-D01B-4EBB-9BC0-C9D0BEB0E6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269085-49D8-40CE-8DCF-BE562F55A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F5FE19-6CC9-493B-AA3B-A9CEE03AF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EE90-C487-44C9-A337-E2AF88FB6E8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78988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6256D-B599-41A5-B0A2-4498DB48E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243E93-4474-48BB-B4FF-537F5E3DB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18CF-D01B-4EBB-9BC0-C9D0BEB0E6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CCEB53-918B-47C7-8390-1A745D297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9BE55E-885F-40C3-928A-4D0FE3915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EE90-C487-44C9-A337-E2AF88FB6E8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51654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A389A11-E823-4082-BA1D-73E5FC6DC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18CF-D01B-4EBB-9BC0-C9D0BEB0E6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D4E374-717F-4E0F-8959-BF248FE724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EEA01-43D5-47C4-B063-255857C40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EE90-C487-44C9-A337-E2AF88FB6E8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498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0F43C-9E3C-436C-9382-B6A41556E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74132-B500-48DF-B9DC-9662CCBBF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396009-5DB5-4AEC-A81A-BF6B17227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50E4BF-24DB-41D3-8D31-97F620EAE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18CF-D01B-4EBB-9BC0-C9D0BEB0E6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83247-ACD4-46CC-8449-6B562B9FC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428D52-E17F-4126-90DF-CE3FFA1E7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EE90-C487-44C9-A337-E2AF88FB6E8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0942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FCEE7-D722-495D-8CD1-0FAE0C1E0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A5D398-4EB0-4AC2-B612-677B498E0A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1F93C2-0998-49E4-9612-3DC3679FDB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7A58C7-DE97-4571-9550-1240D7C0E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18CF-D01B-4EBB-9BC0-C9D0BEB0E6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34E00C-7CA6-4E3D-927D-6166B99E0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8B1E85-8E78-4FAA-8EF3-9DF109677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EE90-C487-44C9-A337-E2AF88FB6E8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3762879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AD8DD-E361-46C8-BF1D-32851671C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BDC099-07CF-4E71-967F-2B8C3C7D3F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7608E5-0DB5-44B9-AEC9-0A72F91F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18CF-D01B-4EBB-9BC0-C9D0BEB0E6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5D842-6C24-4B98-B2E1-583137F8C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8E6CA-73C1-4C2E-87A4-727F18EE1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EE90-C487-44C9-A337-E2AF88FB6E8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524970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12AB17-0721-46FB-AF69-19A1AC7D65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95D288-4B32-44C5-9640-B20BBDB730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F6242-67BD-455F-93B0-C94CC33C4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9918CF-D01B-4EBB-9BC0-C9D0BEB0E6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D8787-7324-454C-9976-182112F67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2EEF5-C64D-424A-B126-13D2F750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12EE90-C487-44C9-A337-E2AF88FB6E8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99220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C7D752-F58C-4230-8E94-79076312D9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FAF6C-6469-41F7-99BB-439E7F0E6C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ECF3D-E68F-4752-ACA1-C96725F2C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9918CF-D01B-4EBB-9BC0-C9D0BEB0E65E}" type="datetimeFigureOut">
              <a:rPr lang="en-CA" smtClean="0"/>
              <a:t>2021-02-26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707E-B9B6-4C47-90EF-C888D65370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5FA32-E097-4A96-8918-59D981221F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12EE90-C487-44C9-A337-E2AF88FB6E8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62466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C65FB87-263E-4CB3-A761-FE1C8A155152}"/>
              </a:ext>
            </a:extLst>
          </p:cNvPr>
          <p:cNvSpPr txBox="1"/>
          <p:nvPr/>
        </p:nvSpPr>
        <p:spPr>
          <a:xfrm>
            <a:off x="1233487" y="304800"/>
            <a:ext cx="972502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400" i="1">
                <a:solidFill>
                  <a:prstClr val="black"/>
                </a:solidFill>
                <a:latin typeface="Calibri Light" panose="020F0302020204030204"/>
                <a:ea typeface="+mj-ea"/>
                <a:cs typeface="+mj-cs"/>
              </a:rPr>
              <a:t>#119H You, LORD, Are the Portion</a:t>
            </a:r>
            <a:endParaRPr lang="en-CA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BE8DEA-A079-448C-865D-5FB1D5AA11E9}"/>
              </a:ext>
            </a:extLst>
          </p:cNvPr>
          <p:cNvSpPr txBox="1"/>
          <p:nvPr/>
        </p:nvSpPr>
        <p:spPr>
          <a:xfrm>
            <a:off x="1157286" y="2521059"/>
            <a:ext cx="987742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lvl="0" indent="-514350" algn="ctr">
              <a:buFontTx/>
              <a:buAutoNum type="arabicPeriod"/>
            </a:pPr>
            <a:r>
              <a:rPr lang="en-CA" sz="2800">
                <a:solidFill>
                  <a:prstClr val="black"/>
                </a:solidFill>
              </a:rPr>
              <a:t>You, LORD, are the portion that I long for,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I have pledged obedience to your word.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I with all my heart have sought your favour;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grant me grace, as you have promised, LORD.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0772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A3C7C8F-325E-406A-A5E9-1C914D2B0552}"/>
              </a:ext>
            </a:extLst>
          </p:cNvPr>
          <p:cNvSpPr txBox="1"/>
          <p:nvPr/>
        </p:nvSpPr>
        <p:spPr>
          <a:xfrm>
            <a:off x="2238375" y="2521059"/>
            <a:ext cx="771525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>
                <a:solidFill>
                  <a:prstClr val="black"/>
                </a:solidFill>
              </a:rPr>
              <a:t>2. When I search my ways and all my conduct,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then I turn my footsteps to your way.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I make haste to follow your commandments;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I will hurry and will not delay.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677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FE0ED58-7596-4ECB-BE38-0681C6771E78}"/>
              </a:ext>
            </a:extLst>
          </p:cNvPr>
          <p:cNvSpPr txBox="1"/>
          <p:nvPr/>
        </p:nvSpPr>
        <p:spPr>
          <a:xfrm>
            <a:off x="2457450" y="2521059"/>
            <a:ext cx="72771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2800">
                <a:solidFill>
                  <a:prstClr val="black"/>
                </a:solidFill>
              </a:rPr>
              <a:t>3. Though the wicked tie me up with bindings,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I do not forget your holy law.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E’en at midnight I will rise to praise you,</a:t>
            </a:r>
          </a:p>
          <a:p>
            <a:pPr lvl="0" algn="ctr"/>
            <a:r>
              <a:rPr lang="en-US" sz="2800">
                <a:solidFill>
                  <a:prstClr val="black"/>
                </a:solidFill>
              </a:rPr>
              <a:t>for your rules are righteous, O my God.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886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CF15AF-1E96-41DD-ABC6-28F72BC1645D}"/>
              </a:ext>
            </a:extLst>
          </p:cNvPr>
          <p:cNvSpPr txBox="1"/>
          <p:nvPr/>
        </p:nvSpPr>
        <p:spPr>
          <a:xfrm>
            <a:off x="1466850" y="2521059"/>
            <a:ext cx="92583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CA" sz="2800">
                <a:solidFill>
                  <a:prstClr val="black"/>
                </a:solidFill>
              </a:rPr>
              <a:t>4. Those who fear you are my best companions,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all who keep your precepts and your ways.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LORD, the earth is full of your great mercy,</a:t>
            </a:r>
          </a:p>
          <a:p>
            <a:pPr lvl="0" algn="ctr"/>
            <a:r>
              <a:rPr lang="en-CA" sz="2800">
                <a:solidFill>
                  <a:prstClr val="black"/>
                </a:solidFill>
              </a:rPr>
              <a:t>teach me all your righteous laws, I pray.</a:t>
            </a:r>
            <a:endParaRPr lang="en-CA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35758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167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2021-02-26T23:20:36Z</dcterms:created>
  <dcterms:modified xsi:type="dcterms:W3CDTF">2021-02-26T23:22:30Z</dcterms:modified>
</cp:coreProperties>
</file>