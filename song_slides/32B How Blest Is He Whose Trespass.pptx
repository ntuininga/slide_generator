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2" r:id="rId2"/>
    <p:sldId id="363" r:id="rId3"/>
    <p:sldId id="471" r:id="rId4"/>
    <p:sldId id="472" r:id="rId5"/>
    <p:sldId id="4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2023-08-19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2766350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2023-08-19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2151823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2023-08-19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266429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2023-08-19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4709408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2023-08-19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4446018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2023-08-19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4048667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2023-08-19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7970546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2023-08-19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583390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2023-08-19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4780528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2023-08-19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76833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2023-08-19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9126446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2023-08-19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435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891729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How blest is he whose trespass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hath freely been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forgiv'n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whose sin is wholly covered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the sight of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Blest he to whom Jehovah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not impute his sin,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hath a guileless spirit,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whose heart is true within.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A99AD-CDF1-4331-B1BA-3C30B339D361}"/>
              </a:ext>
            </a:extLst>
          </p:cNvPr>
          <p:cNvSpPr txBox="1"/>
          <p:nvPr/>
        </p:nvSpPr>
        <p:spPr>
          <a:xfrm>
            <a:off x="766761" y="160422"/>
            <a:ext cx="109632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#32B How Blest Is He Whose Trespass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While I kept guilty silence,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strength was spent with grief;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hand was heavy on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soul found no relief.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when I owned my trespass,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sin hid not from thee,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I confessed transgression,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then thou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forgavest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D10FE2-BC6E-4E22-8528-97CC21E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31342-706D-40C0-9C06-598A77325C26}"/>
              </a:ext>
            </a:extLst>
          </p:cNvPr>
          <p:cNvSpPr txBox="1"/>
          <p:nvPr/>
        </p:nvSpPr>
        <p:spPr>
          <a:xfrm>
            <a:off x="1314450" y="1659285"/>
            <a:ext cx="9563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So let the godly seek thee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times when thou art near;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whelming floods shall reach them,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 cause their hearts to fear.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thee, O Lord, I hid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savest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 from 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songs of thy salvation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heart with rapture thrill.</a:t>
            </a:r>
          </a:p>
        </p:txBody>
      </p:sp>
    </p:spTree>
    <p:extLst>
      <p:ext uri="{BB962C8B-B14F-4D97-AF65-F5344CB8AC3E}">
        <p14:creationId xmlns:p14="http://schemas.microsoft.com/office/powerpoint/2010/main" val="1937412345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D10FE2-BC6E-4E22-8528-97CC21E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31342-706D-40C0-9C06-598A77325C26}"/>
              </a:ext>
            </a:extLst>
          </p:cNvPr>
          <p:cNvSpPr txBox="1"/>
          <p:nvPr/>
        </p:nvSpPr>
        <p:spPr>
          <a:xfrm>
            <a:off x="1314450" y="1659285"/>
            <a:ext cx="9563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4 I graciously will teach thee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the way that thou shalt go,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and with my eye upon thee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my counsel make thee know.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But be ye not unruly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or slow to understand;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be not perverse, but willing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to heed my wise command.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6760227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E16195E-F06A-BF48-34A7-45C14C3D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E8C46-75EB-2AB3-32B3-E54B07C86833}"/>
              </a:ext>
            </a:extLst>
          </p:cNvPr>
          <p:cNvSpPr txBox="1"/>
          <p:nvPr/>
        </p:nvSpPr>
        <p:spPr>
          <a:xfrm>
            <a:off x="3047281" y="1859340"/>
            <a:ext cx="609456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dirty="0">
                <a:solidFill>
                  <a:srgbClr val="222222"/>
                </a:solidFill>
                <a:effectLst/>
              </a:rPr>
              <a:t>5 The sorrows of the wicked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in number shall abound,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but those that trust Jehovah,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his mercy shall surround.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Then in the Lord be joyful,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in song lift up your voice;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be glad in God, ye righteous;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rejoice, ye saints, rejoice.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endParaRPr lang="en-US" sz="2800" b="0" i="0" dirty="0">
              <a:solidFill>
                <a:srgbClr val="222222"/>
              </a:solidFill>
              <a:effectLst/>
            </a:endParaRPr>
          </a:p>
          <a:p>
            <a:pPr algn="ctr"/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71013780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327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2022-01-29T00:00:56Z</dcterms:created>
  <dcterms:modified xsi:type="dcterms:W3CDTF">2023-08-19T20:34:26Z</dcterms:modified>
</cp:coreProperties>
</file>