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4E20-DA8B-4376-87F7-BD9BA4DF4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38BCA-73AB-40E4-B571-06145D8DC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174D3-4E9A-4ED2-B978-CB02C188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3F226-E6AF-474D-954D-EF1A236E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0BFA2-B87C-4694-965C-EF248516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983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63B44-50AB-4085-A97D-2B03889D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05E83-3164-4C6C-859A-089F62787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C17AD-5CD0-4910-8638-FD2A3232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4494C-9BEB-4C43-B977-98138AF7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6CF9E-5A72-4F8F-92D6-74D207A48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650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6E3F-11AC-46EA-A261-595613A7B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C1D15-7100-4627-B8A6-EEF3EAE0F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B7F1-7050-4DAC-9D74-C43CF5DC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45C4C-1766-4A19-BA28-C77209152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B46B7-B435-406B-B02A-D1250B33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359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8E278-3487-4B1D-A495-8EBA2445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4CF19-C43A-4F5A-A735-49505997D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16E38-117D-4958-896F-C8DDFE59C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12AE4-E144-406F-8D95-40E8A7FB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EEB9C-F78A-4ED8-A8C3-BB043021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C9EDD-677E-42E0-94E7-3EC607DB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8118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6A47-2EE7-4CC9-8638-7474816AA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27B36-0565-46D8-BB2E-E5946FFC2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B6C39-F2E0-4709-949F-5365FAF98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50694-CD55-4C4B-B0C9-DD2830E3C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0B85F-685E-4902-B4F4-84C7D32D0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85804-4EFB-4C5C-98D2-03E323B1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0633D7-946B-4883-AACE-1DB0EBA3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98383-2CC2-4AD9-A33E-BE94EAEF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3496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AEB84-233C-4DE2-BA9A-2EAFC159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E36CD4-DAE4-4ACA-80E5-021A4FC7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0740B-CF55-465A-8343-E333B904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CDE3B-3141-47ED-8F3A-0147208F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172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40D7F-8F46-48D5-A1D1-E3DA2CF7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636D3-3E99-4B7C-9149-CBAAEC3A7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554E5-0CDA-4F40-A770-EE78A83A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5809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0507-3769-4781-9885-DFFA4BCA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CFE8-2214-4B20-8BD0-0C7C058B4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1EB48-5415-4917-AC24-32F5E9AEE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BF367-1243-4D27-A7BD-8177E37D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357FB-4EC9-4376-B407-7F50499CD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9CBE3-98E9-423B-9B2E-467D8023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7568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D985-405C-4257-9D9A-EAD92CC1E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43A59A-6344-450F-9197-EC96EB5E3D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B8602-99D1-4DDF-A18D-8B3B99589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5CBF7-6911-4753-8197-8013B879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FB37D-F4BC-4972-ACB3-B8169A4D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DA094-1FC6-4AD7-901E-C52F5967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82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C24C-792E-486A-A403-DBDB9A13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088F-7DD0-4BF6-A5C5-0CBA77B31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D486-24BF-41A8-A05C-5E09BDEB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5CC1C-AE52-46FC-BF9C-E7843345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B0EB9-DB89-4997-9A7E-66DCE92B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874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4DEBC8-8535-40ED-A571-C5E1B1A89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44B80-8C43-466C-80EF-4A364811C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DF486-5F94-485B-B38F-5AABCE63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FFC0D-8BDB-4722-B258-1D7C2610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EEB39-71F8-4554-87E3-1BA6C86F4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17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04510-133D-46A0-930B-E5D52AA42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41701-17DD-43EB-BAC2-E21D7FC29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767C3-D800-4A7B-A7C7-DEEA0D0E2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CF1D2-9B15-47CA-887A-9559E142FA1D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AC44E-897C-4596-979F-BD175BEE3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48E88-4063-4E04-AEC3-1A79F24A3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48158-028F-45D6-B8B5-11A5588AF4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589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8C752E-1EA1-412F-8E4E-F62D46743292}"/>
              </a:ext>
            </a:extLst>
          </p:cNvPr>
          <p:cNvSpPr txBox="1"/>
          <p:nvPr/>
        </p:nvSpPr>
        <p:spPr>
          <a:xfrm>
            <a:off x="1352550" y="285749"/>
            <a:ext cx="9486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#179 Forgive Our Sins, as We Forgive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4A093-6ABD-428C-A03C-9B3CF3AD4490}"/>
              </a:ext>
            </a:extLst>
          </p:cNvPr>
          <p:cNvSpPr txBox="1"/>
          <p:nvPr/>
        </p:nvSpPr>
        <p:spPr>
          <a:xfrm>
            <a:off x="1795462" y="2521059"/>
            <a:ext cx="8601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“Forgive our sins, as we forgive,”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taught us, Lord, to pray;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you alone can give us grace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live the words we say.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14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E936E-FC03-4F35-A65C-19EB08C1E875}"/>
              </a:ext>
            </a:extLst>
          </p:cNvPr>
          <p:cNvSpPr txBox="1"/>
          <p:nvPr/>
        </p:nvSpPr>
        <p:spPr>
          <a:xfrm>
            <a:off x="2247900" y="2521059"/>
            <a:ext cx="7696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How can your pardon reach and bless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unforgiving heart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broods on wrongs and will not let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old bitterness depart?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490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CBFC77-B3E7-43C8-9BF6-3EAD410DB86C}"/>
              </a:ext>
            </a:extLst>
          </p:cNvPr>
          <p:cNvSpPr txBox="1"/>
          <p:nvPr/>
        </p:nvSpPr>
        <p:spPr>
          <a:xfrm>
            <a:off x="2524125" y="2521059"/>
            <a:ext cx="7143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In blazing light your cross reveals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truth we dimly know;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small the debts men owe to us;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great our debt to you.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5518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B9CCD3-47B1-44AA-A3A3-8B66C10DAE16}"/>
              </a:ext>
            </a:extLst>
          </p:cNvPr>
          <p:cNvSpPr txBox="1"/>
          <p:nvPr/>
        </p:nvSpPr>
        <p:spPr>
          <a:xfrm>
            <a:off x="2119312" y="2521059"/>
            <a:ext cx="7953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Lord, cleanse the depths within our souls,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bid resentment cease;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then, reconciled to God and man,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lives will spread your peace.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1654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2021-04-24T19:18:39Z</dcterms:created>
  <dcterms:modified xsi:type="dcterms:W3CDTF">2021-04-24T19:20:13Z</dcterms:modified>
</cp:coreProperties>
</file>