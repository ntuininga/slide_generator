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2908-CD5B-4F5D-AEF7-67A8948EA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05895-106F-4959-962D-EB1A7F756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D3FB7-5245-4144-A3FE-291A4D9F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DFC94-26F8-4F2F-98BA-49C5A72B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16FC4-AEDD-477E-83F7-AD250163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2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5440-E3AE-4447-9EF7-C7293501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05C72-1D1D-41AA-A924-E613CA409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7E88B-16A0-42C9-BC78-F350E7C87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3208A-E3C8-4523-9895-0DEDEFEB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4D205-E44D-46C4-B988-BB306609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8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7F10-0059-43BA-8473-8FC0B956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25894-E9CE-4B57-A083-E556CB076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70A76-3041-4560-A25C-525808B9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B5CA6-F70D-4710-94EC-6A196E22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8D069-A4A4-4078-8384-71C2DA6E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2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E479-2352-4F17-A31D-E4B3F47A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8FC3-CDCD-46A5-A2A5-7CF768405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86E25-D3B7-4870-B420-D2A4719EC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45E1A-1BB1-4CCF-AE03-504ED790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50F56-8076-4C15-81E8-762980AC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EB36D-B572-421C-9695-956C303D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90C3-D85F-4278-B62C-B84D4D34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861E2-6D27-4934-AC21-7CD654AD6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924C6-28EB-4B19-B878-238062105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93F4D-233C-47F3-9E98-E1099AE75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D76CB-4EC0-41A2-B131-3DE779DE5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4B8C2-9851-4EC1-9773-FA7D2841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B862C-29B3-4BAE-8169-0FD12F85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D0C13-3A26-4BC5-B586-351988D5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9B9C-4047-427A-A7B1-C660ECF3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68C1F-B547-449F-BE98-94A16566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3EC88-BB33-403D-99CE-E2D40C88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51350-9836-49E5-BFBA-56B537C4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1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03079-F7E4-4B50-954C-E603E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969671-A9D9-4F07-AB2B-6576E5D4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67BA5-DD63-4B94-9061-1A7DBEE5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4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FC29-9CCE-4DA9-8D7A-24E02A966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91847-C15C-4633-AA22-45505FE06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AB9D4-CBEF-4129-B597-4E52426A8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94D35-57AF-4604-813C-B09AFC1E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79769-64B3-4C81-A772-93EBB9F5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E26A7-547B-4684-B312-D79E24E7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9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4777-ABAE-4C69-9325-B53C0E1A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E70C52-5502-4C59-9F98-1CD54E6FA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55AF4-DD3B-4A39-AA11-C91BD45DD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23E7F-E920-4C4E-AA44-E735B05C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435D-4FB9-43E6-9E46-69C9BFBB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FA418-F9EC-4CE1-A5F0-4B310707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2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0A4F-59F5-4FE6-8689-85E277CB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955F9-7251-460D-91D0-B0F3064EF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7141C-3D85-4C5B-A260-F8120897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ED35F-745B-432E-AAA5-1144163D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090FA-C772-426E-AE96-A8E1BDA0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C33DF-03EE-4F83-BB48-6F0E11E5C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8BAEB-5BB8-4226-913F-65368042F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8E5FE-0FE2-4B5D-A65B-2EE89DC8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F3C8-5D61-4556-A445-B09C178D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85550-D8EA-42F4-B3D0-DAC721DA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85CB3-1AD9-47B2-BF80-F5D8FDC1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48A18-D0EB-4146-BB15-83D246226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879E2-BBC6-41DE-920E-184BC84F1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FA5EE-DC50-47FD-B737-12AB9E295E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8B2AB-3930-4FD5-8BF0-C4CEBD342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D8B3-AD7F-4A93-A2AF-8E63A7C1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5BB80-DB5C-4382-BF10-AEC40369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7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21359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Love divine, all loves excelling,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Joy of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to earth come down: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fix in us thy humble dwelling,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 thy faithful mercies crown: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Jesus, thou art all compassion,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pure, unbounded love thou art;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visit us with thy salvation,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enter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trembling heart.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#465 Love Divine, All Loves Excelling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Breathe, O breathe thy loving Spirit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into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troubled breast;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us all in thee inherit,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us find the promised rest: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take away the love of sinning;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Alpha and Omega be;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End of faith, as its Beginning,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set our hearts at liberty.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Come, Almighty to deliver,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us all thy life receive;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suddenly return, and never,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nevermore thy temples leave.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Thee we would be always blessing,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serve thee as thy hosts above,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pray and praise thee without ceasing,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glory in thy perfect love.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1659285"/>
            <a:ext cx="8648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Finish, then, thy new creation;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pure and spotless let us be: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us see thy great salvation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perfectly restored in thee;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changed from glory into glory,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'til in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we take our place,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'til we cast our crowns before thee,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lost in wonder, love, and praise.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2020-12-20T00:01:20Z</dcterms:created>
  <dcterms:modified xsi:type="dcterms:W3CDTF">2020-12-20T00:01:34Z</dcterms:modified>
</cp:coreProperties>
</file>