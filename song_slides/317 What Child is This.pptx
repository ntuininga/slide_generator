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2" r:id="rId2"/>
    <p:sldId id="363" r:id="rId3"/>
    <p:sldId id="39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E9B13-2FE0-4813-90CD-896E61F21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92F308-4B03-420A-80BB-BD32BBABB6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592A0-F734-4AE1-B892-3D7ED1434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4E96-1C41-4401-A404-7EFE7A4C1842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C6183-6795-4EDA-8119-074E87AA7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63A06-4928-4008-B85B-53DBBA8A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042C1-42C5-457B-A2FD-0C6DC2CE8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9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79EE5-E5B5-40E3-AE0B-70988283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59AD8-E28B-4D4C-9C5F-D19689099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8721F-FAF4-473A-841B-277091FBE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4E96-1C41-4401-A404-7EFE7A4C1842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1D4DD-28AA-419D-B8C2-0E6FCA6F7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73960-B437-49A4-849A-0504D7B0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042C1-42C5-457B-A2FD-0C6DC2CE8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69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9DB7D-88D7-4870-9227-3E3748E52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04013-9426-4E65-83DA-42F41199A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3BC0C-ED58-4D3E-BD48-FDD06576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4E96-1C41-4401-A404-7EFE7A4C1842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BF95B-B9E1-44FE-832D-860C6C9D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1963F-F427-4546-ACEC-6C4684F0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042C1-42C5-457B-A2FD-0C6DC2CE8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34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1C3B-A272-4B01-B741-FF28A9C67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C0DF9-D085-4BE3-B82E-25DA2A1E11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EF5A2-5C2E-41D4-925C-5EF4CA1A4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15272-D66C-419D-8175-B2300DD5C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4E96-1C41-4401-A404-7EFE7A4C1842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65339-B1EC-4036-8C1C-CEA85B123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3E56A-8A41-48C2-882B-184C54D9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042C1-42C5-457B-A2FD-0C6DC2CE8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03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6289-B673-46C0-BA33-2EFEBA967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434A0-30B7-4C87-B877-0BE12C5BB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8D9C0-0861-46EC-B706-F2E463605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20688A-2B33-49D5-9B44-D45A7896C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927BFD-41B4-43AB-8B28-027522DA3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521BB-A44A-4DC9-B8B9-95C090CA3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4E96-1C41-4401-A404-7EFE7A4C1842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435529-2325-44BF-A6CF-63B045837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DFCFA3-3ADE-406B-AD9C-53883C37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042C1-42C5-457B-A2FD-0C6DC2CE8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30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31C7-43D1-46EA-B952-2F142ACF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61BD70-E161-469F-9A90-71E4B4229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4E96-1C41-4401-A404-7EFE7A4C1842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A263EA-D894-4279-87EE-BE28AEECB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13A14-14AE-45A5-9242-4F196C8A8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042C1-42C5-457B-A2FD-0C6DC2CE8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74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F7EAC-BA07-4947-AE12-99473A2CB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4E96-1C41-4401-A404-7EFE7A4C1842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2CEE5E-7D40-4E33-97C0-102B9DF79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3FE1B-7790-47B1-B400-6838CED46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042C1-42C5-457B-A2FD-0C6DC2CE8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8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2C058-1F77-4CC7-8D31-D49A0AF76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408FE-6972-42FF-9F0D-DF350F514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74A64-1B68-4423-9E5B-E846C9BD2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1DD94-D80F-44C8-A1A4-13B8522C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4E96-1C41-4401-A404-7EFE7A4C1842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21CCE-099A-47C4-846F-AC1C4E5D1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5ECE9-A60D-42F5-91F9-A9B4FBE82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042C1-42C5-457B-A2FD-0C6DC2CE8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8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15014-A572-4B48-A454-7C35785D1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F4196B-298D-4945-9CB7-56756B6D4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B02C6-51D2-4A46-8458-216412ED5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C3B8F-9AD1-4ECC-805E-4B68D3CD6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4E96-1C41-4401-A404-7EFE7A4C1842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11A47-6DD4-4F3B-A4DE-CBFB35E48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BD9FD-F37B-4906-859A-0B13CEFB7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042C1-42C5-457B-A2FD-0C6DC2CE8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11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5CB38-8430-49E1-A30E-48C76DEB0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6F9C57-7211-4D73-B56F-C57202A3D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B4636-C7FB-40B2-ADDD-6DDAD5A84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4E96-1C41-4401-A404-7EFE7A4C1842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167BC-CF4B-4870-A1CE-089A85360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102E7-284D-4D2B-8318-08F9AE0F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042C1-42C5-457B-A2FD-0C6DC2CE8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12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900B26-E58B-45DC-8716-E81AA4F17D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129D8-BDC1-45CB-9FD2-6C7096504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56309-A706-4956-86E0-EE7D9261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4E96-1C41-4401-A404-7EFE7A4C1842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24B75-6653-456E-8DC9-6429A45A1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056B9-EC44-4C87-BC12-01D54A9E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042C1-42C5-457B-A2FD-0C6DC2CE8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61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93F712-00D0-4649-A934-19FD5E562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98EC3-F89B-42DD-83F2-912C7605C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16DFE-79AB-438D-9BBA-790A80DE52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D4E96-1C41-4401-A404-7EFE7A4C1842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5C925-10F0-48FE-993C-FC378273C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ED9B6-3274-480E-8C05-2E95AD508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042C1-42C5-457B-A2FD-0C6DC2CE8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3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</a:t>
            </a:r>
            <a:r>
              <a:rPr lang="en-US" sz="2800" dirty="0"/>
              <a:t>What child is this who, laid to rest, </a:t>
            </a:r>
            <a:br>
              <a:rPr lang="en-US" sz="2800" dirty="0"/>
            </a:br>
            <a:r>
              <a:rPr lang="en-US" sz="2800" dirty="0"/>
              <a:t>on Mary's lap is sleeping? </a:t>
            </a:r>
            <a:br>
              <a:rPr lang="en-US" sz="2800" dirty="0"/>
            </a:br>
            <a:r>
              <a:rPr lang="en-US" sz="2800" dirty="0"/>
              <a:t>Whom angels greet with anthems sweet, </a:t>
            </a:r>
            <a:br>
              <a:rPr lang="en-US" sz="2800" dirty="0"/>
            </a:br>
            <a:r>
              <a:rPr lang="en-US" sz="2800" dirty="0"/>
              <a:t>while shepherds watch are keeping? </a:t>
            </a:r>
            <a:br>
              <a:rPr lang="en-US" sz="2800" dirty="0"/>
            </a:br>
            <a:r>
              <a:rPr lang="en-US" sz="2800" dirty="0"/>
              <a:t>This, this is Christ the King, </a:t>
            </a:r>
            <a:br>
              <a:rPr lang="en-US" sz="2800" dirty="0"/>
            </a:br>
            <a:r>
              <a:rPr lang="en-US" sz="2800" dirty="0"/>
              <a:t>whom shepherds guard and angels sing: </a:t>
            </a:r>
            <a:br>
              <a:rPr lang="en-US" sz="2800" dirty="0"/>
            </a:br>
            <a:r>
              <a:rPr lang="en-US" sz="2800" dirty="0"/>
              <a:t>haste, haste to bring him laud, </a:t>
            </a:r>
            <a:br>
              <a:rPr lang="en-US" sz="2800" dirty="0"/>
            </a:br>
            <a:r>
              <a:rPr lang="en-US" sz="2800" dirty="0"/>
              <a:t>the babe, the son of Mary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#317 What Child is This</a:t>
            </a: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</a:t>
            </a:r>
            <a:r>
              <a:rPr lang="en-US" sz="2800" dirty="0"/>
              <a:t>Why lies he in such mean estate, </a:t>
            </a:r>
            <a:br>
              <a:rPr lang="en-US" sz="2800" dirty="0"/>
            </a:br>
            <a:r>
              <a:rPr lang="en-US" sz="2800" dirty="0"/>
              <a:t>where ox and ass are feeding? </a:t>
            </a:r>
            <a:br>
              <a:rPr lang="en-US" sz="2800" dirty="0"/>
            </a:br>
            <a:r>
              <a:rPr lang="en-US" sz="2800" dirty="0"/>
              <a:t>Good Christians, fear; for sinners here </a:t>
            </a:r>
            <a:br>
              <a:rPr lang="en-US" sz="2800" dirty="0"/>
            </a:br>
            <a:r>
              <a:rPr lang="en-US" sz="2800" dirty="0"/>
              <a:t>the silent Word is pleading. </a:t>
            </a:r>
            <a:br>
              <a:rPr lang="en-US" sz="2800" dirty="0"/>
            </a:br>
            <a:r>
              <a:rPr lang="en-US" sz="2800" dirty="0"/>
              <a:t>Nails, spear, shall pierce him through;</a:t>
            </a:r>
            <a:br>
              <a:rPr lang="en-US" sz="2800" dirty="0"/>
            </a:br>
            <a:r>
              <a:rPr lang="en-US" sz="2800" dirty="0"/>
              <a:t>the cross be borne for me, for you:</a:t>
            </a:r>
            <a:br>
              <a:rPr lang="en-US" sz="2800" dirty="0"/>
            </a:br>
            <a:r>
              <a:rPr lang="en-US" sz="2800" dirty="0"/>
              <a:t>hail, hail the Word made flesh,</a:t>
            </a:r>
            <a:br>
              <a:rPr lang="en-US" sz="2800" dirty="0"/>
            </a:br>
            <a:r>
              <a:rPr lang="en-US" sz="2800" dirty="0"/>
              <a:t>the babe, the son of Mary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1EED48-C142-432C-B868-303826DE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62560-5DFF-443C-8D1A-9131659343EF}"/>
              </a:ext>
            </a:extLst>
          </p:cNvPr>
          <p:cNvSpPr txBox="1"/>
          <p:nvPr/>
        </p:nvSpPr>
        <p:spPr>
          <a:xfrm>
            <a:off x="2433637" y="1659285"/>
            <a:ext cx="73247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3. </a:t>
            </a:r>
            <a:r>
              <a:rPr lang="en-US" sz="2800" dirty="0"/>
              <a:t>So bring him incense, gold, and myrrh; </a:t>
            </a:r>
            <a:br>
              <a:rPr lang="en-US" sz="2800" dirty="0"/>
            </a:br>
            <a:r>
              <a:rPr lang="en-US" sz="2800" dirty="0"/>
              <a:t>come, peasant, king, to own him; </a:t>
            </a:r>
            <a:br>
              <a:rPr lang="en-US" sz="2800" dirty="0"/>
            </a:br>
            <a:r>
              <a:rPr lang="en-US" sz="2800" dirty="0"/>
              <a:t>the King of kings salvation brings, </a:t>
            </a:r>
            <a:br>
              <a:rPr lang="en-US" sz="2800" dirty="0"/>
            </a:br>
            <a:r>
              <a:rPr lang="en-US" sz="2800" dirty="0"/>
              <a:t>let loving hearts enthrone him. </a:t>
            </a:r>
            <a:br>
              <a:rPr lang="en-US" sz="2800" dirty="0"/>
            </a:br>
            <a:r>
              <a:rPr lang="en-US" sz="2800" dirty="0"/>
              <a:t>Raise, raise the song on high, </a:t>
            </a:r>
            <a:br>
              <a:rPr lang="en-US" sz="2800" dirty="0"/>
            </a:br>
            <a:r>
              <a:rPr lang="en-US" sz="2800" dirty="0"/>
              <a:t>the virgin sings her lullaby:</a:t>
            </a:r>
            <a:br>
              <a:rPr lang="en-US" sz="2800" dirty="0"/>
            </a:br>
            <a:r>
              <a:rPr lang="en-US" sz="2800" dirty="0"/>
              <a:t>joy, joy for Christ is born,</a:t>
            </a:r>
            <a:br>
              <a:rPr lang="en-US" sz="2800" dirty="0"/>
            </a:br>
            <a:r>
              <a:rPr lang="en-US" sz="2800" dirty="0"/>
              <a:t>the babe, the son of Mary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579070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2020-12-23T23:48:42Z</dcterms:created>
  <dcterms:modified xsi:type="dcterms:W3CDTF">2020-12-23T23:49:01Z</dcterms:modified>
</cp:coreProperties>
</file>