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F6DA0-F5EC-C6FB-F953-9B04EB183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96518-FC05-03D7-EB58-08FC87902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6D7B-8AE5-63F4-C275-2BBD27180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AB31-F58C-400E-83FE-FB9601F207A4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C0558-A20C-8EFD-E49B-8A2B7D7C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2ECDA-9E79-E40F-BB96-CA44F4AC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A2E1-8437-424F-B86C-B6DE00F6F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87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59F90-3A0F-F78E-13F8-BEA1A09C2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05BB7-30E0-34BD-CEF1-78C86BCC6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33420-9835-6D6F-80CC-036B3A68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AB31-F58C-400E-83FE-FB9601F207A4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F7C40-BF26-65DD-9DB2-E8FB2CBCD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55CD6-6EA5-5224-6ABD-74C5C5D6A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A2E1-8437-424F-B86C-B6DE00F6F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50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6A40A-FB38-E561-02D4-1FA2E4ADD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E9355-B16C-3E2B-19B8-9606E3D63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5E5F5-FA34-4E99-81DF-683CA9363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AB31-F58C-400E-83FE-FB9601F207A4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09F52-7567-3AF3-2B1E-56BF53B6B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7F10F-75CE-0652-01D2-50ADC2CF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A2E1-8437-424F-B86C-B6DE00F6F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44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1BCDE-7D18-843A-F5B5-CB9A0AB5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4B446-B842-6A3B-5B9D-5DE0428E6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4FD67E-70CB-1387-A654-A2544D3EF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5A0A3-A9BA-6CBC-CAE6-33857D238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AB31-F58C-400E-83FE-FB9601F207A4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676E8-667A-A982-B8ED-80D0B344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A7DCE-D029-84DE-E599-54FF235C5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A2E1-8437-424F-B86C-B6DE00F6F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4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E76D4-A43D-62F5-55F7-04E9550ED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FDEA5-55B2-3D97-59F5-2915DD75E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F5ADD-F1DB-2F34-717E-6BECD94AB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980D61-F88D-0E9F-D596-5123A9DF6C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B646F8-E4F1-495C-A18C-542B3A267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7F0118-6E11-406D-649C-66F096D5F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AB31-F58C-400E-83FE-FB9601F207A4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5DACD2-1809-AD70-9BC4-C2BA8E26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65C158-A5B4-D24F-8614-1AD4FEA0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A2E1-8437-424F-B86C-B6DE00F6F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587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A487-4178-E4A3-626E-1F0A3B9B9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62CB7-1A95-E474-8159-AE1402E4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AB31-F58C-400E-83FE-FB9601F207A4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9CD49-6932-5D23-B5D6-A1ED59B2A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4790D-464E-C88A-C446-A85B271F0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A2E1-8437-424F-B86C-B6DE00F6F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0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917ED-BABD-2427-3198-444B1F39A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AB31-F58C-400E-83FE-FB9601F207A4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643771-3464-FDD0-3C57-A22F2394C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E9F79-DDA6-E223-69E8-42060C50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A2E1-8437-424F-B86C-B6DE00F6F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705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36D11-8873-0430-EA11-B4D54B564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37600-C221-EA1A-3909-A5AFD7822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8A33A-2560-FBE4-DB47-24947C465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888C1-D833-81F5-5A6D-2F709A017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AB31-F58C-400E-83FE-FB9601F207A4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480EA-3751-04DC-B5EC-8D15436FB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E490D-8E68-D78C-DAB2-E50800BFF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A2E1-8437-424F-B86C-B6DE00F6F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5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CD091-47E3-2260-5032-86E5CB34E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D4CA48-94B5-C695-B047-98BE1CCB6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5E218-191B-E8B2-4920-CBADCA2DD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046E5-3323-2341-2DC9-37141D9A4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AB31-F58C-400E-83FE-FB9601F207A4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C0869-8DB7-5329-FB34-8C424C3EF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8DA46-39F2-337F-D39D-A9B1A4DB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A2E1-8437-424F-B86C-B6DE00F6F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6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2E2F-7B26-EF8B-4452-E4E297FD9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1B59B-EC6E-6DEF-76C1-FEF77971D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E6189-1972-B8FF-E273-78BD5412B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AB31-F58C-400E-83FE-FB9601F207A4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26592-0764-589E-272E-6CC4DA6C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CA436-BC77-1895-4675-1ED394ED8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A2E1-8437-424F-B86C-B6DE00F6F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05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E7D955-C373-B982-E0F2-3AA05C651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2A2BD1-47B8-AB8F-8633-B9136CCAB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3DC27-00BC-AC19-3F11-493B1F524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AB31-F58C-400E-83FE-FB9601F207A4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6D159-6AF7-2E63-4554-1009CAC6E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DAECB-76CA-F899-7DD4-A5960949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DA2E1-8437-424F-B86C-B6DE00F6F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19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0B5C54-D452-22AC-B126-C07E22543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6856A-E03F-6C06-7CC8-67C581EEE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387A9-9540-DDC8-322A-AE23A7BD70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DAB31-F58C-400E-83FE-FB9601F207A4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3E7C0-6955-20E2-8A89-912681977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9F1F3-E1DB-0709-79D6-514485226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DA2E1-8437-424F-B86C-B6DE00F6F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1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9D283-CC7A-7CFB-0C8B-44C606F3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234 The </a:t>
            </a:r>
            <a:r>
              <a:rPr lang="en-US" dirty="0"/>
              <a:t>God of Abraham Praise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C6FC-8C0A-33B3-87AF-B0F1581C4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1 The God of Abraham praise, who reigns enthroned above,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Ancient of everlasting days and God of love.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Jehovah! Great I AM! by earth and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heav'n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confessed;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I bow and bless the sacred name, forever blest.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386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60B4-8C75-D138-457F-14E0F606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AC995-7647-83D3-312E-835F453E2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2 The God of Abraham praise, at whose supreme command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from earth I rise and seek the joys at his right hand.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I all on earth forsake, its wisdom, fame, and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and him my only portion make, my shield and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tow'r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085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6CFBD-3169-529B-72E2-23419F262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3 He by himself hath sworn, I on his oath depend;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I shall, on eagles' wings upborne, to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heav'n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ascend.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I shall behold his face, I shall his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adore,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and sing the wonders of his grace forevermore.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4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63132-CD0D-AA84-2A80-C23E47A6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21CF5-BAC6-381B-6750-C24294B49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4 The goodly land I see, with peace and plenty blest,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a land of sacred liberty and endless rest.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There milk and honey flow, and oil and wine abound,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and trees of life forever grow, with mercy crowned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407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29460-7B93-F317-D499-DA779B73F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DBA5-931D-502A-D95E-95962457C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5 There dwells the Lord our King, the Lord our Righteousness,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triumphant o'er the world and sin, the Prince of Peace.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On Zion's sacred height his kingdom he maintains,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and glorious with his saints in light forever reigns.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90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4CF32-1645-343E-E950-57E5B7CB6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9A067-8A1F-EC6C-D92F-0986B7BD4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6 The whole triumphant host gives thanks to God on high;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"Hail, Father, Son, and Holy Ghost!" they ever cry.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Hail, Abraham's God and mine! I join the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heav'nly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lays;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all might and majesty are thine, and endless praise.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378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304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Verdana</vt:lpstr>
      <vt:lpstr>Office Theme</vt:lpstr>
      <vt:lpstr>234 The God of Abraham Praise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234 The God of Abraham Praise</dc:title>
  <dc:creator>Neil Tuininga</dc:creator>
  <cp:lastModifiedBy>Neil Tuininga</cp:lastModifiedBy>
  <cp:revision>1</cp:revision>
  <dcterms:created xsi:type="dcterms:W3CDTF">2022-07-02T04:09:22Z</dcterms:created>
  <dcterms:modified xsi:type="dcterms:W3CDTF">2022-07-02T04:12:56Z</dcterms:modified>
</cp:coreProperties>
</file>