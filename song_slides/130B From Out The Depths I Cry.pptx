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58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B4F3C9-E6FE-4FA3-BFB4-DB2AF79B5991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719556-CBC3-445D-BCFD-3E130DD57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615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6F694-D7CB-4A68-8C7E-5CF3923E7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CB8A5-2B97-4CD3-A8B8-B8558EC0B5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B16BB-A8FB-4DF0-BE91-370FE2018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43EB-0C87-4D81-B8F0-14640243FC5E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26078-4D1E-4FD2-AB28-6E8B697B5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FC18A-1E54-4CF2-9782-86B14EBFF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13631-8533-43B3-A301-47CBDA771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80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8710-E68F-4C42-ADE1-DCED0436D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C01FB-8D07-44CE-8BB3-6C28F2D36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52524-C224-482F-84AB-B440BC790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43EB-0C87-4D81-B8F0-14640243FC5E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60A51-18AB-4C3C-B60D-60C9219D9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B6A1F-F8D0-4630-AF74-3B998BE6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13631-8533-43B3-A301-47CBDA771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72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E8092-8033-49BB-8D8C-DF5511F8D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FA736-1760-40F7-A05D-DB9F3CEE8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0033A-2EF6-4D04-8DB0-BC1403A04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43EB-0C87-4D81-B8F0-14640243FC5E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B081C-FF79-453E-99D2-23263071D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E3DC0-3B58-4E80-A649-593EFBE34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13631-8533-43B3-A301-47CBDA771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4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9B988-8B23-498B-97EB-C8B01CA4E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4ACA7-2A03-4F4B-BCE8-24BEEDB6C6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E91F2-9C82-4D22-B101-7E48C4CCA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38182-E38A-477B-8093-C1D8B84B6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43EB-0C87-4D81-B8F0-14640243FC5E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AE7DC-7E86-4D02-B8B6-657FD5751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AE0CEF-52A4-407E-919D-D69DBBA66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13631-8533-43B3-A301-47CBDA771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52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15C0D-E2D9-4CD5-987E-2DB217778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A41DE-C430-48D8-B2B4-63840F432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506795-0CFA-47D6-8FA4-A9D876F73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17346E-8F08-4E37-BF87-C411419D87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D62314-F166-4148-8EE0-2CC12BBAC8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EAD216-983A-4028-B9C6-55DEEACB4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43EB-0C87-4D81-B8F0-14640243FC5E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590FF8-01C7-4B5E-BE9B-72EC35F9B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0ADE7B-3D60-494A-8920-7E88BE072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13631-8533-43B3-A301-47CBDA771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09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02C19-0DC2-4B18-8D86-9C6D9E95D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828C0B-0670-49CA-9120-2ED8689CA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43EB-0C87-4D81-B8F0-14640243FC5E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715B4-8921-4E90-984C-242639B9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2A42C-6FE7-4D1B-A676-CDCC99CB7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13631-8533-43B3-A301-47CBDA771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620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E34A09-43EC-4959-A631-B93AD38EA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43EB-0C87-4D81-B8F0-14640243FC5E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FCB6BF-9B34-42A5-9CC4-7E4647ABA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010D7-796C-430E-BCC9-6A713D4F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13631-8533-43B3-A301-47CBDA771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533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F3E05-A69C-48AD-9DF8-17952DF8D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F7B5B-E7C6-417E-BEC0-9BA6C77EA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FF83E-4280-4CF0-A228-D8206453E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60BF8-7DE2-4421-9FBD-15B884050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43EB-0C87-4D81-B8F0-14640243FC5E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A70E6-B0FC-4AF6-A318-2026319C0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68B8C-E3FA-4B05-B1D2-23CAE424D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13631-8533-43B3-A301-47CBDA771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8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B4599-7755-462F-AA0D-86C0F1C64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46F9EE-D714-4673-BCF7-E23C05C9F0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356E47-99A9-4BA4-A44C-6569E06D9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A4EC8-4C74-4BFF-A8B3-7ABAF9495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43EB-0C87-4D81-B8F0-14640243FC5E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FDDBA-EC09-4581-9900-65E22CE3F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8A86D-9864-412C-A4E8-8AA0C2AFB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13631-8533-43B3-A301-47CBDA771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930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0F1D-841C-4D23-B107-9D7CC6B32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3AD4F2-81F7-4405-A23B-68B8516A1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32791-84A2-4B86-A993-61C3633DE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43EB-0C87-4D81-B8F0-14640243FC5E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545BB-EDB9-472C-884A-0733DBA34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0E8D4-FCB6-4C33-8E4D-206A32BAA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13631-8533-43B3-A301-47CBDA771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50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190C0B-2551-4DCB-B49E-CA72559D1D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F9DE4-A8EA-4184-9D99-1C7EEF4F5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7E353-23D8-4809-BDEE-638F272F6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43EB-0C87-4D81-B8F0-14640243FC5E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A2F7C-1C04-43EB-A8E4-A834C167E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6C26D-EB77-48EC-AAD6-97CEB786F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13631-8533-43B3-A301-47CBDA771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659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6117E7-1B6E-41FD-AC86-5BE7CFA2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7EEBF-37B5-4C47-A74B-86BC4E451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4B85F-87E4-4443-B441-2C4ABC3ACF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443EB-0C87-4D81-B8F0-14640243FC5E}" type="datetimeFigureOut">
              <a:rPr lang="en-US" smtClean="0"/>
              <a:t>7/4/2020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343DE-09DF-4FEE-A4CF-20BF785ECB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B49AC-ED44-4643-A4D3-4E2FA0D6C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13631-8533-43B3-A301-47CBDA771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56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7056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#130B From Out The Depths I Cry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</a:t>
            </a:r>
            <a:r>
              <a:rPr lang="en-US" sz="2800" dirty="0"/>
              <a:t>From out the depths I cry, O Lord, to you;</a:t>
            </a:r>
            <a:br>
              <a:rPr lang="en-US" sz="2800" dirty="0"/>
            </a:br>
            <a:r>
              <a:rPr lang="en-US" sz="2800" dirty="0"/>
              <a:t>Lord, hear my call.</a:t>
            </a:r>
            <a:br>
              <a:rPr lang="en-US" sz="2800" dirty="0"/>
            </a:br>
            <a:r>
              <a:rPr lang="en-US" sz="2800" dirty="0"/>
              <a:t>I love you, Lord, for you will hear my plea,</a:t>
            </a:r>
            <a:br>
              <a:rPr lang="en-US" sz="2800" dirty="0"/>
            </a:br>
            <a:r>
              <a:rPr lang="en-US" sz="2800" dirty="0"/>
              <a:t>forgiving all.</a:t>
            </a:r>
            <a:br>
              <a:rPr lang="en-US" sz="2800" dirty="0"/>
            </a:br>
            <a:r>
              <a:rPr lang="en-US" sz="2800" dirty="0"/>
              <a:t>If you should mark our sins, who then could stand?</a:t>
            </a:r>
            <a:br>
              <a:rPr lang="en-US" sz="2800" dirty="0"/>
            </a:br>
            <a:r>
              <a:rPr lang="en-US" sz="2800" dirty="0"/>
              <a:t>But grace and mercy dwell at your right hand.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45FC6-7E64-4D56-BBC5-BF336F23E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5989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6"/>
            <a:ext cx="10515600" cy="2619318"/>
          </a:xfrm>
        </p:spPr>
        <p:txBody>
          <a:bodyPr>
            <a:no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2. </a:t>
            </a:r>
            <a:r>
              <a:rPr lang="en-US" dirty="0"/>
              <a:t>I wait for God, the Lord, and on his word</a:t>
            </a:r>
            <a:br>
              <a:rPr lang="en-US" dirty="0"/>
            </a:br>
            <a:r>
              <a:rPr lang="en-US" dirty="0"/>
              <a:t>my hope relies;</a:t>
            </a:r>
            <a:br>
              <a:rPr lang="en-US" dirty="0"/>
            </a:br>
            <a:r>
              <a:rPr lang="en-US" dirty="0"/>
              <a:t>my soul still waits and looks unto the Lord</a:t>
            </a:r>
            <a:br>
              <a:rPr lang="en-US" dirty="0"/>
            </a:br>
            <a:r>
              <a:rPr lang="en-US" dirty="0"/>
              <a:t>till light arise.</a:t>
            </a:r>
            <a:br>
              <a:rPr lang="en-US" dirty="0"/>
            </a:br>
            <a:r>
              <a:rPr lang="en-US" dirty="0"/>
              <a:t>I look for him to drive away my night,</a:t>
            </a:r>
            <a:br>
              <a:rPr lang="en-US" dirty="0"/>
            </a:br>
            <a:r>
              <a:rPr lang="en-US" dirty="0"/>
              <a:t>yes, more than watchmen look for morning light.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F1F071-BEF8-437A-9005-4D4E3C349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06728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066FF-8F35-4C07-8A5E-1C5E296F3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688"/>
            <a:ext cx="10515600" cy="26621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i="1" dirty="0"/>
              <a:t>3</a:t>
            </a:r>
            <a:r>
              <a:rPr lang="en-CA" dirty="0"/>
              <a:t>. </a:t>
            </a:r>
            <a:r>
              <a:rPr lang="en-US" dirty="0"/>
              <a:t>Hope in the Lord, you waiting saints, and he</a:t>
            </a:r>
            <a:br>
              <a:rPr lang="en-US" dirty="0"/>
            </a:br>
            <a:r>
              <a:rPr lang="en-US" dirty="0"/>
              <a:t>will well provide,</a:t>
            </a:r>
            <a:br>
              <a:rPr lang="en-US" dirty="0"/>
            </a:br>
            <a:r>
              <a:rPr lang="en-US" dirty="0"/>
              <a:t>for mercy and redemption full and free</a:t>
            </a:r>
            <a:br>
              <a:rPr lang="en-US" dirty="0"/>
            </a:br>
            <a:r>
              <a:rPr lang="en-US" dirty="0"/>
              <a:t>with him abide.</a:t>
            </a:r>
            <a:br>
              <a:rPr lang="en-US" dirty="0"/>
            </a:br>
            <a:r>
              <a:rPr lang="en-US" dirty="0"/>
              <a:t>From sin and evil, mighty though they seem,</a:t>
            </a:r>
            <a:br>
              <a:rPr lang="en-US" dirty="0"/>
            </a:br>
            <a:r>
              <a:rPr lang="en-US" dirty="0"/>
              <a:t>his arm almighty will his saints redeem.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FA7D84-29AB-4FC2-9B9F-C25966434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64488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#130B From Out The Depths I Cry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#130B From Out The Depths I Cry</dc:title>
  <dc:creator>Eric Hoogendoorn</dc:creator>
  <cp:lastModifiedBy>Eric Hoogendoorn</cp:lastModifiedBy>
  <cp:revision>2</cp:revision>
  <dcterms:created xsi:type="dcterms:W3CDTF">2020-04-25T02:17:27Z</dcterms:created>
  <dcterms:modified xsi:type="dcterms:W3CDTF">2020-07-04T15:23:50Z</dcterms:modified>
</cp:coreProperties>
</file>