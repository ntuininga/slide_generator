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39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4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8325-E60A-4807-BC1A-0AC981EBD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80342-5EB9-4D05-970F-E8E2DB16C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B7D2F-B322-41BC-A110-F8D2E20C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10448-2009-4345-8981-AAACE8DF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2C586-6E50-4251-85A2-9AFCD565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6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5BD9-4771-4E87-AA43-C4DF3D19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CB07D-2842-47D2-A306-1EEC75BF9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25C72-8725-4EAA-BF89-F65E457B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0FD51-D7D7-4CF8-95C3-EC982C20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01C76-24CD-4D42-98CD-1468BB1C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7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315A-0A92-437E-9F96-2066034E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900F3-079F-44B7-A3D3-F3A532B42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DF53A-541B-4450-802C-98AEEC2A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B1083-E571-4FA2-818F-389D4A4F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25F5D-3449-4C6F-8E6A-F2A8182F2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0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084E-9745-4094-9171-8CAE4894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4E53E-3642-4AE7-985D-EB93E04F0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C592A-ED9E-4483-8EB8-2C257AEA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8DA62-5C29-4BFB-AB3D-0510C6AB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7967-44A2-4333-9C14-9D66EE9A4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B95C4-B016-40EC-B22A-34F52407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1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2510-8CAE-4874-AB37-600A5A39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C1124-CE3D-41F5-A567-897CF4AA9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12387-7ABE-45FD-BFE8-8B81B32BE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282EF-ED26-408D-823F-8C48B1342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1F8A7-CB88-4E23-87A9-6A0C5142C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15613C-BD95-4C10-989A-0864F91A8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DE8E7-A921-4BCD-86CD-DD335F8F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68F06-B0D4-4599-900F-04CD0F45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4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C4C7-2114-404A-BC20-E69E25A8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40835-4F03-4BE0-9BFE-7643BAE9E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1A8B2-B124-4569-9C63-3239553BA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2C88C-08BB-477E-B0DC-C48BC383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51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E0748-A7B6-4BCE-B4BF-3EEB95BD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2B51C-E89E-4038-BB83-BFA02BF4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BAB2F-2551-46DF-8701-5A23E7C6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0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1DC1-79CD-48D2-86CA-C5E5B242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7E307-F20E-4B01-869B-0CD150DF0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7975B-ED00-440C-A4F2-3FCDC975A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3EA5A-D9EE-49F4-8EAF-CA8F1693D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D3CEF-1BF4-46F7-9667-090A8B2F4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6226D-C8D3-4DF2-ABEF-E075629D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30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2510C-7258-4D69-828C-5FD8F47D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18991E-F862-4118-B29F-57F41207F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BD081-785F-4624-9428-F8BFF27E5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7B6C1-D4F4-446E-B2CA-D61D1692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FF685-DFA6-491A-B387-D080DC05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C7163-EDA8-4E6E-849C-9F0BE842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4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3E388-E759-412D-8436-97E8DE94E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CC418-818D-440A-89E9-713935FE0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F48BF-FEB0-4340-9B4E-12DDE6C3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9B4A6-7747-4BDE-82BA-430C0FB6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72B72-AEC1-4066-9676-5A389AE2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6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A099BE-6F1F-472B-A3DE-B4B2705ED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6FC2D-E5BC-4B64-963B-DFF5D713B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C5907-02E8-4A2E-875D-FDF16016F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8CF95-53CC-4761-9932-4CC6214C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ED7FF-2386-4AFD-8620-1D6E2D3C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4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6F0B1-CCC4-4858-8F60-3118CE54E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4C6BF-8EA6-4567-AF36-FB9FC2B6A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38738-93D7-4840-B7C6-3017CE17E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24FEA-1B67-4161-BBCB-514851A80C86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5071-AE7B-4869-A618-86C69E6694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4D75-7255-43AA-A78F-D660B22FE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CF54B-6422-495F-AAFC-0EA7E7E0B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9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83345"/>
            <a:ext cx="12192000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/>
              <a:t>Angels we have heard on high, </a:t>
            </a:r>
            <a:br>
              <a:rPr lang="en-US" sz="2800" dirty="0"/>
            </a:br>
            <a:r>
              <a:rPr lang="en-US" sz="2800" dirty="0"/>
              <a:t>sweetly singing o'er the plains,</a:t>
            </a:r>
            <a:br>
              <a:rPr lang="en-US" sz="2800" dirty="0"/>
            </a:br>
            <a:r>
              <a:rPr lang="en-US" sz="2800" dirty="0"/>
              <a:t>and the mountains in reply </a:t>
            </a:r>
            <a:br>
              <a:rPr lang="en-US" sz="2800" dirty="0"/>
            </a:br>
            <a:r>
              <a:rPr lang="en-US" sz="2800" dirty="0"/>
              <a:t>echo back their joyous strains</a:t>
            </a:r>
            <a:r>
              <a:rPr lang="en-US" sz="2800" dirty="0">
                <a:solidFill>
                  <a:prstClr val="black"/>
                </a:solidFill>
              </a:rPr>
              <a:t>.</a:t>
            </a:r>
          </a:p>
          <a:p>
            <a:pPr marL="514350" lvl="0" indent="-514350" algn="ctr">
              <a:buAutoNum type="arabicPeriod"/>
            </a:pPr>
            <a:endParaRPr lang="en-US" sz="2800" dirty="0">
              <a:solidFill>
                <a:prstClr val="black"/>
              </a:solidFill>
            </a:endParaRPr>
          </a:p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Refrain:</a:t>
            </a:r>
            <a:endParaRPr lang="en-US" sz="2800" dirty="0">
              <a:solidFill>
                <a:prstClr val="black"/>
              </a:solidFill>
            </a:endParaRPr>
          </a:p>
          <a:p>
            <a:pPr lvl="0" algn="ctr"/>
            <a:endParaRPr lang="en-US" sz="2800" i="1" dirty="0">
              <a:solidFill>
                <a:prstClr val="black"/>
              </a:solidFill>
            </a:endParaRPr>
          </a:p>
          <a:p>
            <a:pPr lvl="0" algn="ctr"/>
            <a:r>
              <a:rPr lang="en-US" sz="2800" dirty="0"/>
              <a:t>Gloria in excelsis Deo, </a:t>
            </a:r>
            <a:br>
              <a:rPr lang="en-US" sz="2800" dirty="0"/>
            </a:br>
            <a:r>
              <a:rPr lang="en-US" sz="2800" dirty="0"/>
              <a:t>gloria in excelsis Deo</a:t>
            </a:r>
            <a:r>
              <a:rPr lang="en-US" sz="2800" i="1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#318 Angels We Have Heard on High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3118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2. </a:t>
            </a:r>
            <a:r>
              <a:rPr lang="en-US" sz="2800" dirty="0"/>
              <a:t>Shepherds, why this jubilee? </a:t>
            </a:r>
            <a:br>
              <a:rPr lang="en-US" sz="2800" dirty="0"/>
            </a:br>
            <a:r>
              <a:rPr lang="en-US" sz="2800" dirty="0"/>
              <a:t>Why your joyous strains prolong? </a:t>
            </a:r>
            <a:br>
              <a:rPr lang="en-US" sz="2800" dirty="0"/>
            </a:br>
            <a:r>
              <a:rPr lang="en-US" sz="2800" dirty="0"/>
              <a:t>Say what may the tidings be,</a:t>
            </a:r>
            <a:br>
              <a:rPr lang="en-US" sz="2800" dirty="0"/>
            </a:br>
            <a:r>
              <a:rPr lang="en-US" sz="2800" dirty="0"/>
              <a:t>which inspire your </a:t>
            </a:r>
            <a:r>
              <a:rPr lang="en-US" sz="2800" dirty="0" err="1"/>
              <a:t>heav'nly</a:t>
            </a:r>
            <a:r>
              <a:rPr lang="en-US" sz="2800" dirty="0"/>
              <a:t> song?</a:t>
            </a:r>
          </a:p>
          <a:p>
            <a:pPr lvl="0" algn="ctr"/>
            <a:endParaRPr lang="en-US" sz="2800" dirty="0">
              <a:solidFill>
                <a:prstClr val="black"/>
              </a:solidFill>
            </a:endParaRPr>
          </a:p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Refrain:</a:t>
            </a:r>
          </a:p>
          <a:p>
            <a:pPr lvl="0" algn="ctr"/>
            <a:endParaRPr lang="en-US" sz="2800" i="1" dirty="0">
              <a:solidFill>
                <a:prstClr val="black"/>
              </a:solidFill>
            </a:endParaRPr>
          </a:p>
          <a:p>
            <a:pPr lvl="0" algn="ctr"/>
            <a:r>
              <a:rPr lang="en-US" sz="2800" dirty="0"/>
              <a:t>Gloria in excelsis Deo, </a:t>
            </a:r>
            <a:br>
              <a:rPr lang="en-US" sz="2800" dirty="0"/>
            </a:br>
            <a:r>
              <a:rPr lang="en-US" sz="2800" dirty="0"/>
              <a:t>gloria in excelsis Deo</a:t>
            </a:r>
            <a:r>
              <a:rPr lang="en-US" sz="2800" i="1" dirty="0">
                <a:solidFill>
                  <a:prstClr val="black"/>
                </a:solidFill>
              </a:rPr>
              <a:t>.</a:t>
            </a:r>
            <a:endParaRPr lang="en-CA" sz="2800" i="1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348A40-1E0A-4800-9CA7-EE8D4AB5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831C0-DE4C-4B6B-85DA-1FF15F62609B}"/>
              </a:ext>
            </a:extLst>
          </p:cNvPr>
          <p:cNvSpPr txBox="1"/>
          <p:nvPr/>
        </p:nvSpPr>
        <p:spPr>
          <a:xfrm>
            <a:off x="0" y="1613118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3. </a:t>
            </a:r>
            <a:r>
              <a:rPr lang="en-US" sz="2800" dirty="0"/>
              <a:t>Come to Bethlehem and see </a:t>
            </a:r>
            <a:br>
              <a:rPr lang="en-US" sz="2800" dirty="0"/>
            </a:br>
            <a:r>
              <a:rPr lang="en-US" sz="2800" dirty="0"/>
              <a:t>him whose birth the angels sing; </a:t>
            </a:r>
            <a:br>
              <a:rPr lang="en-US" sz="2800" dirty="0"/>
            </a:br>
            <a:r>
              <a:rPr lang="en-US" sz="2800" dirty="0"/>
              <a:t>come, adore on bended knee </a:t>
            </a:r>
            <a:br>
              <a:rPr lang="en-US" sz="2800" dirty="0"/>
            </a:br>
            <a:r>
              <a:rPr lang="en-US" sz="2800" dirty="0"/>
              <a:t>Christ the Lord, the newborn King.</a:t>
            </a:r>
          </a:p>
          <a:p>
            <a:pPr lvl="0" algn="ctr"/>
            <a:endParaRPr lang="en-US" sz="2800" dirty="0">
              <a:solidFill>
                <a:prstClr val="black"/>
              </a:solidFill>
            </a:endParaRPr>
          </a:p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Refrain:</a:t>
            </a:r>
          </a:p>
          <a:p>
            <a:pPr lvl="0" algn="ctr"/>
            <a:endParaRPr lang="en-US" sz="2800" i="1" dirty="0">
              <a:solidFill>
                <a:prstClr val="black"/>
              </a:solidFill>
            </a:endParaRPr>
          </a:p>
          <a:p>
            <a:pPr lvl="0" algn="ctr"/>
            <a:r>
              <a:rPr lang="en-US" sz="2800" dirty="0"/>
              <a:t>Gloria in excelsis Deo, </a:t>
            </a:r>
            <a:br>
              <a:rPr lang="en-US" sz="2800" dirty="0"/>
            </a:br>
            <a:r>
              <a:rPr lang="en-US" sz="2800" dirty="0"/>
              <a:t>gloria in excelsis Deo.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80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2020-12-23T23:39:21Z</dcterms:created>
  <dcterms:modified xsi:type="dcterms:W3CDTF">2020-12-23T23:39:41Z</dcterms:modified>
</cp:coreProperties>
</file>