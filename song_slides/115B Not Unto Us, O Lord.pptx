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308" r:id="rId3"/>
    <p:sldId id="305" r:id="rId4"/>
    <p:sldId id="306" r:id="rId5"/>
    <p:sldId id="30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2707-CAE5-4E17-B2FB-7F88F9F32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C6468-ED48-4D7D-B9F7-35FE1135C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002BB-CE13-4B9E-81A2-E24AA032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DAD81-9C9F-4D66-BA7C-8911CC4B4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DBD4F-27B1-41F6-88EA-3F342078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5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956A-DA8A-48F8-B2A7-B6CEC72C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553A9-0208-401A-B882-594E33A78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90A8E-02AF-4DA2-8CBC-D23CC314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790A8-41A5-44AB-ADCE-DC464CE4F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0C7D4-11C4-48BA-8212-BA82611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79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28FF-E680-4881-85DE-B1530FA4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C732C-E6EE-45BD-87C1-76CE28C22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86FDA-7C07-4E17-92E5-454B42DE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41C43-CD89-4C80-BE31-381DAE86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3AAA-0827-407E-B8FB-C195989D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9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C0CE-AAFC-4D27-B00B-B5DFD2E3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F03E-C5E2-4F73-90D5-FEC8EEF09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6BDF8-8DBF-4C33-8D8C-057FE1564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00244-B96D-464C-9A7A-306C39B7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59AC6-30C3-4402-BC04-8AD74533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B1B52-E919-4C58-AF6D-FAC4C580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3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18E3-ACFC-4048-ACDE-56C72E70F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1883B-7288-4A50-96E1-E19E43C46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F9B37-DC17-4AF5-A84F-4C47DC86E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59AD8-89B1-4D7B-AC43-7506B4210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8552C-FDBE-4698-8DCC-FDC5368E9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72353-6EFE-48D0-A035-0AB6E707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A588B-AC7E-42F0-88A1-31F891BB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EF050-FCA6-464B-8395-FB1CBA40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0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C2AB-D4AB-4945-9F7F-133B0D32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FE5EF-7C5B-4694-9E3C-A47C2A9E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F9FCF-1AFB-4A5D-8A8F-54EEA4D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89684-DA45-45EB-81D8-06F0C934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01D0E-2B6B-48CC-AC0F-8D9E0D603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7F865-0847-4173-AA5C-4A36F3DC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E939A-40A6-41C6-B33A-B7CC09BF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5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5B72-2E05-4F75-B44C-25567C67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6459-7292-414D-A94A-B4FF7883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71C5D-A199-483A-8698-52A834903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D7914-B25F-401D-9F04-2BF1F07D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8779C-DFA2-4A0C-82C2-65747D51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F169B-74FE-4F62-9D84-34A55A9B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47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BA7E-EC91-4CA4-B535-47FD12F98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32D0E-2757-41B4-975E-522C4EBB3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D3AD9-983D-45D9-B3FF-699EB8664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EABA6-78AE-4AC1-8E8E-9C09892D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2560F-3352-49FD-A25B-396A4C4B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D43EA-CED6-48F6-9059-4668DD90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5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F6C5-FF37-4B49-AC78-B5F15003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21684-3D34-4EE4-AA2D-5BE7F4E05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C2E18-BF22-4604-9BD5-225F8D99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CC5AF-DE28-4392-B470-578B6DB9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F999F-DD49-4B4E-85E1-72046FB0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9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12EEA-7B97-4233-95A3-A6CF883F0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CCB88-81F8-46FA-A8B7-89041ABAD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39AA0-934C-47A8-8BA7-54B3F0B8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2ECD9-B107-4A60-99C4-38F8EA86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EBD81-687F-41C9-9974-CBD52705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7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EBADF-055A-4468-92F3-F2354DA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D181D-A9FE-42BE-9D8B-F5BC448B6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6F9CA-2E3F-4E30-8AAC-B97FCF6B7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CBF21-B575-429B-A6E8-2A1AE611D939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DADA9-4F3A-47DA-94C1-1F17078B2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1BC32-E5F9-4419-B114-93AD67A2D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5D8E-8728-4BD8-92B5-53854437E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2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#115B Not Unto Us, O Lord of Heaven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Not unto us, O Lord of </a:t>
            </a:r>
            <a:r>
              <a:rPr lang="en-CA" sz="2800" dirty="0" err="1"/>
              <a:t>heav’n</a:t>
            </a:r>
            <a:endParaRPr lang="en-CA" sz="2800" dirty="0"/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unto you be glory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giv’n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In love and truth you do fulfill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counsels of your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sov’reign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will;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Though nations fail your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pow’r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to own,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Yet, Lord, you reign and you alone.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The idol-gods of heathen lands</a:t>
            </a:r>
            <a:br>
              <a:rPr lang="en-US" sz="2800" dirty="0"/>
            </a:br>
            <a:r>
              <a:rPr lang="en-US" sz="2800" dirty="0"/>
              <a:t>are but the work of human hands;</a:t>
            </a:r>
            <a:br>
              <a:rPr lang="en-US" sz="2800" dirty="0"/>
            </a:br>
            <a:r>
              <a:rPr lang="en-US" sz="2800" dirty="0"/>
              <a:t>they cannot see, they cannot speak,</a:t>
            </a:r>
            <a:br>
              <a:rPr lang="en-US" sz="2800" dirty="0"/>
            </a:br>
            <a:r>
              <a:rPr lang="en-US" sz="2800" dirty="0"/>
              <a:t>their ears are deaf, their hands are weak.</a:t>
            </a:r>
            <a:br>
              <a:rPr lang="en-US" sz="2800" dirty="0"/>
            </a:br>
            <a:r>
              <a:rPr lang="en-US" sz="2800" dirty="0"/>
              <a:t>Like them shall be all those who hold</a:t>
            </a:r>
            <a:br>
              <a:rPr lang="en-US" sz="2800" dirty="0"/>
            </a:br>
            <a:r>
              <a:rPr lang="en-US" sz="2800" dirty="0"/>
              <a:t>to gods of silver and of gold.</a:t>
            </a:r>
          </a:p>
        </p:txBody>
      </p:sp>
    </p:spTree>
    <p:extLst>
      <p:ext uri="{BB962C8B-B14F-4D97-AF65-F5344CB8AC3E}">
        <p14:creationId xmlns:p14="http://schemas.microsoft.com/office/powerpoint/2010/main" val="412094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Let </a:t>
            </a:r>
            <a:r>
              <a:rPr lang="en-US" sz="2800" dirty="0" err="1"/>
              <a:t>Isr’el</a:t>
            </a:r>
            <a:r>
              <a:rPr lang="en-US" sz="2800" dirty="0"/>
              <a:t> trust in God alone,</a:t>
            </a:r>
          </a:p>
          <a:p>
            <a:pPr algn="ctr"/>
            <a:r>
              <a:rPr lang="en-US" sz="2800" dirty="0"/>
              <a:t>The Lord whose grace and </a:t>
            </a:r>
            <a:r>
              <a:rPr lang="en-US" sz="2800" dirty="0" err="1"/>
              <a:t>pow’r</a:t>
            </a:r>
            <a:r>
              <a:rPr lang="en-US" sz="2800" dirty="0"/>
              <a:t> are known.</a:t>
            </a:r>
          </a:p>
          <a:p>
            <a:pPr algn="ctr"/>
            <a:r>
              <a:rPr lang="en-US" sz="2800" dirty="0"/>
              <a:t>To him your full allegiance yield,</a:t>
            </a:r>
          </a:p>
          <a:p>
            <a:pPr algn="ctr"/>
            <a:r>
              <a:rPr lang="en-US" sz="2800" dirty="0"/>
              <a:t>And he will be your help and shield.</a:t>
            </a:r>
          </a:p>
          <a:p>
            <a:pPr algn="ctr"/>
            <a:r>
              <a:rPr lang="en-US" sz="2800" dirty="0"/>
              <a:t>All those who fear him God will bless;</a:t>
            </a:r>
          </a:p>
          <a:p>
            <a:pPr algn="ctr"/>
            <a:r>
              <a:rPr lang="en-US" sz="2800" dirty="0"/>
              <a:t>His saints have proved his faithfulness.</a:t>
            </a:r>
          </a:p>
        </p:txBody>
      </p:sp>
    </p:spTree>
    <p:extLst>
      <p:ext uri="{BB962C8B-B14F-4D97-AF65-F5344CB8AC3E}">
        <p14:creationId xmlns:p14="http://schemas.microsoft.com/office/powerpoint/2010/main" val="248257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All you who fear him and adore,</a:t>
            </a:r>
            <a:br>
              <a:rPr lang="en-US" sz="2800" dirty="0"/>
            </a:br>
            <a:r>
              <a:rPr lang="en-US" sz="2800" dirty="0"/>
              <a:t>the Lord increase you more and more.</a:t>
            </a:r>
            <a:br>
              <a:rPr lang="en-US" sz="2800" dirty="0"/>
            </a:br>
            <a:r>
              <a:rPr lang="en-US" sz="2800" dirty="0"/>
              <a:t>Both great and small who him confess,</a:t>
            </a:r>
            <a:br>
              <a:rPr lang="en-US" sz="2800" dirty="0"/>
            </a:br>
            <a:r>
              <a:rPr lang="en-US" sz="2800" dirty="0"/>
              <a:t>you and your children he will bless.</a:t>
            </a:r>
            <a:br>
              <a:rPr lang="en-US" sz="2800" dirty="0"/>
            </a:br>
            <a:r>
              <a:rPr lang="en-US" sz="2800" dirty="0"/>
              <a:t>Yea, blest are you by him who made</a:t>
            </a:r>
            <a:br>
              <a:rPr lang="en-US" sz="2800" dirty="0"/>
            </a:br>
            <a:r>
              <a:rPr lang="en-US" sz="2800" dirty="0"/>
              <a:t>the </a:t>
            </a:r>
            <a:r>
              <a:rPr lang="en-US" sz="2800" dirty="0" err="1"/>
              <a:t>heav'ns</a:t>
            </a:r>
            <a:r>
              <a:rPr lang="en-US" sz="2800" dirty="0"/>
              <a:t>, and earth's foundations laid.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D03939-6C9F-4533-973D-86C4529DC4E6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01232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The </a:t>
            </a:r>
            <a:r>
              <a:rPr lang="en-US" sz="2800" dirty="0" err="1"/>
              <a:t>heav'ns</a:t>
            </a:r>
            <a:r>
              <a:rPr lang="en-US" sz="2800" dirty="0"/>
              <a:t> are God's since time began,</a:t>
            </a:r>
            <a:br>
              <a:rPr lang="en-US" sz="2800" dirty="0"/>
            </a:br>
            <a:r>
              <a:rPr lang="en-US" sz="2800" dirty="0"/>
              <a:t>but he has </a:t>
            </a:r>
            <a:r>
              <a:rPr lang="en-US" sz="2800" dirty="0" err="1"/>
              <a:t>giv'n</a:t>
            </a:r>
            <a:r>
              <a:rPr lang="en-US" sz="2800" dirty="0"/>
              <a:t> the earth to man.</a:t>
            </a:r>
            <a:br>
              <a:rPr lang="en-US" sz="2800" dirty="0"/>
            </a:br>
            <a:r>
              <a:rPr lang="en-US" sz="2800" dirty="0"/>
              <a:t>The dead praise not the living God,</a:t>
            </a:r>
            <a:br>
              <a:rPr lang="en-US" sz="2800" dirty="0"/>
            </a:br>
            <a:r>
              <a:rPr lang="en-US" sz="2800" dirty="0"/>
              <a:t>but we will sound his praise abroad.</a:t>
            </a:r>
            <a:br>
              <a:rPr lang="en-US" sz="2800" dirty="0"/>
            </a:br>
            <a:r>
              <a:rPr lang="en-US" sz="2800" dirty="0"/>
              <a:t>Yea, we will ever bless his name;</a:t>
            </a:r>
            <a:br>
              <a:rPr lang="en-US" sz="2800" dirty="0"/>
            </a:br>
            <a:r>
              <a:rPr lang="en-US" sz="2800" dirty="0"/>
              <a:t>O praise the Lord, his praise proclaim.</a:t>
            </a:r>
          </a:p>
        </p:txBody>
      </p:sp>
    </p:spTree>
    <p:extLst>
      <p:ext uri="{BB962C8B-B14F-4D97-AF65-F5344CB8AC3E}">
        <p14:creationId xmlns:p14="http://schemas.microsoft.com/office/powerpoint/2010/main" val="98228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277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#115B Not Unto Us, O Lord of Heaven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#115B Not Unto Us, O Lord of Heaven</dc:title>
  <dc:creator>Eric Hoogendoorn</dc:creator>
  <cp:lastModifiedBy>Neil</cp:lastModifiedBy>
  <cp:revision>4</cp:revision>
  <dcterms:created xsi:type="dcterms:W3CDTF">2020-04-26T02:59:57Z</dcterms:created>
  <dcterms:modified xsi:type="dcterms:W3CDTF">2023-03-03T21:29:47Z</dcterms:modified>
</cp:coreProperties>
</file>