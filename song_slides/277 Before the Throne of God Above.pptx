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30" r:id="rId2"/>
    <p:sldId id="331" r:id="rId3"/>
    <p:sldId id="33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0044A-8426-43F7-890A-D2D1109A9652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A502A-AECD-4AA5-BED7-9FE2DCF5E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8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EDF7-3144-42E0-B532-3324B816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9056E-7F2A-46BF-9C93-36A454D4B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F0800-C624-411F-ACA6-65F363DD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39FFC-AA39-4EB0-B73F-4EBD1E4631BA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F5490-8FAC-4491-93F8-E6DC32E3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6F7D4-CE47-408D-9203-53E34649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2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E73C-848C-4F85-9220-EDED4AD4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5F223-441E-4C5B-A7B0-6BC354797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392DC-33A8-49FE-80D6-08DFB32A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F523-1A7A-41FD-BDA1-48CBAECE8EF8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ADD2F-5E7E-44E8-8F0F-251030D35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4EAF0-0966-4EA8-9BC5-D9E1E339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5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20C3-3C5A-4C32-8134-6429388AD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A6B2D-1FF1-41DA-9F83-C99918134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D046-5250-4B7E-8FAE-AE5147F6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4689-21FF-41B1-80AD-BBCDE49881A4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56B1C-504D-42F6-965E-02478B5B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4CFE7-FC71-4DC5-93D7-5A025528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3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D8FD-9195-46BB-886C-B877D66B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27B90-3B1B-4245-ABB5-A074CC12C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55E41-7D8F-4EE6-A631-C8D663214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65ABD-AD48-4063-B7D6-EE7F6B16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BAD0B-E521-4FB1-967C-6E6B82A4ED52}" type="datetime1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C3123-BBAD-4AB2-937F-477E7212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AB0ED-2956-4AB8-8625-84A83148A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0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E7A9-438A-49D7-BA3D-301426C9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38115-047F-46A3-8862-728993820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9C24B-2BF5-4FDD-B088-7C9F35F0B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9870B-A304-468E-9D3D-0F70D0A7A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0A8A30-3CA9-40A4-B8EC-8B30CCA96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D5E07-7374-4E7C-92E5-AEBBD76E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CCD6-76F6-4460-80F8-4C14F0CEA9A9}" type="datetime1">
              <a:rPr lang="en-US" smtClean="0"/>
              <a:t>4/2/2022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46C7C-2B9A-4ACF-8102-EBFAF3A6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F919E-E293-40AB-B5F2-6C922B9F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7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F119-5215-48D1-9644-9FEEC23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46E03-39AC-44CD-8BB5-072178AD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3D985-97FA-49BA-93FE-2DFA9373F07F}" type="datetime1">
              <a:rPr lang="en-US" smtClean="0"/>
              <a:t>4/2/2022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A12CB-4119-4093-81C4-890BDF7F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83186-CDFF-4AD1-A739-B9FAAD9B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D5CDB-6894-4032-A122-FAED3FE8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03C8D-26D7-4F5F-8B82-B469DBE0998A}" type="datetime1">
              <a:rPr lang="en-US" smtClean="0"/>
              <a:t>4/2/2022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618CE-6474-4FBC-B528-B2790ECF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4E6B3-F598-428E-9EC8-B4A8C8B7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0456-A676-4550-9F2F-D0F0A829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2A583-B7ED-4758-803A-3EFE08DEA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B8E81-A206-4A29-9376-F31C37F51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2F089-19CA-4EAE-AAF6-B968F3DF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DFA49-0FCE-42C7-924D-6622D1AABEA4}" type="datetime1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E2C55-9F18-4655-8FB5-301B41D4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EB331-59F0-42B3-9201-715C6EA8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1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C4AC-6CD9-4327-850F-2E95838A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68529-DA94-4B5B-A395-5E21DAF9F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AE86C-C07A-4FB5-8AC2-DDC47A59D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EBD47-BA16-43F5-9C1B-7EDDA877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3BED-DB13-491E-AD0D-7F4ECA8A2CA6}" type="datetime1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FD607-33D7-4F60-8CE0-A2038A26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DA435-CD98-4A9C-8E35-BE157913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1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6820-5D3E-47C7-84FC-871A44FA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34182-42C4-4913-BC9B-A4CA99B83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FAFBF-5C73-4360-A05C-C80A081E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889A-523E-456E-89C9-46498D50538D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0CA0D-28DB-491F-B507-7F079AC0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D6C7E-1273-4F7F-AAAF-69DF2F68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1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6EFBA-13FA-45ED-8799-52525A72C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46F76-B460-46F4-8987-4D74C6644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24249-EF18-43FF-82B8-07CF7041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5F7D-0DDC-4CA5-824A-906AD1E719F4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E7FA0-B5A4-4C90-BA1D-CF456B25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1A1ED-284C-460F-A104-B83B8C6A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5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3552C-7020-4CA3-B0EC-0DB1FD06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F98CC-FFD8-40A3-88FE-CD9FFCC7D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05765-E229-406E-A81F-C098CB700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7E1B8-0A6F-451D-86B6-7519F05A760C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DD97-ABC1-47A1-B2A2-C542A95DA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1997 Sovereign Grace Worship,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DB04-E5C9-4F5B-A575-8F542A6C5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C60D3-C69D-43AE-B0FE-A5B820473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7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Before the throne of God above,</a:t>
            </a:r>
            <a:br>
              <a:rPr lang="en-US" sz="2800" dirty="0"/>
            </a:br>
            <a:r>
              <a:rPr lang="en-US" sz="2800" dirty="0"/>
              <a:t>I have a strong and perfect plea,</a:t>
            </a:r>
            <a:br>
              <a:rPr lang="en-US" sz="2800" dirty="0"/>
            </a:br>
            <a:r>
              <a:rPr lang="en-US" sz="2800" dirty="0"/>
              <a:t>a great High Priest whose name is Love,</a:t>
            </a:r>
            <a:br>
              <a:rPr lang="en-US" sz="2800" dirty="0"/>
            </a:br>
            <a:r>
              <a:rPr lang="en-US" sz="2800" dirty="0"/>
              <a:t>who ever lives and pleads for me.</a:t>
            </a:r>
            <a:br>
              <a:rPr lang="en-US" sz="2800" dirty="0"/>
            </a:br>
            <a:r>
              <a:rPr lang="en-US" sz="2800" dirty="0"/>
              <a:t>My name is graven on his hands,</a:t>
            </a:r>
            <a:br>
              <a:rPr lang="en-US" sz="2800" dirty="0"/>
            </a:br>
            <a:r>
              <a:rPr lang="en-US" sz="2800" dirty="0"/>
              <a:t>my name is written on his heart.</a:t>
            </a:r>
            <a:br>
              <a:rPr lang="en-US" sz="2800" dirty="0"/>
            </a:br>
            <a:r>
              <a:rPr lang="en-US" sz="2800" dirty="0"/>
              <a:t>I know that while in </a:t>
            </a:r>
            <a:r>
              <a:rPr lang="en-US" sz="2800" dirty="0" err="1"/>
              <a:t>heav'n</a:t>
            </a:r>
            <a:r>
              <a:rPr lang="en-US" sz="2800" dirty="0"/>
              <a:t> he stands,</a:t>
            </a:r>
            <a:br>
              <a:rPr lang="en-US" sz="2800" dirty="0"/>
            </a:br>
            <a:r>
              <a:rPr lang="en-US" sz="2800" dirty="0"/>
              <a:t>no tongue can bid me thence depart, </a:t>
            </a:r>
            <a:br>
              <a:rPr lang="en-US" sz="2800" dirty="0"/>
            </a:br>
            <a:r>
              <a:rPr lang="en-US" sz="2800" dirty="0"/>
              <a:t>no tongue can bid me thence depart.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57841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#277 Before the Throne of God Above</a:t>
            </a:r>
          </a:p>
        </p:txBody>
      </p:sp>
    </p:spTree>
    <p:extLst>
      <p:ext uri="{BB962C8B-B14F-4D97-AF65-F5344CB8AC3E}">
        <p14:creationId xmlns:p14="http://schemas.microsoft.com/office/powerpoint/2010/main" val="97208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When Satan tempts me to despair</a:t>
            </a:r>
            <a:br>
              <a:rPr lang="en-US" sz="2800" dirty="0"/>
            </a:br>
            <a:r>
              <a:rPr lang="en-US" sz="2800" dirty="0"/>
              <a:t>and tells me of the guilt within,</a:t>
            </a:r>
            <a:br>
              <a:rPr lang="en-US" sz="2800" dirty="0"/>
            </a:br>
            <a:r>
              <a:rPr lang="en-US" sz="2800" dirty="0"/>
              <a:t>upward I look and see him there,</a:t>
            </a:r>
            <a:br>
              <a:rPr lang="en-US" sz="2800" dirty="0"/>
            </a:br>
            <a:r>
              <a:rPr lang="en-US" sz="2800" dirty="0"/>
              <a:t>who made an end to all my sin.</a:t>
            </a:r>
            <a:br>
              <a:rPr lang="en-US" sz="2800" dirty="0"/>
            </a:br>
            <a:r>
              <a:rPr lang="en-US" sz="2800" dirty="0"/>
              <a:t>Because the sinless Savior died,</a:t>
            </a:r>
            <a:br>
              <a:rPr lang="en-US" sz="2800" dirty="0"/>
            </a:br>
            <a:r>
              <a:rPr lang="en-US" sz="2800" dirty="0"/>
              <a:t>my sinful soul is counted free;</a:t>
            </a:r>
            <a:br>
              <a:rPr lang="en-US" sz="2800" dirty="0"/>
            </a:br>
            <a:r>
              <a:rPr lang="en-US" sz="2800" dirty="0"/>
              <a:t>for God, the just, is satisfied</a:t>
            </a:r>
            <a:br>
              <a:rPr lang="en-US" sz="2800" dirty="0"/>
            </a:br>
            <a:r>
              <a:rPr lang="en-US" sz="2800" dirty="0"/>
              <a:t>to look on him and pardon me,</a:t>
            </a:r>
            <a:br>
              <a:rPr lang="en-US" sz="2800" dirty="0"/>
            </a:br>
            <a:r>
              <a:rPr lang="en-US" sz="2800" dirty="0"/>
              <a:t>to look on him and pardon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1571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Behold him there, the risen Lamb,</a:t>
            </a:r>
            <a:br>
              <a:rPr lang="en-US" sz="2800" dirty="0"/>
            </a:br>
            <a:r>
              <a:rPr lang="en-US" sz="2800" dirty="0"/>
              <a:t>my perfect, spotless righteousness,</a:t>
            </a:r>
            <a:br>
              <a:rPr lang="en-US" sz="2800" dirty="0"/>
            </a:br>
            <a:r>
              <a:rPr lang="en-US" sz="2800" dirty="0"/>
              <a:t>the great unchangeable I AM,</a:t>
            </a:r>
            <a:br>
              <a:rPr lang="en-US" sz="2800" dirty="0"/>
            </a:br>
            <a:r>
              <a:rPr lang="en-US" sz="2800" dirty="0"/>
              <a:t>the King of glory and of grace!</a:t>
            </a:r>
            <a:br>
              <a:rPr lang="en-US" sz="2800" dirty="0"/>
            </a:br>
            <a:r>
              <a:rPr lang="en-US" sz="2800" dirty="0"/>
              <a:t>One with himself I cannot die.</a:t>
            </a:r>
            <a:br>
              <a:rPr lang="en-US" sz="2800" dirty="0"/>
            </a:br>
            <a:r>
              <a:rPr lang="en-US" sz="2800" dirty="0"/>
              <a:t>My soul is purchased by his blood!</a:t>
            </a:r>
            <a:br>
              <a:rPr lang="en-US" sz="2800" dirty="0"/>
            </a:br>
            <a:r>
              <a:rPr lang="en-US" sz="2800" dirty="0"/>
              <a:t>My life is hid with Christ on high,</a:t>
            </a:r>
            <a:br>
              <a:rPr lang="en-US" sz="2800" dirty="0"/>
            </a:br>
            <a:r>
              <a:rPr lang="en-US" sz="2800" dirty="0"/>
              <a:t>with Christ, my Savior and my God,</a:t>
            </a:r>
            <a:br>
              <a:rPr lang="en-US" sz="2800" dirty="0"/>
            </a:br>
            <a:r>
              <a:rPr lang="en-US" sz="2800" dirty="0"/>
              <a:t>with Christ, my Savior and my God.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1997 Sovereign Grace Worship,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9367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2020-07-10T02:05:48Z</dcterms:created>
  <dcterms:modified xsi:type="dcterms:W3CDTF">2022-04-02T23:05:25Z</dcterms:modified>
</cp:coreProperties>
</file>