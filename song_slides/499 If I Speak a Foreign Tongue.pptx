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41926-2296-4E77-847A-C5BD3FB04992}" type="datetimeFigureOut">
              <a:rPr lang="en-US" smtClean="0"/>
              <a:t>1/20/2023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C8037-A6AD-4745-9F78-98B9783A2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4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8A0C-6D14-AFC3-A2FE-B012C0C3B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6C657-F2EC-826F-6BBC-16918416A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6A5CC-4FD1-9116-5925-A5EF9742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655CA-4663-41EC-924A-43CFE9E65A09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2D6AF-7D88-BB13-6B5D-6C15A099C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F908A-F487-07DA-0E26-C2FF432C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2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AD04-C81B-9741-8084-12461AD6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25B7B-AF85-F21F-B339-8082BA06B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8437A-14B6-7732-318B-5D1227E5B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6C1D6-7E0A-4CB0-B083-667FCC8FAEA0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88951-52A7-E06C-5642-153A7CF3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C9024-CCFC-5270-8FED-9E446073C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72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C2CB8-A79D-91FF-B6A8-673458E71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E9469D-DBB3-8544-8FCE-CF06A2880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3C66D-8BE3-0EDA-9875-26CEE8CA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3363E-F29E-4EBC-B143-13CC6251B9DF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AA25-C1A6-79F0-90A7-B03C39CC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7067B-EBBF-3831-4077-50A32C5D6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2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A4E5-A635-B83E-D408-2DC4FD260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E16EE-04CE-7ECB-26F1-0C65D332C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F13B0-CEBF-9E47-AF5A-C9C8B67AF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E05F8-7097-972D-A804-777CE601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EC4CA-418C-4D2C-B2C7-A4682BBFCDCD}" type="datetime1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600E6-828C-E1E0-9AA9-09A5C0AC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B648C-BA83-7C27-AFD7-74B65D61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9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0F6DB-A468-3936-F4EE-80BB703D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83B66-7DF5-E298-FEEF-4814275EC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7C0C7A-D5F8-41E7-5DF1-376C79DA3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02D86-4371-BD6D-905A-FCC9429E8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DCBEE6-DFAA-DA16-4AEE-A803ECEC1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BD7141-62D6-9110-F6E7-C0302FAC6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7A243-0157-4DFA-8BBB-3F11F68F2155}" type="datetime1">
              <a:rPr lang="en-US" smtClean="0"/>
              <a:t>1/20/2023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8F77F-A0A8-342D-A044-597C5327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2DC9E-EB31-6E19-AD2C-488393DE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0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4749-B4DC-CF04-7AD0-AF472F62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6D623-BC84-5E89-489A-D81DC397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0C970-B54D-4C6D-A7D8-651D5A39812D}" type="datetime1">
              <a:rPr lang="en-US" smtClean="0"/>
              <a:t>1/20/2023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D918-95A3-36A5-57A8-CB7B4B494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6D49C9-5048-E949-0D06-A232544A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15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801E84-9E5B-20EC-97FF-6F45B41FE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210A0-4F18-4C6B-A17F-125900D9EDB1}" type="datetime1">
              <a:rPr lang="en-US" smtClean="0"/>
              <a:t>1/20/2023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3FB79-2295-3779-FB38-18EF389C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128E6-8662-5E59-1E3A-D9A9803EA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57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DAF2-C3EA-EE43-A4F5-111975FA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BABA7-AC46-1FFD-61FF-C06C0A265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09C29-3C88-8514-C08C-32FC9A73C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447CB-5027-F39E-141C-5F0D6003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798B3-0C7C-45BE-913C-1C6F5AF8D5BF}" type="datetime1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B84A4-31C0-203A-68C3-3B238C93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FE617-636D-3B04-EFAC-F169F576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8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EB0D-13CA-C2A9-0F3A-08227FFDD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8E6C74-D2C1-43B2-7915-3EB680FC0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29C973-C5FF-CD95-6599-F231650B8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7AA11-8303-89E9-25D0-C62FEAA9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A2728-7B5C-422F-B027-989BFA12E925}" type="datetime1">
              <a:rPr lang="en-US" smtClean="0"/>
              <a:t>1/20/2023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48C65-70DF-16ED-9D17-D330D664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FF4E-7FD0-5003-6303-5C4396672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369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2686-AF35-7093-F703-B0019A4D5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CEBF3-D25E-2698-109D-53B44656F2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79400-70D0-AC6D-F29F-A34772B4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8852-A9CB-41BB-ACD5-524152EE23EF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B7D7C-F013-A342-F1BC-2BA0BA0B3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92B9D-41AA-A484-B06E-BDEE4D78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40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EE5C85-755E-8918-C9DD-212F65129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85832C-E725-CDB2-EFE6-DB0B5D13D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0F833-D77C-5A72-E5CB-40C4C662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76E37-DF07-4B27-90B1-BC4011BEBF0F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B3378-0CE6-7E17-593C-A1B611ED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88494-1EF5-85B9-2CC7-33A45AD7F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41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96CD3E-1D12-70BA-73DE-E0DCB31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565C4-F0D2-0DC4-8A70-6CDE212FC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CA11-9207-07CC-0BDF-22F6697E5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3E2A3-06F8-4D56-9252-1FF20E776DFC}" type="datetime1">
              <a:rPr lang="en-US" smtClean="0"/>
              <a:t>1/20/2023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E57-46A4-E759-00B9-943C0DC14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1987, CRC Puclications/Faith Alive Christian Resources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68D1D-3ED1-AF94-94AF-D7F26881C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94813-F481-4106-95E2-E7134DDA0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0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AC49-743F-473D-DFF4-84038CD4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#499 If I Speak a Foreign Tongue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A268D-624D-AE23-A217-344784C01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If I speak a foreign tongue,</a:t>
            </a:r>
          </a:p>
          <a:p>
            <a:pPr marL="0" indent="0" algn="ctr">
              <a:buNone/>
            </a:pPr>
            <a:r>
              <a:rPr lang="en-US" dirty="0"/>
              <a:t>If I sing the angel’s song,</a:t>
            </a:r>
          </a:p>
          <a:p>
            <a:pPr marL="0" indent="0" algn="ctr">
              <a:buNone/>
            </a:pPr>
            <a:r>
              <a:rPr lang="en-US" dirty="0"/>
              <a:t>I am still a noisy gong if I have not love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C9748-CCC3-650A-5E3F-49ED403E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1645763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C8328-3D53-4B50-41C1-E300E06E6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2. If all learning I approve</a:t>
            </a:r>
          </a:p>
          <a:p>
            <a:pPr marL="0" indent="0" algn="ctr">
              <a:buNone/>
            </a:pPr>
            <a:r>
              <a:rPr lang="en-US" dirty="0"/>
              <a:t> and my faith can mountains move,</a:t>
            </a:r>
          </a:p>
          <a:p>
            <a:pPr marL="0" indent="0" algn="ctr">
              <a:buNone/>
            </a:pPr>
            <a:r>
              <a:rPr lang="en-US" dirty="0"/>
              <a:t>All these gifts still nothing prove</a:t>
            </a:r>
          </a:p>
          <a:p>
            <a:pPr marL="0" indent="0" algn="ctr">
              <a:buNone/>
            </a:pPr>
            <a:r>
              <a:rPr lang="en-US" dirty="0"/>
              <a:t>If I have not love.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EEA196-CA60-5FA6-5A16-56AC7B75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18580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80AB1-2893-4F20-69E6-4B48A5A5A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If I give away all gain,</a:t>
            </a:r>
          </a:p>
          <a:p>
            <a:pPr marL="0" indent="0" algn="ctr">
              <a:buNone/>
            </a:pPr>
            <a:r>
              <a:rPr lang="en-US" dirty="0"/>
              <a:t>Suffer martyrdom in pain,</a:t>
            </a:r>
          </a:p>
          <a:p>
            <a:pPr marL="0" indent="0" algn="ctr">
              <a:buNone/>
            </a:pPr>
            <a:r>
              <a:rPr lang="en-US" dirty="0"/>
              <a:t>Nothing yet do I attain</a:t>
            </a:r>
          </a:p>
          <a:p>
            <a:pPr marL="0" indent="0" algn="ctr">
              <a:buNone/>
            </a:pPr>
            <a:r>
              <a:rPr lang="en-US" dirty="0"/>
              <a:t>If I have not love.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12A30D-B00A-8971-6B91-26FE5B79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925777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6136E-A88B-DCF2-449B-30E521CC4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Love is patient, love is kind;</a:t>
            </a:r>
          </a:p>
          <a:p>
            <a:pPr marL="0" indent="0" algn="ctr">
              <a:buNone/>
            </a:pPr>
            <a:r>
              <a:rPr lang="en-US" dirty="0"/>
              <a:t>Love rejects an evil mind.</a:t>
            </a:r>
          </a:p>
          <a:p>
            <a:pPr marL="0" indent="0" algn="ctr">
              <a:buNone/>
            </a:pPr>
            <a:r>
              <a:rPr lang="en-US" dirty="0"/>
              <a:t>Jealousy is left behind</a:t>
            </a:r>
          </a:p>
          <a:p>
            <a:pPr marL="0" indent="0" algn="ctr">
              <a:buNone/>
            </a:pPr>
            <a:r>
              <a:rPr lang="en-US" dirty="0"/>
              <a:t>If I have this love.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28A28-4BA2-919A-066F-09A9D473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2621161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E3BFE-27FA-F5AD-F5F8-674095045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Love is endless in its reign,</a:t>
            </a:r>
          </a:p>
          <a:p>
            <a:pPr marL="0" indent="0" algn="ctr">
              <a:buNone/>
            </a:pPr>
            <a:r>
              <a:rPr lang="en-US" dirty="0"/>
              <a:t>Though all tongues and knowledge wane.</a:t>
            </a:r>
          </a:p>
          <a:p>
            <a:pPr marL="0" indent="0" algn="ctr">
              <a:buNone/>
            </a:pPr>
            <a:r>
              <a:rPr lang="en-US" dirty="0"/>
              <a:t>Faith and hope and love remain;</a:t>
            </a:r>
          </a:p>
          <a:p>
            <a:pPr marL="0" indent="0" algn="ctr">
              <a:buNone/>
            </a:pPr>
            <a:r>
              <a:rPr lang="en-US" dirty="0"/>
              <a:t>Greatest still is love.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2E8D0-3DAD-D406-7431-C9727277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1987, CRC Puclications/Faith Alive Christian Resources</a:t>
            </a:r>
          </a:p>
        </p:txBody>
      </p:sp>
    </p:spTree>
    <p:extLst>
      <p:ext uri="{BB962C8B-B14F-4D97-AF65-F5344CB8AC3E}">
        <p14:creationId xmlns:p14="http://schemas.microsoft.com/office/powerpoint/2010/main" val="2374285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189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#499 If I Speak a Foreign Tongue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#499 If I Speak a Foreign Tongue</dc:title>
  <dc:creator>Neil</dc:creator>
  <cp:lastModifiedBy>Neil</cp:lastModifiedBy>
  <cp:revision>1</cp:revision>
  <dcterms:created xsi:type="dcterms:W3CDTF">2023-01-20T16:50:46Z</dcterms:created>
  <dcterms:modified xsi:type="dcterms:W3CDTF">2023-01-20T16:58:04Z</dcterms:modified>
</cp:coreProperties>
</file>