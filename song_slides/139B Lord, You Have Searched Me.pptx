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69B26-C90A-446C-987B-4DB3D43CDD21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190C3-A5BD-46BD-9C02-E4D3765C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9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A5CF-08DA-4095-B7DA-1558DD9B6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9E511-FFB7-4457-AB0F-82CADD97D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1400-7F11-407B-A898-16B06699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0082-0BFF-45E4-BFA5-CAA3D6F775CD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8864B-1787-4262-80E3-08457302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57BAB-C57B-4586-A763-CBB459F4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6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036B-B4E0-4DA5-9419-6E43BBD2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7CDA-7E78-4559-939C-608963E8A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6103C-B2B3-4CA5-BD3D-3BAC380D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E11C-08A0-48A0-8AB5-0E38321EED4F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66DF-2D10-4DAF-8987-7153D4E2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C47A-26A1-4738-AB94-CB58C2CF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5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E3EE-3D07-425A-AEB9-BB4421A7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1-4D84-4646-BA75-E7777E324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E07FA-3073-4E0F-B868-196544FA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8A9C8-FA2F-4996-8BA9-E4EE38ADF9AF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4366E-8E06-4325-9464-5DCB5D84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B353-7DB5-4297-9B62-3CDF2D2C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1039-845B-47FE-88B3-4AD36E09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1B09D-CCE8-4B60-9049-D458555E5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49F03-293B-44AF-B7E2-CB08174A6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AB6C-5D2A-405A-B35E-C7279DE2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5D859-7FB6-4845-A228-43C116D3651A}" type="datetime1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D25E-A79A-4F8B-9211-E9CF6D06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058D7-3D53-43FF-A4A5-C3CCAE60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9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CB65-22CF-4AD4-BB81-EBC4CC3E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DAD5E-430A-472C-BC88-6B12D1D8E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CB0F3-414A-489D-97EE-FD841D8AF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50FCE-9C66-4322-BA2C-399FD2C27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8EB73-4DB7-49BC-8CB6-728A4930D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A01CD-B81C-4B13-9C3D-F6A30401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F2AE-7801-407E-B24B-9027D0483BB5}" type="datetime1">
              <a:rPr lang="en-US" smtClean="0"/>
              <a:t>8/29/2020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03AAB-D578-4A25-9CA0-C928677D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C94F1-32DB-4860-942C-73B47FD5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5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96A7-75A0-48A5-ADF8-5F0EC5F8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A856E-5F37-4083-94FF-2DA69B83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1BFE-6549-4376-9BFF-E398250432A8}" type="datetime1">
              <a:rPr lang="en-US" smtClean="0"/>
              <a:t>8/29/2020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278B1-C57B-41D1-B1F1-5CFC4839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59CF8-09D1-4F36-9424-EC860700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1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D7EC4-6DA5-4554-81F3-A0CA3813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59DF2-39B6-46BF-873C-5A504A7CD968}" type="datetime1">
              <a:rPr lang="en-US" smtClean="0"/>
              <a:t>8/29/2020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9C35C-5217-42AC-9A25-83251F64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C7A2-3E62-41AB-B034-FF474694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6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5AD0-3D79-4AB2-891E-F8CAA49F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EA983-E37C-4BD5-9670-13C1E52F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EFEB1-2EA9-4189-A122-B47434E08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E103C-921F-4BDC-A4E4-B3C83952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7921-D3B5-455D-BFDD-9D74E3A343FA}" type="datetime1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B195C-36F5-4426-9F1D-A45F3270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1CCEE-69B5-4302-961F-020B77C2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6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8C6B-E05F-431E-BDDA-924F5FF3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8BD3A-4037-4AD3-B83C-EADCBACD5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5AA17-0BF0-484C-96BD-054EF3BA8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71B3A-93F7-4780-850D-6014973F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B3496-0E19-459B-993D-83236F7271D2}" type="datetime1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21647-18C3-4A10-900B-3C0C2DD5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8683D-C769-4369-AE02-B79E22F7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8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D787-79A2-4806-9D42-660C2968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0C1D3-7CC1-4AF0-94EE-B0A203143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5DFDB-E835-438E-A2B8-B7A3481B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F9417-220A-47E9-8E6C-7891CA83F16C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C1457-C299-41D9-8E4B-0021E3CF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C8E66-BDB7-4F1C-9849-9B35606F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7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EDD8-CA9C-41BA-BD00-6EE6498FD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84907-651E-4641-9E82-5A182167F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2560F-975A-484C-9417-A5853AB5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51C6-1D6D-4B49-A3DE-EB9D1057767E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9FD7-5922-44DD-8B6D-1CD633B2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2799-2D51-420C-94AF-962E3AB0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1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500AB-9A7E-4153-A04F-32CE7A266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ACA3D-B696-41D7-9134-BC0FB8D2C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A27D-B014-46AC-B3DE-011C25896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D37DC-686E-4C8D-A68E-BA24AA4B0A25}" type="datetime1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E93D1-09CD-4C27-827E-CC3FFC6E2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1B150-6922-4514-83F5-43DEFC97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E44A9-4CE3-48FB-9F1D-709BF6342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6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LORD, you have searched me and you know</a:t>
            </a:r>
            <a:br>
              <a:rPr lang="en-US" sz="2800" dirty="0"/>
            </a:br>
            <a:r>
              <a:rPr lang="en-US" sz="2800" dirty="0" err="1"/>
              <a:t>where'er</a:t>
            </a:r>
            <a:r>
              <a:rPr lang="en-US" sz="2800" dirty="0"/>
              <a:t> I rest, </a:t>
            </a:r>
            <a:r>
              <a:rPr lang="en-US" sz="2800" dirty="0" err="1"/>
              <a:t>where'er</a:t>
            </a:r>
            <a:r>
              <a:rPr lang="en-US" sz="2800" dirty="0"/>
              <a:t> I go;</a:t>
            </a:r>
            <a:br>
              <a:rPr lang="en-US" sz="2800" dirty="0"/>
            </a:br>
            <a:r>
              <a:rPr lang="en-US" sz="2800" dirty="0"/>
              <a:t>you search my thoughts and know my plans,</a:t>
            </a:r>
            <a:br>
              <a:rPr lang="en-US" sz="2800" dirty="0"/>
            </a:br>
            <a:r>
              <a:rPr lang="en-US" sz="2800" dirty="0"/>
              <a:t>and all my ways are in your hands.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#139B Lord, You Have Searched Me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My words from you I cannot hide,</a:t>
            </a:r>
            <a:br>
              <a:rPr lang="en-US" sz="2800" dirty="0"/>
            </a:br>
            <a:r>
              <a:rPr lang="en-US" sz="2800" dirty="0"/>
              <a:t>you hem me in on </a:t>
            </a:r>
            <a:r>
              <a:rPr lang="en-US" sz="2800" dirty="0" err="1"/>
              <a:t>ev'ry</a:t>
            </a:r>
            <a:r>
              <a:rPr lang="en-US" sz="2800" dirty="0"/>
              <a:t> side;</a:t>
            </a:r>
            <a:br>
              <a:rPr lang="en-US" sz="2800" dirty="0"/>
            </a:br>
            <a:r>
              <a:rPr lang="en-US" sz="2800" dirty="0"/>
              <a:t>O </a:t>
            </a:r>
            <a:r>
              <a:rPr lang="en-US" sz="2800" dirty="0" err="1"/>
              <a:t>wond'rous</a:t>
            </a:r>
            <a:r>
              <a:rPr lang="en-US" sz="2800" dirty="0"/>
              <a:t> knowledge, awesome might,</a:t>
            </a:r>
            <a:br>
              <a:rPr lang="en-US" sz="2800" dirty="0"/>
            </a:br>
            <a:r>
              <a:rPr lang="en-US" sz="2800" dirty="0"/>
              <a:t>unfathomed depth, unmeasured height!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Where can I from your Spirit be?</a:t>
            </a:r>
            <a:br>
              <a:rPr lang="en-US" sz="2800" dirty="0"/>
            </a:br>
            <a:r>
              <a:rPr lang="en-US" sz="2800" dirty="0"/>
              <a:t>Where can I from your presence flee?</a:t>
            </a:r>
            <a:br>
              <a:rPr lang="en-US" sz="2800" dirty="0"/>
            </a:br>
            <a:r>
              <a:rPr lang="en-US" sz="2800" dirty="0"/>
              <a:t>In </a:t>
            </a:r>
            <a:r>
              <a:rPr lang="en-US" sz="2800" dirty="0" err="1"/>
              <a:t>heav'n</a:t>
            </a:r>
            <a:r>
              <a:rPr lang="en-US" sz="2800" dirty="0"/>
              <a:t>? it is your dwelling fair;</a:t>
            </a:r>
            <a:br>
              <a:rPr lang="en-US" sz="2800" dirty="0"/>
            </a:br>
            <a:r>
              <a:rPr lang="en-US" sz="2800" dirty="0"/>
              <a:t>in death's abode? lo, you are there.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If I the wings of morning take,</a:t>
            </a:r>
            <a:br>
              <a:rPr lang="en-US" sz="2800" dirty="0"/>
            </a:br>
            <a:r>
              <a:rPr lang="en-US" sz="2800" dirty="0"/>
              <a:t>and in the seas my dwelling make,</a:t>
            </a:r>
            <a:br>
              <a:rPr lang="en-US" sz="2800" dirty="0"/>
            </a:br>
            <a:r>
              <a:rPr lang="en-US" sz="2800" dirty="0" err="1"/>
              <a:t>e'en</a:t>
            </a:r>
            <a:r>
              <a:rPr lang="en-US" sz="2800" dirty="0"/>
              <a:t> there your faithful hand shall lead,</a:t>
            </a:r>
            <a:br>
              <a:rPr lang="en-US" sz="2800" dirty="0"/>
            </a:br>
            <a:r>
              <a:rPr lang="en-US" sz="2800" dirty="0"/>
              <a:t>your right hand, LORD, is holding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9688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 </a:t>
            </a:r>
            <a:r>
              <a:rPr lang="en-US" sz="2800" dirty="0"/>
              <a:t>If deepest darkness cover me,</a:t>
            </a:r>
            <a:br>
              <a:rPr lang="en-US" sz="2800" dirty="0"/>
            </a:br>
            <a:r>
              <a:rPr lang="en-US" sz="2800" dirty="0"/>
              <a:t>to you the darkness light shall be;</a:t>
            </a:r>
            <a:br>
              <a:rPr lang="en-US" sz="2800" dirty="0"/>
            </a:br>
            <a:r>
              <a:rPr lang="en-US" sz="2800" dirty="0"/>
              <a:t>if light about me be as night</a:t>
            </a:r>
            <a:br>
              <a:rPr lang="en-US" sz="2800" dirty="0"/>
            </a:br>
            <a:r>
              <a:rPr lang="en-US" sz="2800" dirty="0"/>
              <a:t>to you both night and day are bright.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414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 </a:t>
            </a:r>
            <a:r>
              <a:rPr lang="en-US" sz="2800" dirty="0"/>
              <a:t>Within the womb you knitted me</a:t>
            </a:r>
            <a:br>
              <a:rPr lang="en-US" sz="2800" dirty="0"/>
            </a:br>
            <a:r>
              <a:rPr lang="en-US" sz="2800" dirty="0"/>
              <a:t>so fearfully and wondrously;</a:t>
            </a:r>
            <a:br>
              <a:rPr lang="en-US" sz="2800" dirty="0"/>
            </a:br>
            <a:r>
              <a:rPr lang="en-US" sz="2800" dirty="0"/>
              <a:t>I give my maker thankful praise,</a:t>
            </a:r>
            <a:br>
              <a:rPr lang="en-US" sz="2800" dirty="0"/>
            </a:br>
            <a:r>
              <a:rPr lang="en-US" sz="2800" dirty="0"/>
              <a:t>whose wondrous works my soul amaze.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3368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 </a:t>
            </a:r>
            <a:r>
              <a:rPr lang="en-US" sz="2800" dirty="0"/>
              <a:t>When in the depths my frame was wrought,</a:t>
            </a:r>
            <a:br>
              <a:rPr lang="en-US" sz="2800" dirty="0"/>
            </a:br>
            <a:r>
              <a:rPr lang="en-US" sz="2800" dirty="0"/>
              <a:t>your eye did see, and in your thought</a:t>
            </a:r>
            <a:br>
              <a:rPr lang="en-US" sz="2800" dirty="0"/>
            </a:br>
            <a:r>
              <a:rPr lang="en-US" sz="2800" dirty="0"/>
              <a:t>my life in all its perfect plan</a:t>
            </a:r>
            <a:br>
              <a:rPr lang="en-US" sz="2800" dirty="0"/>
            </a:br>
            <a:r>
              <a:rPr lang="en-US" sz="2800" dirty="0"/>
              <a:t>was ordered ere my days began.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3597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 </a:t>
            </a:r>
            <a:r>
              <a:rPr lang="en-US" sz="2800" dirty="0"/>
              <a:t>Your thoughts, O God, how manifold,</a:t>
            </a:r>
            <a:br>
              <a:rPr lang="en-US" sz="2800" dirty="0"/>
            </a:br>
            <a:r>
              <a:rPr lang="en-US" sz="2800" dirty="0"/>
              <a:t>more precious unto me than gold!</a:t>
            </a:r>
            <a:br>
              <a:rPr lang="en-US" sz="2800" dirty="0"/>
            </a:br>
            <a:r>
              <a:rPr lang="en-US" sz="2800" dirty="0"/>
              <a:t>They number more than all the sand;</a:t>
            </a:r>
            <a:br>
              <a:rPr lang="en-US" sz="2800" dirty="0"/>
            </a:br>
            <a:r>
              <a:rPr lang="en-US" sz="2800" dirty="0"/>
              <a:t>awaking, still I'm in your hand.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431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9 </a:t>
            </a:r>
            <a:r>
              <a:rPr lang="en-US" sz="2800" dirty="0"/>
              <a:t>Oh, that the wicked you would slay!</a:t>
            </a:r>
            <a:br>
              <a:rPr lang="en-US" sz="2800" dirty="0"/>
            </a:br>
            <a:r>
              <a:rPr lang="en-US" sz="2800" dirty="0"/>
              <a:t>From men of blood I turn away;</a:t>
            </a:r>
            <a:br>
              <a:rPr lang="en-US" sz="2800" dirty="0"/>
            </a:br>
            <a:r>
              <a:rPr lang="en-US" sz="2800" dirty="0"/>
              <a:t>they speak against the name divine,</a:t>
            </a:r>
            <a:br>
              <a:rPr lang="en-US" sz="2800" dirty="0"/>
            </a:br>
            <a:r>
              <a:rPr lang="en-US" sz="2800" dirty="0"/>
              <a:t>I count God's enemies as mine.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9388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10 </a:t>
            </a:r>
            <a:r>
              <a:rPr lang="en-US" sz="2800" dirty="0"/>
              <a:t>Do I not hate your haters, LORD?</a:t>
            </a:r>
            <a:br>
              <a:rPr lang="en-US" sz="2800" dirty="0"/>
            </a:br>
            <a:r>
              <a:rPr lang="en-US" sz="2800" dirty="0"/>
              <a:t>Those fighting you have I abhorred.</a:t>
            </a:r>
            <a:br>
              <a:rPr lang="en-US" sz="2800" dirty="0"/>
            </a:br>
            <a:r>
              <a:rPr lang="en-US" sz="2800" dirty="0"/>
              <a:t>I hate them all most fervently</a:t>
            </a:r>
            <a:br>
              <a:rPr lang="en-US" sz="2800" dirty="0"/>
            </a:br>
            <a:r>
              <a:rPr lang="en-US" sz="2800" dirty="0"/>
              <a:t>and count them as my enemies.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065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11 </a:t>
            </a:r>
            <a:r>
              <a:rPr lang="en-US" sz="2800" dirty="0"/>
              <a:t>O search me, God, my heart discern,</a:t>
            </a:r>
            <a:br>
              <a:rPr lang="en-US" sz="2800" dirty="0"/>
            </a:br>
            <a:r>
              <a:rPr lang="en-US" sz="2800" dirty="0"/>
              <a:t>and try me, God, my thoughts to learn;</a:t>
            </a:r>
            <a:br>
              <a:rPr lang="en-US" sz="2800" dirty="0"/>
            </a:br>
            <a:r>
              <a:rPr lang="en-US" sz="2800" dirty="0"/>
              <a:t>and lead me, if in sin I stray,</a:t>
            </a:r>
            <a:br>
              <a:rPr lang="en-US" sz="2800" dirty="0"/>
            </a:br>
            <a:r>
              <a:rPr lang="en-US" sz="2800" dirty="0"/>
              <a:t>to choose the everlasting way.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25565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512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2020-08-29T14:00:43Z</dcterms:created>
  <dcterms:modified xsi:type="dcterms:W3CDTF">2020-08-29T14:10:27Z</dcterms:modified>
</cp:coreProperties>
</file>