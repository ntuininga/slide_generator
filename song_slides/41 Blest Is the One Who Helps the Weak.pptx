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BC367-F11D-4731-BA0A-835D02921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B17D6-D75F-4870-9972-658F99C1D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D77C3-4547-48E4-9513-E28F512B8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D813-AE24-4BB3-8908-C16EEA3D9E2D}" type="datetimeFigureOut">
              <a:rPr lang="en-CA" smtClean="0"/>
              <a:t>2021-04-17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28EFB-3CBC-4401-9188-F80E50399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77392-5CBB-4309-A783-26AA87568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1673-07D3-46B1-A7B6-B69485F30E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8851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F81FF-28F0-46CF-A6FB-82B9DB888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BCF84-15A6-486D-9C6D-8E7F5FFD9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D1306-6079-4A77-8533-4C153635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D813-AE24-4BB3-8908-C16EEA3D9E2D}" type="datetimeFigureOut">
              <a:rPr lang="en-CA" smtClean="0"/>
              <a:t>2021-04-17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6090B-6459-4397-8A08-0759FCE5D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C6D42-4A17-4132-B3D4-D7FE8521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1673-07D3-46B1-A7B6-B69485F30E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2798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37129-4C46-42E7-ADAA-BE6DB2BBB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BC2F1-5876-49C1-B40B-1FCAD77C4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E1F-D8D4-4C47-9D1B-146041E20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D813-AE24-4BB3-8908-C16EEA3D9E2D}" type="datetimeFigureOut">
              <a:rPr lang="en-CA" smtClean="0"/>
              <a:t>2021-04-17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95874-AE15-4159-864B-7CD2289F6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B4B63-C6BE-4466-A320-41CEDF3AF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1673-07D3-46B1-A7B6-B69485F30E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2899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3EFA4-F897-4579-9104-8803E61EC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73A6-6555-426D-A6EA-8309D462A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49EC1-DC1B-4BDE-A0AA-4A899FE80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63186-27A1-4842-BA2E-83E8C565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D813-AE24-4BB3-8908-C16EEA3D9E2D}" type="datetimeFigureOut">
              <a:rPr lang="en-CA" smtClean="0"/>
              <a:t>2021-04-17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5236F-8DDE-4DE4-AA38-EE2673BF7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CD616-6627-4401-8086-0C63CCCFC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1673-07D3-46B1-A7B6-B69485F30E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250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D0625-01E2-49B3-BEF0-687F4AE8C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CE3EF-D85F-4D43-A805-27F74F309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89BC9-1D94-4296-8F89-62A9FE324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0D4245-634F-4D8A-80E6-CFB5AE36E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8CA363-558C-44F1-974B-2CD4FE0E2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922D1-6B39-421A-B972-6997476EF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D813-AE24-4BB3-8908-C16EEA3D9E2D}" type="datetimeFigureOut">
              <a:rPr lang="en-CA" smtClean="0"/>
              <a:t>2021-04-17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10D796-FF0F-4396-984D-45FD41182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081A3F-2B9B-4AE1-B666-E41B1BA4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1673-07D3-46B1-A7B6-B69485F30E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8412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D037-3523-49B6-854B-1BD7647A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B7526E-DF0F-45A6-B367-CABC6D8DF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D813-AE24-4BB3-8908-C16EEA3D9E2D}" type="datetimeFigureOut">
              <a:rPr lang="en-CA" smtClean="0"/>
              <a:t>2021-04-17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C18C3C-110E-4053-B45B-3D1CEA0E8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7DEA8-5388-4039-A8D8-66DED0FD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1673-07D3-46B1-A7B6-B69485F30E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83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2E7412-0C59-40D5-85B7-537505ACA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D813-AE24-4BB3-8908-C16EEA3D9E2D}" type="datetimeFigureOut">
              <a:rPr lang="en-CA" smtClean="0"/>
              <a:t>2021-04-17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48EAA1-E89C-4CE8-9783-7C8E4EBA2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D382C-80CE-4FD5-A148-C6E594A46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1673-07D3-46B1-A7B6-B69485F30E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939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AB3B-A189-4FBE-B45D-6D60FB88D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09440-18F3-452F-B568-8BF9B6949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E1DCC-9995-40C2-BA38-FAC41910E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5BAF0-9E1D-49C8-AFB4-AA00125B0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D813-AE24-4BB3-8908-C16EEA3D9E2D}" type="datetimeFigureOut">
              <a:rPr lang="en-CA" smtClean="0"/>
              <a:t>2021-04-17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A7B27-714D-49D8-8440-7842C27C3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F8E57-B1E2-48EB-AFFB-44136082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1673-07D3-46B1-A7B6-B69485F30E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382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03D11-0F7F-4FA9-838B-5955A667B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03A72C-8974-4804-ADA1-4EFF8C697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6F238-6120-4C50-97B2-F0C44DEFA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7FAE4-5339-43A3-BF0D-FECBDA0F6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D813-AE24-4BB3-8908-C16EEA3D9E2D}" type="datetimeFigureOut">
              <a:rPr lang="en-CA" smtClean="0"/>
              <a:t>2021-04-17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0167E-1413-4C19-A5B0-AB00023B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A5AF5-F094-4C5B-B7AA-09F95FEB3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1673-07D3-46B1-A7B6-B69485F30E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8599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D748C-219F-4AD0-8CCA-901806F16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F21D6-DD8D-4AE8-B1AC-3B4920F9D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3B68E-1D89-41A3-8B3B-9BC6EA7F4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D813-AE24-4BB3-8908-C16EEA3D9E2D}" type="datetimeFigureOut">
              <a:rPr lang="en-CA" smtClean="0"/>
              <a:t>2021-04-17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23750-957F-4D61-8C89-2706CBC13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2B7B9-F01B-4D96-8460-7ED81E64D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1673-07D3-46B1-A7B6-B69485F30E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7426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1CC44B-2A03-481B-92C5-D119CB9A7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19A644-8ACB-4731-B0FE-9CF25246D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672ED-1C31-4B0C-9107-8DE72451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DD813-AE24-4BB3-8908-C16EEA3D9E2D}" type="datetimeFigureOut">
              <a:rPr lang="en-CA" smtClean="0"/>
              <a:t>2021-04-17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FFAA0-5CD7-45AD-BFDB-87128C04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23B7E-5A0A-4FC5-81DE-9699B94F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1673-07D3-46B1-A7B6-B69485F30E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536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5CB5E0-9184-4536-A532-1A32AB206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B19BE-6D74-4B58-8B16-F9F572FEF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AFEE5-5A06-47FC-9EB2-01D8186CC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DD813-AE24-4BB3-8908-C16EEA3D9E2D}" type="datetimeFigureOut">
              <a:rPr lang="en-CA" smtClean="0"/>
              <a:t>2021-04-17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260FF-CF94-4AC6-9E06-FD59F8528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6AC70-D227-47A4-9730-7A693DBF1D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61673-07D3-46B1-A7B6-B69485F30E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43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D8E839-1936-4826-A449-37C63407DE1F}"/>
              </a:ext>
            </a:extLst>
          </p:cNvPr>
          <p:cNvSpPr txBox="1"/>
          <p:nvPr/>
        </p:nvSpPr>
        <p:spPr>
          <a:xfrm>
            <a:off x="1081087" y="209550"/>
            <a:ext cx="10029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#41 Blest Is the One Who Helps the Weak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6BD5E6-4862-4A9E-B0D5-EE4C62E7DE08}"/>
              </a:ext>
            </a:extLst>
          </p:cNvPr>
          <p:cNvSpPr txBox="1"/>
          <p:nvPr/>
        </p:nvSpPr>
        <p:spPr>
          <a:xfrm>
            <a:off x="2205036" y="2521059"/>
            <a:ext cx="77819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Blest is the one who helps the weak and poor;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 will deliver him in times of strife.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Surely the LORD will bless him in the land;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will protect him and preserve his life.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951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08A38B-368D-48C2-BBED-48E5E50438A0}"/>
              </a:ext>
            </a:extLst>
          </p:cNvPr>
          <p:cNvSpPr txBox="1"/>
          <p:nvPr/>
        </p:nvSpPr>
        <p:spPr>
          <a:xfrm>
            <a:off x="2376487" y="2521059"/>
            <a:ext cx="74390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I said. “O LORD, be gracious unto 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heal me, because against you I have sinned.”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Enemies speak with malice when they say,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“When will he die, his name be brought to end?”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4397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68C338-20D5-4DC6-AFAF-1150C3305B34}"/>
              </a:ext>
            </a:extLst>
          </p:cNvPr>
          <p:cNvSpPr txBox="1"/>
          <p:nvPr/>
        </p:nvSpPr>
        <p:spPr>
          <a:xfrm>
            <a:off x="2014537" y="2521059"/>
            <a:ext cx="81629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But you, O LORD, be gracious unto me.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Raise me again, their malice to requite.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O’er me my foes will not in triumph shout –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this I know that in me you delight.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1198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DCCB40-EE55-48DF-B1BD-5028CC73E5F6}"/>
              </a:ext>
            </a:extLst>
          </p:cNvPr>
          <p:cNvSpPr txBox="1"/>
          <p:nvPr/>
        </p:nvSpPr>
        <p:spPr>
          <a:xfrm>
            <a:off x="2138362" y="2521059"/>
            <a:ext cx="79152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You hold me fast in my integrity;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set me in your presence evermore.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Bless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Isr’el’s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God, the LORD, from age to age!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Amen. Amen. Forever praise the LORD!</a:t>
            </a:r>
          </a:p>
        </p:txBody>
      </p:sp>
    </p:spTree>
    <p:extLst>
      <p:ext uri="{BB962C8B-B14F-4D97-AF65-F5344CB8AC3E}">
        <p14:creationId xmlns:p14="http://schemas.microsoft.com/office/powerpoint/2010/main" val="787810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175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2021-04-17T17:25:17Z</dcterms:created>
  <dcterms:modified xsi:type="dcterms:W3CDTF">2021-04-17T17:26:55Z</dcterms:modified>
</cp:coreProperties>
</file>