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AE6B-9E14-4DA2-A2B4-60064464F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0A06B-ACD9-4F2B-8D18-BA57DEE90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428AE-FA03-4A37-9856-566146283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8054-414A-477D-A1D9-72CBA213E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2DD34-C64D-437E-B7BA-83C9090A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277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C6D1-7A30-4699-AC76-72FE9808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8D8F1-22D4-4933-AAEF-BFB423BD7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DB9F7-C636-4C35-AF42-82E7FBBB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48562-2249-431C-B8CA-A7D372B3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4B234-CB1C-47C1-B414-C79DA3C8A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997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AAE1-271C-4D46-ABF2-348BF7ED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89EC8-39C8-4E14-B649-CCCECC785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F0EA9-2120-449D-BD17-2FE4B289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0723A-4321-4EC7-91AD-410D8292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920BA-CBC5-432D-B8C5-D00866B5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5893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6EE1-013A-4CBB-B257-3861782C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AD76D-98DE-4AB4-A984-87C71100A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8D477-8ABC-4066-BEFD-FD9C8CC1C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135DE-822E-4A34-B2F7-A874A7A7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91504-4A5F-4B1C-982D-709028BB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BF4EA-4ED1-4AFE-9311-857D1120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908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6460-DF63-4D41-9D77-39A1A559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E8703-1320-406B-A0D5-33C94D564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91F96-F589-4FFB-9ED1-D9F597184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D581A-7B16-42FD-9F41-C7005DFD7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68EDCD-A682-4AA4-B71E-94BFF9D05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98C0C-21CA-4643-AA15-A7A1A839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256BE-AAAD-4803-956C-B5C6FF39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904A4-C696-459C-ACB7-BE5FEE6D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046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5010-23EC-4902-8147-E5733014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FD80D-9CFD-4753-A7F1-CB9205A4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FB9DC-EB04-4D9C-B5CD-3D1F51AF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E1530-D21B-4A62-9435-E059CF60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259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215897-82F2-4861-9FD3-935E81A8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500ED-545C-4FB0-917E-030C93F1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9BA05-58AD-46EB-94E9-8C659ADF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623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3953-B4EF-4FC4-9DA5-D47DFC68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1FF35-D141-40B3-A2E1-D261BFA1B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370D2-A971-429B-8DF6-7BCE6F218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51753-E1D9-48A3-B72C-351F112E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A338B-F431-4FA7-9504-820C3366E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8130D-A7F0-4DB5-A728-162E5D3F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035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6C80-91DF-4D09-BEA7-953B9F3B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C6945-141B-41F6-B4D8-ECCE6222D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CE52D-56A2-4175-96D1-85EB5C093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56CAB-8957-4CFD-958A-EEA0D06B8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9C711-643B-4AEB-B8F5-4880C22E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631C6-B12F-4E7E-8AAC-43462060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253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5478-9624-4029-9B33-1486C6D8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FCEBA-70B6-4BDB-BF8A-A473D724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FDDAC-7D07-4AE8-8021-77003F12C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2DD3D-843E-4936-AEE5-F313D031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5A124-F414-467D-AC24-E16FF502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858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89972-7E4A-45D5-9CBF-973A9D36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B1F39-DC5F-4624-9B84-125462A90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A280A-AA8F-4EAB-9BD4-079319C0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E07BC-9070-4F3A-BDA2-7539DDBF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C85B2-190D-45DA-950A-E5CF1AC2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41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6DDB99-B527-4BE8-A8EF-FA0798E5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3A8AE-B89F-48C1-B4C1-3F632A8CA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FEFF3-695E-4ECF-A162-88E4B853A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CAB26-DE2C-49D0-9AE2-9CEBEAC96420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D9555-C774-4802-BA2C-B0011511B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96FF-A15A-44D3-9CC3-EF5A8D4A3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70D55-DE00-41E7-A74E-082742FE6A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352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29DE3D-8559-49F2-84AF-350AA7823E34}"/>
              </a:ext>
            </a:extLst>
          </p:cNvPr>
          <p:cNvSpPr txBox="1"/>
          <p:nvPr/>
        </p:nvSpPr>
        <p:spPr>
          <a:xfrm>
            <a:off x="1028700" y="114299"/>
            <a:ext cx="1013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#405 I Love Thy Kingdom, Lord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7A22D-455E-432F-BEE0-D4618692A879}"/>
              </a:ext>
            </a:extLst>
          </p:cNvPr>
          <p:cNvSpPr txBox="1"/>
          <p:nvPr/>
        </p:nvSpPr>
        <p:spPr>
          <a:xfrm>
            <a:off x="1457325" y="2521059"/>
            <a:ext cx="9277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I love thy kingdom, Lord,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house of thine abode,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church our blest Redeemer saved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his own precious blood.</a:t>
            </a:r>
            <a:endParaRPr lang="en-US" sz="28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55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5E63FD-7410-4EE8-AAA6-0318E8CE9FE9}"/>
              </a:ext>
            </a:extLst>
          </p:cNvPr>
          <p:cNvSpPr txBox="1"/>
          <p:nvPr/>
        </p:nvSpPr>
        <p:spPr>
          <a:xfrm>
            <a:off x="2338387" y="2521059"/>
            <a:ext cx="7515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I love thy church, O God: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 walls before thee stand,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dear as the apple of thine eye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graven on thy hand.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2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8F08F2-4C37-414D-9022-9066BDC713F6}"/>
              </a:ext>
            </a:extLst>
          </p:cNvPr>
          <p:cNvSpPr txBox="1"/>
          <p:nvPr/>
        </p:nvSpPr>
        <p:spPr>
          <a:xfrm>
            <a:off x="2443162" y="2521059"/>
            <a:ext cx="73056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For her my tears shall fall,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for her my prayers ascend;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her my cares and toils be </a:t>
            </a:r>
            <a:r>
              <a:rPr lang="en-US" sz="2800" dirty="0" err="1">
                <a:solidFill>
                  <a:srgbClr val="222222"/>
                </a:solidFill>
              </a:rPr>
              <a:t>giv'n</a:t>
            </a:r>
            <a:r>
              <a:rPr lang="en-US" sz="2800" dirty="0">
                <a:solidFill>
                  <a:srgbClr val="222222"/>
                </a:solidFill>
              </a:rPr>
              <a:t>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'til toils and cares shall end.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715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88A5F0-5625-4B85-8567-E25A6E794E3D}"/>
              </a:ext>
            </a:extLst>
          </p:cNvPr>
          <p:cNvSpPr txBox="1"/>
          <p:nvPr/>
        </p:nvSpPr>
        <p:spPr>
          <a:xfrm>
            <a:off x="1862137" y="2521059"/>
            <a:ext cx="84677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Beyond my highest joy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 prize her heav'nly ways,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 sweet communion, solemn vows,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 hymns of love and praise.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145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C023F3-57B3-409D-93D6-73AF071FD8A0}"/>
              </a:ext>
            </a:extLst>
          </p:cNvPr>
          <p:cNvSpPr txBox="1"/>
          <p:nvPr/>
        </p:nvSpPr>
        <p:spPr>
          <a:xfrm>
            <a:off x="1466850" y="2521059"/>
            <a:ext cx="9258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5. Jesus, thou Friend divine,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our Savior and our King,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thy hand from ev'ry snare and foe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shall great deliv'rance bring.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709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A49F0D-739D-4326-9A37-E497382A99D1}"/>
              </a:ext>
            </a:extLst>
          </p:cNvPr>
          <p:cNvSpPr txBox="1"/>
          <p:nvPr/>
        </p:nvSpPr>
        <p:spPr>
          <a:xfrm>
            <a:off x="2157412" y="2521059"/>
            <a:ext cx="78771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6. Sure as thy truth shall last,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Zion shall be giv'n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brightest glories earth can yield,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brighter bliss of heav'n.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565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2021-03-26T23:22:21Z</dcterms:created>
  <dcterms:modified xsi:type="dcterms:W3CDTF">2021-03-26T23:25:02Z</dcterms:modified>
</cp:coreProperties>
</file>