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A8C89-CD58-46B9-BEC5-4DF9F1A2A94B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59DE6-1212-4A31-A1A2-025CCEA3D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B7E4-3BD4-26EF-732C-26CA5640B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A440A-79D5-E5F5-9C0E-E8BFB77AD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E46EB-6123-5655-1433-196E43EE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3285-F5B3-47A8-AE47-073D89FD0830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4E26D-D6FD-C24F-E038-A862A288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8C14B-94AF-CFA7-354C-D5268FF6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8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427B-671E-00A7-461F-9CDE26C3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9137C-3574-9614-0DD2-F9136951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236FB-4DFC-5250-D9BD-4C1F2BE5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3CD39-6B69-4989-9F01-56F0FC498FB9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0AC4-6F21-BCBF-82C4-295683DF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56AEC-F7F2-BA99-7E04-D21F3439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0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A7BA-3AB9-12FA-EAB9-4E673098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45020-BDA8-EC68-D103-0F937C911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93382-B886-B0F2-ACFF-492668B5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B0B22-59D7-4633-A450-C43C28BA0F1B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5411A-5D3A-F50E-4AAE-980A2CC9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BD3F-179D-4F5A-33A3-F26BA002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6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EE48-48F2-4A22-6F82-5EB9913D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F638C-66C4-B44A-BB5E-348BA8E6D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41ADE-4FBF-47A3-A938-3C5EBAFAA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55065-E4AE-BA23-91A7-C2AF6EE3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DC68B-D059-4029-9DAB-013E20FD7BEF}" type="datetime1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2F6C-E006-AA5F-DAD8-114EE2B3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27B35-7FCF-36BD-8091-C1CD0EC3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2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0233-61EF-FC61-A659-50156F2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975F8-98F0-3919-5A9E-A1B27DD0E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049E1-E05A-03D9-3F5A-DCFD42CED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63439-0778-B98F-5628-49AE6ACE0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802CC-2C88-985F-176F-335666F81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6AE51-AD14-7955-6C45-65939EDA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4A678-39EC-4845-9544-3DF98AF0C6EA}" type="datetime1">
              <a:rPr lang="en-US" smtClean="0"/>
              <a:t>9/22/2023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8599F-8DE8-5953-84D4-D342B1E0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AB9FA-843A-8F11-A7F0-C1FAE143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8D83-BB78-641B-75D1-40C4F5AA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CAD97-653E-5EB3-6967-59A3EA40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485-8E36-48EE-B841-6081A833CBA0}" type="datetime1">
              <a:rPr lang="en-US" smtClean="0"/>
              <a:t>9/22/2023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0F894-24C9-3986-8F74-5E5769B8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C152E-1F84-5D2E-AD9C-0195DDF8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B3CAF-D907-5C29-79A5-D3EADF97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4604-916A-46F4-9172-2EFE680752A0}" type="datetime1">
              <a:rPr lang="en-US" smtClean="0"/>
              <a:t>9/22/2023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BEEBC-5946-3720-DCAB-1C864FBE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7BD32-73F9-0D2D-11A0-6C865878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86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2CEE-A33A-D15B-223E-7FE6130DA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C659-A0DA-0528-2A22-1EC554673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3F6AE-223A-4DE3-14BE-93E8409C3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F40B6-8389-B718-580D-9AA33DFD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C055F-68AA-4FBB-B6F1-58ADD9822067}" type="datetime1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0602B-2A84-732C-5631-219E5FF3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78826-2CEA-598A-35D9-E0218894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2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8146-B821-E871-B6C6-7FAE49C2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06E20-7DC5-441C-9DF4-2954FE835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55F93-152F-B824-CF68-811AEC3EB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76AB1-4060-8F7A-2389-E6A039EC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F97D0-9890-4F20-AFCF-8D565EC3BC57}" type="datetime1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387B8-7012-E0D2-A904-72A14968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F7A91-77DF-6EEE-FEC1-F3BF2152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A656-9A6A-3BF4-FA0F-67B9991C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3131F-88CC-D710-02B4-DCE399F06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454BE-31E2-D105-26FE-A6116B1C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91D71-DA2A-4F0B-933A-0577A342F6CD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F1B9B-DAF3-1EE0-856B-A07B1FD3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E6A2-EE48-10D8-1FC2-7A43A213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1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07811-2E04-BAA3-5316-9E5F496CE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F0AA-1FAC-49C2-E19D-24E42376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6F76-45B3-4627-E08C-21D134DE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4A0FA-1B93-4C8C-80C2-712EE29D01AE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78B5B-1EDD-8DED-2856-9B6EA6A3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92A9-FCA7-25BB-171F-92C6C86C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2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3D793-D7C6-6D2D-9717-9E17A60F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0CD14-CC8A-E037-B314-DF23E28EC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E519-59C7-098B-F331-91BBFCAC3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68592-5E18-4094-8A99-E3A015DB3996}" type="datetime1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8EAFE-9068-D088-A1A0-A0B74EBD2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F6E9-2BDF-C95A-5AF2-82BC27ABB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85CAA-F069-455A-BE6C-E101BC9F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2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F79C-4DBE-B730-D603-270FC7E3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#546 God of the Prophets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A5D6-7599-6355-B161-9784F599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God of the prophets! Bless the prophets' sons;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Elijah's mantle o'er Elisha cast;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each age its solemn task may claim but once;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make each one nobler, stronger than the last.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BFED6-257D-1007-4F3F-529B3201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6132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B098-B33A-8ABF-2DA5-3B3A904B5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Anoint them prophets! Make their ears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attent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thy divinest speech, their hearts awake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human need; their lips make eloquent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gird the right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evil break.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ACFBA-E2BC-279F-D374-B9213A9F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0649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9EE4-6AAC-E78F-FD8F-6D19BF690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Anoint them priests! Strong intercessors, Lord!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Anoint them with the Spirit of thy Son;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theirs not a jeweled crown, a blood-stained sword;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theirs, by sweet love, for Christ a kingdom won.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EBE86-8829-6E1E-FE64-F3E6B93E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2551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DEA0D-5AEF-73B6-9F38-7B5CAB3A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Make them apostles! Heralds of thy cross.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Forth may they go to tell all realms thy grace;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inspired of thee, may they count all but loss,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stand at last with joy before thy face.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85FE0-C5E4-C20A-96F0-643410C7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5355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213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#546 God of the Prophets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#546 God of the Prophets</dc:title>
  <dc:creator>Neil Tuininga</dc:creator>
  <cp:lastModifiedBy>Neil Tuininga</cp:lastModifiedBy>
  <cp:revision>1</cp:revision>
  <dcterms:created xsi:type="dcterms:W3CDTF">2023-09-22T15:03:45Z</dcterms:created>
  <dcterms:modified xsi:type="dcterms:W3CDTF">2023-09-22T15:08:03Z</dcterms:modified>
</cp:coreProperties>
</file>