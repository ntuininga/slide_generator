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7" r:id="rId2"/>
    <p:sldId id="258" r:id="rId3"/>
    <p:sldId id="259" r:id="rId4"/>
    <p:sldId id="260" r:id="rId5"/>
    <p:sldId id="261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D40A80-F7F9-48F9-9CAF-C03010DF77D3}" type="datetimeFigureOut">
              <a:rPr lang="en-US" smtClean="0"/>
              <a:t>2/17/2023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641E5D-5CD8-47CA-89A8-4E8C0C1D4D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4365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5BFDCE-4986-934A-A95D-1820364B1A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F4D9A6D-A111-2DC3-4175-0A7EA2DFED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876BFE-78FB-3D2E-1591-D361743030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E47DE-C8B7-438D-86B6-B10F17506E62}" type="datetime1">
              <a:rPr lang="en-US" smtClean="0"/>
              <a:t>2/17/2023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F44490-3BF3-8F14-CD3D-423CC0B554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F4EA18-C7DC-5643-B96D-7805F627DE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1094F-C677-48F9-9597-8CAA8074BD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28336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43B4D8-6830-2EED-BE5A-3AF8F48C65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32F94D-1D47-4E5B-B6F8-A4595BFAD1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65361E-1610-57A6-22D7-D2CA5305E0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690496-52CC-420F-BDA8-7DBEC302BCCD}" type="datetime1">
              <a:rPr lang="en-US" smtClean="0"/>
              <a:t>2/17/2023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4795B1-BF4D-6621-9988-25BC3FFDC9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77BA18-B82B-8493-C79D-2986897D6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1094F-C677-48F9-9597-8CAA8074BD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4919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B84B46-6C8A-D46B-A1DA-AE500D2DCF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A92952-EF14-E43E-5EEE-6BA1C737E0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4164F3-5E66-7078-BA07-F03F257D22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775905-8E5D-42CB-9E8D-F2E050D8C58F}" type="datetime1">
              <a:rPr lang="en-US" smtClean="0"/>
              <a:t>2/17/2023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BCA2D0-DC79-79E2-8D5F-35C8B431C7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2688C5-23AF-02F7-E9D3-78D50C0C37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1094F-C677-48F9-9597-8CAA8074BD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87574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7E2210-7F35-9E8F-E593-A48F95C335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4A5D5E-DA00-49E8-81E6-636584FA1E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FE2E98-2966-70E7-DADF-6C739D01EE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BD1BC1-56F1-48F2-C335-E76672D398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670CE-996D-404A-A883-6EE9C5DA2CEF}" type="datetime1">
              <a:rPr lang="en-US" smtClean="0"/>
              <a:t>2/17/2023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BF8D3A-2D19-A660-09FA-0A10BCA84F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F500F7-FED3-27CC-9984-2150E84207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1094F-C677-48F9-9597-8CAA8074BD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9963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B84909-27CD-A8C3-D972-1D935DDC19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EAEEF5-3FF8-AE68-5627-BCA8304A5C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B61F9C-1C0D-EBE4-D2DF-30C423AB30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4C4BB6-7EB2-294E-DB1C-5A61AE45691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DD42D8F-EEED-A4E2-2F88-E7C4B5C52F0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81C0BEE-C491-CB7F-1FF9-CC113F8794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E90C1C-5AE9-4902-AA52-D3EFC6AF8587}" type="datetime1">
              <a:rPr lang="en-US" smtClean="0"/>
              <a:t>2/17/2023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60C311-08DD-9F24-F847-A6250F9B0C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E3BAFAF-4373-F20B-D59E-04711ECDB9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1094F-C677-48F9-9597-8CAA8074BD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1141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1E208C-1184-848C-2526-35E9206480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C69AA9-E75C-5D77-A230-F8C5D75A2C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6F758-A589-4F58-9F68-1EDDF7E5647E}" type="datetime1">
              <a:rPr lang="en-US" smtClean="0"/>
              <a:t>2/17/2023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45704FF-1B5A-3E79-8FE2-814E204E25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D19592-1B56-B483-6E11-C3DCA48CC1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1094F-C677-48F9-9597-8CAA8074BD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62080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4FC5D53-9362-B1C6-B7E4-685DA2D572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18ABC7-1F48-4AD5-9363-2B420BEC0530}" type="datetime1">
              <a:rPr lang="en-US" smtClean="0"/>
              <a:t>2/17/2023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AAA96F0-F3BC-3396-5A92-3996782FB6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9BC52F-F0CE-DE68-A599-9991FA2E32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1094F-C677-48F9-9597-8CAA8074BD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07901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5F23CA-89AE-AEDC-2FE1-5F9B8FDCC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D70192-8C8F-733C-26EC-2143BF8D9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C9EBC9-80B2-ECE3-7A6B-CB07135452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45D681-5ABD-8315-57CB-BA612558B9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F3DE6-586D-4097-B454-17772E5BD649}" type="datetime1">
              <a:rPr lang="en-US" smtClean="0"/>
              <a:t>2/17/2023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C0AB62-CDEB-0C8F-5A61-7E7A78D9E4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A9882E-1A55-4117-FD12-A586C2BD93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1094F-C677-48F9-9597-8CAA8074BD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29157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C15E2C-CFD5-ED2E-134E-464B77E346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7F1DAB8-BB4E-0F5C-0DF8-9758C97AF95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C0DCC3-4DC0-6BDC-F0EC-8EEAC797ED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CE8096-A66F-A8DF-D440-3CE15C3B06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E5D4D-56EC-4B8C-8C26-3690B3BB2BAC}" type="datetime1">
              <a:rPr lang="en-US" smtClean="0"/>
              <a:t>2/17/2023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FAE0DD-4165-A75C-67BC-9CDEFE581E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CC3BC3-B698-4F86-C3A1-6AE4C8DB49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1094F-C677-48F9-9597-8CAA8074BD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37453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4EF4EA-48C6-B25A-30DA-48B38296DC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0E183E4-5653-CE57-8F8B-DDD4F05F40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FC69DA-CD3D-CC10-26A3-2D670326B2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FA7868-54F6-4A2F-9E88-43DF7854E74F}" type="datetime1">
              <a:rPr lang="en-US" smtClean="0"/>
              <a:t>2/17/2023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8969A-D371-64E2-BAD7-C7E4DEBB5C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408488-A5CE-FEC1-E0A7-BD5D67097C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1094F-C677-48F9-9597-8CAA8074BD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97340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94BBE68-7305-9877-1D18-4E691C1EC94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86922A-059E-34C5-567C-40EF881312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9A9F93-214B-B017-18FF-E1D544646F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D82F90-91D4-4413-A79E-24D3D5029CFB}" type="datetime1">
              <a:rPr lang="en-US" smtClean="0"/>
              <a:t>2/17/2023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699BE5-12CF-3268-C973-1B27F79DFE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2D38AC-35DE-6ED5-D95F-ABE6227A0E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1094F-C677-48F9-9597-8CAA8074BD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968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31467C7-B867-038E-1CC0-6975222B3B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1F0BFB-6668-0293-7E3D-837B3CEA80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984252-264D-5605-6373-5960F6C7E26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9CD2C8-5D0C-44F5-8BFE-03F9B06324A0}" type="datetime1">
              <a:rPr lang="en-US" smtClean="0"/>
              <a:t>2/17/2023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0CFE0F-D4FF-0E77-AC86-A7BC8983B6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0317DA-E7A0-8CCF-D5A8-2EE4C3E9A4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11094F-C677-48F9-9597-8CAA8074BD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02276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4F096A-2314-6E7A-7FCD-62764EFFE2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i="1" dirty="0"/>
              <a:t>#502 All for Jesus!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61EF3B-5A62-B423-3D5F-2205685F7B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/>
              <a:t>1.  All for Jesus! All for Jesus!</a:t>
            </a:r>
            <a:br>
              <a:rPr lang="en-US" dirty="0"/>
            </a:br>
            <a:r>
              <a:rPr lang="en-US" dirty="0"/>
              <a:t>All my being’s ransomed </a:t>
            </a:r>
            <a:r>
              <a:rPr lang="en-US" dirty="0" err="1"/>
              <a:t>pow'rs</a:t>
            </a:r>
            <a:r>
              <a:rPr lang="en-US" dirty="0"/>
              <a:t>,</a:t>
            </a:r>
            <a:br>
              <a:rPr lang="en-US" dirty="0"/>
            </a:br>
            <a:r>
              <a:rPr lang="en-US" dirty="0"/>
              <a:t>all my thoughts and words and doings,</a:t>
            </a:r>
            <a:br>
              <a:rPr lang="en-US" dirty="0"/>
            </a:br>
            <a:r>
              <a:rPr lang="en-US" dirty="0"/>
              <a:t>all my days and all my hours.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6ECFD4-2DAD-A642-159B-2EEA5205D2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1757365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6E6A87-DBEA-7C4F-E485-C418F2D9F0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/>
              <a:t>2.  Let my hands perform his bidding,</a:t>
            </a:r>
            <a:br>
              <a:rPr lang="en-US" dirty="0"/>
            </a:br>
            <a:r>
              <a:rPr lang="en-US" dirty="0"/>
              <a:t>let my feet run in his ways;</a:t>
            </a:r>
            <a:br>
              <a:rPr lang="en-US" dirty="0"/>
            </a:br>
            <a:r>
              <a:rPr lang="en-US" dirty="0"/>
              <a:t>let my eyes see Jesus only,</a:t>
            </a:r>
            <a:br>
              <a:rPr lang="en-US" dirty="0"/>
            </a:br>
            <a:r>
              <a:rPr lang="en-US" dirty="0"/>
              <a:t>let my lips speak forth his praise.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85DA62-94AE-EF9D-02B0-4C5095C826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34483287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D4F87F-CC26-DBDC-27F6-951154E7EE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/>
              <a:t>3. Worldlings prize their gems of beauty,</a:t>
            </a:r>
            <a:br>
              <a:rPr lang="en-US" dirty="0"/>
            </a:br>
            <a:r>
              <a:rPr lang="en-US" dirty="0"/>
              <a:t>cling to gilded toys of dust,</a:t>
            </a:r>
            <a:br>
              <a:rPr lang="en-US" dirty="0"/>
            </a:br>
            <a:r>
              <a:rPr lang="en-US" dirty="0"/>
              <a:t>boast of wealth and fame and pleasure;</a:t>
            </a:r>
            <a:br>
              <a:rPr lang="en-US" dirty="0"/>
            </a:br>
            <a:r>
              <a:rPr lang="en-US" dirty="0"/>
              <a:t>only Jesus will I trust.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2582A0F-F494-70B4-6DD1-3F9998350C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42390784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55313B-0980-47E2-F136-7DCB967382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/>
              <a:t>4. Since my eyes were fixed on Jesus,</a:t>
            </a:r>
            <a:br>
              <a:rPr lang="en-US" dirty="0"/>
            </a:br>
            <a:r>
              <a:rPr lang="en-US" dirty="0"/>
              <a:t>I’ve lost sight of all beside;</a:t>
            </a:r>
            <a:br>
              <a:rPr lang="en-US" dirty="0"/>
            </a:br>
            <a:r>
              <a:rPr lang="en-US" dirty="0"/>
              <a:t>so enchained my spirit’s vision,</a:t>
            </a:r>
            <a:br>
              <a:rPr lang="en-US" dirty="0"/>
            </a:br>
            <a:r>
              <a:rPr lang="en-US" dirty="0"/>
              <a:t>looking at the Crucified.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740E94-1CEC-064F-9457-0502B5DBD4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36801701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5AF351-47D1-D38C-0523-74C73B2B43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/>
              <a:t>5. O what wonder! How amazing!</a:t>
            </a:r>
            <a:br>
              <a:rPr lang="en-US" dirty="0"/>
            </a:br>
            <a:r>
              <a:rPr lang="en-US" dirty="0"/>
              <a:t>Jesus, glorious King of kings,</a:t>
            </a:r>
            <a:br>
              <a:rPr lang="en-US" dirty="0"/>
            </a:br>
            <a:r>
              <a:rPr lang="en-US" dirty="0"/>
              <a:t>deigns to call me his beloved,</a:t>
            </a:r>
            <a:br>
              <a:rPr lang="en-US" dirty="0"/>
            </a:br>
            <a:r>
              <a:rPr lang="en-US" dirty="0"/>
              <a:t>lets me rest beneath his wings.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7DE4F4-EE11-E67C-02EC-E5B41307CB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34793513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223</Words>
  <Application>Microsoft Office PowerPoint</Application>
  <PresentationFormat>Widescreen</PresentationFormat>
  <Paragraphs>11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#502 All for Jesus!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#502 All for Jesus!</dc:title>
  <dc:creator>Neil</dc:creator>
  <cp:lastModifiedBy>Neil</cp:lastModifiedBy>
  <cp:revision>1</cp:revision>
  <dcterms:created xsi:type="dcterms:W3CDTF">2023-02-17T17:27:22Z</dcterms:created>
  <dcterms:modified xsi:type="dcterms:W3CDTF">2023-02-17T17:32:00Z</dcterms:modified>
</cp:coreProperties>
</file>