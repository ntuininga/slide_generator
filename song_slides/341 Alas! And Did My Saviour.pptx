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9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626B4-16F7-4809-A3FE-1790D66EE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A391B-951A-4EF0-9DC8-7DCB69CD7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96A0E-DC53-4F8B-BE92-B0F9E2A16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A21A-DCD5-4E54-8DC7-20A807366DB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DCB9E-B048-42DC-BED2-62345868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C465-AEF1-4E03-B328-B1EB6EDE2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DE8C-A971-4B10-ACF3-7F02ECC68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99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66EFD-D9FE-488B-8D5D-B414DBF55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89A7C-498B-4599-88E4-14ECA84DF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267D3-F4C5-4EBC-9CF1-703D0177E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A21A-DCD5-4E54-8DC7-20A807366DB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E5A2D-AAB8-42A6-BB4E-E8D7589BE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87DA5-56B3-4034-8A64-09CDCD29C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DE8C-A971-4B10-ACF3-7F02ECC68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32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A8B7A-9147-4612-AFB0-6AD041D4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A76F1-3387-46AE-AB53-B4698C28D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12103-7572-412C-8583-73CF0227E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A21A-DCD5-4E54-8DC7-20A807366DB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077A6-CA80-4FBA-BF9E-55E743251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8A2C1-3A05-4AEE-B4F6-38DD9B1F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DE8C-A971-4B10-ACF3-7F02ECC68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2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8F33F-35DE-4E82-8E4C-EBDBDABA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85C61-66F4-48B8-BFBC-5D09A08EC2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1AE27-2F7F-490F-9033-A081399D3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C4808-E178-49C0-851A-1E24E562D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A21A-DCD5-4E54-8DC7-20A807366DB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89B56-7982-4F79-8A5E-8A19FE5D3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26E67-D847-4C13-96F9-8740B1FB6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DE8C-A971-4B10-ACF3-7F02ECC68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7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55624-7507-40B0-A953-01CB29BB2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36E63-4F91-4C8E-92C6-E2C9F38C5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5D4C9-F39B-4DB9-885D-B7A6CFF8A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EF98E-7E6F-4391-AFB8-BF696707C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8AD1CE-6806-4AB1-9481-6B281900E9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FB7D0E-A314-408E-AFB2-AE9751CEA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A21A-DCD5-4E54-8DC7-20A807366DB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F6B9D4-CF6B-4EF2-AD2D-105A76E8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0B20-6B38-4886-99F2-C81A21A7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DE8C-A971-4B10-ACF3-7F02ECC68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03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7D45-4EDA-40D8-B664-AB4C9C94D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38CFA-572E-4958-8568-38F72E07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A21A-DCD5-4E54-8DC7-20A807366DB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A4F80-878E-4856-BC1F-B26AF898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1FAAB-A5AD-4A56-A4C7-F93EF21B4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DE8C-A971-4B10-ACF3-7F02ECC68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31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EDD44C-07B9-45D4-98A6-74FD22275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A21A-DCD5-4E54-8DC7-20A807366DB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4A47E-9FE3-44EB-928E-C02E4A001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E4BE3-D14D-4556-B2CA-5885E109E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DE8C-A971-4B10-ACF3-7F02ECC68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94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6E7D5-7F52-4918-AB5E-17E7F0C33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8EAA9-4AE7-43D3-A12C-BFC860F4E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C72AB-3B16-4837-9425-6ACAB18C0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3CD49-FDD4-4DDF-A4A0-A8B199C1A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A21A-DCD5-4E54-8DC7-20A807366DB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7AF23-CD6B-4564-9FDD-D374812B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12849-CB4F-4716-A3D3-DE3475B95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DE8C-A971-4B10-ACF3-7F02ECC68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9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14587-F868-47A1-96DE-3E7449E38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14FB2E-D0C4-4EEC-8A76-0A3E7FDB6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A13A3-2A93-46BA-ACD2-A9BDFD44C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6505E-0710-4A1D-8B21-81CEC6F0F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A21A-DCD5-4E54-8DC7-20A807366DB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63833-81F3-423D-98B4-582D0EF0E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A41F1-5B5D-473A-9CB4-D2D4836B7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DE8C-A971-4B10-ACF3-7F02ECC68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373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D68D1-5DD6-4C4E-BB2E-6140D104A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E4F438-86F5-4834-995A-E2DBD3CF5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CC5C8-9693-4280-B3FA-3F5519171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A21A-DCD5-4E54-8DC7-20A807366DB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42453-147D-45B1-937D-A5ECEED8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FC29B-5D99-4679-A058-9B61639FE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DE8C-A971-4B10-ACF3-7F02ECC68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45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69261B-81BE-49D0-98D7-489747CCEC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A3C536-9B9B-4440-B246-31C97304C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BA991-79CC-49DF-AD3A-0B0A004AB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A21A-DCD5-4E54-8DC7-20A807366DB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A79EA-7275-4B9E-A254-866CECB98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3FD59-B6CF-4AB1-8CFD-0299BA8A1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DE8C-A971-4B10-ACF3-7F02ECC68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78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61F89F-5166-4565-A4EC-51A1C13F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82F67-ADF6-44B9-B32A-0B428EA1E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BE2FF-7472-4276-935A-B7CD11B8C1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DA21A-DCD5-4E54-8DC7-20A807366DB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5F81C-348E-4FE9-A8B7-CB4336917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E2D6A-B3FB-49FD-88C4-41479068D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6DE8C-A971-4B10-ACF3-7F02ECC68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14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#341 Alas! And Did My Saviour Bleed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2106256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CA" sz="2800" dirty="0"/>
              <a:t>Alas! and did my Savior bleed,</a:t>
            </a:r>
            <a:br>
              <a:rPr lang="en-CA" sz="2800" dirty="0"/>
            </a:br>
            <a:r>
              <a:rPr lang="en-CA" sz="2800" dirty="0"/>
              <a:t>and did my </a:t>
            </a:r>
            <a:r>
              <a:rPr lang="en-CA" sz="2800" dirty="0" err="1"/>
              <a:t>Sov'reign</a:t>
            </a:r>
            <a:r>
              <a:rPr lang="en-CA" sz="2800" dirty="0"/>
              <a:t> die!</a:t>
            </a:r>
            <a:br>
              <a:rPr lang="en-CA" sz="2800" dirty="0"/>
            </a:br>
            <a:r>
              <a:rPr lang="en-CA" sz="2800" dirty="0"/>
              <a:t>Would he devote that sacred head</a:t>
            </a:r>
            <a:br>
              <a:rPr lang="en-CA" sz="2800" dirty="0"/>
            </a:br>
            <a:r>
              <a:rPr lang="en-CA" sz="2800" dirty="0"/>
              <a:t>for such a worm as I?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08ED8-D9A7-42F2-8523-5918EA7D0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0523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CA" sz="2800" dirty="0"/>
              <a:t>Was it for crimes that I had done</a:t>
            </a:r>
            <a:br>
              <a:rPr lang="en-CA" sz="2800" dirty="0"/>
            </a:br>
            <a:r>
              <a:rPr lang="en-CA" sz="2800" dirty="0"/>
              <a:t>he groaned upon the tree?</a:t>
            </a:r>
            <a:br>
              <a:rPr lang="en-CA" sz="2800" dirty="0"/>
            </a:br>
            <a:r>
              <a:rPr lang="en-CA" sz="2800" dirty="0"/>
              <a:t>Amazing pity! Grace unknown!</a:t>
            </a:r>
            <a:br>
              <a:rPr lang="en-CA" sz="2800" dirty="0"/>
            </a:br>
            <a:r>
              <a:rPr lang="en-CA" sz="2800" dirty="0"/>
              <a:t>And love beyond degree!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0423A-F235-4D72-85BA-F72C871F8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4992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48066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Well might the sun in darkness hide,</a:t>
            </a:r>
            <a:br>
              <a:rPr lang="en-CA" sz="2800" dirty="0"/>
            </a:br>
            <a:r>
              <a:rPr lang="en-CA" sz="2800" dirty="0"/>
              <a:t>and shut his glories in,</a:t>
            </a:r>
            <a:br>
              <a:rPr lang="en-CA" sz="2800" dirty="0"/>
            </a:br>
            <a:r>
              <a:rPr lang="en-CA" sz="2800" dirty="0"/>
              <a:t>when Christ, the mighty Maker, died</a:t>
            </a:r>
            <a:br>
              <a:rPr lang="en-CA" sz="2800" dirty="0"/>
            </a:br>
            <a:r>
              <a:rPr lang="en-CA" sz="2800" dirty="0"/>
              <a:t>for man the creature's sin.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7752E-7F8C-4F24-8533-56F43FAC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78228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CA" sz="2800" dirty="0"/>
              <a:t>Thus might I hide my blushing face</a:t>
            </a:r>
            <a:br>
              <a:rPr lang="en-CA" sz="2800" dirty="0"/>
            </a:br>
            <a:r>
              <a:rPr lang="en-CA" sz="2800" dirty="0"/>
              <a:t>while his dear cross appears;</a:t>
            </a:r>
            <a:br>
              <a:rPr lang="en-CA" sz="2800" dirty="0"/>
            </a:br>
            <a:r>
              <a:rPr lang="en-CA" sz="2800" dirty="0"/>
              <a:t>dissolve my heart in thankfulness,</a:t>
            </a:r>
            <a:br>
              <a:rPr lang="en-CA" sz="2800" dirty="0"/>
            </a:br>
            <a:r>
              <a:rPr lang="en-CA" sz="2800" dirty="0"/>
              <a:t>and melt mine eyes in tears.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25DEC3-F52F-4325-B31A-8B698674B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6043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 </a:t>
            </a:r>
            <a:r>
              <a:rPr lang="en-CA" sz="2800" dirty="0"/>
              <a:t>But drops of grief can ne'er repay</a:t>
            </a:r>
            <a:br>
              <a:rPr lang="en-CA" sz="2800" dirty="0"/>
            </a:br>
            <a:r>
              <a:rPr lang="en-CA" sz="2800" dirty="0"/>
              <a:t>the debt of love I owe;</a:t>
            </a:r>
            <a:br>
              <a:rPr lang="en-CA" sz="2800" dirty="0"/>
            </a:br>
            <a:r>
              <a:rPr lang="en-CA" sz="2800" dirty="0"/>
              <a:t>here, Lord, I give myself away,</a:t>
            </a:r>
            <a:br>
              <a:rPr lang="en-CA" sz="2800" dirty="0"/>
            </a:br>
            <a:r>
              <a:rPr lang="en-CA" sz="2800" dirty="0"/>
              <a:t>'tis all that I can do.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77E29-9D42-44FF-9041-AB039FC47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60148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#341 Alas! And Did My Saviour Bleed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#341 Alas! And Did My Saviour Bleed</dc:title>
  <dc:creator>Eric Hoogendoorn</dc:creator>
  <cp:lastModifiedBy>Eric Hoogendoorn</cp:lastModifiedBy>
  <cp:revision>1</cp:revision>
  <dcterms:created xsi:type="dcterms:W3CDTF">2020-04-25T02:39:25Z</dcterms:created>
  <dcterms:modified xsi:type="dcterms:W3CDTF">2020-04-25T02:39:53Z</dcterms:modified>
</cp:coreProperties>
</file>