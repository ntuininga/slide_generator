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339" r:id="rId4"/>
    <p:sldId id="340" r:id="rId5"/>
    <p:sldId id="341" r:id="rId6"/>
    <p:sldId id="34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6036-6611-488B-B9E4-359F38D20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7698F-5696-45AC-A877-6BF8F2B63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AB854-7B45-44A1-B33E-0CC1E5F2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1CBF-2981-404A-A7BB-6E6CE73E5426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EDBDE-B0FB-470E-9B8A-4DF53BC34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EAC63-F011-447C-AF79-12C2155D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896-6E39-483C-817F-89AE8200B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7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DA78-DAF6-485F-863A-7B65BC95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5185-BC88-465E-81D3-E9B617506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760B7-D536-4616-8EFE-90481568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1CBF-2981-404A-A7BB-6E6CE73E5426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738AF-EBFB-4941-8A70-87C634FBE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53C41-A34C-4E69-BBE5-96519002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896-6E39-483C-817F-89AE8200B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2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8B2D-D374-4399-B1CD-2B465CA5A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B21C2-970D-4C6D-9F6D-A12C91B37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94EC2-2024-4013-B520-A6272607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1CBF-2981-404A-A7BB-6E6CE73E5426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3FC80-9609-40CF-978F-84508C8E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D0F9E-E292-446D-8D06-5FAD1F6C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896-6E39-483C-817F-89AE8200B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88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6FCA7-E254-4BEC-BA08-A71A1D6F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0811D-2371-4201-AE43-55C4D99E4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AC0A0-E1FD-40FA-A77C-D80714FE2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DB181-5C17-43BB-A0B2-368D5AB8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1CBF-2981-404A-A7BB-6E6CE73E5426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81AC0-21C8-4094-90BA-6087E537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73A23-1263-4B0A-87A1-73278241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896-6E39-483C-817F-89AE8200B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0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71E8D-62AF-48A9-A0A9-47A332F6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85465-18D2-41DD-879E-4853CE3FF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0FA29-CD12-4828-B815-EF7BB8AAB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9C09CB-8BFE-43C5-AE72-0BCDD6B99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1FCA4-F446-42BA-BC86-6DB77327A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CC0742-0EDE-4D02-B582-0E33733D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1CBF-2981-404A-A7BB-6E6CE73E5426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6D460A-2838-442F-AE5B-F798443ED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F54CD5-47AC-453B-B74C-A87A3884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896-6E39-483C-817F-89AE8200B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6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AD502-CB4F-449B-AC17-71D8C796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85A0BD-1A30-4A01-9B06-C4E40628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1CBF-2981-404A-A7BB-6E6CE73E5426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BC2AA-82C6-45DF-8B9E-14BED52E0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E4741-9B00-41DE-96F6-39B0F536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896-6E39-483C-817F-89AE8200B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2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05885-52F9-4C8E-B1E1-7D1E2099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1CBF-2981-404A-A7BB-6E6CE73E5426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300443-C878-403A-ADE3-46C1F93B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2F3AC-A876-4577-AB98-ADBB88F8D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896-6E39-483C-817F-89AE8200B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3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A66A-EE22-49C9-8C66-AE96B5626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FB0FB-37D2-4A9C-972A-824E032E6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30120-565D-41F6-B167-E534D080B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F06EB-0912-455D-AF7A-4B189D3D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1CBF-2981-404A-A7BB-6E6CE73E5426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3EA4B-CBD2-4DB6-82E1-5EAC0AEE0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BD51C-2E3A-4D1A-B11E-017EB6E2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896-6E39-483C-817F-89AE8200B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90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925D3-2307-4F7F-938D-0AC7A32CF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D6C66-F058-4589-A168-7E0923F0F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B02A4-1499-472F-A410-DC7DA3D9F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5E4A4-CF27-4287-8D29-E70D69E96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1CBF-2981-404A-A7BB-6E6CE73E5426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4F527-53FD-4C24-B7BD-94D19A26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6539F-D413-4665-9E2C-A3E0F6B3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896-6E39-483C-817F-89AE8200B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52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04021-91CC-4AF4-9292-4B2C792C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A4BAB-C2D4-4A04-A844-2E04F8168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1D9F2-3B05-46E3-94B2-DD12E860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1CBF-2981-404A-A7BB-6E6CE73E5426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03D06-0424-458C-9039-5A088DEA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D91A6-EC71-481A-B20B-90E101DB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896-6E39-483C-817F-89AE8200B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7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176D62-EB31-4F66-926B-EEF262AF33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4D76F-6A33-48CB-8251-8240D6AC8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5E05A-49D2-4B6C-82FB-6DDF5180D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1CBF-2981-404A-A7BB-6E6CE73E5426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E9A9E-D415-4E62-BEE5-DFC5D5CA2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8897-F2FD-43FD-BDEB-9406C878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896-6E39-483C-817F-89AE8200B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05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5E4903-E82B-4B0B-858C-42E300599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8258F-103B-4D00-909C-8AEAD096A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14F91-547C-4C0A-86BD-1C6A74C32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91CBF-2981-404A-A7BB-6E6CE73E5426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F2E39-8844-4061-A6AD-027B50F2E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9A6DD-517B-40C4-84C6-6ED80F802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26896-6E39-483C-817F-89AE8200B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03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God, my king, thy might confessing,</a:t>
            </a:r>
            <a:br>
              <a:rPr lang="en-US" sz="2800" dirty="0"/>
            </a:br>
            <a:r>
              <a:rPr lang="en-US" sz="2800" dirty="0"/>
              <a:t>ever will I bless thy name;</a:t>
            </a:r>
            <a:br>
              <a:rPr lang="en-US" sz="2800" dirty="0"/>
            </a:br>
            <a:r>
              <a:rPr lang="en-US" sz="2800" dirty="0"/>
              <a:t>day by day thy throne addressing,</a:t>
            </a:r>
            <a:br>
              <a:rPr lang="en-US" sz="2800" dirty="0"/>
            </a:br>
            <a:r>
              <a:rPr lang="en-US" sz="2800" dirty="0"/>
              <a:t>still will I thy praise proclaim.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#145D God, My King, Thy Might Confessing</a:t>
            </a:r>
          </a:p>
        </p:txBody>
      </p:sp>
    </p:spTree>
    <p:extLst>
      <p:ext uri="{BB962C8B-B14F-4D97-AF65-F5344CB8AC3E}">
        <p14:creationId xmlns:p14="http://schemas.microsoft.com/office/powerpoint/2010/main" val="161295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Honor great our God </a:t>
            </a:r>
            <a:r>
              <a:rPr lang="en-US" sz="2800" dirty="0" err="1"/>
              <a:t>befitteth</a:t>
            </a:r>
            <a:r>
              <a:rPr lang="en-US" sz="2800" dirty="0"/>
              <a:t>;</a:t>
            </a:r>
            <a:br>
              <a:rPr lang="en-US" sz="2800" dirty="0"/>
            </a:br>
            <a:r>
              <a:rPr lang="en-US" sz="2800" dirty="0"/>
              <a:t>who his majesty can reach?</a:t>
            </a:r>
            <a:br>
              <a:rPr lang="en-US" sz="2800" dirty="0"/>
            </a:br>
            <a:r>
              <a:rPr lang="en-US" sz="2800" dirty="0"/>
              <a:t>Age to age his works </a:t>
            </a:r>
            <a:r>
              <a:rPr lang="en-US" sz="2800" dirty="0" err="1"/>
              <a:t>transmitteth</a:t>
            </a:r>
            <a:r>
              <a:rPr lang="en-US" sz="2800" dirty="0"/>
              <a:t>;</a:t>
            </a:r>
            <a:br>
              <a:rPr lang="en-US" sz="2800" dirty="0"/>
            </a:br>
            <a:r>
              <a:rPr lang="en-US" sz="2800" dirty="0"/>
              <a:t>age to age his </a:t>
            </a:r>
            <a:r>
              <a:rPr lang="en-US" sz="2800" dirty="0" err="1"/>
              <a:t>pow'r</a:t>
            </a:r>
            <a:r>
              <a:rPr lang="en-US" sz="2800" dirty="0"/>
              <a:t> shall teach.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1388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They shall talk of all thy glory,</a:t>
            </a:r>
            <a:br>
              <a:rPr lang="en-US" sz="2800" dirty="0"/>
            </a:br>
            <a:r>
              <a:rPr lang="en-US" sz="2800" dirty="0"/>
              <a:t>on thy might and greatness dwell,</a:t>
            </a:r>
            <a:br>
              <a:rPr lang="en-US" sz="2800" dirty="0"/>
            </a:br>
            <a:r>
              <a:rPr lang="en-US" sz="2800" dirty="0"/>
              <a:t>speak of thy great acts the story,</a:t>
            </a:r>
            <a:br>
              <a:rPr lang="en-US" sz="2800" dirty="0"/>
            </a:br>
            <a:r>
              <a:rPr lang="en-US" sz="2800" dirty="0"/>
              <a:t>and thy deeds of wonder tell.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13846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Nor shall fail from </a:t>
            </a:r>
            <a:r>
              <a:rPr lang="en-US" sz="2800" dirty="0" err="1"/>
              <a:t>mem'ry's</a:t>
            </a:r>
            <a:r>
              <a:rPr lang="en-US" sz="2800" dirty="0"/>
              <a:t> treasure</a:t>
            </a:r>
            <a:br>
              <a:rPr lang="en-US" sz="2800" dirty="0"/>
            </a:br>
            <a:r>
              <a:rPr lang="en-US" sz="2800" dirty="0"/>
              <a:t>works by love and mercy wrought:</a:t>
            </a:r>
            <a:br>
              <a:rPr lang="en-US" sz="2800" dirty="0"/>
            </a:br>
            <a:r>
              <a:rPr lang="en-US" sz="2800" dirty="0"/>
              <a:t>works of love surpassing measure,</a:t>
            </a:r>
            <a:br>
              <a:rPr lang="en-US" sz="2800" dirty="0"/>
            </a:br>
            <a:r>
              <a:rPr lang="en-US" sz="2800" dirty="0"/>
              <a:t>works of mercy passing thought.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13988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Full of kindness and compassion,</a:t>
            </a:r>
            <a:br>
              <a:rPr lang="en-US" sz="2800" dirty="0"/>
            </a:br>
            <a:r>
              <a:rPr lang="en-US" sz="2800" dirty="0"/>
              <a:t>slow to anger, vast in love,</a:t>
            </a:r>
            <a:br>
              <a:rPr lang="en-US" sz="2800" dirty="0"/>
            </a:br>
            <a:r>
              <a:rPr lang="en-US" sz="2800" dirty="0"/>
              <a:t>God is good to all creation;</a:t>
            </a:r>
            <a:br>
              <a:rPr lang="en-US" sz="2800" dirty="0"/>
            </a:br>
            <a:r>
              <a:rPr lang="en-US" sz="2800" dirty="0"/>
              <a:t>all his works his goodness prove.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12682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</a:t>
            </a:r>
            <a:r>
              <a:rPr lang="en-CA" sz="2800" dirty="0"/>
              <a:t> </a:t>
            </a:r>
            <a:r>
              <a:rPr lang="en-US" sz="2800" dirty="0"/>
              <a:t>All thy works, O Lord, shall bless thee,</a:t>
            </a:r>
            <a:br>
              <a:rPr lang="en-US" sz="2800" dirty="0"/>
            </a:br>
            <a:r>
              <a:rPr lang="en-US" sz="2800" dirty="0"/>
              <a:t>thee shall all thy saints adore.</a:t>
            </a:r>
            <a:br>
              <a:rPr lang="en-US" sz="2800" dirty="0"/>
            </a:br>
            <a:r>
              <a:rPr lang="en-US" sz="2800" dirty="0"/>
              <a:t>King supreme shall they confess thee,</a:t>
            </a:r>
            <a:br>
              <a:rPr lang="en-US" sz="2800" dirty="0"/>
            </a:br>
            <a:r>
              <a:rPr lang="en-US" sz="2800" dirty="0"/>
              <a:t>and proclaim thy sovereign </a:t>
            </a:r>
            <a:r>
              <a:rPr lang="en-US" sz="2800" dirty="0" err="1"/>
              <a:t>pow'r</a:t>
            </a:r>
            <a:r>
              <a:rPr lang="en-US" sz="2800" dirty="0"/>
              <a:t>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57479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2020-07-17T03:08:22Z</dcterms:created>
  <dcterms:modified xsi:type="dcterms:W3CDTF">2020-07-17T03:08:44Z</dcterms:modified>
</cp:coreProperties>
</file>