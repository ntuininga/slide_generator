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61" r:id="rId6"/>
    <p:sldId id="259" r:id="rId7"/>
    <p:sldId id="260" r:id="rId8"/>
    <p:sldId id="258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66FC360-11F6-4039-92BB-246B22985CBB}" type="datetime">
              <a:rPr lang="en-CA" sz="1200" b="0" strike="noStrike" spc="-1">
                <a:solidFill>
                  <a:srgbClr val="8B8B8B"/>
                </a:solidFill>
                <a:latin typeface="Calibri"/>
              </a:rPr>
              <a:t>2024-10-27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F7F87EC-43D4-4D70-94C7-68F28EAF2470}" type="slidenum">
              <a:rPr lang="en-CA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181202-7D8F-49A9-A466-A188A61CC5A3}" type="datetime">
              <a:rPr lang="en-CA" sz="1200" b="0" strike="noStrike" spc="-1">
                <a:solidFill>
                  <a:srgbClr val="8B8B8B"/>
                </a:solidFill>
                <a:latin typeface="Calibri"/>
              </a:rPr>
              <a:t>2024-10-27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5E73979-AABE-46F5-BF81-61235C38E687}" type="slidenum">
              <a:rPr lang="en-CA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FB2D7EFB-9E25-41A1-B22B-47041E326905}" type="datetime">
              <a:rPr lang="en-CA" sz="1200" b="0" strike="noStrike" spc="-1">
                <a:solidFill>
                  <a:srgbClr val="8B8B8B"/>
                </a:solidFill>
                <a:latin typeface="Calibri"/>
              </a:rPr>
              <a:t>2024-10-27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90B6DDCA-BBB4-437D-90F6-192824BBC231}" type="slidenum">
              <a:rPr lang="en-CA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838080" y="181080"/>
            <a:ext cx="10515240" cy="76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#25B Lord, to You I Lift My Soul</a:t>
            </a:r>
            <a:endParaRPr lang="en-CA" sz="4400" b="0" strike="noStrike" spc="-1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2590920" y="1699560"/>
            <a:ext cx="700992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514440" indent="-514080" algn="ctr">
              <a:lnSpc>
                <a:spcPct val="100000"/>
              </a:lnSpc>
              <a:buClr>
                <a:srgbClr val="222222"/>
              </a:buClr>
              <a:buFont typeface="StarSymbol"/>
              <a:buAutoNum type="arabicPeriod"/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Lord, to you I lift my soul,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O my God, I trust your name;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let my foes not o’er me gloat;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let me not be put to shame.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Truly none who wait for you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will be ever put to shame;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those who wantonly betray,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they will ever be ashamed.</a:t>
            </a:r>
            <a:endParaRPr lang="en-CA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943280" y="1730520"/>
            <a:ext cx="8305560" cy="33957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2</a:t>
            </a: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. Make me know your ways, O Lord;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In your path lead me in truth.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You are God, my Savior true,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All the day I wait for you.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Lord, remember in your love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All your mercies from of old.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But remember not my sin,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For your goodness’ sake, O Lord!</a:t>
            </a:r>
            <a:endParaRPr lang="en-US" sz="2800" b="0" strike="noStrike" spc="-1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0523-4AF5-E310-F667-C4F0E725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>
            <a:extLst>
              <a:ext uri="{FF2B5EF4-FFF2-40B4-BE49-F238E27FC236}">
                <a16:creationId xmlns:a16="http://schemas.microsoft.com/office/drawing/2014/main" id="{77E6C16A-44EB-58C6-9B01-B8B94E60DB43}"/>
              </a:ext>
            </a:extLst>
          </p:cNvPr>
          <p:cNvSpPr/>
          <p:nvPr/>
        </p:nvSpPr>
        <p:spPr>
          <a:xfrm>
            <a:off x="1943280" y="1730520"/>
            <a:ext cx="8305560" cy="38174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3. Good and upright is the Lord;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He instructs all those who stray. 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All the meek he leads aright,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He will teach his holy way.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All his paths are steadfast love,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He is faithful in his ways,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For all those who keep his word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 and his covenant obey.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endParaRPr lang="en-US" sz="2800" b="0" strike="noStrike" spc="-1" dirty="0">
              <a:solidFill>
                <a:srgbClr val="22222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104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943280" y="1730520"/>
            <a:ext cx="8305560" cy="33871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4</a:t>
            </a: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. For the sake of your own name,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Lord, forgive my guilt, </a:t>
            </a:r>
            <a:r>
              <a:rPr lang="en-US" sz="2800" spc="-1" dirty="0" err="1">
                <a:solidFill>
                  <a:srgbClr val="222222"/>
                </a:solidFill>
                <a:latin typeface="Calibri"/>
              </a:rPr>
              <a:t>tho</a:t>
            </a:r>
            <a:r>
              <a:rPr lang="en-US" sz="2800" spc="-1" dirty="0">
                <a:solidFill>
                  <a:srgbClr val="222222"/>
                </a:solidFill>
                <a:latin typeface="Calibri"/>
              </a:rPr>
              <a:t>’ great.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Who is </a:t>
            </a:r>
            <a:r>
              <a:rPr lang="en-US" sz="2800" spc="-1" dirty="0">
                <a:solidFill>
                  <a:srgbClr val="222222"/>
                </a:solidFill>
                <a:latin typeface="Calibri"/>
              </a:rPr>
              <a:t>he who fears the Lord?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God will teach him all his ways.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In wellbeing he abides,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And his s</a:t>
            </a:r>
            <a:r>
              <a:rPr lang="en-US" sz="2800" spc="-1" dirty="0">
                <a:solidFill>
                  <a:srgbClr val="222222"/>
                </a:solidFill>
                <a:latin typeface="Calibri"/>
              </a:rPr>
              <a:t>eed receives the land.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Those who fear the Lord he loves,</a:t>
            </a: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Makes them know his covenant.</a:t>
            </a:r>
            <a:endParaRPr lang="en-CA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0980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943280" y="1730520"/>
            <a:ext cx="8305560" cy="33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5. To the Lord I turn my eyes;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from all snares he plucks my feet.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Show your grace and turn to me;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I am lonely and afraid.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All my troubles are enlarged,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give relief from my distress.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See my deep afflictions, Lord,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and forgive my sinfulness. </a:t>
            </a:r>
            <a:endParaRPr lang="en-CA" sz="2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505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1943280" y="1730520"/>
            <a:ext cx="8305560" cy="33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6. See how many are my foes,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see the vi’lence of their hate.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Guard my soul! Deliver me!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Let me not be put to shame,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since I wait for you, O Lord.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May my uprightness prevail.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From his troubles, gracious God,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O redeem your Israel.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363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StarSymbol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Anya Hoogendoorn</dc:creator>
  <dc:description/>
  <cp:lastModifiedBy>Neil Tuininga</cp:lastModifiedBy>
  <cp:revision>6</cp:revision>
  <dcterms:created xsi:type="dcterms:W3CDTF">2021-01-21T20:51:52Z</dcterms:created>
  <dcterms:modified xsi:type="dcterms:W3CDTF">2024-10-27T14:36:31Z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