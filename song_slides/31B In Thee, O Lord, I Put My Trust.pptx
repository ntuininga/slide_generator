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Copyright Trinity Psalter Hymnal, 2018, used by permission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D04A9-381D-4317-B3E9-378656F588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59D53C-4DF6-4694-9402-9D3B3F13DEB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F83552-E3A5-47B9-9CEA-B63B0D95877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EED1D3-ABC3-4B67-9653-4517BE1A11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6C78CA-1CB7-4FA9-9199-B2951EA8B5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222C5A-6908-4E99-B468-7460C7FB89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3BF6E-395E-42A2-9D44-06ACB492C7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86EDD4-CB9D-46AC-B030-34B5AE3713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BAAE34-1BBD-4516-B37E-070F7503B2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67A70-E925-408A-B563-A1C2AA73DE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7E172A-5BFE-40CA-80F2-E388E8A443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#31B In Thee, O Lord, I Put My Trust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847440" y="1613160"/>
            <a:ext cx="109083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thee, O Lord, I put my trust,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call upon thy name;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save me in thy righteousness, 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nor let me suffer shame.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Bow down thine ear to my request,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swift deliv'rance send;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 thou to me a rock of strength,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fortress to defend.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15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Since thou my rock and fortress art,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my leader be, and guide;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all temptation rescue me,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thou dost my strength abide.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24760" y="168588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thee my spirit I commend;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Redemption is with thee,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thou Jehovah, God of truth,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Who hast delivered me.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180000" y="1440000"/>
            <a:ext cx="11700000" cy="434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15000"/>
              </a:lnSpc>
            </a:pPr>
            <a:r>
              <a:rPr b="0" i="1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6.</a:t>
            </a: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 my affliction thou hast seen,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known my many woes;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thou hast not let me be enslaved,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but freed me from my foes</a:t>
            </a: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7 Show mercy, Lord, to me distressed,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and send my soul relief;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my life is spent with bitterness,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my strength consumed with grief.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11 But, Lord, in thee is all my trust;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"Thou art my God," I cried.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My life, my times are in thy hand,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I in thy strength confide.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LibreOffice/25.2.2.2$Linux_X86_64 LibreOffice_project/520$Build-2</Application>
  <AppVersion>15.0000</AppVersion>
  <Words>270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2020-06-13T01:52:07Z</dcterms:created>
  <dc:creator>Eric Hoogendoorn</dc:creator>
  <dc:description/>
  <dc:language>en-CA</dc:language>
  <cp:lastModifiedBy/>
  <dcterms:modified xsi:type="dcterms:W3CDTF">2026-01-04T07:07:56Z</dcterms:modified>
  <cp:revision>4</cp:revision>
  <dc:subject/>
  <dc:title>#31B In Thee, O Lord, I Put My Trust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