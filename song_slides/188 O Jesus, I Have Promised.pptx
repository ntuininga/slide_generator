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374" r:id="rId2"/>
    <p:sldId id="375" r:id="rId3"/>
    <p:sldId id="505" r:id="rId4"/>
    <p:sldId id="515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73F81-8C6E-498E-9649-09043466C5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FF0068-53E9-4F2D-8D21-99641AE3BA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DD2D0A-771E-4CC9-B2FA-F6127BDC1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35317-870D-47A1-A871-095EAF8ADDB9}" type="datetime1">
              <a:rPr lang="en-CA" smtClean="0"/>
              <a:t>2021-12-04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29DFAC-1345-417F-8539-E4324C813E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713D83-791B-47CD-81CF-7D0A9FCA69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02823164"/>
      </p:ext>
    </p:extLst>
  </p:cSld>
  <p:clrMapOvr>
    <a:masterClrMapping/>
  </p:clrMapOvr>
  <p:transition spd="slow">
    <p:pull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0559B6-A8C4-4BD2-8934-6F84F7C068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CF02D0-5733-4252-B437-489ECF6B55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61EDB0-38CD-4C6B-9628-84DF4CE82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EFFD5-3ED8-4C55-9B75-5FAAA44EC81C}" type="datetime1">
              <a:rPr lang="en-CA" smtClean="0"/>
              <a:t>2021-12-04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148243-47CE-4C03-BDD1-36230335B0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834CD2-9685-4F76-8F3F-33E4A3B2A8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29282693"/>
      </p:ext>
    </p:extLst>
  </p:cSld>
  <p:clrMapOvr>
    <a:masterClrMapping/>
  </p:clrMapOvr>
  <p:transition spd="slow">
    <p:pull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1D7283-3370-49FB-AEB1-0A5CFABD2D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F235D4-2806-4E89-A73E-F076F1BBD1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82556A-3EA0-4836-B714-E493A1650E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5101F-0480-4C16-A0E6-893EC5ED1809}" type="datetime1">
              <a:rPr lang="en-CA" smtClean="0"/>
              <a:t>2021-12-04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4DEDFC-4DCE-4843-923F-5E0631A14E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44340F-5A1D-4186-B93E-B622C410EC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91396242"/>
      </p:ext>
    </p:extLst>
  </p:cSld>
  <p:clrMapOvr>
    <a:masterClrMapping/>
  </p:clrMapOvr>
  <p:transition spd="slow">
    <p:pull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218AE2-42A1-494E-941B-AE44CEB073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2DC52F-BCE1-4A63-940A-86256ED8BF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4959C4-EEE3-48E0-874C-56B0A6F61D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11B415-31D4-4C9E-B4B8-64D2B819CB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3E363-001F-4EBA-A8D1-B39324F7D3A0}" type="datetime1">
              <a:rPr lang="en-CA" smtClean="0"/>
              <a:t>2021-12-04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420BE1-A0C2-4581-B074-4D1A4620BA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52CEFF-4BB8-467D-8892-6859D1F391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1222329"/>
      </p:ext>
    </p:extLst>
  </p:cSld>
  <p:clrMapOvr>
    <a:masterClrMapping/>
  </p:clrMapOvr>
  <p:transition spd="slow">
    <p:pull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A21E5-2561-49AB-B15D-B509394EE9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D7E1B2-450C-4836-AD59-ED26CCDD75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4CA549-09E0-497E-8F9D-92AF957229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F849C70-5DCE-459B-99A1-A945ED9F487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C0D7DA-6490-4041-9CAA-F9506A2634D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051B6F8-4D8A-4901-8AC4-15274A9B29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25B79E-D695-442A-8F36-6C94362F5AC3}" type="datetime1">
              <a:rPr lang="en-CA" smtClean="0"/>
              <a:t>2021-12-04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6D9A69C-C9D5-4D48-BCF9-E2C9C51131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4207ED-8ECF-4AE7-AC15-F6591497B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20120634"/>
      </p:ext>
    </p:extLst>
  </p:cSld>
  <p:clrMapOvr>
    <a:masterClrMapping/>
  </p:clrMapOvr>
  <p:transition spd="slow">
    <p:pull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08DBBA-429F-48BC-9BD0-8CC731397F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16F03E4-E9DF-4B65-A8A1-AB73B348EA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2DEDEA-E31E-4A84-9BDE-D7EB9CF97A91}" type="datetime1">
              <a:rPr lang="en-CA" smtClean="0"/>
              <a:t>2021-12-04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A1896C-0A5B-4D03-AAC2-E47106F6F2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D05712-8EB3-4388-BC97-8D073ECC5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73049047"/>
      </p:ext>
    </p:extLst>
  </p:cSld>
  <p:clrMapOvr>
    <a:masterClrMapping/>
  </p:clrMapOvr>
  <p:transition spd="slow">
    <p:pull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E3C3D7A-A77C-4F15-8B6A-51F226D89E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BC4A5-74FE-46E4-996C-79C0DB006F7E}" type="datetime1">
              <a:rPr lang="en-CA" smtClean="0"/>
              <a:t>2021-12-04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DA3F68-70CD-490D-81A9-79A5C61E60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3F4333-8A4B-4B06-93F3-2A73920695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80156601"/>
      </p:ext>
    </p:extLst>
  </p:cSld>
  <p:clrMapOvr>
    <a:masterClrMapping/>
  </p:clrMapOvr>
  <p:transition spd="slow">
    <p:pull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E1BFAB-4CAA-42A5-86A2-A23F9D10B0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2FE904-CB59-43EE-B394-127D740E72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AD4B69-E074-41BB-8AED-BD480B635C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5796B5-4998-4DEC-86F3-9C577203E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31770-ECCC-4C39-B643-FC5F12D202B1}" type="datetime1">
              <a:rPr lang="en-CA" smtClean="0"/>
              <a:t>2021-12-04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805FE8-5CDD-41FF-9717-96222C90F6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6234F7-F04A-457B-BA1E-C5FDD8DEE5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41600457"/>
      </p:ext>
    </p:extLst>
  </p:cSld>
  <p:clrMapOvr>
    <a:masterClrMapping/>
  </p:clrMapOvr>
  <p:transition spd="slow">
    <p:pull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5690B-A750-4EE8-A5BE-42978A2FD6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FE3259D-344E-4A5A-A2B8-9782BB6AD59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9ACB6E-5700-4FFB-A38A-31A09B3FF8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E0D13E-3095-49A3-8259-20598BD00E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C97E41-163B-400B-A813-1CACAAAABF01}" type="datetime1">
              <a:rPr lang="en-CA" smtClean="0"/>
              <a:t>2021-12-04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34EBAD-9D18-4FDE-B110-21B70AA85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6DB5AA-4521-445E-8F4E-92BEA57B76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60149740"/>
      </p:ext>
    </p:extLst>
  </p:cSld>
  <p:clrMapOvr>
    <a:masterClrMapping/>
  </p:clrMapOvr>
  <p:transition spd="slow">
    <p:pull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B4EC80-7D37-499D-8B5B-F87EE989A7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11B4BF-9618-4E8C-9F57-4B3AFD2987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D52BD8-EDCF-444C-8E43-1AB4F90F13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364535-93A1-4917-A113-9A80F95F8F45}" type="datetime1">
              <a:rPr lang="en-CA" smtClean="0"/>
              <a:t>2021-12-04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B51757-D618-483B-A799-9AF641FBA2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CC2110-00E6-426D-9403-73A44AA682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74807623"/>
      </p:ext>
    </p:extLst>
  </p:cSld>
  <p:clrMapOvr>
    <a:masterClrMapping/>
  </p:clrMapOvr>
  <p:transition spd="slow">
    <p:pull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B50FC2A-E5D4-49F7-8CEF-A5633124E6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83C582-CC05-415E-AD6D-16BDB63CD9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49EB80-F242-4A79-BA29-4169C19B96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A61FB2-8A98-43BE-B487-C91EE1AD8760}" type="datetime1">
              <a:rPr lang="en-CA" smtClean="0"/>
              <a:t>2021-12-04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2B16DA-1AF6-4BB5-8E0E-84E24E6705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02E04F-7FF9-4276-ADF9-0A5ECD4808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49516149"/>
      </p:ext>
    </p:extLst>
  </p:cSld>
  <p:clrMapOvr>
    <a:masterClrMapping/>
  </p:clrMapOvr>
  <p:transition spd="slow">
    <p:pull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0DE32D0-68A2-4614-B084-C54207BA58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8939CB-1483-41EF-B590-4DEE1051C5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2EA011-39F8-4DD9-AEDE-5AE92776CC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A3EC48-83DC-40F1-ABE2-BA3259C78817}" type="datetime1">
              <a:rPr lang="en-CA" smtClean="0"/>
              <a:t>2021-12-04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6C6A29-01B5-4EA9-ABF1-586FE4A873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8E2A65-7454-483F-8B4F-A3B644D622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587737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 spd="slow">
    <p:pull/>
  </p:transition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1157F3-50C0-4954-B813-2EDAF42D4A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Copyright Trinity Psalter Hymnal, 2018, used by permission</a:t>
            </a:r>
            <a:endParaRPr kumimoji="0" lang="en-C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D8FAD22-7860-4975-9E75-6ECBB3C4D3B2}"/>
              </a:ext>
            </a:extLst>
          </p:cNvPr>
          <p:cNvSpPr txBox="1"/>
          <p:nvPr/>
        </p:nvSpPr>
        <p:spPr>
          <a:xfrm>
            <a:off x="1393029" y="1861443"/>
            <a:ext cx="9405937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1. O Jesus, I have promised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to serve thee to the end;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 thou forever near me,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my Master and my Friend;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 shall not fear the battle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if thou art by my side,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nor wander from the pathway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if thou wilt be my guide.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2865B24-F760-490B-B1B0-4C225006A747}"/>
              </a:ext>
            </a:extLst>
          </p:cNvPr>
          <p:cNvSpPr txBox="1"/>
          <p:nvPr/>
        </p:nvSpPr>
        <p:spPr>
          <a:xfrm>
            <a:off x="226214" y="136525"/>
            <a:ext cx="1173956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4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#188 O Jesus, I Have Promised</a:t>
            </a:r>
            <a:endParaRPr kumimoji="0" lang="en-CA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88393545"/>
      </p:ext>
    </p:extLst>
  </p:cSld>
  <p:clrMapOvr>
    <a:masterClrMapping/>
  </p:clrMapOvr>
  <p:transition spd="slow">
    <p:pull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EDA5B7A-2B00-4130-A4AF-093BF8471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599" y="6270625"/>
            <a:ext cx="4114800" cy="36512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Copyright Trinity Psalter Hymnal, 2018, used by permission</a:t>
            </a:r>
            <a:endParaRPr kumimoji="0" lang="en-C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472DE6-7BB6-4015-80FB-36808E6847B4}"/>
              </a:ext>
            </a:extLst>
          </p:cNvPr>
          <p:cNvSpPr txBox="1"/>
          <p:nvPr/>
        </p:nvSpPr>
        <p:spPr>
          <a:xfrm>
            <a:off x="2014535" y="1659285"/>
            <a:ext cx="8162927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2. O Jesus, thou hast promised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to all who follow thee,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that where thou art in glory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there shall thy servant be;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and, Jesus, I have promised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to serve thee to the end;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 give me grace to follow,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my Master and my Friend.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14568916"/>
      </p:ext>
    </p:extLst>
  </p:cSld>
  <p:clrMapOvr>
    <a:masterClrMapping/>
  </p:clrMapOvr>
  <p:transition spd="slow">
    <p:pull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66F690D-5419-4ACB-B727-EA36CFE437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Copyright Trinity Psalter Hymnal, 2018, used by permission</a:t>
            </a:r>
            <a:endParaRPr kumimoji="0" lang="en-CA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CA2DD56-D18D-43DF-988D-217EAA9555AF}"/>
              </a:ext>
            </a:extLst>
          </p:cNvPr>
          <p:cNvSpPr txBox="1"/>
          <p:nvPr/>
        </p:nvSpPr>
        <p:spPr>
          <a:xfrm>
            <a:off x="1647825" y="1659285"/>
            <a:ext cx="889635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3. O let me feel thee near me!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 world is ever near;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 see the sights that dazzle,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 tempting sounds I hear;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my foes are ever near me,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around me and within;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but Jesus, draw thou nearer,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and shield my soul from sin.</a:t>
            </a:r>
          </a:p>
        </p:txBody>
      </p:sp>
    </p:spTree>
    <p:extLst>
      <p:ext uri="{BB962C8B-B14F-4D97-AF65-F5344CB8AC3E}">
        <p14:creationId xmlns:p14="http://schemas.microsoft.com/office/powerpoint/2010/main" val="75397978"/>
      </p:ext>
    </p:extLst>
  </p:cSld>
  <p:clrMapOvr>
    <a:masterClrMapping/>
  </p:clrMapOvr>
  <p:transition spd="slow">
    <p:pull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525F067-156E-4AD7-A206-13EF99C64C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Copyright Trinity Psalter Hymnal, 2018, used by permission</a:t>
            </a:r>
            <a:endParaRPr kumimoji="0" lang="en-CA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5923F9-2958-4ECF-BC55-CA716D1C42C6}"/>
              </a:ext>
            </a:extLst>
          </p:cNvPr>
          <p:cNvSpPr txBox="1"/>
          <p:nvPr/>
        </p:nvSpPr>
        <p:spPr>
          <a:xfrm>
            <a:off x="2195512" y="1659285"/>
            <a:ext cx="7800975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4. O let me hear thee speaking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 accents clear and still,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above the storms of passion,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 murmurs of self will.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 speak to reassure me,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to hasten or control;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 speak and make me listen,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thou guardian of my soul.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80453839"/>
      </p:ext>
    </p:extLst>
  </p:cSld>
  <p:clrMapOvr>
    <a:masterClrMapping/>
  </p:clrMapOvr>
  <p:transition spd="slow">
    <p:pull/>
  </p:transition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265</Words>
  <Application>Microsoft Office PowerPoint</Application>
  <PresentationFormat>Widescreen</PresentationFormat>
  <Paragraphs>30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1_Office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Anya Hoogendoorn</dc:creator>
  <cp:lastModifiedBy>Anya Hoogendoorn</cp:lastModifiedBy>
  <cp:revision>1</cp:revision>
  <dcterms:created xsi:type="dcterms:W3CDTF">2021-12-04T23:36:26Z</dcterms:created>
  <dcterms:modified xsi:type="dcterms:W3CDTF">2021-12-04T23:37:09Z</dcterms:modified>
</cp:coreProperties>
</file>