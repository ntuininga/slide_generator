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EF3EF-1D5C-438F-8F6C-E7C053318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E168C-B8A0-4DC5-AABE-276940D75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DE6F1-54D2-4C1F-98CC-C8412854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EDFB8-B731-44B8-8085-90BD18A2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49D95-3C94-4E73-BB53-F6F9C2C1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8819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9CC8-E2F7-4FCD-90FB-1557E133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08891-2347-48AE-B862-979A1C3A2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8CBB3-3C3D-4AEF-8631-2A8E59619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6FF7C-0E96-46A8-8459-75588AC4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6F50E-8348-4F2C-9FD3-3B75E38E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601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665E-7E5C-406B-BC9E-CA6678513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21C93-1415-4846-9D8F-898E1325B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34D8-A606-49A9-9594-B850EF8C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F0D37-94F1-41A1-95C6-A664D551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88CE9-B513-4E8B-A4D2-810F8C31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749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D431-DA0C-4E30-9B6D-24CBF0CF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449D-B359-4ACC-AD1F-7BE10A62C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0811E-846D-48C0-994E-A6A694688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476C9-DECD-44BF-8BAA-9C1EEA4D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D1920-8D73-4118-A516-B7E05D10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C33A9-EA5E-4D84-AEA7-C37BEA9CC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291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C9EC-A8C9-45F9-9240-008D11A5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A5EB-79D0-4BC5-B4E1-C9B9FC96A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D3C50-CB93-4562-B0F5-86E5C360D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82FD1B-3752-4586-A83D-90C3BD64E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7F4AC-D945-4EBE-A0F8-4E5E0CB32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F733B-66F7-4143-8D55-7078452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85D8B-7DB1-4BE0-A079-845429D23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744D0E-A178-459F-8DFF-8C5841CA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233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7E50-5789-4058-97C6-E3061581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291A2-8EFB-4A22-A2B5-18269BC2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BCBFA-61FC-4603-9E54-D77753CE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3E7BA-0CB9-487E-A72E-EAD12DC5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066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E4C00-61C4-4FF6-AF93-1D97171CD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E32C8-4AA2-443C-9ED4-19421654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94A6D-CB6C-4BF6-A730-F43DAA4F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577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E834-3B67-46ED-9643-906E1607B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97024-D2C0-4BD2-96B2-52BFC7A2C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DD2BF-3344-40C7-B275-617950E29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04657-336F-4076-A6AC-967FE4090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0C6E-0115-4691-B3DF-C93AB42A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95897-F8D5-46EE-AB4E-04187AF8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66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5B3D-0AFB-4DDA-9965-E654E9972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5CE90-F6D5-4DB7-AE5D-78DE024DC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39736-E7E9-4D5A-93A6-BFFFE67C4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0CA4A-2E52-4BBC-8B90-AFC25D26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97DD2-62C6-4B9A-9339-F42C4EE7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02CB9-EBD0-4C19-837F-18503525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827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A810-EAD9-4F44-A6D6-BB70C126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B2129-E235-40E6-997F-D1F16B41F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9C091-9D95-4F4A-9E4D-68ED06EBF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5A3B7-F9C6-4ABC-A085-431DA6727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B796D-1377-47E2-822C-19E6A0D3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105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56A12-8D8E-486B-AD2D-4930398FD3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5B8E6-E3FF-4623-A9B0-C0D656F7A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1C9BC-EF4A-44EF-8CA6-280C3686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F4C8D-A2AA-425F-A232-4ADAF996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3E00C-666E-47BA-B6D9-5B59DF10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836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8C357-A3C2-4D3D-B518-43FC4AF1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6292E-1A3C-4037-91A4-8D661210E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F89C0-393E-46CB-8291-3E019FEC0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7776B-64A3-416A-8341-1D48F2D31016}" type="datetimeFigureOut">
              <a:rPr lang="en-CA" smtClean="0"/>
              <a:t>2021-05-29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3ABD0-926D-48B7-96DA-A526F66E2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A24AA-F823-4EB3-BDB6-132D5038E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CD699-B826-4470-8954-8DF7BC93E91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418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2EE83D-9A46-48B8-8C61-C9783D65E779}"/>
              </a:ext>
            </a:extLst>
          </p:cNvPr>
          <p:cNvSpPr txBox="1"/>
          <p:nvPr/>
        </p:nvSpPr>
        <p:spPr>
          <a:xfrm>
            <a:off x="661987" y="185737"/>
            <a:ext cx="10868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#442 Blow Ye the Trumpet, Blow!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CED6B-0B22-473A-90DC-6B5FF782E0DB}"/>
              </a:ext>
            </a:extLst>
          </p:cNvPr>
          <p:cNvSpPr txBox="1"/>
          <p:nvPr/>
        </p:nvSpPr>
        <p:spPr>
          <a:xfrm>
            <a:off x="1719261" y="1443841"/>
            <a:ext cx="87534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Blow ye the trumpet, blow!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gladly solemn sound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the nations know,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earth's remotest bound: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year of jubilee is come;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699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A1B69-70A4-4A9F-8E3F-CCE59518B7A2}"/>
              </a:ext>
            </a:extLst>
          </p:cNvPr>
          <p:cNvSpPr txBox="1"/>
          <p:nvPr/>
        </p:nvSpPr>
        <p:spPr>
          <a:xfrm>
            <a:off x="2414587" y="1443841"/>
            <a:ext cx="73628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Jesus, our great High Priest,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 full atonement made;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 weary spirits, rest;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 mournful souls, be glad: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year of jubilee is come;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04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32511B-0046-4F1A-861E-A98422837813}"/>
              </a:ext>
            </a:extLst>
          </p:cNvPr>
          <p:cNvSpPr txBox="1"/>
          <p:nvPr/>
        </p:nvSpPr>
        <p:spPr>
          <a:xfrm>
            <a:off x="2052637" y="1443841"/>
            <a:ext cx="80867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Extol the Lamb of God,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sacrificial Lamb;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redemption thro' his blood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throughout the world proclaim: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year of jubilee is come;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265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9F941-E7BC-4DA6-8AA2-FA4A6CA8742B}"/>
              </a:ext>
            </a:extLst>
          </p:cNvPr>
          <p:cNvSpPr txBox="1"/>
          <p:nvPr/>
        </p:nvSpPr>
        <p:spPr>
          <a:xfrm>
            <a:off x="2433637" y="1443841"/>
            <a:ext cx="73247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Ye slaves of sin and hell,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liberty receive;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safe in Jesus dwell,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blest in Jesus live: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year of jubilee is come;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669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7384D9-F414-4F9A-9A68-284112250AB0}"/>
              </a:ext>
            </a:extLst>
          </p:cNvPr>
          <p:cNvSpPr txBox="1"/>
          <p:nvPr/>
        </p:nvSpPr>
        <p:spPr>
          <a:xfrm>
            <a:off x="2009775" y="1443841"/>
            <a:ext cx="81724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Ye who have sold for naught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heritage above,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receive it back unbought,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gift of Jesus' love: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year of jubilee is come;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007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B14A9-4D57-45DA-8336-6890CFA39A06}"/>
              </a:ext>
            </a:extLst>
          </p:cNvPr>
          <p:cNvSpPr txBox="1"/>
          <p:nvPr/>
        </p:nvSpPr>
        <p:spPr>
          <a:xfrm>
            <a:off x="2376487" y="1443841"/>
            <a:ext cx="74390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The gospel trumpet hear,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news of heav'nly grace;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and, saved from earth, appear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your Savior's face: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year of jubilee is come;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return, ye ransomed sinners, home.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7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343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2021-05-29T17:45:33Z</dcterms:created>
  <dcterms:modified xsi:type="dcterms:W3CDTF">2021-05-29T17:58:16Z</dcterms:modified>
</cp:coreProperties>
</file>