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89" r:id="rId2"/>
    <p:sldId id="291" r:id="rId3"/>
    <p:sldId id="42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73F81-8C6E-498E-9649-09043466C5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FF0068-53E9-4F2D-8D21-99641AE3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D2D0A-771E-4CC9-B2FA-F6127BDC1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FFA1D-783B-4664-9DF0-5BD0AD81B165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9DFAC-1345-417F-8539-E4324C813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13D83-791B-47CD-81CF-7D0A9FCA6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94571042"/>
      </p:ext>
    </p:extLst>
  </p:cSld>
  <p:clrMapOvr>
    <a:masterClrMapping/>
  </p:clrMapOvr>
  <p:transition spd="slow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559B6-A8C4-4BD2-8934-6F84F7C06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F02D0-5733-4252-B437-489ECF6B55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1EDB0-38CD-4C6B-9628-84DF4CE82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2CCEB-571F-48EB-8E4C-843450E759B1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148243-47CE-4C03-BDD1-36230335B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34CD2-9685-4F76-8F3F-33E4A3B2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53202040"/>
      </p:ext>
    </p:extLst>
  </p:cSld>
  <p:clrMapOvr>
    <a:masterClrMapping/>
  </p:clrMapOvr>
  <p:transition spd="slow">
    <p:pull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D7283-3370-49FB-AEB1-0A5CFABD2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235D4-2806-4E89-A73E-F076F1BBD1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2556A-3EA0-4836-B714-E493A1650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42311-1E2F-4BBB-86CB-5AD6F516A782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EDFC-4DCE-4843-923F-5E0631A1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44340F-5A1D-4186-B93E-B622C410E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5272278"/>
      </p:ext>
    </p:extLst>
  </p:cSld>
  <p:clrMapOvr>
    <a:masterClrMapping/>
  </p:clrMapOvr>
  <p:transition spd="slow">
    <p:pull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18AE2-42A1-494E-941B-AE44CEB0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DC52F-BCE1-4A63-940A-86256ED8B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959C4-EEE3-48E0-874C-56B0A6F61D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1B415-31D4-4C9E-B4B8-64D2B819C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1BF6F-07C0-483B-8476-1E72B96DFE6D}" type="datetime1">
              <a:rPr lang="en-CA" smtClean="0"/>
              <a:t>2021-10-22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20BE1-A0C2-4581-B074-4D1A4620B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52CEFF-4BB8-467D-8892-6859D1F39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06727417"/>
      </p:ext>
    </p:extLst>
  </p:cSld>
  <p:clrMapOvr>
    <a:masterClrMapping/>
  </p:clrMapOvr>
  <p:transition spd="slow">
    <p:pull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A21E5-2561-49AB-B15D-B509394EE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7E1B2-450C-4836-AD59-ED26CCDD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4CA549-09E0-497E-8F9D-92AF957229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849C70-5DCE-459B-99A1-A945ED9F48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0D7DA-6490-4041-9CAA-F9506A2634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51B6F8-4D8A-4901-8AC4-15274A9B2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03D06-C06C-48F6-8833-BFF26E772B7D}" type="datetime1">
              <a:rPr lang="en-CA" smtClean="0"/>
              <a:t>2021-10-22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D9A69C-C9D5-4D48-BCF9-E2C9C511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4207ED-8ECF-4AE7-AC15-F6591497B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63323329"/>
      </p:ext>
    </p:extLst>
  </p:cSld>
  <p:clrMapOvr>
    <a:masterClrMapping/>
  </p:clrMapOvr>
  <p:transition spd="slow">
    <p:pull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8DBBA-429F-48BC-9BD0-8CC731397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6F03E4-E9DF-4B65-A8A1-AB73B348E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3B655-23EE-4727-8F4E-DBDA13E04637}" type="datetime1">
              <a:rPr lang="en-CA" smtClean="0"/>
              <a:t>2021-10-22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A1896C-0A5B-4D03-AAC2-E47106F6F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5712-8EB3-4388-BC97-8D073EC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11013234"/>
      </p:ext>
    </p:extLst>
  </p:cSld>
  <p:clrMapOvr>
    <a:masterClrMapping/>
  </p:clrMapOvr>
  <p:transition spd="slow">
    <p:pull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3C3D7A-A77C-4F15-8B6A-51F226D8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921968-EC3B-4C5D-8ACA-87B1BF03FB3B}" type="datetime1">
              <a:rPr lang="en-CA" smtClean="0"/>
              <a:t>2021-10-22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DA3F68-70CD-490D-81A9-79A5C61E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F4333-8A4B-4B06-93F3-2A7392069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96825733"/>
      </p:ext>
    </p:extLst>
  </p:cSld>
  <p:clrMapOvr>
    <a:masterClrMapping/>
  </p:clrMapOvr>
  <p:transition spd="slow">
    <p:pull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1BFAB-4CAA-42A5-86A2-A23F9D10B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FE904-CB59-43EE-B394-127D740E7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D4B69-E074-41BB-8AED-BD480B635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5796B5-4998-4DEC-86F3-9C577203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5111EA-BF13-47A4-B6B3-3AEB2F1D0EBF}" type="datetime1">
              <a:rPr lang="en-CA" smtClean="0"/>
              <a:t>2021-10-22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805FE8-5CDD-41FF-9717-96222C90F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6234F7-F04A-457B-BA1E-C5FDD8DEE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8732551"/>
      </p:ext>
    </p:extLst>
  </p:cSld>
  <p:clrMapOvr>
    <a:masterClrMapping/>
  </p:clrMapOvr>
  <p:transition spd="slow">
    <p:pull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690B-A750-4EE8-A5BE-42978A2FD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E3259D-344E-4A5A-A2B8-9782BB6AD5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9ACB6E-5700-4FFB-A38A-31A09B3FF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E0D13E-3095-49A3-8259-20598BD00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4A55E7-A42D-4A8A-B210-051E7F71C343}" type="datetime1">
              <a:rPr lang="en-CA" smtClean="0"/>
              <a:t>2021-10-22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34EBAD-9D18-4FDE-B110-21B70AA85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DB5AA-4521-445E-8F4E-92BEA57B7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33613636"/>
      </p:ext>
    </p:extLst>
  </p:cSld>
  <p:clrMapOvr>
    <a:masterClrMapping/>
  </p:clrMapOvr>
  <p:transition spd="slow">
    <p:pull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4EC80-7D37-499D-8B5B-F87EE989A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11B4BF-9618-4E8C-9F57-4B3AFD2987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52BD8-EDCF-444C-8E43-1AB4F90F1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30389-3EAB-479F-AD2D-640A9813E39B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51757-D618-483B-A799-9AF641FBA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C2110-00E6-426D-9403-73A44AA68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7200673"/>
      </p:ext>
    </p:extLst>
  </p:cSld>
  <p:clrMapOvr>
    <a:masterClrMapping/>
  </p:clrMapOvr>
  <p:transition spd="slow">
    <p:pull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50FC2A-E5D4-49F7-8CEF-A5633124E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3C582-CC05-415E-AD6D-16BDB63CD9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9EB80-F242-4A79-BA29-4169C19B9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7C2FB-E7D8-4CBB-B93B-C1B76345B23F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2B16DA-1AF6-4BB5-8E0E-84E24E670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02E04F-7FF9-4276-ADF9-0A5ECD480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85834198"/>
      </p:ext>
    </p:extLst>
  </p:cSld>
  <p:clrMapOvr>
    <a:masterClrMapping/>
  </p:clrMapOvr>
  <p:transition spd="slow">
    <p:pull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DE32D0-68A2-4614-B084-C54207BA5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8939CB-1483-41EF-B590-4DEE1051C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EA011-39F8-4DD9-AEDE-5AE92776CC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7F326-1753-4386-A291-4EFD98739302}" type="datetime1">
              <a:rPr lang="en-CA" smtClean="0"/>
              <a:t>2021-10-22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C6A29-01B5-4EA9-ABF1-586FE4A87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E2A65-7454-483F-8B4F-A3B644D622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F25F94-D48C-4685-ADD1-BA3DF1645106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99099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ll/>
  </p:transition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26776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Zion, founded on the mountains,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God, your builder, loves you well;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glorious things of you are spoken,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delights in you to dwell;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God's own city, God's own city, God's own city,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can all your glory tell?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599" y="6332453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304799" y="122488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91CE57-E5F2-4112-A910-2963F6BB103E}"/>
              </a:ext>
            </a:extLst>
          </p:cNvPr>
          <p:cNvSpPr txBox="1"/>
          <p:nvPr/>
        </p:nvSpPr>
        <p:spPr>
          <a:xfrm>
            <a:off x="209548" y="122488"/>
            <a:ext cx="117729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#87A Zion, Founded on the Mountains</a:t>
            </a:r>
          </a:p>
        </p:txBody>
      </p:sp>
    </p:spTree>
    <p:extLst>
      <p:ext uri="{BB962C8B-B14F-4D97-AF65-F5344CB8AC3E}">
        <p14:creationId xmlns:p14="http://schemas.microsoft.com/office/powerpoint/2010/main" val="2460431132"/>
      </p:ext>
    </p:extLst>
  </p:cSld>
  <p:clrMapOvr>
    <a:masterClrMapping/>
  </p:clrMapOvr>
  <p:transition spd="slow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2090172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I will name as those who know me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Egypt,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Tyre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and Babylon;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will say of Cush and Rahab,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"This one was in Zion born."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Almighty, God Almighty, God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Almigty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shall establish Zion strong.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264275"/>
            <a:ext cx="41148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4067454"/>
      </p:ext>
    </p:extLst>
  </p:cSld>
  <p:clrMapOvr>
    <a:masterClrMapping/>
  </p:clrMapOvr>
  <p:transition spd="slow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0A18E37-0540-4E0B-B04E-FE4702DA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Copyright Trinity Psalter Hymnal, 2018, used by permission</a:t>
            </a: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A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7F6EE1-0F8A-435C-9CD4-503EEDBF6772}"/>
              </a:ext>
            </a:extLst>
          </p:cNvPr>
          <p:cNvSpPr txBox="1"/>
          <p:nvPr/>
        </p:nvSpPr>
        <p:spPr>
          <a:xfrm>
            <a:off x="1612106" y="2090172"/>
            <a:ext cx="89677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When the Lord shall count the nations,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sons and daughters he shall see,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born to endless life in Zion,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their joyful song shall be: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"Blessed Zion, blessed Zion, blessed Zion,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our fountains are in thee."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5976980"/>
      </p:ext>
    </p:extLst>
  </p:cSld>
  <p:clrMapOvr>
    <a:masterClrMapping/>
  </p:clrMapOvr>
  <p:transition spd="slow">
    <p:pull/>
  </p:transition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198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1_Office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2021-10-23T03:17:56Z</dcterms:created>
  <dcterms:modified xsi:type="dcterms:W3CDTF">2021-10-23T03:19:17Z</dcterms:modified>
</cp:coreProperties>
</file>