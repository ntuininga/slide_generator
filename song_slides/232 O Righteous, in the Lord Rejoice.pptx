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  <p:sldId id="3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280-B072-4BD9-8031-3E26E779A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C8242-EE49-4928-BF98-D165977A3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62D1-B07B-4E93-B887-8C885795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59BA3-8D85-46E6-9C45-74B1E4A7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769BF-48B3-452A-83A6-5F6DC95B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4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5B8B-2832-48B5-9A87-A1624EEC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D4753-7400-4FF2-87A0-34D593A24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7FC8C-E5D6-4C9D-9309-9D1CC60A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582FE-3CD7-4D61-AA72-0DFB876D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5F847-C317-4C08-ABE3-E8D3E8D4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5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5427-3B3B-453A-BEC2-328754E2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C3CFB-6FC5-4AC3-AA81-8C90A57AD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8F08-79F2-4CF2-86FE-F756D42E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AB865-5586-49C6-9B84-C278890A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48A30-5941-45CD-973C-0A6D4F24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9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7690-4E48-4326-9167-1884E943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1562-8E6D-467A-85F5-67D89D99E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1DBD8-019F-4D8E-A066-C2B8000EC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84FDB-7849-46F5-94C0-D9180F3A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E9D21-3401-470A-A646-E559FE3D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BB060-199E-4404-8AAE-5C811618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A25F-FE62-441F-8A5D-ED710CC5D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9EA6C-756E-499D-9468-5DD0E72F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0D2D4-68D4-43E2-AB48-6DE3D8C03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6D320-3B75-45C2-A20F-D4B6C4BA4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04ACD-73C4-47C5-80F9-23585EF63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42CF9-970F-4F65-9C55-D5D46458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9B799-18F2-419C-9484-829D6C6D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D009B-D39C-4D02-9E0A-9B9D6087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4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99E0-727E-45CD-96F6-DE574B14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D6934-C9CC-4FB8-BE21-ED353ED1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DBB1B-36F9-4676-8E62-004B6C0F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0A64D-B312-4105-ADA4-6AE009A1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0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392D3-8EFE-4D33-869A-5656E6FE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35D90-9C1E-43A3-9948-87031606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DBEC4-0A2C-4E7D-A8EB-24AB8A63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F70D-0093-44CE-A48A-EEFACB2E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571EF-8A67-4152-9E27-C9A9A46F6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E3AE8-A776-45C3-8ADC-72E84F1D8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3C4DB-759A-469F-B52D-0F304503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A721C-DFE2-4FE5-AE30-364F1FBB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CF1E-9A78-431E-A7C3-932376D8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8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CE9C-AB2F-4B42-9B1F-B62F2BD5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7196F-8D7C-4F07-9E06-8E477CC39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9FE3B-762F-4FDA-88D1-F66AA6132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09737-B4F5-415A-9AB0-CF4E3D75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D4871-DCAF-4BF9-9BB1-A1BF39D1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149AB-DD71-43D1-935F-E4ACAE34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8FF4-2BEB-4607-895F-64F43C54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E137B-529A-4BCB-9426-5F167FE2E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060F9-3ECF-485E-B88A-080E8EF0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9986E-DCF3-45F8-8D4C-9A08C5F3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5EC59-5898-469E-B2EF-B577067E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5EC3D-209F-4377-BF85-78203C75B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B1A8C-AD58-4983-A9F3-3D4F78B59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6901-1836-4646-9213-0A1B0B13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F583-0AED-4040-A900-665C4DB0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F169-0559-4521-816F-B3C3B060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2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89BEB-5E2B-483B-8CF2-D57373E7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6AF03-49F8-4437-AED5-8943DBD88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9D125-3BFD-47C9-93FF-3F0BBDEFA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31BFB-D494-42FD-8558-66D6467F4EE8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53C21-421C-4341-8532-BD2FC72B1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65F1B-1E0C-4653-B32D-3BC632383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1A5C6-5A28-4C61-9F8A-1E47F417B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3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#232 O Righteous, in the Lord Rejoice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2126010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O righteous, in the Lord rejoice;</a:t>
            </a:r>
            <a:br>
              <a:rPr lang="en-US" sz="2800" dirty="0"/>
            </a:br>
            <a:r>
              <a:rPr lang="en-US" sz="2800" dirty="0"/>
              <a:t>how pleasant that with joyful voice</a:t>
            </a:r>
            <a:br>
              <a:rPr lang="en-US" sz="2800" dirty="0"/>
            </a:br>
            <a:r>
              <a:rPr lang="en-US" sz="2800" dirty="0"/>
              <a:t>God's saints his name should praise.</a:t>
            </a:r>
            <a:br>
              <a:rPr lang="en-US" sz="2800" dirty="0"/>
            </a:br>
            <a:r>
              <a:rPr lang="en-US" sz="2800" dirty="0"/>
              <a:t>With harp and hymn of gladness sing,</a:t>
            </a:r>
            <a:br>
              <a:rPr lang="en-US" sz="2800" dirty="0"/>
            </a:br>
            <a:r>
              <a:rPr lang="en-US" sz="2800" dirty="0"/>
              <a:t>your gift of sweetest music bring,</a:t>
            </a:r>
            <a:br>
              <a:rPr lang="en-US" sz="2800" dirty="0"/>
            </a:br>
            <a:r>
              <a:rPr lang="en-US" sz="2800" dirty="0"/>
              <a:t>to him a new song 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2309812" y="2011710"/>
            <a:ext cx="75723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 Let all the earth the Lord God fear;</a:t>
            </a:r>
            <a:br>
              <a:rPr lang="en-US" sz="2800" dirty="0"/>
            </a:br>
            <a:r>
              <a:rPr lang="en-US" sz="2800" dirty="0"/>
              <a:t>let all who dwell both far and near</a:t>
            </a:r>
            <a:br>
              <a:rPr lang="en-US" sz="2800" dirty="0"/>
            </a:br>
            <a:r>
              <a:rPr lang="en-US" sz="2800" dirty="0"/>
              <a:t>in awe before him stand!</a:t>
            </a:r>
            <a:br>
              <a:rPr lang="en-US" sz="2800" dirty="0"/>
            </a:br>
            <a:r>
              <a:rPr lang="en-US" sz="2800" dirty="0"/>
              <a:t>For, lo, he spoke and it was done,</a:t>
            </a:r>
            <a:br>
              <a:rPr lang="en-US" sz="2800" dirty="0"/>
            </a:br>
            <a:r>
              <a:rPr lang="en-US" sz="2800" dirty="0"/>
              <a:t>and all, with </a:t>
            </a:r>
            <a:r>
              <a:rPr lang="en-US" sz="2800" dirty="0" err="1"/>
              <a:t>sov'reign</a:t>
            </a:r>
            <a:r>
              <a:rPr lang="en-US" sz="2800" dirty="0"/>
              <a:t> </a:t>
            </a:r>
            <a:r>
              <a:rPr lang="en-US" sz="2800" dirty="0" err="1"/>
              <a:t>pow'r</a:t>
            </a:r>
            <a:r>
              <a:rPr lang="en-US" sz="2800" dirty="0"/>
              <a:t> begun,</a:t>
            </a:r>
            <a:br>
              <a:rPr lang="en-US" sz="2800" dirty="0"/>
            </a:br>
            <a:r>
              <a:rPr lang="en-US" sz="2800" dirty="0"/>
              <a:t>stood firm at his command.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666875" y="2154585"/>
            <a:ext cx="8858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</a:t>
            </a:r>
            <a:r>
              <a:rPr lang="en-US" sz="2800" dirty="0"/>
              <a:t>The Lord God from his throne on high</a:t>
            </a:r>
            <a:br>
              <a:rPr lang="en-US" sz="2800" dirty="0"/>
            </a:br>
            <a:r>
              <a:rPr lang="en-US" sz="2800" dirty="0"/>
              <a:t>looks down with clear and searching eye</a:t>
            </a:r>
            <a:br>
              <a:rPr lang="en-US" sz="2800" dirty="0"/>
            </a:br>
            <a:r>
              <a:rPr lang="en-US" sz="2800" dirty="0"/>
              <a:t>on all that dwell below.</a:t>
            </a:r>
            <a:br>
              <a:rPr lang="en-US" sz="2800" dirty="0"/>
            </a:br>
            <a:r>
              <a:rPr lang="en-US" sz="2800" dirty="0"/>
              <a:t>And he that fashioned heart and mind</a:t>
            </a:r>
            <a:br>
              <a:rPr lang="en-US" sz="2800" dirty="0"/>
            </a:br>
            <a:r>
              <a:rPr lang="en-US" sz="2800" dirty="0"/>
              <a:t>looks ever down on humankind</a:t>
            </a:r>
            <a:br>
              <a:rPr lang="en-US" sz="2800" dirty="0"/>
            </a:br>
            <a:r>
              <a:rPr lang="en-US" sz="2800" dirty="0"/>
              <a:t>the works of all to know.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A7ACB0-B2FF-4ACB-A4A8-FDC4D009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3EC36-6DF5-427C-9A76-34281256578C}"/>
              </a:ext>
            </a:extLst>
          </p:cNvPr>
          <p:cNvSpPr txBox="1"/>
          <p:nvPr/>
        </p:nvSpPr>
        <p:spPr>
          <a:xfrm>
            <a:off x="1590675" y="1962150"/>
            <a:ext cx="90106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His eye is on all those who fear;</a:t>
            </a:r>
            <a:br>
              <a:rPr lang="en-US" sz="2800" dirty="0"/>
            </a:br>
            <a:r>
              <a:rPr lang="en-US" sz="2800" dirty="0"/>
              <a:t>to those who hope, the Lord is near</a:t>
            </a:r>
            <a:br>
              <a:rPr lang="en-US" sz="2800" dirty="0"/>
            </a:br>
            <a:r>
              <a:rPr lang="en-US" sz="2800" dirty="0"/>
              <a:t>according to his word.</a:t>
            </a:r>
            <a:br>
              <a:rPr lang="en-US" sz="2800" dirty="0"/>
            </a:br>
            <a:r>
              <a:rPr lang="en-US" sz="2800" dirty="0"/>
              <a:t>Death cannot touch those in his hand,</a:t>
            </a:r>
            <a:br>
              <a:rPr lang="en-US" sz="2800" dirty="0"/>
            </a:br>
            <a:r>
              <a:rPr lang="en-US" sz="2800" dirty="0"/>
              <a:t>nor trouble conquer in the land;</a:t>
            </a:r>
            <a:br>
              <a:rPr lang="en-US" sz="2800" dirty="0"/>
            </a:br>
            <a:r>
              <a:rPr lang="en-US" sz="2800" dirty="0"/>
              <a:t>we wait upon the Lord.</a:t>
            </a:r>
          </a:p>
        </p:txBody>
      </p:sp>
    </p:spTree>
    <p:extLst>
      <p:ext uri="{BB962C8B-B14F-4D97-AF65-F5344CB8AC3E}">
        <p14:creationId xmlns:p14="http://schemas.microsoft.com/office/powerpoint/2010/main" val="4691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#232 O Righteous, in the Lord Rejoice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#232 O Righteous, in the Lord Rejoice</dc:title>
  <dc:creator>Eric Hoogendoorn</dc:creator>
  <cp:lastModifiedBy>Eric Hoogendoorn</cp:lastModifiedBy>
  <cp:revision>1</cp:revision>
  <dcterms:created xsi:type="dcterms:W3CDTF">2020-11-14T22:54:51Z</dcterms:created>
  <dcterms:modified xsi:type="dcterms:W3CDTF">2020-11-14T22:55:14Z</dcterms:modified>
</cp:coreProperties>
</file>