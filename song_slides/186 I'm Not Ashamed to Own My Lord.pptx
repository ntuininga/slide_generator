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33C82-9628-4443-BDC7-6E98518735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13721A-0C8E-493B-AAB4-786D89566D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D84CF-14D4-45D3-B9B0-7F4C79E41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06520-6EB6-44E8-BF72-3FBED13ACEBC}" type="datetimeFigureOut">
              <a:rPr lang="en-CA" smtClean="0"/>
              <a:t>2021-05-07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63F61-7277-4507-9E84-7BB4DFF17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45900-442D-4611-A353-0BC4F58F0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E70A0-A8D9-4828-A9E9-5D54F5E8147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4059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B4596-1890-4C9C-A3FD-56A8D4878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39E72-A9F5-4B9D-A1BC-E23670D8E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1A9F9-B6EB-4FAE-B402-745BA8B88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06520-6EB6-44E8-BF72-3FBED13ACEBC}" type="datetimeFigureOut">
              <a:rPr lang="en-CA" smtClean="0"/>
              <a:t>2021-05-07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64E71-AAF4-4404-BE1F-A88E7C635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D7D5D-A478-4294-AB57-90AFA6179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E70A0-A8D9-4828-A9E9-5D54F5E8147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65170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955F0-DF73-4F1E-9075-799C5F10F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5B37E-3F31-4A11-ACDC-AC950D851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0F0CB-8E3C-4B9B-9143-6C6268820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06520-6EB6-44E8-BF72-3FBED13ACEBC}" type="datetimeFigureOut">
              <a:rPr lang="en-CA" smtClean="0"/>
              <a:t>2021-05-07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C063B-4033-40CB-B1FB-5FA445513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B2E2E-CF0D-4541-8F4F-0FAA79FAC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E70A0-A8D9-4828-A9E9-5D54F5E8147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55078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99C41-74C6-4FE3-BBB6-50E9F23B2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1981A-D155-43FD-9442-35FFC09C0C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2CC5E3-B707-4F5E-9DF8-42608E554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6CC2A4-CDE5-4BF3-AF92-69D5565D1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06520-6EB6-44E8-BF72-3FBED13ACEBC}" type="datetimeFigureOut">
              <a:rPr lang="en-CA" smtClean="0"/>
              <a:t>2021-05-07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81562F-1EAF-4993-BE52-54805DF20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4E4050-1A23-4FE3-9B66-BA173F9AA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E70A0-A8D9-4828-A9E9-5D54F5E8147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866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1AA75-962B-4F91-B496-1DF994CA8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C3272D-52FA-4251-9224-496F1584A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144B6E-D726-403D-8196-E0830936A5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E28128-9B98-4A78-A417-9D84A78A95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6674A4-38CA-4D99-9AB7-82438515A8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7DE14B-36A2-40A9-8707-E6B22105C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06520-6EB6-44E8-BF72-3FBED13ACEBC}" type="datetimeFigureOut">
              <a:rPr lang="en-CA" smtClean="0"/>
              <a:t>2021-05-07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08A48-1A9D-4043-BC51-C6D4747A7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CDBFFC-9D4D-4FB7-8171-C80DC4EAA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E70A0-A8D9-4828-A9E9-5D54F5E8147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5227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081A2-FAEB-465B-BC53-02D47D400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362824-4E74-4ACF-9CF9-66ABE4B72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06520-6EB6-44E8-BF72-3FBED13ACEBC}" type="datetimeFigureOut">
              <a:rPr lang="en-CA" smtClean="0"/>
              <a:t>2021-05-07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67F571-2BC6-47EB-88C7-377029350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DFCB23-BCEA-44CF-8ECA-8D9AC17D5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E70A0-A8D9-4828-A9E9-5D54F5E8147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6668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52EEF5-6DEF-4C9A-94CD-0E0D1A2D0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06520-6EB6-44E8-BF72-3FBED13ACEBC}" type="datetimeFigureOut">
              <a:rPr lang="en-CA" smtClean="0"/>
              <a:t>2021-05-07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685332-DEBA-4881-B12B-CDB921971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B9110-B04E-4284-9C4C-C6DC4DEA1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E70A0-A8D9-4828-A9E9-5D54F5E8147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9256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6034E-2428-4855-BEED-E1580E554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7F854-5627-4E7A-8F16-DB79997D5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499EE2-3A29-4578-B19C-F80AD09F1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CD6ED-4CEC-4DEF-91D5-0D7D5CBC1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06520-6EB6-44E8-BF72-3FBED13ACEBC}" type="datetimeFigureOut">
              <a:rPr lang="en-CA" smtClean="0"/>
              <a:t>2021-05-07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902396-707C-4745-B6F6-BAD8EE1B3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C3A95-617D-4711-9EC6-302ECAD53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E70A0-A8D9-4828-A9E9-5D54F5E8147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0470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C2DFD-CB86-4D9A-BC32-3920C909C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F30BB6-08E1-47E5-93ED-3528242B51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9A09F3-7BC2-4647-9174-DCB25F2FC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7A991-4229-4C50-9B1D-B7AA42556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06520-6EB6-44E8-BF72-3FBED13ACEBC}" type="datetimeFigureOut">
              <a:rPr lang="en-CA" smtClean="0"/>
              <a:t>2021-05-07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B2C1C-830E-4818-A676-6A52C4502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969D15-9556-4A6F-8BA3-4D5F7D3DB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E70A0-A8D9-4828-A9E9-5D54F5E8147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2921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DDD8C-B45F-4039-9C2C-B9F61E884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5DA397-9062-41FD-BC8B-38877A9CD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68A5D-353E-45DE-B130-FD35F4A6B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06520-6EB6-44E8-BF72-3FBED13ACEBC}" type="datetimeFigureOut">
              <a:rPr lang="en-CA" smtClean="0"/>
              <a:t>2021-05-07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DDEA5-B81B-493C-8F92-D48B500A9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1AA1F-81F6-44FD-97EF-78D1D4ED0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E70A0-A8D9-4828-A9E9-5D54F5E8147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7059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2C7841-4BEA-4CB5-B57B-51908792DC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791C58-82F2-46ED-A20A-632D3ACC6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614CF-9ED5-4648-B87F-07D71ED77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06520-6EB6-44E8-BF72-3FBED13ACEBC}" type="datetimeFigureOut">
              <a:rPr lang="en-CA" smtClean="0"/>
              <a:t>2021-05-07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386ED-B4FF-4A74-B944-02D939B03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1D559-D58E-47C2-90D2-1E2E9A904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E70A0-A8D9-4828-A9E9-5D54F5E8147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971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33F8D7-F7BC-483F-8558-4856C081B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4CA6F5-F5E0-444D-B5C5-04CE0662E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F09A5-A600-47B5-A686-2ABBD5BD63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A06520-6EB6-44E8-BF72-3FBED13ACEBC}" type="datetimeFigureOut">
              <a:rPr lang="en-CA" smtClean="0"/>
              <a:t>2021-05-07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16B8F-AB6B-4F3C-8CB0-9233404E15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7CE8E-105B-44B8-B910-BC2B388B2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E70A0-A8D9-4828-A9E9-5D54F5E8147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0439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3AAAB5-E08E-428D-89EB-E71DF6D29841}"/>
              </a:ext>
            </a:extLst>
          </p:cNvPr>
          <p:cNvSpPr txBox="1"/>
          <p:nvPr/>
        </p:nvSpPr>
        <p:spPr>
          <a:xfrm>
            <a:off x="847725" y="257175"/>
            <a:ext cx="104965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#186 I’m Not Ashamed to Own My Lord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A6F30F-C48C-4E26-AE3D-2403C8C7ECE1}"/>
              </a:ext>
            </a:extLst>
          </p:cNvPr>
          <p:cNvSpPr txBox="1"/>
          <p:nvPr/>
        </p:nvSpPr>
        <p:spPr>
          <a:xfrm>
            <a:off x="1395412" y="2521059"/>
            <a:ext cx="94011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I'm not ashamed to own my Lord,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 to defend his cause,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maintain the honor of his Word,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glory of his cross.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4622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9B4CD4-8197-47E7-9BF7-0F43B06B87DA}"/>
              </a:ext>
            </a:extLst>
          </p:cNvPr>
          <p:cNvSpPr txBox="1"/>
          <p:nvPr/>
        </p:nvSpPr>
        <p:spPr>
          <a:xfrm>
            <a:off x="2576512" y="2521059"/>
            <a:ext cx="70389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Jesus, my God! I know his name,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name is all my trust;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nor will he put my soul to shame,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nor let my hope be lost.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1709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48A4CD-F080-4DD8-8C35-CEE54C8BB890}"/>
              </a:ext>
            </a:extLst>
          </p:cNvPr>
          <p:cNvSpPr txBox="1"/>
          <p:nvPr/>
        </p:nvSpPr>
        <p:spPr>
          <a:xfrm>
            <a:off x="2571750" y="2521059"/>
            <a:ext cx="70485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Firm as his throne his promise stands,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he can well secure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I've committed to his hands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'til the decisive hour.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6830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1120281-5304-486C-AC30-44A8314C0D1A}"/>
              </a:ext>
            </a:extLst>
          </p:cNvPr>
          <p:cNvSpPr txBox="1"/>
          <p:nvPr/>
        </p:nvSpPr>
        <p:spPr>
          <a:xfrm>
            <a:off x="2395537" y="2521059"/>
            <a:ext cx="74009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Then will he own my worthless name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before his Father's face,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in the new Jerusalem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appoint my soul a place.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0859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136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2021-05-07T17:43:35Z</dcterms:created>
  <dcterms:modified xsi:type="dcterms:W3CDTF">2021-05-07T17:45:48Z</dcterms:modified>
</cp:coreProperties>
</file>