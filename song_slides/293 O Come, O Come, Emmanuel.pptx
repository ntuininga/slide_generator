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2" r:id="rId2"/>
    <p:sldId id="473" r:id="rId3"/>
    <p:sldId id="363" r:id="rId4"/>
    <p:sldId id="471" r:id="rId5"/>
    <p:sldId id="4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4168207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98033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955781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819135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339029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2129936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0765330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5940285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1047000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049995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5626442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369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152399" y="1891729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come, O come, Emmanuel,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ransom captive Israel,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mourns in lonely exile here,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until the Son of God appear.</a:t>
            </a: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Rejoice! Rejoice!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Emmanuel shall come to thee, O Israel.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#293 O Come, O Come, Emmanuel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CCC65B-3BC4-4A16-9F45-17239353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97149-25D9-49F5-B8A8-63EB9115FFBD}"/>
              </a:ext>
            </a:extLst>
          </p:cNvPr>
          <p:cNvSpPr txBox="1"/>
          <p:nvPr/>
        </p:nvSpPr>
        <p:spPr>
          <a:xfrm>
            <a:off x="1881187" y="1659285"/>
            <a:ext cx="8429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O come, O come, thou Lord of might,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to thy tribes, on Sinai's height,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ancient times didst give the law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cloud and majesty and awe.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Rejoice! Rejoice!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Emmanuel shall come to thee, O Israel.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7445579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come, thou rod of Jesse, free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own from Satan's tyranny;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depths of hell thy people save,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give them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vict'ry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o'er the grave.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Rejoice! Rejoice!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Emmanuel shall come to thee, O Israel.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1659285"/>
            <a:ext cx="9563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 come, thou Dayspring from on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cheer us by thy drawing nigh;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disperse the gloomy clouds of night,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death's dark shadows put to flight.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Rejoice! Rejoice!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Emmanuel shall come to thee, O Israel.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41234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632BFF-0FDE-4079-8AC2-38576F36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0B4AF-1F94-42E2-8AC8-791BE664D421}"/>
              </a:ext>
            </a:extLst>
          </p:cNvPr>
          <p:cNvSpPr txBox="1"/>
          <p:nvPr/>
        </p:nvSpPr>
        <p:spPr>
          <a:xfrm>
            <a:off x="2185987" y="1659285"/>
            <a:ext cx="7820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O come, thou Key of David, come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open wide our heav'nly home;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safe the way that leads on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close the path to misery.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Rejoice! Rejoice!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Emmanuel shall come to thee, O Israel.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264677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2021-12-12T00:22:38Z</dcterms:created>
  <dcterms:modified xsi:type="dcterms:W3CDTF">2021-12-24T23:48:54Z</dcterms:modified>
</cp:coreProperties>
</file>