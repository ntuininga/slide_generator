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458B7-ED2D-4D58-B38B-A906B0632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8602A0-48FC-42F3-A077-2FCB9DC94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E494A-3A69-4D43-AC71-BBE8DEFE4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8E685-3108-4D98-B62F-842640C8A58C}" type="datetimeFigureOut">
              <a:rPr lang="en-CA" smtClean="0"/>
              <a:t>2020-11-07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37756-A141-42C0-A027-72D03F811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2AB6F-9DD3-43E6-901A-7FF41725D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DB375-6B02-49E5-977C-0497EF7413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4200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B99B7-3A92-414E-BD54-EBB668F69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AE22D-D5AF-4268-A7E0-8E49E387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4E071-7F71-464B-AA18-595AE403A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8E685-3108-4D98-B62F-842640C8A58C}" type="datetimeFigureOut">
              <a:rPr lang="en-CA" smtClean="0"/>
              <a:t>2020-11-07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B1A9C-D634-4BA4-A43C-E6687EDE0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EE268-A7C7-4C5A-BC3F-B6B104554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DB375-6B02-49E5-977C-0497EF7413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7115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F98BC-1F1B-4EDB-A380-BD7EF6C1E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2B6D8-B778-4F41-92B9-2CDEBD162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55121-1A22-469F-A5C4-685EB331A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8E685-3108-4D98-B62F-842640C8A58C}" type="datetimeFigureOut">
              <a:rPr lang="en-CA" smtClean="0"/>
              <a:t>2020-11-07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995F7-DD8C-493E-BDB5-A77116477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07AC8-125E-4484-AFEF-E2DD91508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DB375-6B02-49E5-977C-0497EF7413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5981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8D6E0-4938-4352-B9B5-E45521376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25B71-5258-446C-B22F-637271BBC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CBB738-8204-4C6D-8418-69FC54DE9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4A4FA4-5D73-4FA8-85FA-87ED7CFB7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8E685-3108-4D98-B62F-842640C8A58C}" type="datetimeFigureOut">
              <a:rPr lang="en-CA" smtClean="0"/>
              <a:t>2020-11-07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5715A-F472-4957-9F15-23124C31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411DB-2A07-484A-BD65-95328A528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DB375-6B02-49E5-977C-0497EF7413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60518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2EC62-4119-402E-BEAD-A0578015B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AFC5A-ED39-42E0-8FB4-83191D5F9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88347-39AF-4D60-AAE9-84B317CCE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A2A096-CD55-4D75-B50D-E74B7BD19E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C95984-F07E-4656-BC41-1AB6EFDF92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A772C-BB47-48C4-A05F-5C6EBD7E6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8E685-3108-4D98-B62F-842640C8A58C}" type="datetimeFigureOut">
              <a:rPr lang="en-CA" smtClean="0"/>
              <a:t>2020-11-07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390618-5A7A-4CCA-9FE6-382C48170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593280-6F6A-4BED-8F2E-85928D592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DB375-6B02-49E5-977C-0497EF7413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7390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0B675-EFC7-48AD-B520-803E191D2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2B73D7-DC5A-4636-A5A6-ED5390DCC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8E685-3108-4D98-B62F-842640C8A58C}" type="datetimeFigureOut">
              <a:rPr lang="en-CA" smtClean="0"/>
              <a:t>2020-11-07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665295-B9AE-4D75-9024-E12CD060E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2DB662-0740-4A17-9C32-0B49E45A4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DB375-6B02-49E5-977C-0497EF7413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2395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C84F15-C20F-4CC5-B809-9E4BEA948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8E685-3108-4D98-B62F-842640C8A58C}" type="datetimeFigureOut">
              <a:rPr lang="en-CA" smtClean="0"/>
              <a:t>2020-11-07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61F8EA-0DA7-403D-9172-67F5EA47C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50AD7-8F45-42AF-92C9-CB7E6B189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DB375-6B02-49E5-977C-0497EF7413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8868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6BDF3-FD9B-4E5E-8711-0CFC2715E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8B5A9-1249-4947-B256-E0DADC743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4F4FB-C75A-4FD0-8930-CDE660EF8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83F9A-9F65-4440-A120-A1B8E79FB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8E685-3108-4D98-B62F-842640C8A58C}" type="datetimeFigureOut">
              <a:rPr lang="en-CA" smtClean="0"/>
              <a:t>2020-11-07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355039-F526-4E20-959C-9779FF817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7B564-D769-495C-91E8-BBEAB2B37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DB375-6B02-49E5-977C-0497EF7413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5988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9E66E-5CD4-4FE2-98D9-3609FB1C8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2C62B3-84FA-4215-8A45-58F43083D1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5CA1D-A159-40C1-A37A-E66294EE4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54BA3-E728-413A-A9FB-0BBE360BB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8E685-3108-4D98-B62F-842640C8A58C}" type="datetimeFigureOut">
              <a:rPr lang="en-CA" smtClean="0"/>
              <a:t>2020-11-07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17F93-3F6D-49DF-9556-1BA09D8F4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05E61-4ECC-4824-B842-9DFF6AC17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DB375-6B02-49E5-977C-0497EF7413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1206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949BF-AAF4-40AF-AAD5-C3512EEC5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66F400-5F3B-4B70-A6E5-E692B1EFEE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73660-F486-43CA-A65E-CFE069844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8E685-3108-4D98-B62F-842640C8A58C}" type="datetimeFigureOut">
              <a:rPr lang="en-CA" smtClean="0"/>
              <a:t>2020-11-07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D427-E59A-4B37-AFBF-DEFB83187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9CEE9-A837-477E-9B0B-0A4041549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DB375-6B02-49E5-977C-0497EF7413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8914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FE382B-CD1A-4A8A-AD3C-58E0AE0614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54F312-D3F0-4D2E-81D8-599CAA415D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DE105-162F-45E8-8370-F2BF220AB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8E685-3108-4D98-B62F-842640C8A58C}" type="datetimeFigureOut">
              <a:rPr lang="en-CA" smtClean="0"/>
              <a:t>2020-11-07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85D06-FA6A-415D-95E6-EC94C0432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B199C-C192-4CF6-8826-198C3C3BC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DB375-6B02-49E5-977C-0497EF7413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1685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6DD464-402E-40EB-9C69-D6586F4F9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19517-EA84-456A-A6A8-4D19C7E3A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36F6E-9128-47B6-BB39-1711F1BFFD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8E685-3108-4D98-B62F-842640C8A58C}" type="datetimeFigureOut">
              <a:rPr lang="en-CA" smtClean="0"/>
              <a:t>2020-11-07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512E4-5ABF-4067-B460-9401BC11B7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39D3D-AF21-47E6-B9F6-4D16F27C7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DB375-6B02-49E5-977C-0497EF7413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6170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713ACB-2D17-4640-B48D-9BD5E55C28E9}"/>
              </a:ext>
            </a:extLst>
          </p:cNvPr>
          <p:cNvSpPr txBox="1"/>
          <p:nvPr/>
        </p:nvSpPr>
        <p:spPr>
          <a:xfrm>
            <a:off x="1343025" y="381000"/>
            <a:ext cx="95059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>
                <a:latin typeface="+mj-lt"/>
              </a:rPr>
              <a:t>#336 O Sacred Head, Now Wounded</a:t>
            </a:r>
            <a:endParaRPr lang="en-CA" sz="4400" i="1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9B33E6-AE4F-4C2F-BCC2-19511FAD6869}"/>
              </a:ext>
            </a:extLst>
          </p:cNvPr>
          <p:cNvSpPr txBox="1"/>
          <p:nvPr/>
        </p:nvSpPr>
        <p:spPr>
          <a:xfrm>
            <a:off x="1800225" y="1971675"/>
            <a:ext cx="8591550" cy="362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1. O sacred Head, now wounded,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with grief and shame weighed down;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now scornfully surrounded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with thorns, thine only crown;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O sacred Head, what glory,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what bliss 'til now was thine!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Yet, though despised and gory,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I joy to call thee mine.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1503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3E370A-07D8-4D3B-ADFA-F692A318465E}"/>
              </a:ext>
            </a:extLst>
          </p:cNvPr>
          <p:cNvSpPr txBox="1"/>
          <p:nvPr/>
        </p:nvSpPr>
        <p:spPr>
          <a:xfrm>
            <a:off x="2447925" y="1114425"/>
            <a:ext cx="72961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prstClr val="black"/>
                </a:solidFill>
              </a:rPr>
              <a:t>2. What thou, my Lord, hast suffered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prstClr val="black"/>
                </a:solidFill>
              </a:rPr>
              <a:t>was all for sinners' gain: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prstClr val="black"/>
                </a:solidFill>
              </a:rPr>
              <a:t>mine, mine was the transgression,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prstClr val="black"/>
                </a:solidFill>
              </a:rPr>
              <a:t>but thine the deadly pain.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prstClr val="black"/>
                </a:solidFill>
              </a:rPr>
              <a:t>Lo, here I fall, my Savior!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prstClr val="black"/>
                </a:solidFill>
              </a:rPr>
              <a:t>'Tis I deserve thy place;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prstClr val="black"/>
                </a:solidFill>
              </a:rPr>
              <a:t>look on me with thy favor,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prstClr val="black"/>
                </a:solidFill>
              </a:rPr>
              <a:t>vouchsafe to me thy grace.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161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185795-19F8-4269-A2DC-7FD339ADB8DF}"/>
              </a:ext>
            </a:extLst>
          </p:cNvPr>
          <p:cNvSpPr txBox="1"/>
          <p:nvPr/>
        </p:nvSpPr>
        <p:spPr>
          <a:xfrm>
            <a:off x="2014537" y="962025"/>
            <a:ext cx="81629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prstClr val="black"/>
                </a:solidFill>
              </a:rPr>
              <a:t>3. What language shall I borrow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prstClr val="black"/>
                </a:solidFill>
              </a:rPr>
              <a:t>to thank thee, dearest Friend,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prstClr val="black"/>
                </a:solidFill>
              </a:rPr>
              <a:t>for this, thy dying sorrow,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prstClr val="black"/>
                </a:solidFill>
              </a:rPr>
              <a:t>thy pity without end?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prstClr val="black"/>
                </a:solidFill>
              </a:rPr>
              <a:t>O make me thine forever;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prstClr val="black"/>
                </a:solidFill>
              </a:rPr>
              <a:t>and should I fainting be,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prstClr val="black"/>
                </a:solidFill>
              </a:rPr>
              <a:t>Lord, let me never, never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prstClr val="black"/>
                </a:solidFill>
              </a:rPr>
              <a:t>outlive my love to thee.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736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2020-11-07T21:38:49Z</dcterms:created>
  <dcterms:modified xsi:type="dcterms:W3CDTF">2020-11-07T21:39:07Z</dcterms:modified>
</cp:coreProperties>
</file>