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60" r:id="rId4"/>
    <p:sldId id="261" r:id="rId5"/>
    <p:sldId id="262" r:id="rId6"/>
    <p:sldId id="263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58BC9-D261-4C7F-9140-21D7D2504400}" type="datetimeFigureOut">
              <a:rPr lang="en-US" smtClean="0"/>
              <a:t>5/5/2023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13F6DB-6A8C-4784-A848-C8F7189FD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8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144B-41A1-81B2-A389-8DBAC75EE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EFC51-0F1D-7675-903C-D00AC59AE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62F4F-551E-5FA4-8579-BDE5CDD8F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1855-3672-44C9-B944-4C1D0AAFE92D}" type="datetime1">
              <a:rPr lang="en-US" smtClean="0"/>
              <a:t>5/5/2023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CD4D7-C6C5-0D35-7E90-CCFFE1FD9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E8197-BF7B-3CA1-8B93-DCC0CEC6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A6F6-6330-4141-B340-AA0E19C4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84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51E9-C40D-D2B0-905B-4DC61A54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E7B7A-F74B-A9F5-5F2E-E042BAC44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5B7B2-380C-6C07-ED43-BF035AA2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6028A-6CD3-416B-8C4A-7AEB177C2A73}" type="datetime1">
              <a:rPr lang="en-US" smtClean="0"/>
              <a:t>5/5/2023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F725A-66FC-B126-C782-7F395A89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AD858-13FC-1EED-DA33-F1963C62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A6F6-6330-4141-B340-AA0E19C4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06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4CAF-DF9E-DE73-338F-800A2D129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C00DD-D2C5-7001-1936-B0774408A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D8999-4FD6-6489-D221-6542E4F98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24309-964C-4898-AA2F-EE542DA166C7}" type="datetime1">
              <a:rPr lang="en-US" smtClean="0"/>
              <a:t>5/5/2023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C7971-7AD4-F909-1125-D1CC1CA1A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B4097-03BA-8610-CC0C-6CBB5613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A6F6-6330-4141-B340-AA0E19C4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00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0F5A-3B85-342C-81CB-C4624F555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174-C702-2AE6-FB1F-C39B9ABEC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37B5C-36C8-FA3D-0C66-05EDCD68D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3251E-AFE3-BAA8-748E-EF6033AE1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BCF2-2FEA-45D9-AC51-12D0E785C037}" type="datetime1">
              <a:rPr lang="en-US" smtClean="0"/>
              <a:t>5/5/2023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AB243-62B7-085F-D527-F6793C44B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B8AD2-C32E-B4C8-A4B9-55B43BDC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A6F6-6330-4141-B340-AA0E19C4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38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46E7-8748-0F49-BAE5-4ADA5AEA0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1E618-AF27-70F7-3CEA-6F5C9BE25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DC230-176B-052E-89BC-109542892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13A6EA-1472-B570-0B8F-F673A4591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2FC2A-9521-1BBD-BECF-18867CE26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074DBC-5E2F-4494-2536-58E06843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E1C1-B1E2-4327-87FE-7271A335A75F}" type="datetime1">
              <a:rPr lang="en-US" smtClean="0"/>
              <a:t>5/5/2023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AF7C38-47BD-FC79-4527-83ABA24E0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CCD339-9EE7-A707-26B4-CA0CC5D32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A6F6-6330-4141-B340-AA0E19C4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6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C65D-7F0D-B6F1-3DCC-8796F28FA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61C997-30C7-1A0B-8D00-97D492A6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39E3-4A3E-4027-A485-57D740CE31AB}" type="datetime1">
              <a:rPr lang="en-US" smtClean="0"/>
              <a:t>5/5/2023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27B0A-C8C0-59FA-7623-4002CC951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429B9-F401-C366-25E4-73BB5790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A6F6-6330-4141-B340-AA0E19C4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17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284459-0370-5015-5264-A5CA298B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0ED31-39CD-40F4-ACD2-50A172467AE2}" type="datetime1">
              <a:rPr lang="en-US" smtClean="0"/>
              <a:t>5/5/2023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E2C5EC-EE26-F040-7566-1438D798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4B327-2A4F-C954-E5A5-39421C4C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A6F6-6330-4141-B340-AA0E19C4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28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652BF-5F41-364B-8547-7E14260A7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60A56-CA55-CD29-13CB-DB9826F7C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5E773-5590-3E4B-9762-039899454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5DAF6-D4D8-51AB-107C-AC4910EE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D15A0-33B4-4A36-A5FD-D5E708AAD8D3}" type="datetime1">
              <a:rPr lang="en-US" smtClean="0"/>
              <a:t>5/5/2023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4F859-7B18-72C5-BC58-CB0779B4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1BFDB-6F45-56E7-7E12-033CFEA2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A6F6-6330-4141-B340-AA0E19C4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25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1978D-04C6-1D7A-F23C-B2F80B4D2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34806-1D27-C5B4-EF4B-7DC7615C28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1F890-3BBF-D7AC-2908-51180E013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3E872-3F14-DBB8-A646-18EFFA521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378CE-7A10-4DCD-BBAD-47A070821742}" type="datetime1">
              <a:rPr lang="en-US" smtClean="0"/>
              <a:t>5/5/2023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068EB-3F64-598D-4257-2E470962C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3D421-7EE9-4864-192A-2A75F680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A6F6-6330-4141-B340-AA0E19C4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4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299E0-11BD-AE61-C6B8-3A19D460A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8091A-E2C7-50CC-B4E7-932731D87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65C71-D45E-51BC-8319-622E1725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26164-AA42-478C-967F-D2C0615BEE1D}" type="datetime1">
              <a:rPr lang="en-US" smtClean="0"/>
              <a:t>5/5/2023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7382F-4A06-B5C7-CAAD-7552FA97B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F408C-9633-49DD-7B22-9D7A531DF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A6F6-6330-4141-B340-AA0E19C4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63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C89D98-7365-B0A0-4FFF-B940686C5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5D823-0A85-D285-6E13-D39C29B6A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2DB48-A791-39AE-BD06-51BEB377A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6C043-6867-4692-A4E3-48AF1F3B30DF}" type="datetime1">
              <a:rPr lang="en-US" smtClean="0"/>
              <a:t>5/5/2023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77E9D-FED0-7621-ADA1-0ADCAD4BE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BE6D2-9781-010C-3506-C15E0EF0B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A6F6-6330-4141-B340-AA0E19C4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31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987A39-3DC6-37E8-82A4-DEBBFB04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D4017-9C79-ECEE-0228-1A084DBD5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06B0F-A255-358B-D280-31CC8D2C8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301BE-76F6-4053-8253-998B085EEE6B}" type="datetime1">
              <a:rPr lang="en-US" smtClean="0"/>
              <a:t>5/5/2023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C66BA-E2CE-87AB-9FB7-243CE7916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2009 George Ph. van Popta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F851C-E78A-2E48-CABA-326659CD3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AA6F6-6330-4141-B340-AA0E19C4A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2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41DC-B5CC-9594-4ADE-4F1DEA11D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521 The Lord’s Prayer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6CB1F-5E5E-7F17-CBF1-E78C1251E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Our Father, great in majesty,</a:t>
            </a:r>
          </a:p>
          <a:p>
            <a:pPr marL="0" indent="0" algn="ctr">
              <a:buNone/>
            </a:pPr>
            <a:r>
              <a:rPr lang="en-US" dirty="0"/>
              <a:t>Enthroned in heaven eternally,</a:t>
            </a:r>
          </a:p>
          <a:p>
            <a:pPr marL="0" indent="0" algn="ctr">
              <a:buNone/>
            </a:pPr>
            <a:r>
              <a:rPr lang="en-US" dirty="0"/>
              <a:t>With childlike trust we seek your face,</a:t>
            </a:r>
          </a:p>
          <a:p>
            <a:pPr marL="0" indent="0" algn="ctr">
              <a:buNone/>
            </a:pPr>
            <a:r>
              <a:rPr lang="en-US" dirty="0"/>
              <a:t>Relying on your love and grace.</a:t>
            </a:r>
          </a:p>
          <a:p>
            <a:pPr marL="0" indent="0" algn="ctr">
              <a:buNone/>
            </a:pPr>
            <a:r>
              <a:rPr lang="en-US" dirty="0"/>
              <a:t>In faith and </a:t>
            </a:r>
            <a:r>
              <a:rPr lang="en-US" dirty="0" err="1"/>
              <a:t>rev’rence</a:t>
            </a:r>
            <a:r>
              <a:rPr lang="en-US" dirty="0"/>
              <a:t> we draw near, </a:t>
            </a:r>
          </a:p>
          <a:p>
            <a:pPr marL="0" indent="0" algn="ctr">
              <a:buNone/>
            </a:pPr>
            <a:r>
              <a:rPr lang="en-US" dirty="0"/>
              <a:t>for you, in Christ, our prayer will hear.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7E38D-B4BA-822A-18EF-C08D5835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</p:spTree>
    <p:extLst>
      <p:ext uri="{BB962C8B-B14F-4D97-AF65-F5344CB8AC3E}">
        <p14:creationId xmlns:p14="http://schemas.microsoft.com/office/powerpoint/2010/main" val="4074255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6CB1F-5E5E-7F17-CBF1-E78C1251E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Your name be hallowed and adored.</a:t>
            </a:r>
          </a:p>
          <a:p>
            <a:pPr marL="0" indent="0" algn="ctr">
              <a:buNone/>
            </a:pPr>
            <a:r>
              <a:rPr lang="en-US" dirty="0"/>
              <a:t>Teach us to know you from your word</a:t>
            </a:r>
          </a:p>
          <a:p>
            <a:pPr marL="0" indent="0" algn="ctr">
              <a:buNone/>
            </a:pPr>
            <a:r>
              <a:rPr lang="en-US" dirty="0"/>
              <a:t> and from your glorious works and ways,</a:t>
            </a:r>
          </a:p>
          <a:p>
            <a:pPr marL="0" indent="0" algn="ctr">
              <a:buNone/>
            </a:pPr>
            <a:r>
              <a:rPr lang="en-US" dirty="0"/>
              <a:t>That we might offer you our praise.</a:t>
            </a:r>
          </a:p>
          <a:p>
            <a:pPr marL="0" indent="0" algn="ctr">
              <a:buNone/>
            </a:pPr>
            <a:r>
              <a:rPr lang="en-US" dirty="0"/>
              <a:t>May our whole life enhance your fame,</a:t>
            </a:r>
          </a:p>
          <a:p>
            <a:pPr marL="0" indent="0" algn="ctr">
              <a:buNone/>
            </a:pPr>
            <a:r>
              <a:rPr lang="en-US" dirty="0"/>
              <a:t>That others, too, might praise your name.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7E38D-B4BA-822A-18EF-C08D5835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</p:spTree>
    <p:extLst>
      <p:ext uri="{BB962C8B-B14F-4D97-AF65-F5344CB8AC3E}">
        <p14:creationId xmlns:p14="http://schemas.microsoft.com/office/powerpoint/2010/main" val="50682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6CB1F-5E5E-7F17-CBF1-E78C1251E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Lord, may your kingdom come with haste;</a:t>
            </a:r>
          </a:p>
          <a:p>
            <a:pPr marL="0" indent="0" algn="ctr">
              <a:buNone/>
            </a:pPr>
            <a:r>
              <a:rPr lang="en-US" dirty="0"/>
              <a:t>Lay Satan’s dark domain to waste.</a:t>
            </a:r>
          </a:p>
          <a:p>
            <a:pPr marL="0" indent="0" algn="ctr">
              <a:buNone/>
            </a:pPr>
            <a:r>
              <a:rPr lang="en-US" dirty="0"/>
              <a:t>May you so rule us by your word </a:t>
            </a:r>
          </a:p>
          <a:p>
            <a:pPr marL="0" indent="0" algn="ctr">
              <a:buNone/>
            </a:pPr>
            <a:r>
              <a:rPr lang="en-US" dirty="0"/>
              <a:t>That we acknowledge you as Lord. </a:t>
            </a:r>
          </a:p>
          <a:p>
            <a:pPr marL="0" indent="0" algn="ctr">
              <a:buNone/>
            </a:pPr>
            <a:r>
              <a:rPr lang="en-US" dirty="0"/>
              <a:t>Preserve your church, make her complete.</a:t>
            </a:r>
          </a:p>
          <a:p>
            <a:pPr marL="0" indent="0" algn="ctr">
              <a:buNone/>
            </a:pPr>
            <a:r>
              <a:rPr lang="en-US" dirty="0"/>
              <a:t>Until all worship at your feet.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7E38D-B4BA-822A-18EF-C08D5835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</p:spTree>
    <p:extLst>
      <p:ext uri="{BB962C8B-B14F-4D97-AF65-F5344CB8AC3E}">
        <p14:creationId xmlns:p14="http://schemas.microsoft.com/office/powerpoint/2010/main" val="4144059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6CB1F-5E5E-7F17-CBF1-E78C1251E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O Father, may your will be done </a:t>
            </a:r>
          </a:p>
          <a:p>
            <a:pPr marL="0" indent="0" algn="ctr">
              <a:buNone/>
            </a:pPr>
            <a:r>
              <a:rPr lang="en-US" dirty="0"/>
              <a:t>on earth below, By </a:t>
            </a:r>
            <a:r>
              <a:rPr lang="en-US" dirty="0" err="1"/>
              <a:t>ev’ryone</a:t>
            </a:r>
            <a:r>
              <a:rPr lang="en-US" dirty="0"/>
              <a:t>. </a:t>
            </a:r>
          </a:p>
          <a:p>
            <a:pPr marL="0" indent="0" algn="ctr">
              <a:buNone/>
            </a:pPr>
            <a:r>
              <a:rPr lang="en-US" dirty="0"/>
              <a:t>May we deny our willful way,</a:t>
            </a:r>
          </a:p>
          <a:p>
            <a:pPr marL="0" indent="0" algn="ctr">
              <a:buNone/>
            </a:pPr>
            <a:r>
              <a:rPr lang="en-US" dirty="0"/>
              <a:t>And, without </a:t>
            </a:r>
            <a:r>
              <a:rPr lang="en-US" dirty="0" err="1"/>
              <a:t>murm’ring</a:t>
            </a:r>
            <a:r>
              <a:rPr lang="en-US" dirty="0"/>
              <a:t>, you obey.</a:t>
            </a:r>
          </a:p>
          <a:p>
            <a:pPr marL="0" indent="0" algn="ctr">
              <a:buNone/>
            </a:pPr>
            <a:r>
              <a:rPr lang="en-US" dirty="0"/>
              <a:t>In all your duties, Lord, may we, </a:t>
            </a:r>
          </a:p>
          <a:p>
            <a:pPr marL="0" indent="0" algn="ctr">
              <a:buNone/>
            </a:pPr>
            <a:r>
              <a:rPr lang="en-US" dirty="0"/>
              <a:t>like heaven’s angels, faithful be.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7E38D-B4BA-822A-18EF-C08D5835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</p:spTree>
    <p:extLst>
      <p:ext uri="{BB962C8B-B14F-4D97-AF65-F5344CB8AC3E}">
        <p14:creationId xmlns:p14="http://schemas.microsoft.com/office/powerpoint/2010/main" val="249310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6CB1F-5E5E-7F17-CBF1-E78C1251E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6. Do not our sins and debts record,</a:t>
            </a:r>
          </a:p>
          <a:p>
            <a:pPr marL="0" indent="0" algn="ctr">
              <a:buNone/>
            </a:pPr>
            <a:r>
              <a:rPr lang="en-US" dirty="0"/>
              <a:t>But freely pardon them, O Lord.</a:t>
            </a:r>
          </a:p>
          <a:p>
            <a:pPr marL="0" indent="0" algn="ctr">
              <a:buNone/>
            </a:pPr>
            <a:r>
              <a:rPr lang="en-US" dirty="0"/>
              <a:t>Cleanse us from all our wretchedness</a:t>
            </a:r>
          </a:p>
          <a:p>
            <a:pPr marL="0" indent="0" algn="ctr">
              <a:buNone/>
            </a:pPr>
            <a:r>
              <a:rPr lang="en-US" dirty="0"/>
              <a:t>Through Christ, whose blood was shed for us-</a:t>
            </a:r>
          </a:p>
          <a:p>
            <a:pPr marL="0" indent="0" algn="ctr">
              <a:buNone/>
            </a:pPr>
            <a:r>
              <a:rPr lang="en-US" dirty="0"/>
              <a:t>As prompted by the grace you give,</a:t>
            </a:r>
          </a:p>
          <a:p>
            <a:pPr marL="0" indent="0" algn="ctr">
              <a:buNone/>
            </a:pPr>
            <a:r>
              <a:rPr lang="en-US" dirty="0"/>
              <a:t>Our neighbor’s debts we too, forgive.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7E38D-B4BA-822A-18EF-C08D5835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</p:spTree>
    <p:extLst>
      <p:ext uri="{BB962C8B-B14F-4D97-AF65-F5344CB8AC3E}">
        <p14:creationId xmlns:p14="http://schemas.microsoft.com/office/powerpoint/2010/main" val="266355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6CB1F-5E5E-7F17-CBF1-E78C1251E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7. Into temptation lead us not,</a:t>
            </a:r>
          </a:p>
          <a:p>
            <a:pPr marL="0" indent="0" algn="ctr">
              <a:buNone/>
            </a:pPr>
            <a:r>
              <a:rPr lang="en-US" dirty="0"/>
              <a:t>Lest we in Satan’s snares be caught.</a:t>
            </a:r>
          </a:p>
          <a:p>
            <a:pPr marL="0" indent="0" algn="ctr">
              <a:buNone/>
            </a:pPr>
            <a:r>
              <a:rPr lang="en-US" dirty="0"/>
              <a:t>Uphold us by your Spirit’s might;</a:t>
            </a:r>
          </a:p>
          <a:p>
            <a:pPr marL="0" indent="0" algn="ctr">
              <a:buNone/>
            </a:pPr>
            <a:r>
              <a:rPr lang="en-US" dirty="0"/>
              <a:t>Put mortal enemies to flight.</a:t>
            </a:r>
          </a:p>
          <a:p>
            <a:pPr marL="0" indent="0" algn="ctr">
              <a:buNone/>
            </a:pPr>
            <a:r>
              <a:rPr lang="en-US" dirty="0"/>
              <a:t>May we against our foes contend</a:t>
            </a:r>
          </a:p>
          <a:p>
            <a:pPr marL="0" indent="0" algn="ctr">
              <a:buNone/>
            </a:pPr>
            <a:r>
              <a:rPr lang="en-US" dirty="0"/>
              <a:t>And be victorious in the end.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7E38D-B4BA-822A-18EF-C08D5835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</p:spTree>
    <p:extLst>
      <p:ext uri="{BB962C8B-B14F-4D97-AF65-F5344CB8AC3E}">
        <p14:creationId xmlns:p14="http://schemas.microsoft.com/office/powerpoint/2010/main" val="2960669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78764-69C0-5F35-2B97-882F81783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8. Yours is the kingdom, yours the might,</a:t>
            </a:r>
          </a:p>
          <a:p>
            <a:pPr marL="0" indent="0" algn="ctr">
              <a:buNone/>
            </a:pPr>
            <a:r>
              <a:rPr lang="en-US" dirty="0"/>
              <a:t>And yours alone the glory bright!</a:t>
            </a:r>
          </a:p>
          <a:p>
            <a:pPr marL="0" indent="0" algn="ctr">
              <a:buNone/>
            </a:pPr>
            <a:r>
              <a:rPr lang="en-US" dirty="0"/>
              <a:t>All this we ask of you, our King,</a:t>
            </a:r>
          </a:p>
          <a:p>
            <a:pPr marL="0" indent="0" algn="ctr">
              <a:buNone/>
            </a:pPr>
            <a:r>
              <a:rPr lang="en-US" dirty="0"/>
              <a:t>For you are Lord of everything</a:t>
            </a:r>
          </a:p>
          <a:p>
            <a:pPr marL="0" indent="0" algn="ctr">
              <a:buNone/>
            </a:pPr>
            <a:r>
              <a:rPr lang="en-US" dirty="0"/>
              <a:t>In this age and eternally.</a:t>
            </a:r>
          </a:p>
          <a:p>
            <a:pPr marL="0" indent="0" algn="ctr">
              <a:buNone/>
            </a:pPr>
            <a:r>
              <a:rPr lang="en-US" dirty="0"/>
              <a:t>Amen, amen, so shall it be!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05737-5EE0-BE55-1D26-11D153CCD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George Ph. van Popta</a:t>
            </a:r>
          </a:p>
        </p:txBody>
      </p:sp>
    </p:spTree>
    <p:extLst>
      <p:ext uri="{BB962C8B-B14F-4D97-AF65-F5344CB8AC3E}">
        <p14:creationId xmlns:p14="http://schemas.microsoft.com/office/powerpoint/2010/main" val="1178077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388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521 The Lord’s Prayer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521 The Lord’s Prayer</dc:title>
  <dc:creator>Neil Tuininga</dc:creator>
  <cp:lastModifiedBy>Neil</cp:lastModifiedBy>
  <cp:revision>5</cp:revision>
  <dcterms:created xsi:type="dcterms:W3CDTF">2022-05-27T16:22:39Z</dcterms:created>
  <dcterms:modified xsi:type="dcterms:W3CDTF">2023-05-05T17:43:06Z</dcterms:modified>
</cp:coreProperties>
</file>