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372" r:id="rId4"/>
    <p:sldId id="282" r:id="rId5"/>
    <p:sldId id="3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60E8-362E-4F06-B1B7-2C1C11F24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7E904-654A-401B-9F77-4579041D5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1302-D137-498E-A2F4-A2D54052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56099-4BA3-4D6A-B9EA-0774EF55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E30AD-ACE4-41A7-8BAE-CA741464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4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9222-A102-42AA-9B43-D79913AD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3790B-FF4E-412A-98B6-CB73D769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63DDA-861A-40B2-8943-DD9CF1BD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8458-ACD5-4BE9-B9C7-D6757F79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AE9CA-6FD1-4623-91C3-8DA1DC8F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0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B0E7-7646-41D3-B18B-87EEFEAF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513D6-9C15-4720-8AA8-474C11F85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46EF-D623-4DF9-9F74-4D5896D7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1FFB2-9EA2-47F9-8B18-F3C9440F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B2FB9-F3EF-4C64-A757-86C83084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1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7A83-20AB-49E5-B3EC-74FB897B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F7CA-8802-4507-9C0C-123616ACE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E8E86-5613-4EC1-941F-821C86CCB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6EB46-E4DF-4F36-84B5-5381EFF7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E81C9-BD47-44BA-BBA7-71D2C318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EED8F-F46A-4B79-8509-F99B8B71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2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6585-1A66-4ABA-B800-0C472B92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64369-02A2-4364-91FE-7A18DBD6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778A3-5B58-4BAE-9CCC-0A6CB0F79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919BC-44E1-40CA-9747-12D78F189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35DF0A-8824-4840-AADA-C733449D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89894-8A28-41C5-9317-2D2DB8C7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1D4D1-58DF-419D-B1E6-B21F52EC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C460C-D304-4E83-BD77-A90133EA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5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785A-F424-49B5-AA9B-A29E6C76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E74BA-8E00-4664-A353-CA7F4411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706DB-B004-4D20-9E6C-CDCA194D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40A15-DC29-40B9-8B70-F5B52854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1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3397E-9FB2-48E9-9C8E-E0C86705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7B009-4243-4387-BE7E-91CE9B8E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CC7CC-BE95-4679-8FF4-12FB303C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8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8085-7E93-4050-AD9A-C8503A32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40B5-F802-4A9B-B956-BB5D9ADC9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85B41-107D-4783-B136-D62F4D59F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0B09D-32CA-40A5-8608-117B5C5F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559ED-EA98-4079-A106-E066A32E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BDA44-32AE-414A-82A7-F43ECBFA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2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B45A-56BE-417A-B831-B719D295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F4EB7-95D6-49CB-8AD7-B58B1595D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1B516-5EE3-46BA-B2CE-B9A48B49D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75A90-8FED-4004-A2C8-D455D3FE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D7B7B-8B32-4D56-8882-7C496263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FFDAC-C001-47F5-AD08-CD012697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3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980C-EB88-4268-A1C4-58385AAE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62A19-B2FC-49F4-9566-E46FBD3E4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814F7-F5BB-445F-81F5-A1E5391C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D8677-26A2-487E-A0CE-408E2282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4390E-20AD-4D29-8380-2C6E7A2E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CED06-87E1-4BAE-A722-D6694A33E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8FEFE-CB4C-431B-B0F5-6C141C85D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3AE4-FBA8-425A-AD8E-1BAFC08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AACA-C4F6-438E-BB39-9CB9703BA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AB099-FAD4-48B2-89B7-A1FE9BCC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8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C71543-1BA6-4481-8030-E76E29D5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1EBC4-7DE3-4353-86A2-3E52EA32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4A343-72D3-4400-A333-BCB898E97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CCAB2-586C-4A1A-A67D-1AD614A2BE1B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2EE7B-580C-406A-96A3-89EB82F5E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39311-28D8-4173-B6D4-DB8BF74E4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29AC0-FE15-4576-8C9C-09EC39D14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2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#296 How Lovely Shines the Morning Star!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5E3CE-1398-4B41-B2AB-5076284A6451}"/>
              </a:ext>
            </a:extLst>
          </p:cNvPr>
          <p:cNvSpPr txBox="1"/>
          <p:nvPr/>
        </p:nvSpPr>
        <p:spPr>
          <a:xfrm>
            <a:off x="0" y="17777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BC9EF-AC92-448E-B279-36DE4E3738C5}"/>
              </a:ext>
            </a:extLst>
          </p:cNvPr>
          <p:cNvSpPr txBox="1"/>
          <p:nvPr/>
        </p:nvSpPr>
        <p:spPr>
          <a:xfrm>
            <a:off x="152400" y="19301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ctr"/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320529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How lovely shines the Morning Star!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nations see and hail afar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light in Judah shining.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David's Son of Jacob's race,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my bridegroom and my King of grace,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thee my heart is pining.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Lowly, holy,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great and glorious,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victorious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Prince of graces,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filling all the </a:t>
            </a:r>
            <a:r>
              <a:rPr lang="en-US" sz="2800" dirty="0" err="1">
                <a:solidFill>
                  <a:srgbClr val="222222"/>
                </a:solidFill>
              </a:rPr>
              <a:t>heav'nly</a:t>
            </a:r>
            <a:r>
              <a:rPr lang="en-US" sz="2800" dirty="0">
                <a:solidFill>
                  <a:srgbClr val="222222"/>
                </a:solidFill>
              </a:rPr>
              <a:t> places.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01295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Though circled by the hosts on high,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deigned to cast a pitying eye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upon his helpless creature;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whole creation's head and Lord,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by highest seraphim adored,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assumed our very nature.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Jesus, grant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through thy merit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inherit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salvation;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hear, O hear our supplication.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58D45-914C-476D-8B51-D61D19B1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7538-0B62-44C8-8388-D6CEF80DEABB}"/>
              </a:ext>
            </a:extLst>
          </p:cNvPr>
          <p:cNvSpPr txBox="1"/>
          <p:nvPr/>
        </p:nvSpPr>
        <p:spPr>
          <a:xfrm>
            <a:off x="0" y="101295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Now richly to my waiting heart,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thou, my God, deign to impart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grace of love undying.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thy blest body let me be,</a:t>
            </a:r>
            <a:br>
              <a:rPr lang="en-US" sz="2800" dirty="0"/>
            </a:br>
            <a:r>
              <a:rPr lang="en-US" sz="2800" dirty="0" err="1">
                <a:solidFill>
                  <a:srgbClr val="222222"/>
                </a:solidFill>
              </a:rPr>
              <a:t>e'en</a:t>
            </a:r>
            <a:r>
              <a:rPr lang="en-US" sz="2800" dirty="0">
                <a:solidFill>
                  <a:srgbClr val="222222"/>
                </a:solidFill>
              </a:rPr>
              <a:t> as the branch is in the tree,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life my life supplying.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Sighing, crying,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the savor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of thy favor;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resting never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till I rest in thee forever.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17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012954"/>
            <a:ext cx="121919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Thou, mighty Father, in thy Son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didst love me ere thou </a:t>
            </a:r>
            <a:r>
              <a:rPr lang="en-US" sz="2800" dirty="0" err="1">
                <a:solidFill>
                  <a:srgbClr val="222222"/>
                </a:solidFill>
              </a:rPr>
              <a:t>hadst</a:t>
            </a:r>
            <a:r>
              <a:rPr lang="en-US" sz="2800" dirty="0">
                <a:solidFill>
                  <a:srgbClr val="222222"/>
                </a:solidFill>
              </a:rPr>
              <a:t> begun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this ancient world's foundation.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Son hath made a friend of me,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when in spirit him I see,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 joy in tribulation.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What bliss is this!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that </a:t>
            </a:r>
            <a:r>
              <a:rPr lang="en-US" sz="2800" dirty="0" err="1">
                <a:solidFill>
                  <a:srgbClr val="222222"/>
                </a:solidFill>
              </a:rPr>
              <a:t>liveth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me giveth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life forever;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nothing me from him can sever.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2CDEA9-6B25-4A98-AF99-A8A4E0CC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FE153-3194-46A8-B202-92EEFA1CCC25}"/>
              </a:ext>
            </a:extLst>
          </p:cNvPr>
          <p:cNvSpPr txBox="1"/>
          <p:nvPr/>
        </p:nvSpPr>
        <p:spPr>
          <a:xfrm>
            <a:off x="0" y="1078033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Rejoice, ye </a:t>
            </a:r>
            <a:r>
              <a:rPr lang="en-US" sz="2800" dirty="0" err="1">
                <a:solidFill>
                  <a:srgbClr val="222222"/>
                </a:solidFill>
              </a:rPr>
              <a:t>heav'ns</a:t>
            </a:r>
            <a:r>
              <a:rPr lang="en-US" sz="2800" dirty="0">
                <a:solidFill>
                  <a:srgbClr val="222222"/>
                </a:solidFill>
              </a:rPr>
              <a:t>; thou earth reply;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praise, ye sinners, fill the sky,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this his incarnation.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Incarnate God, put forth thy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ride on, ride on, great conqueror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till all know thy salvation.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Amen, Amen!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Hallelujah!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Hallelujah!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Praise be given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evermore by earth and heaven.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47171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2020-12-24T00:13:46Z</dcterms:created>
  <dcterms:modified xsi:type="dcterms:W3CDTF">2020-12-24T00:37:45Z</dcterms:modified>
</cp:coreProperties>
</file>