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5" r:id="rId2"/>
    <p:sldId id="356" r:id="rId3"/>
    <p:sldId id="357" r:id="rId4"/>
    <p:sldId id="358" r:id="rId5"/>
    <p:sldId id="3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DBD31-C3D1-452E-9AE8-4DE6F77265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B858E5-5D84-4230-A2CC-FEB158F7E5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63A9B-0E3A-4EE1-9ABB-005AC4F46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E6F0C-A0BE-4FED-8844-7FD7356539A9}" type="datetimeFigureOut">
              <a:rPr lang="en-US" smtClean="0"/>
              <a:t>8/14/2020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6F03C-0069-4600-A79A-9616E1D0A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0E959A-6CB8-485A-9DA2-5CB59BE11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3E18D-E4B9-4D38-BCF1-3F61EA02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838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26490-E279-4A54-9730-DB9D70988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04687-41DE-403B-BDE5-D3F5F9D8C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419445-161B-48A7-A400-34A9EB706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E6F0C-A0BE-4FED-8844-7FD7356539A9}" type="datetimeFigureOut">
              <a:rPr lang="en-US" smtClean="0"/>
              <a:t>8/14/2020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C2FF7-D721-4CCD-8895-D518AFBDB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E7DEE-ECD8-4BD5-8485-F3D5E5EAA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3E18D-E4B9-4D38-BCF1-3F61EA02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535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9F9BB-98D9-4B92-ABF6-4E9521534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63B3AE-5E3F-4CFD-9F5A-DF41B65910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D322F-03B4-4A8E-A1E5-30FF7B528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E6F0C-A0BE-4FED-8844-7FD7356539A9}" type="datetimeFigureOut">
              <a:rPr lang="en-US" smtClean="0"/>
              <a:t>8/14/2020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BB9902-8322-48B6-A13B-6A498D714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58C2B-B688-4299-AD50-FCAF10A37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3E18D-E4B9-4D38-BCF1-3F61EA02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486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0CEF0-4FE3-488F-9771-2C6868901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8A932-BA46-4BC8-8CC7-8FE8B51398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EC8CFD-498B-487E-BD8F-1ABCFD0098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7451AE-F39C-45FF-9DF1-23FDDED3D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E6F0C-A0BE-4FED-8844-7FD7356539A9}" type="datetimeFigureOut">
              <a:rPr lang="en-US" smtClean="0"/>
              <a:t>8/14/2020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53CCE5-555F-4C97-A74D-2FEC73F33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56E7C4-FE7A-4667-8737-F4DEE4C1B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3E18D-E4B9-4D38-BCF1-3F61EA02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842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A2F56-97C8-46FC-89A0-0BC9936F5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2274F5-AFA1-4973-9240-EB10AC7729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2229ED-31E4-4CD8-AB24-D21BF31A37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B3E805-D5A3-43CA-8A9E-9D828F5D96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511328-3C60-4F65-847F-35D486D40B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8A3F37-9F2B-4934-9028-53DFA4800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E6F0C-A0BE-4FED-8844-7FD7356539A9}" type="datetimeFigureOut">
              <a:rPr lang="en-US" smtClean="0"/>
              <a:t>8/14/2020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97D573-B5BB-4B45-A9E7-2C01DCEBB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B45EE5-4757-43AB-A43E-538E5EEE7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3E18D-E4B9-4D38-BCF1-3F61EA02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479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F1A88-CE11-4B6F-956D-6797C92B3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BBAD1F-94C7-4729-87B3-73023FBE4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E6F0C-A0BE-4FED-8844-7FD7356539A9}" type="datetimeFigureOut">
              <a:rPr lang="en-US" smtClean="0"/>
              <a:t>8/14/2020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701755-C52C-4BED-9DC1-490931428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58F2A3-DC2C-46E4-8441-E6C8B8DCB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3E18D-E4B9-4D38-BCF1-3F61EA02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151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5C95E3-E1E7-4007-BCBB-69F4B4162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E6F0C-A0BE-4FED-8844-7FD7356539A9}" type="datetimeFigureOut">
              <a:rPr lang="en-US" smtClean="0"/>
              <a:t>8/14/2020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DDF8A0-4621-4502-A577-2CD21A83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BE8952-AE2B-4FC5-B3AC-811341568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3E18D-E4B9-4D38-BCF1-3F61EA02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879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B95A8-4336-4C39-A96B-FC3AC9D37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9020F-9A6B-41DD-BDC1-C2EB25847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571BA8-3728-4C20-A37E-31F6417969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C944A9-8DD1-4AA8-A7BA-472A4C6D0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E6F0C-A0BE-4FED-8844-7FD7356539A9}" type="datetimeFigureOut">
              <a:rPr lang="en-US" smtClean="0"/>
              <a:t>8/14/2020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B13F61-FC6D-4A67-A61D-3C0C7AC78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FBF9B-6C57-43ED-BB06-3CE66C3EF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3E18D-E4B9-4D38-BCF1-3F61EA02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687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80830-1450-45E6-B799-CBE8551AD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3C936A-BB6E-4FE5-85B9-7EA7370937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01D454-6A74-4234-BCC7-C1BC87EE5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F0F03A-EE64-47B8-BF22-2B6E1E67C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E6F0C-A0BE-4FED-8844-7FD7356539A9}" type="datetimeFigureOut">
              <a:rPr lang="en-US" smtClean="0"/>
              <a:t>8/14/2020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5AA473-25BB-4417-BEDF-97E113926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3F8CFF-58DA-4851-A00C-DF9FCADF1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3E18D-E4B9-4D38-BCF1-3F61EA02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309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43D06-BC0D-454A-A357-23F837986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AA8619-8993-42CF-95B3-E4A72E5824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B7AAE3-7300-43CB-9E49-D81391D04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E6F0C-A0BE-4FED-8844-7FD7356539A9}" type="datetimeFigureOut">
              <a:rPr lang="en-US" smtClean="0"/>
              <a:t>8/14/2020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80E30-F914-402B-8640-4E9280D15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07A8F-757E-4C2B-A468-900439BD9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3E18D-E4B9-4D38-BCF1-3F61EA02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892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ACF0B3-2360-4399-A65D-D9B44484F7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1B5548-9B0F-4AB8-BB51-DCA90ED757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2BE35-66F7-44BB-9441-10B0F11C0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E6F0C-A0BE-4FED-8844-7FD7356539A9}" type="datetimeFigureOut">
              <a:rPr lang="en-US" smtClean="0"/>
              <a:t>8/14/2020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251FC-9BB9-4569-A874-42DB83968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2798E-D800-40FF-B717-B2420B2ED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3E18D-E4B9-4D38-BCF1-3F61EA02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808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85798D-423D-435E-91FD-4B7AFB69C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3B356B-F38E-4B63-A1BF-9BE8305BED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92A37-B99F-4B9A-8B04-5095F451BD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1E6F0C-A0BE-4FED-8844-7FD7356539A9}" type="datetimeFigureOut">
              <a:rPr lang="en-US" smtClean="0"/>
              <a:t>8/14/2020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6C9A8-30DF-4247-82E0-1C5094ABDE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373DAB-EBAF-4615-807D-2D5D22DD64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13E18D-E4B9-4D38-BCF1-3F61EA021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38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#180 Kind and Merciful God We Have Sinned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659285"/>
            <a:ext cx="1219199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 </a:t>
            </a:r>
            <a:r>
              <a:rPr lang="en-US" sz="2800" dirty="0"/>
              <a:t>Kind and merciful God, we have sinned in your sight,</a:t>
            </a:r>
          </a:p>
          <a:p>
            <a:pPr algn="ctr"/>
            <a:r>
              <a:rPr lang="en-US" sz="2800" dirty="0"/>
              <a:t>we have all wandered far from your way;</a:t>
            </a:r>
          </a:p>
          <a:p>
            <a:pPr algn="ctr"/>
            <a:r>
              <a:rPr lang="en-US" sz="2800" dirty="0"/>
              <a:t>we have followed desire, we have failed to aspire </a:t>
            </a:r>
          </a:p>
          <a:p>
            <a:pPr algn="ctr"/>
            <a:r>
              <a:rPr lang="en-US" sz="2800" dirty="0"/>
              <a:t>to the virtue we ought to display.</a:t>
            </a:r>
          </a:p>
          <a:p>
            <a:pPr algn="ctr"/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2F6A10-0AFD-4A92-908C-FBCD7A32E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1973 Fred Bock Music Co.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13410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1584681"/>
            <a:ext cx="1219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 </a:t>
            </a:r>
            <a:r>
              <a:rPr lang="en-US" sz="2800" dirty="0"/>
              <a:t>Kind and merciful God, we’ve neglected your Word</a:t>
            </a:r>
          </a:p>
          <a:p>
            <a:pPr algn="ctr"/>
            <a:r>
              <a:rPr lang="en-US" sz="2800" dirty="0"/>
              <a:t>and the truth that would guide us aright;</a:t>
            </a:r>
          </a:p>
          <a:p>
            <a:pPr algn="ctr"/>
            <a:r>
              <a:rPr lang="en-US" sz="2800" dirty="0"/>
              <a:t>we have lived in the shade of the dark we have made,</a:t>
            </a:r>
          </a:p>
          <a:p>
            <a:pPr algn="ctr"/>
            <a:r>
              <a:rPr lang="en-US" sz="2800" dirty="0"/>
              <a:t>when you willed us to walk in the light.</a:t>
            </a:r>
          </a:p>
          <a:p>
            <a:pPr algn="ctr"/>
            <a:endParaRPr lang="en-CA" sz="2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51F833C-FE51-4BC5-91FF-D40F6BB63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1973 Fred Bock Music Co.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88216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1584681"/>
            <a:ext cx="1219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 </a:t>
            </a:r>
            <a:r>
              <a:rPr lang="en-US" sz="2800" dirty="0"/>
              <a:t>Kind and merciful God, we have broken your laws</a:t>
            </a:r>
          </a:p>
          <a:p>
            <a:pPr algn="ctr"/>
            <a:r>
              <a:rPr lang="en-US" sz="2800" dirty="0"/>
              <a:t>and in conduct have veered from the norm;</a:t>
            </a:r>
          </a:p>
          <a:p>
            <a:pPr algn="ctr"/>
            <a:r>
              <a:rPr lang="en-US" sz="2800" dirty="0"/>
              <a:t>we have dreamed of the good, but the good that we could</a:t>
            </a:r>
          </a:p>
          <a:p>
            <a:pPr algn="ctr"/>
            <a:r>
              <a:rPr lang="en-US" sz="2800" dirty="0"/>
              <a:t>we have frequently failed to perform.</a:t>
            </a:r>
          </a:p>
          <a:p>
            <a:pPr algn="ctr"/>
            <a:endParaRPr lang="en-CA" sz="2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51F833C-FE51-4BC5-91FF-D40F6BB63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1973 Fred Bock Music Co.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47845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1584681"/>
            <a:ext cx="1219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 </a:t>
            </a:r>
            <a:r>
              <a:rPr lang="en-US" sz="2800" dirty="0"/>
              <a:t>Kind and merciful God, in Christ’s death on the cross</a:t>
            </a:r>
          </a:p>
          <a:p>
            <a:pPr algn="ctr"/>
            <a:r>
              <a:rPr lang="en-US" sz="2800" dirty="0"/>
              <a:t>you provided a cleansing from sin;</a:t>
            </a:r>
          </a:p>
          <a:p>
            <a:pPr algn="ctr"/>
            <a:r>
              <a:rPr lang="en-US" sz="2800" dirty="0"/>
              <a:t>speak the words that forgive, that henceforth we may live</a:t>
            </a:r>
          </a:p>
          <a:p>
            <a:pPr algn="ctr"/>
            <a:r>
              <a:rPr lang="en-US" sz="2800" dirty="0"/>
              <a:t>by the might of your Spirit within.</a:t>
            </a:r>
          </a:p>
          <a:p>
            <a:pPr algn="ctr"/>
            <a:endParaRPr lang="en-CA" sz="2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51F833C-FE51-4BC5-91FF-D40F6BB63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1973 Fred Bock Music Co.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504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43C2A4-CE4B-4636-AB81-04A6D7BFAC4C}"/>
              </a:ext>
            </a:extLst>
          </p:cNvPr>
          <p:cNvSpPr txBox="1"/>
          <p:nvPr/>
        </p:nvSpPr>
        <p:spPr>
          <a:xfrm>
            <a:off x="0" y="1584681"/>
            <a:ext cx="1219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5. </a:t>
            </a:r>
            <a:r>
              <a:rPr lang="en-US" sz="2800" dirty="0"/>
              <a:t>Kind and merciful God, bid us lift up our heads</a:t>
            </a:r>
          </a:p>
          <a:p>
            <a:pPr algn="ctr"/>
            <a:r>
              <a:rPr lang="en-US" sz="2800" dirty="0"/>
              <a:t>and command us to rise from our knees;</a:t>
            </a:r>
          </a:p>
          <a:p>
            <a:pPr algn="ctr"/>
            <a:r>
              <a:rPr lang="en-US" sz="2800" dirty="0"/>
              <a:t>may our hearts now be changed and no longer estranged,</a:t>
            </a:r>
          </a:p>
          <a:p>
            <a:pPr algn="ctr"/>
            <a:r>
              <a:rPr lang="en-US" sz="2800" dirty="0"/>
              <a:t>thro’ the </a:t>
            </a:r>
            <a:r>
              <a:rPr lang="en-US" sz="2800" dirty="0" err="1"/>
              <a:t>pow’r</a:t>
            </a:r>
            <a:r>
              <a:rPr lang="en-US" sz="2800" dirty="0"/>
              <a:t> of your pardon and peace.</a:t>
            </a:r>
          </a:p>
          <a:p>
            <a:pPr algn="ctr"/>
            <a:endParaRPr lang="en-CA" sz="2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51F833C-FE51-4BC5-91FF-D40F6BB63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1973 Fred Bock Music Co.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91788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251</Words>
  <Application>Microsoft Office PowerPoint</Application>
  <PresentationFormat>Widescreen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#180 Kind and Merciful God We Have Sinned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#180 Kind and Merciful God We Have Sinned</dc:title>
  <dc:creator>Eric Hoogendoorn</dc:creator>
  <cp:lastModifiedBy>Eric Hoogendoorn</cp:lastModifiedBy>
  <cp:revision>1</cp:revision>
  <dcterms:created xsi:type="dcterms:W3CDTF">2020-08-14T23:57:25Z</dcterms:created>
  <dcterms:modified xsi:type="dcterms:W3CDTF">2020-08-14T23:57:44Z</dcterms:modified>
</cp:coreProperties>
</file>