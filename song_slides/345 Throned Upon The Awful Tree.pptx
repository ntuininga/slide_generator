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3" r:id="rId2"/>
    <p:sldId id="384" r:id="rId3"/>
    <p:sldId id="385" r:id="rId4"/>
    <p:sldId id="3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1106-4040-4F4E-937E-9904DEDC0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F8979-51F8-422C-A06B-DA951E528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45149-091D-48FD-8966-D91A4545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E8D8-0BF4-4D8C-AAFB-CC50D655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30A9-434D-4A9D-9F3E-09AA4B92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5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AD89-008F-4050-B5CB-5E4341EA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D3F8-C27E-4158-85D5-022689CE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8EC87-E8D5-4F7E-AA94-7913E70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F061C-2E59-4FA7-BA58-8999E2B8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3B772-16B8-4E2A-8216-8298B6EE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4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0971-C49F-4522-847F-1C468B034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311DD-E557-4988-A6AD-9206AEC91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45477-AE5D-4BF1-8F44-9DE9880A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0AFF8-E193-4B40-8E41-8358C9FA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005A6-E98F-4C02-8106-3C125076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FF46-818B-40EA-B42B-11CBD674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183F5-D940-4326-8F4E-97CC08DAC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CCF49-8A88-4BC2-9347-4D1A605BE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DA7F6-7B98-47B1-AFD8-C92621B2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9D8E5-0E5A-4305-B809-139C1D8C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72523-CC61-4CFE-9398-1D858F4C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0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9F4D-2115-410B-BD06-FE160BF2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8F930-6B9A-4F10-8B24-A6E46ADFD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E8DA3-2552-419B-8D83-8ABD73641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AE0CB-B1B6-433D-A0EA-3848ED8BC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FEC1D-3AFC-4F04-BEAA-9CE670C91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62BBE2-A2E9-44AB-A200-BAF80170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9E521-DD80-4563-AAB4-DB6BD455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685DB-98D7-4CD4-93CA-C88820E5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0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9E4B-D230-46A7-94A5-CD02D957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95082-9E6E-43AD-B93E-FF1D5BFD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1A541-361C-47DE-AE44-5B8553F0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EF58F-A69B-4B98-A0C8-BE9437DC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44E3A-C845-4855-8A64-81E61C0A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241D1-9B63-427D-97F1-9FA6AF16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1C953-62D3-45C1-95C0-6B1346AA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8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AFDE-0069-47B4-8444-97E81434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735EE-56BE-4B90-B792-A95A32BD6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E56B1-EAC4-441B-8528-B49238774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08B5F-CF1F-48BE-BE70-4181E1F3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539E-63AD-41E2-A9ED-0F6D4DE2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C5929-7BC5-4D42-A4D9-C5682D20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4A38-BF7F-47D1-8BA9-B3A8F3BC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1C253-9EF4-429B-843F-5FF421E65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BF968-0652-42E8-93DF-0ECD9D569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A59BB-CC57-4A7F-960A-7AC0DE33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C93D6-EC6B-4292-8AE4-5596BBE6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BCE0B-BF64-436D-9516-A0C622F9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3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D24B-A270-4C0F-AEBB-D07CE007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FFAE0-9D8B-4FC5-B0F5-87C46DE5A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FCEA3-4EC1-4C3F-B62D-3B335A79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85AAF-2F34-4114-9CB7-AC1A9A81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ED581-2F14-400C-9E7B-72321052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CAAB1-9C83-4BBD-AF5A-1FB6F7044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A7E47-4EE0-44D3-9B66-FC17D1F39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0CEB4-0FA9-48AF-9C09-DC33F636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18037-EB7F-4CE1-A9A9-BD97EBE5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F2E40-9E61-4B3D-AF8A-3C8B0FB7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DFB9E-C569-45A0-AAB8-4BD167C5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EF2-3A2E-4371-B755-D747427DE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959F1-670B-4BA3-B0B3-319061EC5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FB001-E8AB-46F4-92C4-4A05F6B10111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BF415-3577-43D1-ADB9-710F60291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0F87A-1B5F-44C2-BB7E-68E77B4D6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888A1-22F2-488D-8C5F-A5E4D763F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6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0D4A1-A1E0-4B1F-86FE-B5443678D535}"/>
              </a:ext>
            </a:extLst>
          </p:cNvPr>
          <p:cNvSpPr txBox="1"/>
          <p:nvPr/>
        </p:nvSpPr>
        <p:spPr>
          <a:xfrm>
            <a:off x="0" y="31432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#345 Throned Upon The Awful Tree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7E9EF-EFAB-4F8C-B2B2-EFBFDFB8F299}"/>
              </a:ext>
            </a:extLst>
          </p:cNvPr>
          <p:cNvSpPr txBox="1"/>
          <p:nvPr/>
        </p:nvSpPr>
        <p:spPr>
          <a:xfrm>
            <a:off x="0" y="2305615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 </a:t>
            </a:r>
            <a:r>
              <a:rPr lang="en-US" sz="2800" dirty="0"/>
              <a:t>Throned upon the awful tree,</a:t>
            </a:r>
            <a:br>
              <a:rPr lang="en-US" sz="2800" dirty="0"/>
            </a:br>
            <a:r>
              <a:rPr lang="en-US" sz="2800" dirty="0"/>
              <a:t>King of grief, I watch with thee.</a:t>
            </a:r>
            <a:br>
              <a:rPr lang="en-US" sz="2800" dirty="0"/>
            </a:br>
            <a:r>
              <a:rPr lang="en-US" sz="2800" dirty="0"/>
              <a:t>Darkness veils thine anguished face:</a:t>
            </a:r>
            <a:br>
              <a:rPr lang="en-US" sz="2800" dirty="0"/>
            </a:br>
            <a:r>
              <a:rPr lang="en-US" sz="2800" dirty="0"/>
              <a:t>none its lines of woe can trace:</a:t>
            </a:r>
            <a:br>
              <a:rPr lang="en-US" sz="2800" dirty="0"/>
            </a:br>
            <a:r>
              <a:rPr lang="en-US" sz="2800" dirty="0"/>
              <a:t>none can tell what pangs unknown</a:t>
            </a:r>
            <a:br>
              <a:rPr lang="en-US" sz="2800" dirty="0"/>
            </a:br>
            <a:r>
              <a:rPr lang="en-US" sz="2800" dirty="0"/>
              <a:t>hold thee silent and alone.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r>
              <a:rPr lang="en-US" sz="2800" dirty="0">
                <a:solidFill>
                  <a:srgbClr val="222222"/>
                </a:solidFill>
                <a:latin typeface="Verdana" panose="020B0604030504040204" pitchFamily="34" charset="0"/>
              </a:rPr>
              <a:t> 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45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0" y="2143125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 </a:t>
            </a:r>
            <a:r>
              <a:rPr lang="en-US" sz="2800" dirty="0"/>
              <a:t>Silent through those three dread hours,</a:t>
            </a:r>
            <a:br>
              <a:rPr lang="en-US" sz="2800" dirty="0"/>
            </a:br>
            <a:r>
              <a:rPr lang="en-US" sz="2800" dirty="0"/>
              <a:t>wrestling with the evil </a:t>
            </a:r>
            <a:r>
              <a:rPr lang="en-US" sz="2800" dirty="0" err="1"/>
              <a:t>pow'rs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left alone with human sin,</a:t>
            </a:r>
            <a:br>
              <a:rPr lang="en-US" sz="2800" dirty="0"/>
            </a:br>
            <a:r>
              <a:rPr lang="en-US" sz="2800" dirty="0"/>
              <a:t>gloom around thee and within,</a:t>
            </a:r>
            <a:br>
              <a:rPr lang="en-US" sz="2800" dirty="0"/>
            </a:br>
            <a:r>
              <a:rPr lang="en-US" sz="2800" dirty="0"/>
              <a:t>'til </a:t>
            </a:r>
            <a:r>
              <a:rPr lang="en-US" sz="2800" dirty="0" err="1"/>
              <a:t>th'appointed</a:t>
            </a:r>
            <a:r>
              <a:rPr lang="en-US" sz="2800" dirty="0"/>
              <a:t> time is nigh,</a:t>
            </a:r>
            <a:br>
              <a:rPr lang="en-US" sz="2800" dirty="0"/>
            </a:br>
            <a:r>
              <a:rPr lang="en-US" sz="2800" dirty="0"/>
              <a:t>'til the Lamb of God may die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9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0" y="2143125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 </a:t>
            </a:r>
            <a:r>
              <a:rPr lang="en-US" sz="2800" dirty="0"/>
              <a:t>Hark, that cry that peals aloud</a:t>
            </a:r>
            <a:br>
              <a:rPr lang="en-US" sz="2800" dirty="0"/>
            </a:br>
            <a:r>
              <a:rPr lang="en-US" sz="2800" dirty="0"/>
              <a:t>upward thro' the whelming cloud!</a:t>
            </a:r>
            <a:br>
              <a:rPr lang="en-US" sz="2800" dirty="0"/>
            </a:br>
            <a:r>
              <a:rPr lang="en-US" sz="2800" dirty="0"/>
              <a:t>Thou, the Father's only Son,</a:t>
            </a:r>
            <a:br>
              <a:rPr lang="en-US" sz="2800" dirty="0"/>
            </a:br>
            <a:r>
              <a:rPr lang="en-US" sz="2800" dirty="0"/>
              <a:t>thou, his own Anointed One,</a:t>
            </a:r>
            <a:br>
              <a:rPr lang="en-US" sz="2800" dirty="0"/>
            </a:br>
            <a:r>
              <a:rPr lang="en-US" sz="2800" dirty="0"/>
              <a:t>thou dost ask him--can it be?</a:t>
            </a:r>
            <a:br>
              <a:rPr lang="en-US" sz="2800" dirty="0"/>
            </a:br>
            <a:r>
              <a:rPr lang="en-US" sz="2800" dirty="0"/>
              <a:t>"Why hast thou forsaken me?"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0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0" y="2143125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 </a:t>
            </a:r>
            <a:r>
              <a:rPr lang="en-US" sz="2800" dirty="0"/>
              <a:t>Lord, should fear and anguish roll</a:t>
            </a:r>
            <a:br>
              <a:rPr lang="en-US" sz="2800" dirty="0"/>
            </a:br>
            <a:r>
              <a:rPr lang="en-US" sz="2800" dirty="0"/>
              <a:t>darkly o'er my sinful soul,</a:t>
            </a:r>
            <a:br>
              <a:rPr lang="en-US" sz="2800" dirty="0"/>
            </a:br>
            <a:r>
              <a:rPr lang="en-US" sz="2800" dirty="0"/>
              <a:t>thou, who once </a:t>
            </a:r>
            <a:r>
              <a:rPr lang="en-US" sz="2800" dirty="0" err="1"/>
              <a:t>wast</a:t>
            </a:r>
            <a:r>
              <a:rPr lang="en-US" sz="2800" dirty="0"/>
              <a:t> thus bereft</a:t>
            </a:r>
            <a:br>
              <a:rPr lang="en-US" sz="2800" dirty="0"/>
            </a:br>
            <a:r>
              <a:rPr lang="en-US" sz="2800" dirty="0"/>
              <a:t>that thine own might ne'er be left,</a:t>
            </a:r>
            <a:br>
              <a:rPr lang="en-US" sz="2800" dirty="0"/>
            </a:br>
            <a:r>
              <a:rPr lang="en-US" sz="2800" dirty="0"/>
              <a:t>teach me by that bitter cry</a:t>
            </a:r>
            <a:br>
              <a:rPr lang="en-US" sz="2800" dirty="0"/>
            </a:br>
            <a:r>
              <a:rPr lang="en-US" sz="2800" dirty="0"/>
              <a:t>in the gloom to know thee nigh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572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2022-04-14T14:24:47Z</dcterms:created>
  <dcterms:modified xsi:type="dcterms:W3CDTF">2022-04-14T14:25:09Z</dcterms:modified>
</cp:coreProperties>
</file>