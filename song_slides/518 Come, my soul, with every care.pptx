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B83E2-3F99-495D-826D-F0CB25C45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FCD64E-88A4-4D0B-881B-72312EE552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4F10E-0186-487D-99F4-F5FF15DB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FE045-297A-4108-BE42-CCE25B025790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2B865-E019-4869-A48B-A2D66A582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E90A9-24A0-4524-806D-2FD300E1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E997-351C-427B-B468-343E551F19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9728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F6672-32E7-4530-9BAB-7349A7721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094DF-3735-46A6-AB68-1051D18D1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90664-5A52-48ED-A1EA-7639F5926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FE045-297A-4108-BE42-CCE25B025790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7FD75-3F70-4E19-997F-33FD7D9A0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83D6B-F92B-4576-BFDC-EA4B1D504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E997-351C-427B-B468-343E551F19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5141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5FF30-7854-41C7-A34E-55F2B789F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AE4C9-2B67-4EC5-8B10-0CFD42105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9E328-E30B-4590-A6DD-98F7702B5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FE045-297A-4108-BE42-CCE25B025790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EC34F-BF2A-484D-803E-E980825E1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75C93-9B02-495C-BC88-872DA88B9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E997-351C-427B-B468-343E551F19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6614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DE91C-1735-44CB-BD5F-09E1EB230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482A3-08B4-4D65-A83B-012FFF63D4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37BA90-D466-430D-B2E8-7FF725E12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0ACF67-9686-4926-905A-D7E1AF14E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FE045-297A-4108-BE42-CCE25B025790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CA20A8-84E5-41F1-815E-A42210D54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EB4C17-27D1-42EB-8DE4-B88774361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E997-351C-427B-B468-343E551F19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6018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3AEEC-9970-4DF4-9890-9933B9BEC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07FCC-F0A7-413A-A8F4-3A9395547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0E22A1-CCF6-41A4-AAAC-3B09A4792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F2BF8F-EDB9-46A2-9BA9-0C40CCD59C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3141A-99BF-490D-AE5A-B2E8691DD9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FB67C3-C687-4337-BDF4-2C7B4D820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FE045-297A-4108-BE42-CCE25B025790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F3C663-5181-435B-BA1C-FBC111FA4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F1363D-9BAB-44E3-B6FA-DB9E5A7A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E997-351C-427B-B468-343E551F19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64684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6FDC4-68DC-42F6-BD94-AA111920C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A7B996-01A9-4972-BCF6-F79E28BC2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FE045-297A-4108-BE42-CCE25B025790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764700-2B1D-4B6B-92A8-05EF38434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59BAD9-3D56-4E25-B209-A94FA88F4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E997-351C-427B-B468-343E551F19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3794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DA0594-6360-4302-A722-A31E3449D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FE045-297A-4108-BE42-CCE25B025790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6CAD41-2BD8-498D-AF5C-A1F2776B5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6187F7-A235-448C-A874-0737F547A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E997-351C-427B-B468-343E551F19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0697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F8A05-E54F-4B55-8EDD-9F26F3169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BA3CA-3367-4A37-B8FF-EB0E8E6A8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83DAE4-160A-41F7-B30A-F60577BBA9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7725D-E846-4E3C-A388-796836EB4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FE045-297A-4108-BE42-CCE25B025790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9651D-9DC6-491F-AEBC-CA77A4C21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A48173-34A6-4EF4-8B2F-8CE9B246A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E997-351C-427B-B468-343E551F19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7161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15649-7C06-4236-BA37-9FDA42EB6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FEFE76-F5AD-44D3-8CDC-B20B934E16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3D97B2-DF82-432D-A881-A778AE10B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E644D-A520-47EA-A77D-7B07B49E5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FE045-297A-4108-BE42-CCE25B025790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537549-AC3B-4B7B-8861-D5513649A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A9B8CD-8D7F-49F4-B4E2-15E3A6B71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E997-351C-427B-B468-343E551F19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5254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01B54-D89F-43EA-95FC-61E08B33E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ED5E98-FB9F-4DF1-8224-2EF38087E7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AF4CC-8569-4ED7-AA2A-BF36BC3FD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FE045-297A-4108-BE42-CCE25B025790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E7ED3-D2C8-4542-A040-F18BFCA08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C5D55-DD56-4027-9E0F-4D7A5D9D9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E997-351C-427B-B468-343E551F19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334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63874-D1FF-4C71-B112-0CD461BD46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4EAD9C-C8DE-425F-8388-084984430D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B9889-DA51-4D95-955E-E96C65EAE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FE045-297A-4108-BE42-CCE25B025790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7BB86-E18C-4106-A7B3-51E9D7A93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A46AA-7C08-4EA8-ACA0-B8F266807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5E997-351C-427B-B468-343E551F19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86172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80CCF1-6FDE-49F8-A4B5-2437DF7B0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61172-E128-4ACA-8653-ECD4DB864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F9A5C-8AED-4611-8222-08E1263EC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FE045-297A-4108-BE42-CCE25B025790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4CDB3-392B-47BE-A762-02C51F860B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6361A-EB83-4C30-B855-70A3DAAAAA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5E997-351C-427B-B468-343E551F19D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7862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3F1A5C-35F4-4F77-99B4-D18E98469DD8}"/>
              </a:ext>
            </a:extLst>
          </p:cNvPr>
          <p:cNvSpPr txBox="1"/>
          <p:nvPr/>
        </p:nvSpPr>
        <p:spPr>
          <a:xfrm>
            <a:off x="1028700" y="428625"/>
            <a:ext cx="10134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4400" i="1">
                <a:solidFill>
                  <a:prstClr val="black"/>
                </a:solidFill>
                <a:latin typeface="Calibri Light" panose="020F0302020204030204"/>
              </a:rPr>
              <a:t>#518 Come, My Soul, with Every Care</a:t>
            </a:r>
            <a:endParaRPr lang="en-CA" sz="4400" i="1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A036D1-6F24-4F82-B737-F63054035B60}"/>
              </a:ext>
            </a:extLst>
          </p:cNvPr>
          <p:cNvSpPr txBox="1"/>
          <p:nvPr/>
        </p:nvSpPr>
        <p:spPr>
          <a:xfrm>
            <a:off x="1738312" y="2562225"/>
            <a:ext cx="871537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1. Come, my soul, with ev'ry care;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Jesus loves to answer prayer.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He himself bids you to pray.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He will never turn away,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he will never turn away.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841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363C2B-B8CF-4BBB-B5DF-95DC85CB5BF8}"/>
              </a:ext>
            </a:extLst>
          </p:cNvPr>
          <p:cNvSpPr txBox="1"/>
          <p:nvPr/>
        </p:nvSpPr>
        <p:spPr>
          <a:xfrm>
            <a:off x="1938337" y="2305615"/>
            <a:ext cx="83153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2. You are coming to a king--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large petitions with you bring.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For his grace and pow'r are such,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none can ever ask too much,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none can ever ask too much.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0160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7D0E10-2B6D-4A2A-B345-A36BA4980A2B}"/>
              </a:ext>
            </a:extLst>
          </p:cNvPr>
          <p:cNvSpPr txBox="1"/>
          <p:nvPr/>
        </p:nvSpPr>
        <p:spPr>
          <a:xfrm>
            <a:off x="2300287" y="2305615"/>
            <a:ext cx="75914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3. With my burden I begin: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Lord, remove this load of sin;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let your blood, for sinners spilt,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set my conscience free from guilt,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set my conscience free from guilt.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676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DED370-3F38-4768-AAFC-E7AEBA1C9663}"/>
              </a:ext>
            </a:extLst>
          </p:cNvPr>
          <p:cNvSpPr txBox="1"/>
          <p:nvPr/>
        </p:nvSpPr>
        <p:spPr>
          <a:xfrm>
            <a:off x="1804987" y="2305615"/>
            <a:ext cx="85820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4. Lord, your rest to me impart;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take possession of my heart.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There your blood-bought right maintain,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and without a rival reign,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and without a rival reign.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0023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8C0B17-21B2-4967-A842-EE7489FA93D6}"/>
              </a:ext>
            </a:extLst>
          </p:cNvPr>
          <p:cNvSpPr txBox="1"/>
          <p:nvPr/>
        </p:nvSpPr>
        <p:spPr>
          <a:xfrm>
            <a:off x="2166937" y="2305615"/>
            <a:ext cx="78581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5. While I am a pilgrim here,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let your love my spirit cheer.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As my guide, my guard, my friend,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lead me to my journey's end,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lead me to my journey's end.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26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80B037-EB1F-4294-A732-C23F7FB26961}"/>
              </a:ext>
            </a:extLst>
          </p:cNvPr>
          <p:cNvSpPr txBox="1"/>
          <p:nvPr/>
        </p:nvSpPr>
        <p:spPr>
          <a:xfrm>
            <a:off x="1947862" y="2305615"/>
            <a:ext cx="829627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6. Show me what I have to do;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ev'ry hour my strength renew.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I would have your will, not mine;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for it's perfect, good, and kind,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for it's perfect, good, and kind.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5417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262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2021-02-26T23:22:40Z</dcterms:created>
  <dcterms:modified xsi:type="dcterms:W3CDTF">2021-02-26T23:28:40Z</dcterms:modified>
</cp:coreProperties>
</file>