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_rels/presentation.xml.rels" ContentType="application/vnd.openxmlformats-package.relationships+xml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slideLayouts/_rels/slideLayout9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s/slide1.xml" ContentType="application/vnd.openxmlformats-officedocument.presentationml.slide+xml"/>
  <Override PartName="/ppt/slides/_rels/slide5.xml.rels" ContentType="application/vnd.openxmlformats-package.relationships+xml"/>
  <Override PartName="/ppt/slides/_rels/slide4.xml.rels" ContentType="application/vnd.openxmlformats-package.relationships+xml"/>
  <Override PartName="/ppt/slides/_rels/slide3.xml.rels" ContentType="application/vnd.openxmlformats-package.relationships+xml"/>
  <Override PartName="/ppt/slides/_rels/slide2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</p:sldIdLst>
  <p:sldSz cx="12192000" cy="6858000"/>
  <p:notesSz cx="7772400" cy="100584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 Slid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640" cy="2387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algn="ctr" defTabSz="914400">
              <a:lnSpc>
                <a:spcPct val="90000"/>
              </a:lnSpc>
              <a:buNone/>
            </a:pPr>
            <a:r>
              <a:rPr b="0" lang="en-US" sz="600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Click to edit Master title style</a:t>
            </a:r>
            <a:endParaRPr b="0" lang="en-US" sz="6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dt" idx="1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b="0" lang="en-CA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ftr" idx="2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CA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CA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CA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sldNum" idx="3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45C332C9-0560-4C89-A4A5-0F704448ABA7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b="0" lang="en-CA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864000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296000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728000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160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5" marL="2592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6" marL="3024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Title and Vertical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Click to edit Master title style</a:t>
            </a:r>
            <a:endParaRPr b="0" lang="en-US" sz="4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6002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0574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7" name="PlaceHolder 3"/>
          <p:cNvSpPr>
            <a:spLocks noGrp="1"/>
          </p:cNvSpPr>
          <p:nvPr>
            <p:ph type="dt" idx="4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b="0" lang="en-CA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" name="PlaceHolder 4"/>
          <p:cNvSpPr>
            <a:spLocks noGrp="1"/>
          </p:cNvSpPr>
          <p:nvPr>
            <p:ph type="ftr" idx="5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CA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CA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CA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" name="PlaceHolder 5"/>
          <p:cNvSpPr>
            <a:spLocks noGrp="1"/>
          </p:cNvSpPr>
          <p:nvPr>
            <p:ph type="sldNum" idx="6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8C6B7B69-FE85-49E0-9A2B-C37FC34D39A9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b="0" lang="en-CA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Vertical Title and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8724960" y="365040"/>
            <a:ext cx="2628720" cy="5811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 vert="eaVert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Click to edit Master title style</a:t>
            </a:r>
            <a:endParaRPr b="0" lang="en-US" sz="4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 type="body"/>
          </p:nvPr>
        </p:nvSpPr>
        <p:spPr>
          <a:xfrm>
            <a:off x="838080" y="365040"/>
            <a:ext cx="7733880" cy="5811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6002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0574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2" name="PlaceHolder 3"/>
          <p:cNvSpPr>
            <a:spLocks noGrp="1"/>
          </p:cNvSpPr>
          <p:nvPr>
            <p:ph type="dt" idx="7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b="0" lang="en-CA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" name="PlaceHolder 4"/>
          <p:cNvSpPr>
            <a:spLocks noGrp="1"/>
          </p:cNvSpPr>
          <p:nvPr>
            <p:ph type="ftr" idx="8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CA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CA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CA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" name="PlaceHolder 5"/>
          <p:cNvSpPr>
            <a:spLocks noGrp="1"/>
          </p:cNvSpPr>
          <p:nvPr>
            <p:ph type="sldNum" idx="9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7D183842-EACB-4EA0-9C01-ADAD27E3E8DE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b="0" lang="en-CA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and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Click to edit Master title style</a:t>
            </a:r>
            <a:endParaRPr b="0" lang="en-US" sz="4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6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6002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0574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7" name="PlaceHolder 3"/>
          <p:cNvSpPr>
            <a:spLocks noGrp="1"/>
          </p:cNvSpPr>
          <p:nvPr>
            <p:ph type="dt" idx="10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b="0" lang="en-CA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" name="PlaceHolder 4"/>
          <p:cNvSpPr>
            <a:spLocks noGrp="1"/>
          </p:cNvSpPr>
          <p:nvPr>
            <p:ph type="ftr" idx="11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CA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CA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CA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" name="PlaceHolder 5"/>
          <p:cNvSpPr>
            <a:spLocks noGrp="1"/>
          </p:cNvSpPr>
          <p:nvPr>
            <p:ph type="sldNum" idx="12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44003A54-A668-4E86-9729-B00287742145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b="0" lang="en-CA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 Head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PlaceHolder 1"/>
          <p:cNvSpPr>
            <a:spLocks noGrp="1"/>
          </p:cNvSpPr>
          <p:nvPr>
            <p:ph type="title"/>
          </p:nvPr>
        </p:nvSpPr>
        <p:spPr>
          <a:xfrm>
            <a:off x="831960" y="1709640"/>
            <a:ext cx="10515240" cy="2852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en-US" sz="600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Click to edit Master title style</a:t>
            </a:r>
            <a:endParaRPr b="0" lang="en-US" sz="6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1" name="PlaceHolder 2"/>
          <p:cNvSpPr>
            <a:spLocks noGrp="1"/>
          </p:cNvSpPr>
          <p:nvPr>
            <p:ph type="body"/>
          </p:nvPr>
        </p:nvSpPr>
        <p:spPr>
          <a:xfrm>
            <a:off x="831960" y="4589640"/>
            <a:ext cx="10515240" cy="1499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n-US" sz="24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2" name="PlaceHolder 3"/>
          <p:cNvSpPr>
            <a:spLocks noGrp="1"/>
          </p:cNvSpPr>
          <p:nvPr>
            <p:ph type="dt" idx="13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b="0" lang="en-CA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" name="PlaceHolder 4"/>
          <p:cNvSpPr>
            <a:spLocks noGrp="1"/>
          </p:cNvSpPr>
          <p:nvPr>
            <p:ph type="ftr" idx="14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CA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CA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CA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" name="PlaceHolder 5"/>
          <p:cNvSpPr>
            <a:spLocks noGrp="1"/>
          </p:cNvSpPr>
          <p:nvPr>
            <p:ph type="sldNum" idx="15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CC9FBB93-4018-4BFD-8693-3AABFAE5ACF7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b="0" lang="en-CA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wo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Click to edit Master title style</a:t>
            </a:r>
            <a:endParaRPr b="0" lang="en-US" sz="4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6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518112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6002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0574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7" name="PlaceHolder 3"/>
          <p:cNvSpPr>
            <a:spLocks noGrp="1"/>
          </p:cNvSpPr>
          <p:nvPr>
            <p:ph type="body"/>
          </p:nvPr>
        </p:nvSpPr>
        <p:spPr>
          <a:xfrm>
            <a:off x="6172200" y="1825560"/>
            <a:ext cx="518112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6002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0574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8" name="PlaceHolder 4"/>
          <p:cNvSpPr>
            <a:spLocks noGrp="1"/>
          </p:cNvSpPr>
          <p:nvPr>
            <p:ph type="dt" idx="16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b="0" lang="en-CA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" name="PlaceHolder 5"/>
          <p:cNvSpPr>
            <a:spLocks noGrp="1"/>
          </p:cNvSpPr>
          <p:nvPr>
            <p:ph type="ftr" idx="17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CA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CA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CA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" name="PlaceHolder 6"/>
          <p:cNvSpPr>
            <a:spLocks noGrp="1"/>
          </p:cNvSpPr>
          <p:nvPr>
            <p:ph type="sldNum" idx="18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08C9B5A0-9F5C-4109-8525-7AFE118202B7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b="0" lang="en-CA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mparis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8398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Click to edit Master title style</a:t>
            </a:r>
            <a:endParaRPr b="0" lang="en-US" sz="4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 type="body"/>
          </p:nvPr>
        </p:nvSpPr>
        <p:spPr>
          <a:xfrm>
            <a:off x="839880" y="1681200"/>
            <a:ext cx="5157360" cy="823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1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 type="body"/>
          </p:nvPr>
        </p:nvSpPr>
        <p:spPr>
          <a:xfrm>
            <a:off x="839880" y="2505240"/>
            <a:ext cx="5157360" cy="3684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6002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0574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4" name="PlaceHolder 4"/>
          <p:cNvSpPr>
            <a:spLocks noGrp="1"/>
          </p:cNvSpPr>
          <p:nvPr>
            <p:ph type="body"/>
          </p:nvPr>
        </p:nvSpPr>
        <p:spPr>
          <a:xfrm>
            <a:off x="6172200" y="1681200"/>
            <a:ext cx="5182920" cy="823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1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5" name="PlaceHolder 5"/>
          <p:cNvSpPr>
            <a:spLocks noGrp="1"/>
          </p:cNvSpPr>
          <p:nvPr>
            <p:ph type="body"/>
          </p:nvPr>
        </p:nvSpPr>
        <p:spPr>
          <a:xfrm>
            <a:off x="6172200" y="2505240"/>
            <a:ext cx="5182920" cy="3684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6002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0574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6" name="PlaceHolder 6"/>
          <p:cNvSpPr>
            <a:spLocks noGrp="1"/>
          </p:cNvSpPr>
          <p:nvPr>
            <p:ph type="dt" idx="19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b="0" lang="en-CA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" name="PlaceHolder 7"/>
          <p:cNvSpPr>
            <a:spLocks noGrp="1"/>
          </p:cNvSpPr>
          <p:nvPr>
            <p:ph type="ftr" idx="20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CA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CA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CA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" name="PlaceHolder 8"/>
          <p:cNvSpPr>
            <a:spLocks noGrp="1"/>
          </p:cNvSpPr>
          <p:nvPr>
            <p:ph type="sldNum" idx="21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EC1E248B-5616-44AC-BA00-0F0B1568C426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b="0" lang="en-CA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Click to edit Master title style</a:t>
            </a:r>
            <a:endParaRPr b="0" lang="en-US" sz="4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0" name="PlaceHolder 2"/>
          <p:cNvSpPr>
            <a:spLocks noGrp="1"/>
          </p:cNvSpPr>
          <p:nvPr>
            <p:ph type="dt" idx="22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b="0" lang="en-CA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1" name="PlaceHolder 3"/>
          <p:cNvSpPr>
            <a:spLocks noGrp="1"/>
          </p:cNvSpPr>
          <p:nvPr>
            <p:ph type="ftr" idx="23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CA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CA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CA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" name="PlaceHolder 4"/>
          <p:cNvSpPr>
            <a:spLocks noGrp="1"/>
          </p:cNvSpPr>
          <p:nvPr>
            <p:ph type="sldNum" idx="24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8874E735-2919-42D0-9DB2-BCCACEA5B70F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b="0" lang="en-CA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PlaceHolder 1"/>
          <p:cNvSpPr>
            <a:spLocks noGrp="1"/>
          </p:cNvSpPr>
          <p:nvPr>
            <p:ph type="dt" idx="25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b="0" lang="en-CA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4" name="PlaceHolder 2"/>
          <p:cNvSpPr>
            <a:spLocks noGrp="1"/>
          </p:cNvSpPr>
          <p:nvPr>
            <p:ph type="ftr" idx="26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CA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CA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CA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" name="PlaceHolder 3"/>
          <p:cNvSpPr>
            <a:spLocks noGrp="1"/>
          </p:cNvSpPr>
          <p:nvPr>
            <p:ph type="sldNum" idx="27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A4A26399-09F7-466F-A1A1-15298B6F7E60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b="0" lang="en-CA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t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PlaceHolder 1"/>
          <p:cNvSpPr>
            <a:spLocks noGrp="1"/>
          </p:cNvSpPr>
          <p:nvPr>
            <p:ph type="title"/>
          </p:nvPr>
        </p:nvSpPr>
        <p:spPr>
          <a:xfrm>
            <a:off x="839880" y="457200"/>
            <a:ext cx="3931920" cy="1599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Click to edit Master title style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7" name="PlaceHolder 2"/>
          <p:cNvSpPr>
            <a:spLocks noGrp="1"/>
          </p:cNvSpPr>
          <p:nvPr>
            <p:ph type="body"/>
          </p:nvPr>
        </p:nvSpPr>
        <p:spPr>
          <a:xfrm>
            <a:off x="5183280" y="987480"/>
            <a:ext cx="6171840" cy="4873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6002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0574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8" name="PlaceHolder 3"/>
          <p:cNvSpPr>
            <a:spLocks noGrp="1"/>
          </p:cNvSpPr>
          <p:nvPr>
            <p:ph type="body"/>
          </p:nvPr>
        </p:nvSpPr>
        <p:spPr>
          <a:xfrm>
            <a:off x="839880" y="2057400"/>
            <a:ext cx="3931920" cy="3811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n-US" sz="16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16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9" name="PlaceHolder 4"/>
          <p:cNvSpPr>
            <a:spLocks noGrp="1"/>
          </p:cNvSpPr>
          <p:nvPr>
            <p:ph type="dt" idx="28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b="0" lang="en-CA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0" name="PlaceHolder 5"/>
          <p:cNvSpPr>
            <a:spLocks noGrp="1"/>
          </p:cNvSpPr>
          <p:nvPr>
            <p:ph type="ftr" idx="29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CA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CA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CA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1" name="PlaceHolder 6"/>
          <p:cNvSpPr>
            <a:spLocks noGrp="1"/>
          </p:cNvSpPr>
          <p:nvPr>
            <p:ph type="sldNum" idx="30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276B0F69-4CDB-4CDB-8BAF-5A9DE192436C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b="0" lang="en-CA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icture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PlaceHolder 1"/>
          <p:cNvSpPr>
            <a:spLocks noGrp="1"/>
          </p:cNvSpPr>
          <p:nvPr>
            <p:ph type="title"/>
          </p:nvPr>
        </p:nvSpPr>
        <p:spPr>
          <a:xfrm>
            <a:off x="839880" y="457200"/>
            <a:ext cx="3931920" cy="1599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Click to edit Master title style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3" name="PlaceHolder 2"/>
          <p:cNvSpPr>
            <a:spLocks noGrp="1"/>
          </p:cNvSpPr>
          <p:nvPr>
            <p:ph type="body"/>
          </p:nvPr>
        </p:nvSpPr>
        <p:spPr>
          <a:xfrm>
            <a:off x="5183280" y="987480"/>
            <a:ext cx="6171840" cy="4873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864000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296000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728000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160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5" marL="2592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6" marL="3024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4" name="PlaceHolder 3"/>
          <p:cNvSpPr>
            <a:spLocks noGrp="1"/>
          </p:cNvSpPr>
          <p:nvPr>
            <p:ph type="body"/>
          </p:nvPr>
        </p:nvSpPr>
        <p:spPr>
          <a:xfrm>
            <a:off x="839880" y="2057400"/>
            <a:ext cx="3931920" cy="3811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n-US" sz="16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16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5" name="PlaceHolder 4"/>
          <p:cNvSpPr>
            <a:spLocks noGrp="1"/>
          </p:cNvSpPr>
          <p:nvPr>
            <p:ph type="dt" idx="31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b="0" lang="en-CA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6" name="PlaceHolder 5"/>
          <p:cNvSpPr>
            <a:spLocks noGrp="1"/>
          </p:cNvSpPr>
          <p:nvPr>
            <p:ph type="ftr" idx="32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CA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CA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CA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7" name="PlaceHolder 6"/>
          <p:cNvSpPr>
            <a:spLocks noGrp="1"/>
          </p:cNvSpPr>
          <p:nvPr>
            <p:ph type="sldNum" idx="33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AA8FFC9B-F5B4-4802-9380-14DD01958B5A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b="0" lang="en-CA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PlaceHolder 1"/>
          <p:cNvSpPr>
            <a:spLocks noGrp="1"/>
          </p:cNvSpPr>
          <p:nvPr>
            <p:ph type="title"/>
          </p:nvPr>
        </p:nvSpPr>
        <p:spPr>
          <a:xfrm>
            <a:off x="0" y="160560"/>
            <a:ext cx="12191760" cy="805680"/>
          </a:xfrm>
          <a:prstGeom prst="rect">
            <a:avLst/>
          </a:prstGeom>
          <a:noFill/>
          <a:ln w="9360">
            <a:noFill/>
          </a:ln>
        </p:spPr>
        <p:txBody>
          <a:bodyPr lIns="91440" rIns="91440" tIns="45720" bIns="45720" anchor="b">
            <a:noAutofit/>
          </a:bodyPr>
          <a:p>
            <a:pPr indent="0" algn="ctr" defTabSz="914400">
              <a:lnSpc>
                <a:spcPct val="90000"/>
              </a:lnSpc>
              <a:buNone/>
            </a:pPr>
            <a:r>
              <a:rPr b="0" i="1" lang="en-CA" sz="440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#80B Great Shepherd Who Leadest They People</a:t>
            </a:r>
            <a:endParaRPr b="0" lang="en-US" sz="4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9" name="TextBox 3"/>
          <p:cNvSpPr/>
          <p:nvPr/>
        </p:nvSpPr>
        <p:spPr>
          <a:xfrm>
            <a:off x="847440" y="1613160"/>
            <a:ext cx="10908360" cy="1816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</a:pPr>
            <a:r>
              <a:rPr b="0" i="1" lang="en-CA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1</a:t>
            </a:r>
            <a:r>
              <a:rPr b="0" lang="en-CA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. </a:t>
            </a: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Great shepherd who leadest thy people in love,</a:t>
            </a:r>
            <a:br>
              <a:rPr sz="2800"/>
            </a:b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'mid cherubim dwelling, shine thou from above;</a:t>
            </a:r>
            <a:br>
              <a:rPr sz="2800"/>
            </a:b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in might come and save us, thy people restore,</a:t>
            </a:r>
            <a:br>
              <a:rPr sz="2800"/>
            </a:b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and we shall be saved when thy face shines once more.</a:t>
            </a:r>
            <a:endParaRPr b="0" lang="en-CA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Copyright Trinity Psalter Hymnal, 2018, used by permission</a:t>
            </a:r>
          </a:p>
        </p:txBody>
      </p:sp>
    </p:spTree>
  </p:cSld>
  <mc:AlternateContent>
    <mc:Choice Requires="p14">
      <p:transition p14:dur="10"/>
    </mc:Choice>
    <mc:Fallback>
      <p:transition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/>
          </p:nvPr>
        </p:nvSpPr>
        <p:spPr>
          <a:xfrm>
            <a:off x="838080" y="1632960"/>
            <a:ext cx="10515240" cy="3624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algn="ctr" defTabSz="914400">
              <a:lnSpc>
                <a:spcPct val="10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i="1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2. </a:t>
            </a: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O haste, Lord, to hear us and pity our woes,</a:t>
            </a:r>
            <a:br>
              <a:rPr sz="2800"/>
            </a:b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affliction our portion, despised by our foes.</a:t>
            </a:r>
            <a:br>
              <a:rPr sz="2800"/>
            </a:b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O Lord God Almighty, in mercy restore,</a:t>
            </a:r>
            <a:br>
              <a:rPr sz="2800"/>
            </a:b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and we shall be saved when thy face shines once more.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Copyright Trinity Psalter Hymnal, 2018, used by permission</a:t>
            </a:r>
          </a:p>
        </p:txBody>
      </p:sp>
    </p:spTree>
  </p:cSld>
  <mc:AlternateContent>
    <mc:Choice Requires="p14">
      <p:transition p14:dur="10"/>
    </mc:Choice>
    <mc:Fallback>
      <p:transition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PlaceHolder 1"/>
          <p:cNvSpPr>
            <a:spLocks noGrp="1"/>
          </p:cNvSpPr>
          <p:nvPr>
            <p:ph/>
          </p:nvPr>
        </p:nvSpPr>
        <p:spPr>
          <a:xfrm>
            <a:off x="838080" y="1632960"/>
            <a:ext cx="10515240" cy="3624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algn="ctr" defTabSz="914400">
              <a:lnSpc>
                <a:spcPct val="10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i="1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3. </a:t>
            </a: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A place for they people thou, Lord, didst prepare,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algn="ctr" defTabSz="914400">
              <a:lnSpc>
                <a:spcPct val="10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Thy vine deeply rooted rewarded thy care;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algn="ctr" defTabSz="914400">
              <a:lnSpc>
                <a:spcPct val="10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Its branches, like cedars, majestic and free,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algn="ctr" defTabSz="914400">
              <a:lnSpc>
                <a:spcPct val="10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Spread over the mountains from river to sea.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Copyright Trinity Psalter Hymnal, 2018, used by permission</a:t>
            </a:r>
          </a:p>
        </p:txBody>
      </p:sp>
    </p:spTree>
  </p:cSld>
  <mc:AlternateContent>
    <mc:Choice Requires="p14">
      <p:transition p14:dur="10"/>
    </mc:Choice>
    <mc:Fallback>
      <p:transition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PlaceHolder 1"/>
          <p:cNvSpPr>
            <a:spLocks noGrp="1"/>
          </p:cNvSpPr>
          <p:nvPr>
            <p:ph/>
          </p:nvPr>
        </p:nvSpPr>
        <p:spPr>
          <a:xfrm>
            <a:off x="838080" y="1632960"/>
            <a:ext cx="10515240" cy="3624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algn="ctr" defTabSz="914400">
              <a:lnSpc>
                <a:spcPct val="10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n-US" sz="2800" strike="noStrike" u="none">
                <a:solidFill>
                  <a:srgbClr val="222222"/>
                </a:solidFill>
                <a:effectLst/>
                <a:uFillTx/>
                <a:latin typeface="Calibri"/>
              </a:rPr>
              <a:t>5 The branch of thy planting is burned and cut down,</a:t>
            </a:r>
            <a:br>
              <a:rPr sz="2800"/>
            </a:br>
            <a:r>
              <a:rPr b="0" lang="en-US" sz="2800" strike="noStrike" u="none">
                <a:solidFill>
                  <a:srgbClr val="222222"/>
                </a:solidFill>
                <a:effectLst/>
                <a:uFillTx/>
                <a:latin typeface="Calibri"/>
              </a:rPr>
              <a:t>brought nigh to destruction because of thy frown;</a:t>
            </a:r>
            <a:br>
              <a:rPr sz="2800"/>
            </a:br>
            <a:r>
              <a:rPr b="0" lang="en-US" sz="2800" strike="noStrike" u="none">
                <a:solidFill>
                  <a:srgbClr val="222222"/>
                </a:solidFill>
                <a:effectLst/>
                <a:uFillTx/>
                <a:latin typeface="Calibri"/>
              </a:rPr>
              <a:t>the man of thy right hand with wisdom endue,</a:t>
            </a:r>
            <a:br>
              <a:rPr sz="2800"/>
            </a:br>
            <a:r>
              <a:rPr b="0" lang="en-US" sz="2800" strike="noStrike" u="none">
                <a:solidFill>
                  <a:srgbClr val="222222"/>
                </a:solidFill>
                <a:effectLst/>
                <a:uFillTx/>
                <a:latin typeface="Calibri"/>
              </a:rPr>
              <a:t>the son of man strengthen thy pleasure to do.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Copyright Trinity Psalter Hymnal, 2018, used by permission</a:t>
            </a:r>
          </a:p>
        </p:txBody>
      </p:sp>
    </p:spTree>
  </p:cSld>
  <mc:AlternateContent>
    <mc:Choice Requires="p14">
      <p:transition p14:dur="10"/>
    </mc:Choice>
    <mc:Fallback>
      <p:transition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PlaceHolder 1"/>
          <p:cNvSpPr>
            <a:spLocks noGrp="1"/>
          </p:cNvSpPr>
          <p:nvPr>
            <p:ph/>
          </p:nvPr>
        </p:nvSpPr>
        <p:spPr>
          <a:xfrm>
            <a:off x="838080" y="1632960"/>
            <a:ext cx="10515240" cy="3354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algn="ctr" defTabSz="914400">
              <a:lnSpc>
                <a:spcPct val="10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i="1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6. </a:t>
            </a: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When thou shalt revive us, thy name we will praise,</a:t>
            </a:r>
            <a:br>
              <a:rPr sz="2800"/>
            </a:b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and nevermore, turning, depart from thy ways;</a:t>
            </a:r>
            <a:br>
              <a:rPr sz="2800"/>
            </a:b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O Lord God Almighty, in mercy restore,</a:t>
            </a:r>
            <a:br>
              <a:rPr sz="2800"/>
            </a:b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and we shall be saved when thy face shines once more.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Copyright Trinity Psalter Hymnal, 2018, used by permission</a:t>
            </a:r>
          </a:p>
        </p:txBody>
      </p:sp>
    </p:spTree>
  </p:cSld>
  <mc:AlternateContent>
    <mc:Choice Requires="p14">
      <p:transition p14:dur="10"/>
    </mc:Choice>
    <mc:Fallback>
      <p:transition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</TotalTime>
  <Application>LibreOffice/25.2.2.2$Linux_X86_64 LibreOffice_project/520$Build-2</Application>
  <AppVersion>15.0000</AppVersion>
  <Words>234</Words>
  <Paragraphs>9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2020-08-29T15:24:34Z</dcterms:created>
  <dc:creator>Eric Hoogendoorn</dc:creator>
  <dc:description/>
  <dc:language>en-CA</dc:language>
  <cp:lastModifiedBy/>
  <dcterms:modified xsi:type="dcterms:W3CDTF">2026-02-08T08:20:48Z</dcterms:modified>
  <cp:revision>3</cp:revision>
  <dc:subject/>
  <dc:title>#80B Great Shepherd Who Leadest They People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Widescreen</vt:lpwstr>
  </property>
  <property fmtid="{D5CDD505-2E9C-101B-9397-08002B2CF9AE}" pid="3" name="Slides">
    <vt:i4>4</vt:i4>
  </property>
</Properties>
</file>