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8" r:id="rId2"/>
    <p:sldId id="281" r:id="rId3"/>
    <p:sldId id="290" r:id="rId4"/>
    <p:sldId id="279" r:id="rId5"/>
    <p:sldId id="28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1" d="100"/>
          <a:sy n="111" d="100"/>
        </p:scale>
        <p:origin x="534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67C81-8C07-4110-B24F-90816B0887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C758ED-A381-4C7F-88C5-819C333343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92A067-4D45-4F0D-AC4F-1602D1A03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2A121-96E5-49EC-A47F-AA1CCDE4192E}" type="datetimeFigureOut">
              <a:rPr lang="en-US" smtClean="0"/>
              <a:t>10/6/2023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838EE4-76B2-404C-B5D8-8104A8146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658605-51A9-4CA1-9E00-5B19D6CA5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2FB2E-7D09-450C-A1E0-4B6867AD0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6501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9ADEF-E065-466C-A6C1-0AAA6D56F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99FD93-60F5-4934-AD24-EF47DA2C96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72200E-C839-4B30-B78B-1F29D25F9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2A121-96E5-49EC-A47F-AA1CCDE4192E}" type="datetimeFigureOut">
              <a:rPr lang="en-US" smtClean="0"/>
              <a:t>10/6/2023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0E217E-0737-48E1-AA11-1329BE25A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7AE6E0-C8E7-4A2D-A385-BF5A7D4B6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2FB2E-7D09-450C-A1E0-4B6867AD0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4658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EB828-2F6B-479B-93F7-F0BAA1C4D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75D441-FBAD-428A-AA7F-F372DA7FC7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031E0C-5083-4641-9C9B-897FD657D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2A121-96E5-49EC-A47F-AA1CCDE4192E}" type="datetimeFigureOut">
              <a:rPr lang="en-US" smtClean="0"/>
              <a:t>10/6/2023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EE2E53-1E71-48F1-BA9A-894571C02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CF3FEC-A41A-402E-A3A8-A2755D1B5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2FB2E-7D09-450C-A1E0-4B6867AD0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5009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D74D6-2289-49CA-9A5D-210B50C0B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5C97AE-E0E8-4293-892C-4AD9D3FB15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419BFD-2C64-45F1-9318-4F35004F1E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9C1CEA-D931-4F29-ADB6-1C8C67C0C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2A121-96E5-49EC-A47F-AA1CCDE4192E}" type="datetimeFigureOut">
              <a:rPr lang="en-US" smtClean="0"/>
              <a:t>10/6/2023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77ABCB-3DFE-49B3-9559-F010BF54D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6E2620-1EC7-47FE-A2B1-72450565F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2FB2E-7D09-450C-A1E0-4B6867AD0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0724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E2662-06B2-40BE-A953-604B19A9DE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DE70C5-3264-4959-A425-94C9A3FA27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446602-06E0-421B-B493-DD32E97808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30FD8A1-D055-4D0F-8881-126B9F79E6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E956D5-1923-4E23-A98C-771E7CD234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61CB58D-EFF2-4CC2-83F8-1316534C9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2A121-96E5-49EC-A47F-AA1CCDE4192E}" type="datetimeFigureOut">
              <a:rPr lang="en-US" smtClean="0"/>
              <a:t>10/6/2023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F75DD5-47AF-492E-8156-1266E88EA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10819CA-5B99-4DCA-A528-D6834C568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2FB2E-7D09-450C-A1E0-4B6867AD0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8496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D9B1F-6F70-4BE0-B779-578FFF08D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E49DD0-3F88-4218-B679-C920D6237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2A121-96E5-49EC-A47F-AA1CCDE4192E}" type="datetimeFigureOut">
              <a:rPr lang="en-US" smtClean="0"/>
              <a:t>10/6/2023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8E6A7D-4E14-4EB5-B5F6-50B6094CC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4D1166-EE64-49A5-AABE-44326A3F6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2FB2E-7D09-450C-A1E0-4B6867AD0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2290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035E52-DA1C-4ECF-AD19-4C1394A33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2A121-96E5-49EC-A47F-AA1CCDE4192E}" type="datetimeFigureOut">
              <a:rPr lang="en-US" smtClean="0"/>
              <a:t>10/6/2023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537F7A-5C6C-4D6F-AB1E-CC478A6AA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7ADD57-BA04-492A-A693-DAA3431D8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2FB2E-7D09-450C-A1E0-4B6867AD0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5319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599C0-5540-4F23-9A09-69955D1ED3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B3C4F4-E96C-4CBC-B948-1EE99E160E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EFBADA-5191-4ACD-9EB6-3E4898FE17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CF82F6-D1D5-46F9-83BE-E7598BF38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2A121-96E5-49EC-A47F-AA1CCDE4192E}" type="datetimeFigureOut">
              <a:rPr lang="en-US" smtClean="0"/>
              <a:t>10/6/2023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F58AF0-AD15-4719-86B7-A3C9057961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D9ABFB-A488-41BD-8F16-FCF1B4FD6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2FB2E-7D09-450C-A1E0-4B6867AD0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6263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C67DF-4433-4A2C-B984-2CAD8363C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FB53C7-9600-44F7-B5DF-6D9A2EF4EC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C70374-3695-491D-9528-A1E1BE42B3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5DCF5A-4FFA-4844-B990-5805E4012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2A121-96E5-49EC-A47F-AA1CCDE4192E}" type="datetimeFigureOut">
              <a:rPr lang="en-US" smtClean="0"/>
              <a:t>10/6/2023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229454-DFD7-46E3-8D84-F5344D984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E7CB7E-8857-46B5-8DB6-DB8CE877A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2FB2E-7D09-450C-A1E0-4B6867AD0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423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72050-666E-45F9-AF5D-7FF117650C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20C880-4972-49A9-8634-9257E45A10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EED679-AA81-4251-9206-3709E2759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2A121-96E5-49EC-A47F-AA1CCDE4192E}" type="datetimeFigureOut">
              <a:rPr lang="en-US" smtClean="0"/>
              <a:t>10/6/2023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3BAA33-C193-4994-A31F-788B30E8C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0D7DA4-CA1D-424A-B465-72A911389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2FB2E-7D09-450C-A1E0-4B6867AD0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048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A2CD676-2F79-4190-A115-F5A7B3A1AF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3FD209-EEC1-4D18-A3B9-C92BDD2C3F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90E77D-FEBA-4AAA-A743-9C695FFBA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2A121-96E5-49EC-A47F-AA1CCDE4192E}" type="datetimeFigureOut">
              <a:rPr lang="en-US" smtClean="0"/>
              <a:t>10/6/2023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1BC571-428B-473F-9589-FDCF8B9EC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07EBB0-6481-45A1-9572-E93F19E74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2FB2E-7D09-450C-A1E0-4B6867AD0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5151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55C811F-0AAE-49AC-B6B5-C987834817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6158DC-2D5B-42C9-9590-A177770BE9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79D42C-2DA4-4BB3-B2B2-30D2D6CAC6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92A121-96E5-49EC-A47F-AA1CCDE4192E}" type="datetimeFigureOut">
              <a:rPr lang="en-US" smtClean="0"/>
              <a:t>10/6/2023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F8B9A4-0262-42FF-902B-970D97853E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E57247-1C03-426E-A81A-0D033A270F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82FB2E-7D09-450C-A1E0-4B6867AD0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5519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2F419-16F5-4BCE-A617-5D5FF7C5D4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0422"/>
            <a:ext cx="12192000" cy="806116"/>
          </a:xfrm>
          <a:ln w="9525">
            <a:noFill/>
          </a:ln>
        </p:spPr>
        <p:txBody>
          <a:bodyPr>
            <a:noAutofit/>
          </a:bodyPr>
          <a:lstStyle/>
          <a:p>
            <a:r>
              <a:rPr lang="en-CA" sz="4400" i="1" dirty="0"/>
              <a:t>#16A Preserve Me, O My God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0" y="1582553"/>
            <a:ext cx="1219199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CA" sz="2800" i="1" dirty="0"/>
              <a:t>1.  </a:t>
            </a:r>
            <a:r>
              <a:rPr lang="en-CA" sz="2800" dirty="0"/>
              <a:t>Preserve me, O my God; you are my refuge true.</a:t>
            </a:r>
          </a:p>
          <a:p>
            <a:pPr lvl="0" algn="ctr"/>
            <a:r>
              <a:rPr lang="en-CA" sz="2800" dirty="0"/>
              <a:t>I say, “You are my Lord. I have no good apart from you.”</a:t>
            </a:r>
          </a:p>
          <a:p>
            <a:pPr lvl="0" algn="ctr"/>
            <a:r>
              <a:rPr lang="en-CA" sz="2800" dirty="0"/>
              <a:t>The saints throughout the earth in them is my delight,</a:t>
            </a:r>
          </a:p>
          <a:p>
            <a:pPr lvl="0" algn="ctr"/>
            <a:r>
              <a:rPr lang="en-CA" sz="2800" dirty="0"/>
              <a:t>For excellent are they who live as holy in your sight.</a:t>
            </a:r>
          </a:p>
          <a:p>
            <a:pPr lvl="0" algn="ctr"/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BCEB73-BA06-4BFC-BBB1-7F898AB22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8857329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2.</a:t>
            </a:r>
            <a:r>
              <a:rPr lang="en-CA" sz="2800" dirty="0"/>
              <a:t> Those seeking other gods shall multiply their pain;</a:t>
            </a:r>
          </a:p>
          <a:p>
            <a:pPr algn="ctr"/>
            <a:r>
              <a:rPr lang="en-CA" sz="2800" dirty="0"/>
              <a:t>Their gifts of blood I offer not; their gods I will not name.</a:t>
            </a:r>
          </a:p>
          <a:p>
            <a:pPr algn="ctr"/>
            <a:r>
              <a:rPr lang="en-CA" sz="2800" dirty="0"/>
              <a:t>O Lord you are to me my cup and portion sure;</a:t>
            </a:r>
          </a:p>
          <a:p>
            <a:pPr algn="ctr"/>
            <a:r>
              <a:rPr lang="en-CA" sz="2800" dirty="0"/>
              <a:t>The lot that you assign to me you guard and keep secure.</a:t>
            </a:r>
            <a:br>
              <a:rPr lang="en-CA" sz="2800" dirty="0"/>
            </a:b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955BFE-551B-4EE3-B4D4-4AC7BAC9C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5180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04B50C-152F-F6EB-9288-0F0F41CE49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3. The lot that fell to me is beautiful and fair;</a:t>
            </a:r>
          </a:p>
          <a:p>
            <a:pPr marL="0" indent="0" algn="ctr">
              <a:buNone/>
            </a:pPr>
            <a:r>
              <a:rPr lang="en-US" dirty="0"/>
              <a:t>The heritage in which I dwell is good beyond compare.</a:t>
            </a:r>
          </a:p>
          <a:p>
            <a:pPr marL="0" indent="0" algn="ctr">
              <a:buNone/>
            </a:pPr>
            <a:r>
              <a:rPr lang="en-US" dirty="0"/>
              <a:t>I praise the Lord above, whose counsel guides aright.</a:t>
            </a:r>
          </a:p>
          <a:p>
            <a:pPr marL="0" indent="0" algn="ctr">
              <a:buNone/>
            </a:pPr>
            <a:r>
              <a:rPr lang="en-US" dirty="0"/>
              <a:t>My heart instructs me in his love in seasons of the night.</a:t>
            </a:r>
          </a:p>
        </p:txBody>
      </p:sp>
    </p:spTree>
    <p:extLst>
      <p:ext uri="{BB962C8B-B14F-4D97-AF65-F5344CB8AC3E}">
        <p14:creationId xmlns:p14="http://schemas.microsoft.com/office/powerpoint/2010/main" val="20711000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4.</a:t>
            </a:r>
            <a:r>
              <a:rPr lang="en-CA" sz="2800" dirty="0"/>
              <a:t> I keep before me still the Lord whom I have proved;</a:t>
            </a:r>
          </a:p>
          <a:p>
            <a:pPr algn="ctr"/>
            <a:r>
              <a:rPr lang="en-CA" sz="2800" dirty="0"/>
              <a:t>At my right hand he guards from ill, and I shall not be moved.</a:t>
            </a:r>
          </a:p>
          <a:p>
            <a:pPr algn="ctr"/>
            <a:r>
              <a:rPr lang="en-CA" sz="2800" dirty="0"/>
              <a:t>My heart is therefore glad; my tongue with joy will sing.</a:t>
            </a:r>
          </a:p>
          <a:p>
            <a:pPr algn="ctr"/>
            <a:r>
              <a:rPr lang="en-CA" sz="2800" dirty="0"/>
              <a:t>My body, too, will rest secure in hope unwavering.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5610FB-7AAD-4499-BE95-E26E1C535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977713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5.</a:t>
            </a:r>
            <a:r>
              <a:rPr lang="en-CA" sz="2800" dirty="0"/>
              <a:t> For you will not forsake my soul unto the grave,</a:t>
            </a:r>
          </a:p>
          <a:p>
            <a:pPr algn="ctr"/>
            <a:r>
              <a:rPr lang="en-CA" sz="2800" dirty="0"/>
              <a:t>Nor will you leave your Holy One to see the tomb’s decay.</a:t>
            </a:r>
          </a:p>
          <a:p>
            <a:pPr algn="ctr"/>
            <a:r>
              <a:rPr lang="en-CA" sz="2800" dirty="0"/>
              <a:t>Life’s pathway you make known, full joy of boundless store</a:t>
            </a:r>
          </a:p>
          <a:p>
            <a:pPr algn="ctr"/>
            <a:r>
              <a:rPr lang="en-CA" sz="2800" dirty="0"/>
              <a:t>Is found with you; at your right hand are pleasures evermore.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13F0C6-1657-4098-AB49-852CD77EB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082132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308</Words>
  <Application>Microsoft Office PowerPoint</Application>
  <PresentationFormat>Widescreen</PresentationFormat>
  <Paragraphs>25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#16A Preserve Me, O My God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#16A Preserve Me, O My God</dc:title>
  <dc:creator>Eric Hoogendoorn</dc:creator>
  <cp:lastModifiedBy>Neil Tuininga</cp:lastModifiedBy>
  <cp:revision>2</cp:revision>
  <dcterms:created xsi:type="dcterms:W3CDTF">2020-04-25T02:41:42Z</dcterms:created>
  <dcterms:modified xsi:type="dcterms:W3CDTF">2023-10-06T16:09:01Z</dcterms:modified>
</cp:coreProperties>
</file>