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2" r:id="rId2"/>
    <p:sldId id="313" r:id="rId3"/>
    <p:sldId id="314" r:id="rId4"/>
    <p:sldId id="334" r:id="rId5"/>
    <p:sldId id="335" r:id="rId6"/>
    <p:sldId id="33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36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A822-6821-493D-9404-9ED76E851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2A1CC5-10D6-4EF8-BDB0-178875055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3AD50-6169-41B6-A77E-1C6F488B3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536E-DF46-4385-9F2C-AA180B930C50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5825E-1A04-4C48-B70B-FEFAE063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AFBFE-FC3C-476F-80D0-970F4B53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0815-7EC2-4AE3-BE74-F14AF315B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3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A5F7-92B2-48B6-AD6C-6F2A40297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FE5DB-B6EA-4297-A7B8-209C22F55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20A2F-396E-4EB6-AD6D-CB20BAEC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536E-DF46-4385-9F2C-AA180B930C50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BBB63-2BA8-4F7B-8EC7-3DDF6819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C3483-C787-41AE-871F-3D230456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0815-7EC2-4AE3-BE74-F14AF315B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0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353B-9DA9-4986-9D23-B6256C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0B367-09AD-4746-BB9B-218348C7D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5BAD0-C40D-43B8-9718-C1364BB76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536E-DF46-4385-9F2C-AA180B930C50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A8E1D-2D79-46DB-885E-3C6DC983B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9B79F-7D94-46AE-9975-2CEE7D10C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0815-7EC2-4AE3-BE74-F14AF315B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51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63693-9BD2-415C-98DD-2E7656AE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EFCF2-4AAB-461E-A034-27AE272A9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0CF2B-3638-479C-98E9-7C31D31DD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8AA51-8287-436A-8EE8-703E20A6E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536E-DF46-4385-9F2C-AA180B930C50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CB9E6-27FC-4014-944E-B2A9EADD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2DC2B-48E9-4B88-A7C5-6E2E8412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0815-7EC2-4AE3-BE74-F14AF315B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34A5F-186E-44B9-B490-850E42111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4DDA2-CDCE-403C-993F-AA4455CF0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EB3FE-FDE0-44A7-83B5-FC52E9E0D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C99B1B-6A0F-4E9E-B69E-319C51695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E1D87A-DB0E-4B45-B2D6-C8EABA3D0E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E881C1-2E51-4BE7-A63C-ED673480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536E-DF46-4385-9F2C-AA180B930C50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A8197C-46E1-4BCF-AE2C-7AF7230B1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723B5-73EB-45F2-8CE5-18E2825FE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0815-7EC2-4AE3-BE74-F14AF315B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37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DDDAB-BD4F-4BB5-8767-60E4197E4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5C6EFD-BA03-46B6-95F9-7A58DC6C4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536E-DF46-4385-9F2C-AA180B930C50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C84732-6776-426A-BD49-963F0F6A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9549A-ABF9-44D0-9607-839C2C9E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0815-7EC2-4AE3-BE74-F14AF315B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04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84145-8234-4040-815D-7FD1237B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536E-DF46-4385-9F2C-AA180B930C50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D5F75-B4E0-4937-B597-A049CF4E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EF0EC-AABB-46F7-A9F9-7BCFCA77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0815-7EC2-4AE3-BE74-F14AF315B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18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FFE2-7439-40ED-AA89-8F66DAA8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8627D-E25A-41DD-BF01-68B1D8D28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4A803-8B6E-48DB-BFC7-0412ACC2D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64731-6AD2-4963-B2F0-18A305B5D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536E-DF46-4385-9F2C-AA180B930C50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86328-BF61-4C7D-9D81-B7D35D8C5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8FD0F-D51F-494A-A0A9-0B50A5D08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0815-7EC2-4AE3-BE74-F14AF315B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3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998E-A742-428E-86FE-1BF599ECA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E1B78-C9FC-4D4D-8AB8-08373DAF1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A205C-8926-4249-8D2E-AF6F48A80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FA0A-9403-4C2F-B9AB-5A14D5EF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536E-DF46-4385-9F2C-AA180B930C50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F26C1-FDD2-47F3-B5CB-A43EDDD40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97554-5232-4C71-B172-38A3FB0F0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0815-7EC2-4AE3-BE74-F14AF315B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7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89634-35A9-48D9-BE7C-38B3D82E1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23CAC-AC1D-476A-AE30-7DB4D78F2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671E2-85AF-4240-A934-065A60ABC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536E-DF46-4385-9F2C-AA180B930C50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6F687-ADE6-472F-9568-EFA0A5FE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2A56D-84DD-4799-8D76-8B8A0F20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0815-7EC2-4AE3-BE74-F14AF315B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81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89FBA8-0B54-4D0E-A132-59C0FB5ED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3799C-A14A-4A89-8ACF-7EB0DFB31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3E7BC-E717-4060-8C98-392D1D06E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536E-DF46-4385-9F2C-AA180B930C50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DA076-6A9C-455D-994E-5ED1C29B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ED035-9CD6-42E2-B6DB-92EF2667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0815-7EC2-4AE3-BE74-F14AF315B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3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9C93F-C9B7-4285-92FF-1E4ECF36D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E4D0F-FC54-4D9D-AC25-1EF594FC0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E4ACE-35A5-49CF-8869-93AAEBB68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A536E-DF46-4385-9F2C-AA180B930C50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31463-2AFB-4479-87C2-1222ACD2F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B35AF-79EE-4F89-BB71-3AF37CCAB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90815-7EC2-4AE3-BE74-F14AF315B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5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Blest be the tie that binds </a:t>
            </a:r>
            <a:br>
              <a:rPr lang="en-US" sz="2800" dirty="0"/>
            </a:br>
            <a:r>
              <a:rPr lang="en-US" sz="2800" dirty="0"/>
              <a:t>our hearts in Christian love; </a:t>
            </a:r>
            <a:br>
              <a:rPr lang="en-US" sz="2800" dirty="0"/>
            </a:br>
            <a:r>
              <a:rPr lang="en-US" sz="2800" dirty="0"/>
              <a:t>the fellowship of kindred minds </a:t>
            </a:r>
            <a:br>
              <a:rPr lang="en-US" sz="2800" dirty="0"/>
            </a:br>
            <a:r>
              <a:rPr lang="en-US" sz="2800" dirty="0"/>
              <a:t>is like to that above.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#409 Blest Be The Tie That Binds</a:t>
            </a:r>
          </a:p>
        </p:txBody>
      </p:sp>
    </p:spTree>
    <p:extLst>
      <p:ext uri="{BB962C8B-B14F-4D97-AF65-F5344CB8AC3E}">
        <p14:creationId xmlns:p14="http://schemas.microsoft.com/office/powerpoint/2010/main" val="2698061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Before our Father's throne </a:t>
            </a:r>
            <a:br>
              <a:rPr lang="en-US" sz="2800" dirty="0"/>
            </a:br>
            <a:r>
              <a:rPr lang="en-US" sz="2800" dirty="0"/>
              <a:t>we pour our ardent prayers; </a:t>
            </a:r>
            <a:br>
              <a:rPr lang="en-US" sz="2800" dirty="0"/>
            </a:br>
            <a:r>
              <a:rPr lang="en-US" sz="2800" dirty="0"/>
              <a:t>our fears, our hopes, our aims are one, </a:t>
            </a:r>
            <a:br>
              <a:rPr lang="en-US" sz="2800" dirty="0"/>
            </a:br>
            <a:r>
              <a:rPr lang="en-US" sz="2800" dirty="0"/>
              <a:t>our comforts and our cares</a:t>
            </a:r>
            <a:r>
              <a:rPr lang="en-CA" sz="2800" dirty="0"/>
              <a:t>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</p:spTree>
    <p:extLst>
      <p:ext uri="{BB962C8B-B14F-4D97-AF65-F5344CB8AC3E}">
        <p14:creationId xmlns:p14="http://schemas.microsoft.com/office/powerpoint/2010/main" val="1723706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We share our mutual woes, </a:t>
            </a:r>
            <a:br>
              <a:rPr lang="en-US" sz="2800" dirty="0"/>
            </a:br>
            <a:r>
              <a:rPr lang="en-US" sz="2800" dirty="0"/>
              <a:t>our mutual burdens bear, </a:t>
            </a:r>
            <a:br>
              <a:rPr lang="en-US" sz="2800" dirty="0"/>
            </a:br>
            <a:r>
              <a:rPr lang="en-US" sz="2800" dirty="0"/>
              <a:t>and often for each other flows </a:t>
            </a:r>
            <a:br>
              <a:rPr lang="en-US" sz="2800" dirty="0"/>
            </a:br>
            <a:r>
              <a:rPr lang="en-US" sz="2800" dirty="0"/>
              <a:t>the sympathizing tear.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</p:spTree>
    <p:extLst>
      <p:ext uri="{BB962C8B-B14F-4D97-AF65-F5344CB8AC3E}">
        <p14:creationId xmlns:p14="http://schemas.microsoft.com/office/powerpoint/2010/main" val="46107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 When we are called to part,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it gives us inward pain;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but we shall still be joined in heart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and hope to meet again.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</p:spTree>
    <p:extLst>
      <p:ext uri="{BB962C8B-B14F-4D97-AF65-F5344CB8AC3E}">
        <p14:creationId xmlns:p14="http://schemas.microsoft.com/office/powerpoint/2010/main" val="3867382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rgbClr val="222222"/>
                </a:solidFill>
              </a:rPr>
              <a:t>5.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 This glorious hope revives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our courage by the way,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while each in expectation lives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and waits to see that day.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</p:spTree>
    <p:extLst>
      <p:ext uri="{BB962C8B-B14F-4D97-AF65-F5344CB8AC3E}">
        <p14:creationId xmlns:p14="http://schemas.microsoft.com/office/powerpoint/2010/main" val="1474833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</a:t>
            </a:r>
            <a:r>
              <a:rPr lang="en-CA" sz="2800" dirty="0"/>
              <a:t> </a:t>
            </a:r>
            <a:r>
              <a:rPr lang="en-US" sz="2800" dirty="0"/>
              <a:t>From sorrow, toil, and pain </a:t>
            </a:r>
            <a:br>
              <a:rPr lang="en-US" sz="2800" dirty="0"/>
            </a:br>
            <a:r>
              <a:rPr lang="en-US" sz="2800" dirty="0"/>
              <a:t>and sin, we shall be free; </a:t>
            </a:r>
            <a:br>
              <a:rPr lang="en-US" sz="2800" dirty="0"/>
            </a:br>
            <a:r>
              <a:rPr lang="en-US" sz="2800" dirty="0"/>
              <a:t>and perfect love and friendship reign </a:t>
            </a:r>
            <a:br>
              <a:rPr lang="en-US" sz="2800" dirty="0"/>
            </a:br>
            <a:r>
              <a:rPr lang="en-US" sz="2800" dirty="0"/>
              <a:t>through all eternity.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</p:spTree>
    <p:extLst>
      <p:ext uri="{BB962C8B-B14F-4D97-AF65-F5344CB8AC3E}">
        <p14:creationId xmlns:p14="http://schemas.microsoft.com/office/powerpoint/2010/main" val="113414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243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</cp:lastModifiedBy>
  <cp:revision>2</cp:revision>
  <dcterms:created xsi:type="dcterms:W3CDTF">2020-06-19T23:01:49Z</dcterms:created>
  <dcterms:modified xsi:type="dcterms:W3CDTF">2023-01-28T17:56:04Z</dcterms:modified>
</cp:coreProperties>
</file>