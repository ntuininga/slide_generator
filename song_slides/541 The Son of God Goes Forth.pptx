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EAC6C-E291-42CC-890D-F44775D3E87F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B0538-DCDD-4949-8719-F24D52F8A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82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B153-068B-9769-FB5E-B9A81502C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0D428-AD11-FA49-14BB-CAB3A3F22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C71-8701-9156-39E3-5855F51D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084BB-209D-4D87-AD93-2A604F40A83A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B7C9B-77B4-8412-EC8D-89F6B1C2B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C667-7086-CE6C-77FF-37D8EDF5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3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B22E-9AD5-0F98-E99A-001916BF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6A70F-EBD9-69F1-3612-9C2DA5755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C08A1-F347-5BAA-1599-AE0867CFD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8126-2DA4-4128-8B92-23C406A03D3A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0DF29-2026-7256-2B08-1601D19B9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68A2B-57D4-16DC-F01B-B1811CED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11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060D-84D8-69C6-5B6B-89DB58F30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F0CFF-5053-DFB9-1CFC-FB7190965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2B133-674D-4C0E-868E-069AD6C09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A0A3-08CD-43D7-BBE4-B0FB018B0928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CFFC-5396-15D1-99A0-79F7F03E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E2489-4A99-6E72-2CA3-016FDBDB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4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B40B-0C7B-4A6B-407C-D82887E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9D760-A6FA-4C13-8BCC-A6B0F7A7A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49245-EA4A-BFF3-AFC7-9FC26052D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3B21C-FF70-0580-6F66-59F8DFA4C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457F-F13C-4AEC-81EF-CE28C69ABA2F}" type="datetime1">
              <a:rPr lang="en-US" smtClean="0"/>
              <a:t>6/22/2024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AD1B7-4D34-9A88-79FA-D473268C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66365-09DD-12E7-D57A-8B0D969B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A4B0-655C-6405-52D7-C3A7F339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58253-683D-14AB-0E10-59C27E5BE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1B44C-4EB6-A7A5-AFA7-30383EE34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03EE5-0C1A-E638-EB6B-F9DBC6ADF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CE162-0924-561E-C096-EB794F59D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59229-AD95-14C4-51FF-A7C64F8B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2F896-F6B3-4610-937E-56255F290F36}" type="datetime1">
              <a:rPr lang="en-US" smtClean="0"/>
              <a:t>6/22/2024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83726-EE58-FBB7-0813-5DA59819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5A966E-48A6-0E64-0496-FF22BB387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0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6F28-33B5-DF43-9AA5-09789583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3378B-C6C6-19F3-FFC6-4C306E02E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6631C-5DF9-4C87-B8A0-5EF36E151EC6}" type="datetime1">
              <a:rPr lang="en-US" smtClean="0"/>
              <a:t>6/22/2024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4E79B-B170-5E4E-103E-F81CAE51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60516-52F4-04E5-DE13-737D0640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2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34ACE-348A-7D92-21CD-F00542B8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BE3E-653F-45F6-988F-076E1933E00B}" type="datetime1">
              <a:rPr lang="en-US" smtClean="0"/>
              <a:t>6/22/2024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4A4D3-A6E5-9E97-1D22-41A11F62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11F2A-4552-DE73-B086-69409732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24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B2728-5A75-3294-74FF-C68CE5D3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20120-6AFE-669F-C609-5779B25EC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B946C-B2B7-D229-D5CA-6FB69B240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29884-7F14-238F-4ECD-0AA7D1211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E799A-4B75-4A9F-90B7-6A9EC8768B7A}" type="datetime1">
              <a:rPr lang="en-US" smtClean="0"/>
              <a:t>6/22/2024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3CF47-B55F-3F1E-E8DA-9CFFA9EC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84C11-FD8F-5E5E-A0CF-E7AF8E3C8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4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9CEE-3EE8-1931-6E5D-BEB1BA60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3EE956-76FD-C8C0-85E6-77B95A8B5C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E9573-2291-B3A3-7643-CD0D0656E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B9DE1-4A12-E9C4-DF5F-82066EE2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41645-574C-4990-BE48-E198A7527833}" type="datetime1">
              <a:rPr lang="en-US" smtClean="0"/>
              <a:t>6/22/2024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878EF-3855-672A-D273-3855674B6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16297-E7B8-8CED-263F-8BCA6665E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2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2F0E-9A78-D3C5-43F7-143094B2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A580F-A7E9-3751-6CF4-80EEC63E5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C79BE-9CBF-C3A0-BD0B-4324B9E9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A131-E634-41E7-B6B5-8FB7D35A3418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50277-6729-D4CE-AC50-CD809AD2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B4EB5-6173-F359-E3BF-1BDDBB46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4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31280-F344-A349-896E-340CA5DA1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BFE51-1305-14FA-98D4-9D636DE3E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EA1FB-2EFE-A71B-4AE9-B3EE06CD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44A9-E996-41F5-BBCA-86D3433D09D7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75AA8-8483-9B77-F887-5FF95E218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8C3A4-0485-D0BF-6D08-F7F95F3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5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831CD9-22EC-37AA-93D3-ADBCF96B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8EDF5-46E4-E26B-64CE-36F4AD05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EC031-9B26-4510-5198-9BECB810A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1B61A-7DD8-4A05-B885-EA527977264F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171A5-24AD-BD21-7BC7-DC3E1E3AF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Trinity Psatler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1F344-37A6-8DED-0E81-EEDAEE1FD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DF5F0-B3C0-428C-AA6F-BD42EBC2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1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B30B-6644-533B-1919-AF2B55EA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#541 The Son of God Goes Forth to War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9AC86-614B-957A-5508-1F4635A14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The Son of God goes forth to war,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kingly crown to gain;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 blood-red banner streams afar: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follows in his train?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best can drink his cup of woe,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triumphant over pain,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patient bears his cross below,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follows in his train.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89517-9036-A54E-1F44-021E4FB8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795373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B30B-6644-533B-1919-AF2B55EA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9AC86-614B-957A-5508-1F4635A14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The martyr first, whose eagle eye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could pierce beyond the grave,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saw his Master in the sky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called on him to save: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 him, with pardon on his tongue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midst of mortal pain,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prayed for them that did the wrong: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follows in his train?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32E7F-4EE2-6C1C-368E-43AB2F080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21545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B30B-6644-533B-1919-AF2B55EA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9AC86-614B-957A-5508-1F4635A14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A glorious band, the chosen few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whom the Spirit came,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twelve valiant saints, their hope they knew,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mocked the cross and flame: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met the tyrant's brandished steel,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lion's gory mane;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bowed their necks the death to feel: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follows in their train?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63D9-1287-F57B-415E-25961E802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5217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30D9-C40D-8837-3C2E-F79FB1A8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58250-D9F9-D5AB-24F9-BBAEC56C3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A noble army, men and boys,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matron and the maid,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around the Savior's throne rejoice,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robes of light arrayed: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climbed the steep ascent of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heav'n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peril, toil, and pain: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God, to us may grace be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giv'n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follow in their train.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13895-003F-B990-26E3-B4A0778F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Psatler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53911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299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#541 The Son of God Goes Forth to War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2024-06-23T02:50:18Z</dcterms:created>
  <dcterms:modified xsi:type="dcterms:W3CDTF">2024-06-23T02:53:40Z</dcterms:modified>
</cp:coreProperties>
</file>