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  <p:sldId id="29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26CAC-0FBA-43F0-A302-FA1EE0E81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15C66-3E2F-4482-B934-313DAC313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AE2F3-2922-4306-9EE5-EB791F66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9ACCB-F90E-48C7-AECB-D5415E8C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C5CB7-D883-42AC-8A72-BD90B073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65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DE55-8A51-44E7-8AC1-7214E72C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569A6-BBD0-49BD-91A8-1DFFCB17D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893A8-C34E-4825-A21D-2C35232E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CF300-2440-4F0C-8650-D2B607F5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6272-6153-4922-ABCA-A905BB40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7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2F81-342D-4723-B5C0-E7F5AB96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74531-A837-430E-83BA-496786027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C45A7-9B1F-4354-AAED-4A5B8DAF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EAD89-DC03-4FF7-BCB9-65BDBF32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722EC-8E62-48F5-9F5F-BD7FEA17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4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DA5C-DEF0-4B73-9803-E74286A4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D052-720F-4EE0-AECC-1AFEC3E01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FBEC5-2A7A-445E-B2A3-5E60EA25A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1131B-5551-4B23-9A9E-502EA3E6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535F7-9572-468A-BEB7-4D66F044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DD9B0-47E6-488D-A332-BCF3881F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5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EAED-E886-482B-B6D7-00E1554E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7DA30-2530-4DE5-84BF-836A0DB1B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18EF9-2D1E-48BB-A6E3-233570E2D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F5D10-E89B-4E41-98BC-4D8860124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EDCD8-C3EA-4C8D-8C0A-BCEAF72D9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5233D4-7762-493E-A038-4530010A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3211C7-8841-40CE-AE1F-D04FD4DCC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540F43-1B30-45BD-91EA-560F75A6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1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B113-47FD-4D65-8FF8-F8DCAB4A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2EFC30-4694-47B9-9EE6-64EE00FE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15EAA-003E-4FF2-93A8-4E087B18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AB9F3-AB76-41BE-855D-E780D142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4D2D0-D6E2-413F-A77A-3C8268B6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9D5BB-6D26-4577-B0E8-A0DC98B3C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ADCF4-790B-44B3-900C-F57420CE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7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1696-26E9-42D1-957F-A5EEB637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E387E-4EC0-48E5-A464-3CD61048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29C37-4CAC-4477-9379-D9B529BA4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E20DB-5AC7-491E-A930-2860C512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E3DCC-DCCA-4807-98D1-53D21610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E6F4F-5A02-4F8B-A043-E18E5AD6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4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04A32-286F-4258-BB96-A87C5F4C8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2C7BA7-C048-4D44-9EF2-421C279AC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775A1-021E-4F3D-986C-0E82670A8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9D2D3-2E24-4C5E-A8D1-E29D0105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EC4F-9F1C-456A-B8AD-AC5C3F0E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0FD71-7FC9-4F5B-807E-582C616D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6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C2CD-2FCB-4099-A0C6-F0621EC4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AAAEF-E031-4CC0-A642-8B408DBA7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C3D59-ADAD-4E1B-8CAE-6869DDAE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9A728-D42F-4C96-8BC7-18B94170C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C6A3B-51AB-4145-A960-6A85C2B4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5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A1A91-CE6D-457C-B3E5-32C9C5687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3BEF6-B8C4-4A43-AA85-7E7E006F1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359AA-2AAF-4566-BE99-945CB48B5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6A1CC-0D64-49D1-8168-C7FF8F24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706C8-63DA-4F6C-B342-38323D85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02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BBF209-7142-4DA1-8FDD-F9A14B23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B55B6-C7F3-4B1A-A7DF-84048B70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D0798-9D33-4E1A-9E42-C0FDA20C5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50A5B-1433-4C93-BBDD-9D6B9274A2D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D3FC-4A64-4EC7-B0B3-57D73A6FF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DD33A-0B47-41D5-9DD2-3CB35C0A2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B7510-5AEC-4D28-AFE9-C745E97AD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5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Who with God Most High finds shelter,</a:t>
            </a:r>
          </a:p>
          <a:p>
            <a:pPr algn="ctr"/>
            <a:r>
              <a:rPr lang="en-CA" sz="2800" dirty="0"/>
              <a:t>Lives in God Almighty’s shade.</a:t>
            </a:r>
          </a:p>
          <a:p>
            <a:pPr algn="ctr"/>
            <a:r>
              <a:rPr lang="en-CA" sz="2800" dirty="0"/>
              <a:t>I will say to God, “My God, my</a:t>
            </a:r>
          </a:p>
          <a:p>
            <a:pPr algn="ctr"/>
            <a:r>
              <a:rPr lang="en-CA" sz="2800" dirty="0"/>
              <a:t>Fortress where my trust is stayed.”</a:t>
            </a:r>
          </a:p>
          <a:p>
            <a:pPr algn="ctr"/>
            <a:r>
              <a:rPr lang="en-CA" sz="2800" dirty="0"/>
              <a:t>From the fowler’s snare he’ll save you,</a:t>
            </a:r>
          </a:p>
          <a:p>
            <a:pPr algn="ctr"/>
            <a:r>
              <a:rPr lang="en-CA" sz="2800" dirty="0"/>
              <a:t>From the deadly pestilence;</a:t>
            </a:r>
          </a:p>
          <a:p>
            <a:pPr algn="ctr"/>
            <a:r>
              <a:rPr lang="en-CA" sz="2800" dirty="0"/>
              <a:t>Cover you with outspread pinions,</a:t>
            </a:r>
          </a:p>
          <a:p>
            <a:pPr algn="ctr"/>
            <a:r>
              <a:rPr lang="en-CA" sz="2800" dirty="0"/>
              <a:t>Make his wings your confidence.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#91B Who With God Most High Finds Shelter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God’s truth is your shield and buckler;</a:t>
            </a:r>
          </a:p>
          <a:p>
            <a:pPr algn="ctr"/>
            <a:r>
              <a:rPr lang="en-CA" sz="2800" dirty="0"/>
              <a:t>You will fear no ill by night,</a:t>
            </a:r>
          </a:p>
          <a:p>
            <a:pPr algn="ctr"/>
            <a:r>
              <a:rPr lang="en-CA" sz="2800" dirty="0"/>
              <a:t>Nor the shafts in daylight flying,</a:t>
            </a:r>
          </a:p>
          <a:p>
            <a:pPr algn="ctr"/>
            <a:r>
              <a:rPr lang="en-CA" sz="2800" dirty="0"/>
              <a:t>Nor disease that shuns the light,</a:t>
            </a:r>
          </a:p>
          <a:p>
            <a:pPr algn="ctr"/>
            <a:r>
              <a:rPr lang="en-CA" sz="2800" dirty="0"/>
              <a:t>Nor the plague that wastes at noonday,</a:t>
            </a:r>
          </a:p>
          <a:p>
            <a:pPr algn="ctr"/>
            <a:r>
              <a:rPr lang="en-CA" sz="2800" dirty="0"/>
              <a:t>At you side ten thousand fall;</a:t>
            </a:r>
          </a:p>
          <a:p>
            <a:pPr algn="ctr"/>
            <a:r>
              <a:rPr lang="en-CA" sz="2800" dirty="0"/>
              <a:t>You will only see the judgement</a:t>
            </a:r>
          </a:p>
          <a:p>
            <a:pPr algn="ctr"/>
            <a:r>
              <a:rPr lang="en-CA" sz="2800" dirty="0"/>
              <a:t>Which the wicked will befall.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249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You have made the Lord your refuge,</a:t>
            </a:r>
          </a:p>
          <a:p>
            <a:pPr algn="ctr"/>
            <a:r>
              <a:rPr lang="en-CA" sz="2800" dirty="0"/>
              <a:t>God Most High your dwelling place.</a:t>
            </a:r>
          </a:p>
          <a:p>
            <a:pPr algn="ctr"/>
            <a:r>
              <a:rPr lang="en-CA" sz="2800" dirty="0"/>
              <a:t>Nothing evil shall befall you;</a:t>
            </a:r>
          </a:p>
          <a:p>
            <a:pPr algn="ctr"/>
            <a:r>
              <a:rPr lang="en-CA" sz="2800" dirty="0"/>
              <a:t>Near your tent no scourge you’ll face.</a:t>
            </a:r>
          </a:p>
          <a:p>
            <a:pPr algn="ctr"/>
            <a:r>
              <a:rPr lang="en-CA" sz="2800" dirty="0"/>
              <a:t>He will angels charge to keep you,</a:t>
            </a:r>
          </a:p>
          <a:p>
            <a:pPr algn="ctr"/>
            <a:r>
              <a:rPr lang="en-CA" sz="2800" dirty="0"/>
              <a:t>Guard you well in all your ways,</a:t>
            </a:r>
          </a:p>
          <a:p>
            <a:pPr algn="ctr"/>
            <a:r>
              <a:rPr lang="en-CA" sz="2800" dirty="0"/>
              <a:t>Bear you up with hands that hold you,</a:t>
            </a:r>
          </a:p>
          <a:p>
            <a:pPr algn="ctr"/>
            <a:r>
              <a:rPr lang="en-CA" sz="2800" dirty="0"/>
              <a:t>Lest your foot a stone should graze.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8668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You shall trample serpents, lions,</a:t>
            </a:r>
          </a:p>
          <a:p>
            <a:pPr algn="ctr"/>
            <a:r>
              <a:rPr lang="en-CA" sz="2800" dirty="0"/>
              <a:t>Tread on all your deadly foes.</a:t>
            </a:r>
          </a:p>
          <a:p>
            <a:pPr algn="ctr"/>
            <a:r>
              <a:rPr lang="en-CA" sz="2800" dirty="0"/>
              <a:t>“Since he loves me, I will save him,</a:t>
            </a:r>
          </a:p>
          <a:p>
            <a:pPr algn="ctr"/>
            <a:r>
              <a:rPr lang="en-CA" sz="2800" dirty="0"/>
              <a:t>Keep him, for my name he knows;</a:t>
            </a:r>
          </a:p>
          <a:p>
            <a:pPr algn="ctr"/>
            <a:r>
              <a:rPr lang="en-CA" sz="2800" dirty="0"/>
              <a:t>I will honour, I will save him;</a:t>
            </a:r>
          </a:p>
          <a:p>
            <a:pPr algn="ctr"/>
            <a:r>
              <a:rPr lang="en-CA" sz="2800" dirty="0"/>
              <a:t>When he calls, I will reply.</a:t>
            </a:r>
          </a:p>
          <a:p>
            <a:pPr algn="ctr"/>
            <a:r>
              <a:rPr lang="en-CA" sz="2800" dirty="0"/>
              <a:t>I will show him my salvation,</a:t>
            </a:r>
          </a:p>
          <a:p>
            <a:pPr algn="ctr"/>
            <a:r>
              <a:rPr lang="en-CA" sz="2800" dirty="0"/>
              <a:t>With long life will satisfy.”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Crown and Covenant,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491969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2020-05-22T21:07:29Z</dcterms:created>
  <dcterms:modified xsi:type="dcterms:W3CDTF">2020-05-22T21:08:10Z</dcterms:modified>
</cp:coreProperties>
</file>