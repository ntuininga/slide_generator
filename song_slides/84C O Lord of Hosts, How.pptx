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94" r:id="rId4"/>
    <p:sldId id="292" r:id="rId5"/>
    <p:sldId id="295" r:id="rId6"/>
    <p:sldId id="29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31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F4FA-B203-4E99-84A9-5E4152F85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018668-FBF7-4948-822E-58D755E1A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D3520-D263-4CBC-89CB-07A277756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ABF0E-8694-45DC-A2B4-252C75BDB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8B574-36C2-4611-9247-1CCBF1D5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7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E75DD-8CDC-4835-BB54-99ACFA91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F11D3-836A-40A6-A08F-2D3BCE2F9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AA2B8-3420-47C7-896A-92D51FC4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4F5D4-1EAE-4900-8E19-99983D668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CC8A6-DABB-46D2-A10B-76ECB1A8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8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777C9-B188-4A28-9989-C887B9FE9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57891-5EB2-42E8-8481-27DC09BC7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C374B-D309-47A3-B303-7B59E5777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C510B-D641-44A6-99C1-90AA1685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8121-0ECF-4B4D-95BF-180486C2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77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1E3DD-CAA9-43F3-A111-F595FC0B8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995E3-11C0-4A62-A6D8-03AA5771E4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F372A-199A-4ABA-A4A9-A8FA4FE66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AB91D-8BEE-4511-B5F3-842EBB260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7A429-82FA-4140-BA8C-ABA28B82C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AAB09-628D-4C6F-8D9F-366F50B78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33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F5E4-073A-489C-8AEA-EAFAFCD7A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8A1B58-D669-4C06-9F0A-37C230F60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FAE43-7D7B-4835-B534-FA52910A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2E3D0-7F9E-43BB-BE8C-7B29C4AA1B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3F8FA-2FC4-445F-B57B-7C3F0D9A5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9DAD4-3DC1-4319-9B5C-2A782C574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65841C-4B78-4913-B283-690355BE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16064-C25C-46C2-824C-777060245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58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7C6F-A4EE-4A6A-B568-32AEF52E6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9B5DD-16F2-4672-93B5-55FB3D50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016C1C-E17A-440C-986E-DE1E91A3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FF786-F66D-41A4-B6D0-763854E7C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51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D0DF1B-EFE6-41A5-8227-800238BC4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4843A1-D833-48CB-9A35-93FB912D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052BD-8C8E-410B-A735-D95960A3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8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E5045-B4E8-433C-9B96-30DBE7ACD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28AFF-DAAC-4B31-A392-C4E13781A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4B711-BAB3-4C23-9B42-524B2C770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236DE-5FF6-4498-9771-88455F2A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0C86C-409E-45F6-B4C7-FEE6DEDE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16DF6-149D-41CD-90F0-44BC4095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55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78C6D-BFFA-4DDE-A57E-C8CEF3BDA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8191BF-8239-446F-A7C1-F44177E04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2D4BE-F6CA-4575-ACC3-B17167458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0F782-3D48-4AE3-9EB1-970F4CF1A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F7B24-8160-430B-B897-A2E62ED8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84E22-93CA-42DE-8691-05C9A0EC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7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AF3B-D686-49E6-AC43-3B8CE5E00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DAEA4-1DBE-4963-9C5F-12601ACA7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8B6EE-E5B2-42B3-B1BF-190F1DEAF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F702F-6D10-4B5C-916F-9CA0C097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612BC-605D-4101-B486-0CC020A5D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5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9EF9E-34CF-4509-BC9F-95425B134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EA207-D74B-40C8-958E-8D2B7F3D0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EFD50-570A-40F8-96AD-EDD02162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48DE0-46F7-42D3-ACEE-C7A18191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DF8BB-A2A2-4CF6-B738-21C9D054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73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5E4B79-D7E6-46BD-A127-1C2587DF5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D2D51-F758-4AFF-A38E-76DC5BBEC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3B8F1-F278-4066-AEFC-8A789D6F4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B9F55-4D47-4B4A-81DC-3103F6CDB961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218F0-F15A-42FD-991F-FF1E8A531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F27F2-30A4-49F4-A22E-82E971E78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6EEE5-77D7-4487-BFA0-B1ABC9F64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1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#84C O Lord of Hosts, How Lovely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O Lord of hosts, how lovely</a:t>
            </a:r>
            <a:br>
              <a:rPr lang="en-CA" sz="2800" dirty="0"/>
            </a:br>
            <a:r>
              <a:rPr lang="en-CA" sz="2800" dirty="0"/>
              <a:t>thy tabernacles are;</a:t>
            </a:r>
            <a:br>
              <a:rPr lang="en-CA" sz="2800" dirty="0"/>
            </a:br>
            <a:r>
              <a:rPr lang="en-CA" sz="2800" dirty="0"/>
              <a:t>for them my heart is yearning</a:t>
            </a:r>
            <a:br>
              <a:rPr lang="en-CA" sz="2800" dirty="0"/>
            </a:br>
            <a:r>
              <a:rPr lang="en-CA" sz="2800" dirty="0"/>
              <a:t>in banishment afar.</a:t>
            </a:r>
            <a:br>
              <a:rPr lang="en-CA" sz="2800" dirty="0"/>
            </a:br>
            <a:r>
              <a:rPr lang="en-CA" sz="2800" dirty="0"/>
              <a:t>My soul is longing, fainting,</a:t>
            </a:r>
            <a:br>
              <a:rPr lang="en-CA" sz="2800" dirty="0"/>
            </a:br>
            <a:r>
              <a:rPr lang="en-CA" sz="2800" dirty="0"/>
              <a:t>thy sacred courts to see;</a:t>
            </a:r>
            <a:br>
              <a:rPr lang="en-CA" sz="2800" dirty="0"/>
            </a:br>
            <a:r>
              <a:rPr lang="en-CA" sz="2800" dirty="0"/>
              <a:t>my heart and flesh are crying,</a:t>
            </a:r>
            <a:br>
              <a:rPr lang="en-CA" sz="2800" dirty="0"/>
            </a:br>
            <a:r>
              <a:rPr lang="en-CA" sz="2800" dirty="0"/>
              <a:t>O living God, for thee.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62471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0" i="1">
                <a:solidFill>
                  <a:srgbClr val="222222"/>
                </a:solidFill>
                <a:effectLst/>
              </a:rPr>
              <a:t>2.</a:t>
            </a:r>
            <a:r>
              <a:rPr lang="en-US" b="0" i="0">
                <a:solidFill>
                  <a:srgbClr val="222222"/>
                </a:solidFill>
                <a:effectLst/>
              </a:rPr>
              <a:t> </a:t>
            </a:r>
            <a:r>
              <a:rPr lang="en-US" b="0" i="0" dirty="0">
                <a:solidFill>
                  <a:srgbClr val="222222"/>
                </a:solidFill>
                <a:effectLst/>
              </a:rPr>
              <a:t>Beneath thy care the sparrow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finds place for peaceful rest;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keep her young in safety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swallow finds a nest;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then, Lord, my King Almighty,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thy love will shelter 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beside thy holy altar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dwelling place shall be.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62471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3. </a:t>
            </a:r>
            <a:r>
              <a:rPr lang="en-CA" dirty="0"/>
              <a:t>Blest they who dwell in Zion,</a:t>
            </a:r>
            <a:br>
              <a:rPr lang="en-CA" dirty="0"/>
            </a:br>
            <a:r>
              <a:rPr lang="en-CA" dirty="0"/>
              <a:t>whose joy and strength thou art;</a:t>
            </a:r>
            <a:br>
              <a:rPr lang="en-CA" dirty="0"/>
            </a:br>
            <a:r>
              <a:rPr lang="en-CA" dirty="0"/>
              <a:t>forever they will praise thee,</a:t>
            </a:r>
            <a:br>
              <a:rPr lang="en-CA" dirty="0"/>
            </a:br>
            <a:r>
              <a:rPr lang="en-CA" dirty="0"/>
              <a:t>thy ways are in their heart.</a:t>
            </a:r>
            <a:br>
              <a:rPr lang="en-CA" dirty="0"/>
            </a:br>
            <a:r>
              <a:rPr lang="en-CA" dirty="0"/>
              <a:t>Though tried, their tears like showers</a:t>
            </a:r>
            <a:br>
              <a:rPr lang="en-CA" dirty="0"/>
            </a:br>
            <a:r>
              <a:rPr lang="en-CA" dirty="0"/>
              <a:t>shall fill the springs of peace,</a:t>
            </a:r>
            <a:br>
              <a:rPr lang="en-CA" dirty="0"/>
            </a:br>
            <a:r>
              <a:rPr lang="en-CA" dirty="0"/>
              <a:t>and all the way to Zion</a:t>
            </a:r>
            <a:br>
              <a:rPr lang="en-CA" dirty="0"/>
            </a:br>
            <a:r>
              <a:rPr lang="en-CA" dirty="0"/>
              <a:t>their strength shall still increase.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6539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4. </a:t>
            </a:r>
            <a:r>
              <a:rPr lang="en-CA" dirty="0"/>
              <a:t>Lord God of hosts, in mercy</a:t>
            </a:r>
            <a:br>
              <a:rPr lang="en-CA" dirty="0"/>
            </a:br>
            <a:r>
              <a:rPr lang="en-CA" dirty="0"/>
              <a:t>my supplication hear;</a:t>
            </a:r>
            <a:br>
              <a:rPr lang="en-CA" dirty="0"/>
            </a:br>
            <a:r>
              <a:rPr lang="en-CA" dirty="0"/>
              <a:t>almighty and all faithful,</a:t>
            </a:r>
            <a:br>
              <a:rPr lang="en-CA" dirty="0"/>
            </a:br>
            <a:r>
              <a:rPr lang="en-CA" dirty="0"/>
              <a:t>our fathers' God, give ear.</a:t>
            </a:r>
            <a:br>
              <a:rPr lang="en-CA" dirty="0"/>
            </a:br>
            <a:r>
              <a:rPr lang="en-CA" dirty="0"/>
              <a:t>Our shield and great defender,</a:t>
            </a:r>
            <a:br>
              <a:rPr lang="en-CA" dirty="0"/>
            </a:br>
            <a:r>
              <a:rPr lang="en-CA" dirty="0"/>
              <a:t>no longer hide thy face,</a:t>
            </a:r>
            <a:br>
              <a:rPr lang="en-CA" dirty="0"/>
            </a:br>
            <a:r>
              <a:rPr lang="en-CA" dirty="0"/>
              <a:t>but look upon thy servant</a:t>
            </a:r>
            <a:br>
              <a:rPr lang="en-CA" dirty="0"/>
            </a:br>
            <a:r>
              <a:rPr lang="en-CA" dirty="0"/>
              <a:t>anointed by thy grace.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9352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950D3-A415-AEE4-5A0D-F2B928FF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0FA81-1E7E-C2C3-55BC-FA438629D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5. </a:t>
            </a:r>
            <a:r>
              <a:rPr lang="en-CA" dirty="0"/>
              <a:t>In thy blest courts to worship,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CA" dirty="0"/>
              <a:t>My God, a single day is better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CA" dirty="0"/>
              <a:t>than a thousand while far from thee I stray.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CA" dirty="0"/>
              <a:t>Though in a lowly station,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CA" dirty="0"/>
              <a:t> the service of my Lord I choose above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CA" dirty="0"/>
              <a:t>All pleasures that sinful ways afford.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7601EB-9E88-EEA4-F9FC-F3F4611B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84148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6. </a:t>
            </a:r>
            <a:r>
              <a:rPr lang="en-US" dirty="0"/>
              <a:t>A sun and shield forever</a:t>
            </a:r>
            <a:br>
              <a:rPr lang="en-US" dirty="0"/>
            </a:br>
            <a:r>
              <a:rPr lang="en-US" dirty="0"/>
              <a:t>is God, the Lord Most High;</a:t>
            </a:r>
            <a:br>
              <a:rPr lang="en-US" dirty="0"/>
            </a:br>
            <a:r>
              <a:rPr lang="en-US" dirty="0"/>
              <a:t>to those who walk uprightly</a:t>
            </a:r>
            <a:br>
              <a:rPr lang="en-US" dirty="0"/>
            </a:br>
            <a:r>
              <a:rPr lang="en-US" dirty="0"/>
              <a:t>no good will he deny.</a:t>
            </a:r>
            <a:br>
              <a:rPr lang="en-US" dirty="0"/>
            </a:br>
            <a:r>
              <a:rPr lang="en-US" dirty="0"/>
              <a:t>His saints, his grace receiving,</a:t>
            </a:r>
            <a:br>
              <a:rPr lang="en-US" dirty="0"/>
            </a:br>
            <a:r>
              <a:rPr lang="en-US" dirty="0"/>
              <a:t>shall soon his glory see;</a:t>
            </a:r>
            <a:br>
              <a:rPr lang="en-US" dirty="0"/>
            </a:br>
            <a:r>
              <a:rPr lang="en-US" dirty="0"/>
              <a:t>O Lord of hosts, most blessed</a:t>
            </a:r>
            <a:br>
              <a:rPr lang="en-US" dirty="0"/>
            </a:br>
            <a:r>
              <a:rPr lang="en-US" dirty="0"/>
              <a:t>are they that trust in thee.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53046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408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#84C O Lord of Hosts, How Lovely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#84C O Lord of Hosts, How Lovely</dc:title>
  <dc:creator>Eric Hoogendoorn</dc:creator>
  <cp:lastModifiedBy>Neil Tuininga</cp:lastModifiedBy>
  <cp:revision>5</cp:revision>
  <dcterms:created xsi:type="dcterms:W3CDTF">2020-04-25T02:42:54Z</dcterms:created>
  <dcterms:modified xsi:type="dcterms:W3CDTF">2024-03-01T20:54:02Z</dcterms:modified>
</cp:coreProperties>
</file>