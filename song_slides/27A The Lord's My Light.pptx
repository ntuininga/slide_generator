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95" r:id="rId4"/>
    <p:sldId id="296" r:id="rId5"/>
    <p:sldId id="297" r:id="rId6"/>
    <p:sldId id="2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901D-23C9-4BA2-BFC8-DF856EE76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40637-01D1-4857-937A-03C86329B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28BA4-A451-462C-AB60-3B09BB3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8902-65AF-4EAA-87C5-5C1CFC53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38D5C-E7D5-40B0-B065-B607787B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833B-55BB-4B57-A8BF-B2CB48F8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3EEA-882D-4FA6-A8B1-D3FD9E444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E650-4C97-40E1-900C-16867126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01652-17DB-4990-900E-58537960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85CC-258A-4835-875D-82D5D1F2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2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DE34-0F06-4DBB-AFDE-63CCF41F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2173E-CD00-4A43-86C3-C82ED3AC3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DF700-7F29-426B-BE97-87649A6F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18907-2E6D-4B71-9770-0872749F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C025E-E458-405F-8A7D-FEB67394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1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9BEB-A68C-4AF4-84EC-4A80ACFD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5B78D-7FA5-4DA6-BE94-4C69CA9AD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97D86-0CB0-4BFC-A04E-0B35B0DFE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0407D-1430-4E73-AC04-5AECB766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7B1A8-B8AB-4707-9519-29F3D096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A042B-ABD3-44D2-9896-38D0679F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6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848A-CFDC-4729-80FA-E00EE8E7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44DD4-21A2-499D-99E2-3CD50D022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60A1-DEE9-4A3E-ACEA-76BA4352C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8076D-282F-425C-93D5-63E8E1ACA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36C80-2098-4016-A298-A732F1179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C44A2-B525-4F35-B82E-ECC26356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43C66-4D63-4FD3-A781-4C81025D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F2757-1435-4234-9AA8-66FEBA96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AC7F-D094-424D-9D75-6365C694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56619-4833-4D31-8AD2-0EC37927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9B437-13EB-402C-B537-982548AC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9801B-69FC-4E96-B968-C88BCCF7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48343-7F96-48F7-8431-D72847BA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58663-12BB-4096-BBE5-BC322297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6A949-92BC-4A32-B4D5-24A7030F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9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6EEE-F300-4F77-B053-6ADDCB16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8E2DF-8287-4941-B6B6-EAF26DA77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38C65-6AC3-4832-8274-45E40238E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CF766-6032-4E7E-9843-299B007D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8D0CC-C4B6-483C-B218-3AD4E390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AF881-DCA1-4243-9358-7680A23D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37CC-1F71-4D08-8BBF-24E86594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014182-B4E1-4D79-8469-2E72CBBC0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F86C9-AEE0-463C-A5C7-FF15ED55C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0514A-4352-425C-A567-DE19D45E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CB05A-994E-44FB-9975-9A41BADA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CBA98-E8C0-44E5-87B8-B95F68F2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4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A45F-0954-4A3D-83E0-08DD5B04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256E-C153-4589-BCDC-62780165E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47E5A-B7EB-4709-AC10-F012DB43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711AD-B165-419F-B096-17C9C8FC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348C-8827-4785-8E24-EE337841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9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EDB9D-4727-47CD-A016-421B2DFAC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6FBE0-B3FB-45A4-AF45-0C453D1CF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B839-06F5-4DC0-82B5-3A495294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BE089-42C9-4D0B-A8A4-A5BEE1E1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E74D7-E142-464C-B6D6-894187D0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8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CAC9A-6990-40B8-AB90-E2C89935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B1C07-D282-456C-A3C6-0F9DBBC8F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A2411-4753-4856-9E8B-D2C09E2D7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EA4FD-5658-47C7-A947-38AAF498B725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C449-A2E5-4032-A1FA-FCD18C2D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9F025-3316-4CE7-BE77-DEC8AD063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0155B-9C37-40E8-872D-F881F1EAD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The Lord’s my light and saving help</a:t>
            </a:r>
          </a:p>
          <a:p>
            <a:pPr algn="ctr"/>
            <a:r>
              <a:rPr lang="en-CA" sz="2800" dirty="0"/>
              <a:t>By whom am I dismayed?</a:t>
            </a:r>
          </a:p>
          <a:p>
            <a:pPr algn="ctr"/>
            <a:r>
              <a:rPr lang="en-CA" sz="2800" dirty="0"/>
              <a:t>The Lord’s the stronghold of my life</a:t>
            </a:r>
          </a:p>
          <a:p>
            <a:pPr algn="ctr"/>
            <a:r>
              <a:rPr lang="en-CA" sz="2800" dirty="0"/>
              <a:t>Of whom am I afraid?</a:t>
            </a:r>
          </a:p>
          <a:p>
            <a:pPr algn="ctr"/>
            <a:r>
              <a:rPr lang="en-CA" sz="2800" dirty="0"/>
              <a:t>When evildoers threaten me</a:t>
            </a:r>
          </a:p>
          <a:p>
            <a:pPr algn="ctr"/>
            <a:r>
              <a:rPr lang="en-CA" sz="2800" dirty="0"/>
              <a:t>To eat my flesh away,</a:t>
            </a:r>
          </a:p>
          <a:p>
            <a:pPr algn="ctr"/>
            <a:r>
              <a:rPr lang="en-CA" sz="2800" dirty="0"/>
              <a:t>My adversaries and my foes</a:t>
            </a:r>
          </a:p>
          <a:p>
            <a:pPr algn="ctr"/>
            <a:r>
              <a:rPr lang="en-CA" sz="2800" dirty="0"/>
              <a:t>Will stumble in that day.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#27A The Lord’s My Light</a:t>
            </a:r>
          </a:p>
        </p:txBody>
      </p:sp>
    </p:spTree>
    <p:extLst>
      <p:ext uri="{BB962C8B-B14F-4D97-AF65-F5344CB8AC3E}">
        <p14:creationId xmlns:p14="http://schemas.microsoft.com/office/powerpoint/2010/main" val="22653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Though armies war on </a:t>
            </a:r>
            <a:r>
              <a:rPr lang="en-CA" sz="2800" dirty="0" err="1"/>
              <a:t>ev’ry</a:t>
            </a:r>
            <a:r>
              <a:rPr lang="en-CA" sz="2800" dirty="0"/>
              <a:t> side,</a:t>
            </a:r>
          </a:p>
          <a:p>
            <a:pPr algn="ctr"/>
            <a:r>
              <a:rPr lang="en-CA" sz="2800" dirty="0"/>
              <a:t>My heart will feel no dread;</a:t>
            </a:r>
          </a:p>
          <a:p>
            <a:pPr algn="ctr"/>
            <a:r>
              <a:rPr lang="en-CA" sz="2800" dirty="0"/>
              <a:t>Though war against me should arise,</a:t>
            </a:r>
          </a:p>
          <a:p>
            <a:pPr algn="ctr"/>
            <a:r>
              <a:rPr lang="en-CA" sz="2800" dirty="0"/>
              <a:t>Yet I will lift my head.</a:t>
            </a:r>
          </a:p>
          <a:p>
            <a:pPr algn="ctr"/>
            <a:r>
              <a:rPr lang="en-CA" sz="2800" dirty="0"/>
              <a:t>One thing I plead before the Lord,</a:t>
            </a:r>
          </a:p>
          <a:p>
            <a:pPr algn="ctr"/>
            <a:r>
              <a:rPr lang="en-CA" sz="2800" dirty="0"/>
              <a:t>And seek with heart upraised;</a:t>
            </a:r>
          </a:p>
          <a:p>
            <a:pPr algn="ctr"/>
            <a:r>
              <a:rPr lang="en-CA" sz="2800" dirty="0"/>
              <a:t>That I may come within God’s house</a:t>
            </a:r>
          </a:p>
          <a:p>
            <a:pPr algn="ctr"/>
            <a:r>
              <a:rPr lang="en-CA" sz="2800" dirty="0"/>
              <a:t>And dwell there all my days.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007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to gaze upon the beauty of the</a:t>
            </a:r>
          </a:p>
          <a:p>
            <a:pPr algn="ctr"/>
            <a:r>
              <a:rPr lang="en-CA" sz="2800" dirty="0"/>
              <a:t>Lord and see his grace,</a:t>
            </a:r>
          </a:p>
          <a:p>
            <a:pPr algn="ctr"/>
            <a:r>
              <a:rPr lang="en-CA" sz="2800" dirty="0"/>
              <a:t>And seek to know, within his house,</a:t>
            </a:r>
          </a:p>
          <a:p>
            <a:pPr algn="ctr"/>
            <a:r>
              <a:rPr lang="en-CA" sz="2800" dirty="0"/>
              <a:t>Instruction in his ways.</a:t>
            </a:r>
          </a:p>
          <a:p>
            <a:pPr algn="ctr"/>
            <a:r>
              <a:rPr lang="en-CA" sz="2800" dirty="0"/>
              <a:t>For he will hide and shelter me</a:t>
            </a:r>
          </a:p>
          <a:p>
            <a:pPr algn="ctr"/>
            <a:r>
              <a:rPr lang="en-CA" sz="2800" dirty="0"/>
              <a:t>When comes the evil day;</a:t>
            </a:r>
          </a:p>
          <a:p>
            <a:pPr algn="ctr"/>
            <a:r>
              <a:rPr lang="en-CA" sz="2800" dirty="0"/>
              <a:t>He sets me high upon a rock;</a:t>
            </a:r>
          </a:p>
          <a:p>
            <a:pPr algn="ctr"/>
            <a:r>
              <a:rPr lang="en-CA" sz="2800" dirty="0"/>
              <a:t>His tent will keep me safe.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1741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My head is lifted high above</a:t>
            </a:r>
          </a:p>
          <a:p>
            <a:pPr algn="ctr"/>
            <a:r>
              <a:rPr lang="en-CA" sz="2800" dirty="0"/>
              <a:t>My foes who hem me in;</a:t>
            </a:r>
          </a:p>
          <a:p>
            <a:pPr algn="ctr"/>
            <a:r>
              <a:rPr lang="en-CA" sz="2800" dirty="0"/>
              <a:t>I sacrifice within his tent;</a:t>
            </a:r>
          </a:p>
          <a:p>
            <a:pPr algn="ctr"/>
            <a:r>
              <a:rPr lang="en-CA" sz="2800" dirty="0"/>
              <a:t>With shouts of joy I sing.</a:t>
            </a:r>
          </a:p>
          <a:p>
            <a:pPr algn="ctr"/>
            <a:r>
              <a:rPr lang="en-CA" sz="2800" dirty="0"/>
              <a:t>Lord, hear me when I call to you;</a:t>
            </a:r>
          </a:p>
          <a:p>
            <a:pPr algn="ctr"/>
            <a:r>
              <a:rPr lang="en-CA" sz="2800" dirty="0"/>
              <a:t>Be merciful and speak!</a:t>
            </a:r>
          </a:p>
          <a:p>
            <a:pPr algn="ctr"/>
            <a:r>
              <a:rPr lang="en-CA" sz="2800" dirty="0"/>
              <a:t>“Come, seek my face!” you told my heart;</a:t>
            </a:r>
          </a:p>
          <a:p>
            <a:pPr algn="ctr"/>
            <a:r>
              <a:rPr lang="en-CA" sz="2800" dirty="0"/>
              <a:t>You face, Lord, I will seek.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0107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O do not hide your face from me,</a:t>
            </a:r>
          </a:p>
          <a:p>
            <a:pPr algn="ctr"/>
            <a:r>
              <a:rPr lang="en-CA" sz="2800" dirty="0"/>
              <a:t>And do not turn aside</a:t>
            </a:r>
          </a:p>
          <a:p>
            <a:pPr algn="ctr"/>
            <a:r>
              <a:rPr lang="en-CA" sz="2800" dirty="0"/>
              <a:t>Your servant in your righteous wrath,</a:t>
            </a:r>
          </a:p>
          <a:p>
            <a:pPr algn="ctr"/>
            <a:r>
              <a:rPr lang="en-CA" sz="2800" dirty="0"/>
              <a:t>For you have been my guide.</a:t>
            </a:r>
          </a:p>
          <a:p>
            <a:pPr algn="ctr"/>
            <a:r>
              <a:rPr lang="en-CA" sz="2800" dirty="0"/>
              <a:t>O God, my Savior, leave me not;</a:t>
            </a:r>
          </a:p>
          <a:p>
            <a:pPr algn="ctr"/>
            <a:r>
              <a:rPr lang="en-CA" sz="2800" dirty="0"/>
              <a:t>Do not reject my plea.</a:t>
            </a:r>
          </a:p>
          <a:p>
            <a:pPr algn="ctr"/>
            <a:r>
              <a:rPr lang="en-CA" sz="2800" dirty="0"/>
              <a:t>My parents may forsake me, Lord,</a:t>
            </a:r>
          </a:p>
          <a:p>
            <a:pPr algn="ctr"/>
            <a:r>
              <a:rPr lang="en-CA" sz="2800" dirty="0"/>
              <a:t>But you will welcome me.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3981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O teach your way and lead me, Lord,</a:t>
            </a:r>
          </a:p>
          <a:p>
            <a:pPr algn="ctr"/>
            <a:r>
              <a:rPr lang="en-CA" sz="2800" dirty="0"/>
              <a:t>Against my enemies.</a:t>
            </a:r>
          </a:p>
          <a:p>
            <a:pPr algn="ctr"/>
            <a:r>
              <a:rPr lang="en-CA" sz="2800" dirty="0"/>
              <a:t>To false and cruel witnesses</a:t>
            </a:r>
          </a:p>
          <a:p>
            <a:pPr algn="ctr"/>
            <a:r>
              <a:rPr lang="en-CA" sz="2800" dirty="0"/>
              <a:t>Do not deliver me.</a:t>
            </a:r>
          </a:p>
          <a:p>
            <a:pPr algn="ctr"/>
            <a:r>
              <a:rPr lang="en-CA" sz="2800" dirty="0"/>
              <a:t>Yet I am sure that in this life</a:t>
            </a:r>
          </a:p>
          <a:p>
            <a:pPr algn="ctr"/>
            <a:r>
              <a:rPr lang="en-CA" sz="2800" dirty="0"/>
              <a:t>God’s goodness I will see.</a:t>
            </a:r>
          </a:p>
          <a:p>
            <a:pPr algn="ctr"/>
            <a:r>
              <a:rPr lang="en-CA" sz="2800" dirty="0"/>
              <a:t>Await the Lord; be strong, take hear.</a:t>
            </a:r>
          </a:p>
          <a:p>
            <a:pPr algn="ctr"/>
            <a:r>
              <a:rPr lang="en-CA" sz="2800" dirty="0"/>
              <a:t>For him wait patiently.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1712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409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2020-05-16T03:07:39Z</dcterms:created>
  <dcterms:modified xsi:type="dcterms:W3CDTF">2020-05-23T01:08:33Z</dcterms:modified>
</cp:coreProperties>
</file>