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03D5-3F48-4AFA-84BC-8ADBF2694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B9282-7A80-4CCD-A9FB-DA444A2F3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D171D-F59E-4058-8EC0-9A2A2C81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AC655-051E-4DC5-9000-272D5D62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F9B2B-7604-4A30-B677-BF29E9AE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16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F485-9DF4-434D-BD1D-8C0950B5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3F7FB-1ED7-40E0-BB23-0143B06DD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9D0C3-9952-4952-B9CC-94DA61EA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A139-0392-450C-B96F-3225F4E9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E8964-2275-4C39-A164-4DE4850A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32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DC81-6F0B-4A3D-A20D-5290ADAB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83D81-67FE-43B5-AFFA-FF7F6A143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5C31D-5141-4411-9B5B-4DB10640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A572D-0C74-4B68-994B-8D22A44F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4638-0E00-44BE-AD23-BA38E6A0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72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9804-ACBD-4CB2-8E6F-837FED3B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E9DF-A96B-401A-AE6C-C471534CD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590E0-393B-42BD-8D81-3CDB72649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301B5-282C-4E66-A369-A2059B54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294F6-2937-4655-A764-2125B94A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AB00D-089F-48EE-B4E0-BFA8B604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161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69AB2-B3B9-4C99-B3F7-4C0F4E9F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66743-FE83-4FCF-8255-B23733D90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48140-88CE-43E8-B963-84FB8898E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30AAF-17D6-4C93-BE4C-5F0BD68E4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09138F-1E48-4621-B143-ED06288D2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DDCE8-EB41-45E1-8166-240EC0E54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44F01-067D-4E3A-9384-B7059C3D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E3218-83CD-4CE8-ADA2-D2A1EF75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89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D185-6972-4E03-B602-D83017C5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29A97-7B05-436F-90F4-10A39183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4D1E8-B6DF-4539-BFF8-C4EE3356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70FB3-CE20-4EB0-9723-0A013D9C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921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C8ACE-7CE1-41D6-912B-05B05689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11C05-511E-41F7-BCD1-2FD15ECC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FDBFC-711D-4F7A-B85A-650DB82E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75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72069-16B6-4BDE-99E9-A9E9B99D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AE0EC-ECE6-40D6-880C-8B0F701C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68FC3-439D-45E9-9E56-FD339AE80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161A2-04C4-496D-A401-B9C4809C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A223-7752-49C2-BD4D-1F03E907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B5EF-BC2B-45DA-ADD4-0E690372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86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838D-BDC2-46CB-87B7-F2A190DB9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B1D24-AF74-4F35-B3F7-52B8BE776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16BE3-267A-468E-A986-3EA8AB429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6EAC8-5140-4405-851C-7AD59972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5269E-3F34-46E6-AD6F-EBBF3F29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387C7-1F17-4B05-8DB4-5549354E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282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B3BF-D24A-4156-994F-8D5B3F40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23CDC-A50C-4556-BEFC-CA07C8B4D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DD3C3-3491-4DC4-B9D3-2CF7E3F2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1F0CA-6D11-44E3-A97C-5B55C602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1356E-AC57-4EA8-993D-2662E40D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061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42B5C4-3BC4-4DFF-9A03-B9915393D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6F74B-2F19-4F96-A2A0-547E76256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B0225-DDDD-4BA1-B063-3ABF6E1A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B9E9-0B1F-425F-B7F6-EB252A498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FCEDB-2D63-410C-8A13-A3136E9B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21E4F-7D14-4D49-8E75-FBC87488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499F6-8FC9-4311-8996-9B721CF12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508FC-8026-4939-9440-2F08EB939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6F4FD-0CB0-4D04-AE4E-5FE612AA7594}" type="datetimeFigureOut">
              <a:rPr lang="en-CA" smtClean="0"/>
              <a:t>2021-03-18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6911-816B-4234-8F6D-BAFA096A6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BDF9-4104-4771-9294-24D1A6205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9300A-9F90-4F49-B1CD-231DAF05B63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762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4FEA3-29EA-4D4C-8927-254E913753C3}"/>
              </a:ext>
            </a:extLst>
          </p:cNvPr>
          <p:cNvSpPr txBox="1"/>
          <p:nvPr/>
        </p:nvSpPr>
        <p:spPr>
          <a:xfrm>
            <a:off x="633412" y="238124"/>
            <a:ext cx="10925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#173 Almighty God, Your Word Is Cast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D9D0B-8826-49D3-B068-70F5BAB795F2}"/>
              </a:ext>
            </a:extLst>
          </p:cNvPr>
          <p:cNvSpPr txBox="1"/>
          <p:nvPr/>
        </p:nvSpPr>
        <p:spPr>
          <a:xfrm>
            <a:off x="1614486" y="2521059"/>
            <a:ext cx="89630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Almighty God, your word is cast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like seed into the ground;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now let the dew of heav'n descend,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righteous fruits abound.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8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49FCEE-19F0-4976-8EB5-FCDD5ACF3F37}"/>
              </a:ext>
            </a:extLst>
          </p:cNvPr>
          <p:cNvSpPr txBox="1"/>
          <p:nvPr/>
        </p:nvSpPr>
        <p:spPr>
          <a:xfrm>
            <a:off x="2047875" y="2521059"/>
            <a:ext cx="8096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Let not the foe of Christ and man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this holy seed remove,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give it root in ev'ry heart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bring forth fruits of love.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38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2199C-6E4B-41AB-8EEA-628AD5DB215D}"/>
              </a:ext>
            </a:extLst>
          </p:cNvPr>
          <p:cNvSpPr txBox="1"/>
          <p:nvPr/>
        </p:nvSpPr>
        <p:spPr>
          <a:xfrm>
            <a:off x="1785937" y="2521059"/>
            <a:ext cx="8620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Let not the world's deceitful cares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rising plant destroy,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but let it yield a hundredfold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fruits of peace and joy.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60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F0E61-FFB5-4A84-9A53-B153174F7598}"/>
              </a:ext>
            </a:extLst>
          </p:cNvPr>
          <p:cNvSpPr txBox="1"/>
          <p:nvPr/>
        </p:nvSpPr>
        <p:spPr>
          <a:xfrm>
            <a:off x="1652587" y="2521059"/>
            <a:ext cx="8886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Oft as the precious seed is sown,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your quick'ning grace bestow,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that all whose souls the truth receive,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its saving pow'r may know.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97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2021-03-18T23:36:36Z</dcterms:created>
  <dcterms:modified xsi:type="dcterms:W3CDTF">2021-03-18T23:38:30Z</dcterms:modified>
</cp:coreProperties>
</file>