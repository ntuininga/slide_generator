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8" r:id="rId2"/>
    <p:sldId id="359" r:id="rId3"/>
    <p:sldId id="479" r:id="rId4"/>
    <p:sldId id="48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555899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456048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1078108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22861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2021-11-27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175274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2021-11-27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2485810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2021-11-27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935408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483091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6079611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2202575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3199626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395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1941 Concordia Publishing House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99850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1645999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Wondrous King, all-glorious,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sov’reign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Lord victorious,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oh, receive our praise with favour!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thee welled God’s kindness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’ we in our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blindess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strayed from thee, our blessed Saviour.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 thou, help us now;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our tongues be singing,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thee our praises bringing.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CBE453-0925-47C9-B42E-49E41CDC5E92}"/>
              </a:ext>
            </a:extLst>
          </p:cNvPr>
          <p:cNvSpPr/>
          <p:nvPr/>
        </p:nvSpPr>
        <p:spPr>
          <a:xfrm>
            <a:off x="2224979" y="118187"/>
            <a:ext cx="774205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#280 Wondrous King, All-Glorious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1941 Concordia Publishing House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88714-ECC2-4BAF-8486-9A09E1B2799D}"/>
              </a:ext>
            </a:extLst>
          </p:cNvPr>
          <p:cNvSpPr txBox="1"/>
          <p:nvPr/>
        </p:nvSpPr>
        <p:spPr>
          <a:xfrm>
            <a:off x="1928812" y="1443841"/>
            <a:ext cx="83343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Heavens, spread the story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our Maker’s glory,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the pomp of earth obscuring.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Sun, thy rays be sending,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bright beams expending,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light to all the earth assuring.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Moon and star, praise afar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him who glorious made you;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vast heavens aid you.</a:t>
            </a:r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7C6C84-7100-4D21-8C7F-A21D0B79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1941 Concordia Publishing House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29719-3784-4018-B17F-3739505DBD7A}"/>
              </a:ext>
            </a:extLst>
          </p:cNvPr>
          <p:cNvSpPr txBox="1"/>
          <p:nvPr/>
        </p:nvSpPr>
        <p:spPr>
          <a:xfrm>
            <a:off x="2181225" y="1443841"/>
            <a:ext cx="78295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my soul, rejoicing,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sing, thy praises voicing,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sing, with hymns of faith adore him!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who here have being,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shout, your voices freeing,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bow down in the dust before him.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is God Sabaoth;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alone the Saviour,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here and there forever.</a:t>
            </a:r>
          </a:p>
        </p:txBody>
      </p:sp>
    </p:spTree>
    <p:extLst>
      <p:ext uri="{BB962C8B-B14F-4D97-AF65-F5344CB8AC3E}">
        <p14:creationId xmlns:p14="http://schemas.microsoft.com/office/powerpoint/2010/main" val="2374151861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F250B4-9F25-4D25-93BE-56A9FAAE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1941 Concordia Publishing House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E4F5D-FEA7-4EC8-A4A3-73026A4C8441}"/>
              </a:ext>
            </a:extLst>
          </p:cNvPr>
          <p:cNvSpPr txBox="1"/>
          <p:nvPr/>
        </p:nvSpPr>
        <p:spPr>
          <a:xfrm>
            <a:off x="1652587" y="1443841"/>
            <a:ext cx="88868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Hallelujahs render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 Lord most tender,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 who know and love the Saviour.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Hallelujahs sing ye,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 redeemed, oh, bring ye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hearts that yield him glad behaviour.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Blest are ye endlessly;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sinless there forever,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 shall laud him ever.</a:t>
            </a:r>
          </a:p>
        </p:txBody>
      </p:sp>
    </p:spTree>
    <p:extLst>
      <p:ext uri="{BB962C8B-B14F-4D97-AF65-F5344CB8AC3E}">
        <p14:creationId xmlns:p14="http://schemas.microsoft.com/office/powerpoint/2010/main" val="273570352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245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2021-11-27T20:33:28Z</dcterms:created>
  <dcterms:modified xsi:type="dcterms:W3CDTF">2021-11-27T20:34:31Z</dcterms:modified>
</cp:coreProperties>
</file>