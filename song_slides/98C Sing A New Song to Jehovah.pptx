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9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AE95-099F-4B59-8FB9-F92C54560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40FB5-B285-40D7-8691-84E0F3BD5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2C478-C12B-4D4C-B880-56E695913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F70E3-399E-4D03-B6D0-EDCE955A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F65B5-CF62-4049-B33D-EB372D39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9836-CEA0-47D1-AE4D-2B8906A13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2E822-CC98-4B25-BC43-FC57144E6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5988E-5256-42C0-9A06-58531633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F1F6C-A5E8-4DCA-B1CD-D3DA1B86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81B8F-A049-41E0-B65A-F9E7282B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00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C875-1B30-4406-BA9C-9EF99E965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C034F-E21A-4BFB-918E-BF995A354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9B348-F8C9-41FF-980A-DF054083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B03A7-530E-4430-9EF8-3E9A2EE4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0D2FE-0616-4DC7-9060-7E797413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2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2AC5-8F88-43A5-A70C-AC1DB766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A038E-D394-4314-8D1A-CC41E26FB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B8BAE-2ACC-4694-A087-5942CD522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A1814-2077-453B-B917-7E70009B6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FF56E-577B-4E7E-895F-89EDD833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A8358-66B1-434F-8C13-CB086809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6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99F4-B39C-4D1D-BC6C-E18ADB66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F4934-4BC7-464E-992E-FBE1FB6FA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C08EA-0254-4219-B537-CD8501470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FC246-D5E3-409E-B489-30999CCC5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FB505C-F2ED-4359-87AF-ABA88B12F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399CA2-B650-4BD7-B203-AD5B68F9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2EA9DB-CF32-4768-8AE6-4B8D2EB2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BD9D92-00DE-47E3-8EB8-779DE0AF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3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5AD8-F2BE-4452-80D8-881C35CE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3F657F-31CB-4476-9B46-9C8A3A338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49DD3-7A99-487A-9408-28A69B5EC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891F4-DCA1-4476-9287-9C06AC42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7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D1D264-16F2-4879-8118-993AA810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FB237-58D9-4C27-A318-554FBE7D1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B5FC6-182F-44F7-9B82-23210FA8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3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551FD-E1EA-4432-AEE9-E5B358557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0F144-C11A-462C-9127-0A7787AA4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B39DB-EBE4-4F3E-8C62-108F1FFA0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30E1D-AAE6-4299-A0A8-A9AE7221C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20411-9664-4719-95A0-CAE243EDE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8432B-44EB-430C-99A3-7F281628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6921-E9FB-4102-B600-AF7EC5C4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19D245-9DA0-472F-BA01-D596077CB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00146-306B-4EAE-AF9D-8624D4C2D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BDAD8-C632-49EE-995F-4B86EA6F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F174C-E02A-4A0C-B002-A6166BD9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CAED5-75E1-430B-AD71-F36FC058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3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52D8-CB09-4782-83AC-C673AA42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B6D13-D325-4EE9-8355-A6730F3F9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268A7-87EB-4016-BA6C-8D399527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768A3-F8BB-4592-A957-ABDD35544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2CAF6-79A8-4DC2-A53C-415C26D7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57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917CF-E6B1-4AB0-854E-B047B3620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A7331-7C6D-4E8C-AB1A-9253F5C1E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67CD4-2661-4674-B17E-CD79328A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E9C5A-76C9-452D-B4CA-2D8FEAD9E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181F8-FD33-4BBB-A2A6-FFA1B30C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23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6E655F-B587-4332-B587-8DA342E50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BDBF3-8336-4F67-8198-B4D59302B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A8D96-57BC-4BDD-8548-9EAF43667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87F7B-9918-4EA4-A243-0349ACE821AB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1E976-0E03-4A10-9DE9-9ACA20B83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50100-5409-4622-8E2B-ED2F8577A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D8446-C8D6-4EC9-8F9C-996CC4F6E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1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#98C Sing A New Song to Jehovah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Sing a new song to Jehovah</a:t>
            </a:r>
            <a:br>
              <a:rPr lang="en-CA" sz="2800" dirty="0"/>
            </a:br>
            <a:r>
              <a:rPr lang="en-CA" sz="2800" dirty="0"/>
              <a:t>for the wonders he has wrought;</a:t>
            </a:r>
            <a:br>
              <a:rPr lang="en-CA" sz="2800" dirty="0"/>
            </a:br>
            <a:r>
              <a:rPr lang="en-CA" sz="2800" dirty="0"/>
              <a:t>his right hand and arm most holy</a:t>
            </a:r>
            <a:br>
              <a:rPr lang="en-CA" sz="2800" dirty="0"/>
            </a:br>
            <a:r>
              <a:rPr lang="en-CA" sz="2800" dirty="0"/>
              <a:t>triumph to his cause have brought.</a:t>
            </a:r>
            <a:br>
              <a:rPr lang="en-CA" sz="2800" dirty="0"/>
            </a:br>
            <a:r>
              <a:rPr lang="en-CA" sz="2800" dirty="0"/>
              <a:t>In his love and tender mercy</a:t>
            </a:r>
            <a:br>
              <a:rPr lang="en-CA" sz="2800" dirty="0"/>
            </a:br>
            <a:r>
              <a:rPr lang="en-CA" sz="2800" dirty="0"/>
              <a:t>he has made salvation known,</a:t>
            </a:r>
            <a:br>
              <a:rPr lang="en-CA" sz="2800" dirty="0"/>
            </a:br>
            <a:r>
              <a:rPr lang="en-CA" sz="2800" dirty="0"/>
              <a:t>in the sight of </a:t>
            </a:r>
            <a:r>
              <a:rPr lang="en-CA" sz="2800" dirty="0" err="1"/>
              <a:t>ev'ry</a:t>
            </a:r>
            <a:r>
              <a:rPr lang="en-CA" sz="2800" dirty="0"/>
              <a:t> nation</a:t>
            </a:r>
            <a:br>
              <a:rPr lang="en-CA" sz="2800" dirty="0"/>
            </a:br>
            <a:r>
              <a:rPr lang="en-CA" sz="2800" dirty="0"/>
              <a:t>he his righteousness has shown.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CA" dirty="0"/>
              <a:t>Truth and mercy toward his people</a:t>
            </a:r>
            <a:br>
              <a:rPr lang="en-CA" dirty="0"/>
            </a:br>
            <a:r>
              <a:rPr lang="en-CA" dirty="0"/>
              <a:t>he has ever kept in mind,</a:t>
            </a:r>
            <a:br>
              <a:rPr lang="en-CA" dirty="0"/>
            </a:br>
            <a:r>
              <a:rPr lang="en-CA" dirty="0"/>
              <a:t>and his full and free salvation</a:t>
            </a:r>
            <a:br>
              <a:rPr lang="en-CA" dirty="0"/>
            </a:br>
            <a:r>
              <a:rPr lang="en-CA" dirty="0"/>
              <a:t>he has shown to all mankind.</a:t>
            </a:r>
            <a:br>
              <a:rPr lang="en-CA" dirty="0"/>
            </a:br>
            <a:r>
              <a:rPr lang="en-CA" dirty="0"/>
              <a:t>Sing, O earth, sing, to Jehovah,</a:t>
            </a:r>
            <a:br>
              <a:rPr lang="en-CA" dirty="0"/>
            </a:br>
            <a:r>
              <a:rPr lang="en-CA" dirty="0"/>
              <a:t>praises to Jehovah sing;</a:t>
            </a:r>
            <a:br>
              <a:rPr lang="en-CA" dirty="0"/>
            </a:br>
            <a:r>
              <a:rPr lang="en-CA" dirty="0"/>
              <a:t>with the swelling notes of music</a:t>
            </a:r>
            <a:br>
              <a:rPr lang="en-CA" dirty="0"/>
            </a:br>
            <a:r>
              <a:rPr lang="en-CA" dirty="0"/>
              <a:t>shout before the Lord, the King.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3. </a:t>
            </a:r>
            <a:r>
              <a:rPr lang="en-CA" dirty="0"/>
              <a:t>Seas with all your fullness thunder,</a:t>
            </a:r>
            <a:br>
              <a:rPr lang="en-CA" dirty="0"/>
            </a:br>
            <a:r>
              <a:rPr lang="en-CA" dirty="0"/>
              <a:t>all earth's peoples now rejoice;</a:t>
            </a:r>
            <a:br>
              <a:rPr lang="en-CA" dirty="0"/>
            </a:br>
            <a:r>
              <a:rPr lang="en-CA" dirty="0"/>
              <a:t>floods and hills in praise uniting,</a:t>
            </a:r>
            <a:br>
              <a:rPr lang="en-CA" dirty="0"/>
            </a:br>
            <a:r>
              <a:rPr lang="en-CA" dirty="0"/>
              <a:t>to the Lord lift up your voice.</a:t>
            </a:r>
            <a:br>
              <a:rPr lang="en-CA" dirty="0"/>
            </a:br>
            <a:r>
              <a:rPr lang="en-CA" dirty="0"/>
              <a:t>For, behold, the Lord is coming,</a:t>
            </a:r>
            <a:br>
              <a:rPr lang="en-CA" dirty="0"/>
            </a:br>
            <a:r>
              <a:rPr lang="en-CA" dirty="0"/>
              <a:t>robed in justice and in might;</a:t>
            </a:r>
            <a:br>
              <a:rPr lang="en-CA" dirty="0"/>
            </a:br>
            <a:r>
              <a:rPr lang="en-CA" dirty="0"/>
              <a:t>he alone will judge the nations,</a:t>
            </a:r>
            <a:br>
              <a:rPr lang="en-CA" dirty="0"/>
            </a:br>
            <a:r>
              <a:rPr lang="en-CA" dirty="0"/>
              <a:t>and his judgment shall be right.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9352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#98C Sing A New Song to Jehovah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#98C Sing A New Song to Jehovah</dc:title>
  <dc:creator>Eric Hoogendoorn</dc:creator>
  <cp:lastModifiedBy>Eric Hoogendoorn</cp:lastModifiedBy>
  <cp:revision>1</cp:revision>
  <dcterms:created xsi:type="dcterms:W3CDTF">2020-04-25T02:40:31Z</dcterms:created>
  <dcterms:modified xsi:type="dcterms:W3CDTF">2020-04-25T02:41:04Z</dcterms:modified>
</cp:coreProperties>
</file>