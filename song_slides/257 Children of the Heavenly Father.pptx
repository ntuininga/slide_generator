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0" r:id="rId3"/>
    <p:sldId id="291" r:id="rId4"/>
    <p:sldId id="292" r:id="rId5"/>
    <p:sldId id="293" r:id="rId6"/>
    <p:sldId id="29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5B114-6988-4524-9364-3D4D873A5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144925-7EA0-4A1F-97B2-EEEEFF5C2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47DD9-DC5A-4E84-9DA0-5061AB283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B0AFB-2DEB-4A66-AE3E-7CDF4C06AD2F}" type="datetimeFigureOut">
              <a:rPr lang="en-US" smtClean="0"/>
              <a:t>2/26/2022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B5F73-A43E-408D-873A-983D97498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89929-B6A0-4936-925F-920056D25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DFA63-3E6C-45C0-B376-7B02726FF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21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909D-15AD-4722-9660-26537E67E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6972-11DF-451A-A83F-CDE2FBFCF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CAC9B-F238-40F4-AC08-7F88DD34F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B0AFB-2DEB-4A66-AE3E-7CDF4C06AD2F}" type="datetimeFigureOut">
              <a:rPr lang="en-US" smtClean="0"/>
              <a:t>2/26/2022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350FC-664F-4F23-A7FE-DB6767C67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86944-C010-4CFB-AFEC-7BAD75036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DFA63-3E6C-45C0-B376-7B02726FF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06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4F634-19E5-453E-A0E0-C073C3EE1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FF6A7-110B-4D26-A401-E8FBB2964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CAC49-594D-4BFA-AF0B-8F4CC2180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B0AFB-2DEB-4A66-AE3E-7CDF4C06AD2F}" type="datetimeFigureOut">
              <a:rPr lang="en-US" smtClean="0"/>
              <a:t>2/26/2022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ED1C9-F117-4842-A2F5-E5A68BF14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27CB9-89F8-4D75-BCE1-F1F61331A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DFA63-3E6C-45C0-B376-7B02726FF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42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A395E-6659-464F-80DB-AD8A6303E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953CA-4D45-419F-A497-448EF0C1EE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D99AD2-D046-4FE0-8680-D2E62FB75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F8069-EB94-49A2-888F-3504C1E97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B0AFB-2DEB-4A66-AE3E-7CDF4C06AD2F}" type="datetimeFigureOut">
              <a:rPr lang="en-US" smtClean="0"/>
              <a:t>2/26/2022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CB4B5-C81A-4AB1-A14B-EC50C628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6293E-AE25-489F-8658-680489776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DFA63-3E6C-45C0-B376-7B02726FF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82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BACF8-E4D1-4677-840A-AC27D0235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ACDA3-E4B3-4C4A-8A71-B3A7D5FE7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0CD1B-9EB2-4D1E-AD3D-EC542FD0E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C88470-D580-4A8E-A228-BF92B3CE49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3113F4-E299-4E0B-8D01-D1AC03ED4C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505BE6-F978-4044-B3B4-6584F0083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B0AFB-2DEB-4A66-AE3E-7CDF4C06AD2F}" type="datetimeFigureOut">
              <a:rPr lang="en-US" smtClean="0"/>
              <a:t>2/26/2022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28CEDA-BDEC-4FDE-B412-4F209E5A5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2A5499-7495-49D2-8695-1706C9DC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DFA63-3E6C-45C0-B376-7B02726FF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21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5C10E-3354-41F2-8D88-FC5E3454B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431678-FDDF-4EF7-B39B-5780E3EF2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B0AFB-2DEB-4A66-AE3E-7CDF4C06AD2F}" type="datetimeFigureOut">
              <a:rPr lang="en-US" smtClean="0"/>
              <a:t>2/26/2022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C467C6-B772-46F0-B909-88F742692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E052E-9907-47DB-91E6-5334DDE5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DFA63-3E6C-45C0-B376-7B02726FF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9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D2D5F-E2BB-4672-8A8D-2F2E597D3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B0AFB-2DEB-4A66-AE3E-7CDF4C06AD2F}" type="datetimeFigureOut">
              <a:rPr lang="en-US" smtClean="0"/>
              <a:t>2/26/2022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1DA97C-9CC1-4F13-BE34-F547B8181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10984-A7F1-4914-9DED-C11E6C4E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DFA63-3E6C-45C0-B376-7B02726FF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306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FC7C6-EDF6-4994-BBFE-A8A7B50CA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48D02-CF65-4BB1-98C7-6F11956A7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D2A18-A9EA-4D5D-BD8A-8F301FCCF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93AB9-A12D-4B55-98C9-D190F4B14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B0AFB-2DEB-4A66-AE3E-7CDF4C06AD2F}" type="datetimeFigureOut">
              <a:rPr lang="en-US" smtClean="0"/>
              <a:t>2/26/2022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67EA1-EA4B-4873-A7C1-BB540D1FF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12F1B-D285-432F-A334-A36096E18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DFA63-3E6C-45C0-B376-7B02726FF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07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6DB19-82D7-4C98-90F1-DFE54D3BF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D23D01-F4C6-4256-A23A-B9B5CA39D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21B986-FC33-4318-BC1C-C12262129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DB08C-4474-475C-A122-D882F2C8D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B0AFB-2DEB-4A66-AE3E-7CDF4C06AD2F}" type="datetimeFigureOut">
              <a:rPr lang="en-US" smtClean="0"/>
              <a:t>2/26/2022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7B812-675A-4A33-878E-DC09A935B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95B4D-37CF-4218-885E-2D58CFA97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DFA63-3E6C-45C0-B376-7B02726FF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5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5909A-028B-4D43-A35F-8705B1DF0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AD4C37-6173-42BE-99A0-079D98154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7E03D-497F-44BC-96AA-DE7C8539C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B0AFB-2DEB-4A66-AE3E-7CDF4C06AD2F}" type="datetimeFigureOut">
              <a:rPr lang="en-US" smtClean="0"/>
              <a:t>2/26/2022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C0D1F-E033-40DF-BE8B-7334689E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62091-F4A6-4300-A89E-0CFBEAE96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DFA63-3E6C-45C0-B376-7B02726FF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959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51FFFE-4EE5-407D-A97E-B5A27A2A1E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73DD6-58D4-4FA9-968E-B621CE80E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090A5-F284-46CF-9F68-3D06AB23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B0AFB-2DEB-4A66-AE3E-7CDF4C06AD2F}" type="datetimeFigureOut">
              <a:rPr lang="en-US" smtClean="0"/>
              <a:t>2/26/2022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FFA29-4978-4781-A0E1-B0F84B30E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FEC64-913C-4FA8-A58A-3A7677E64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DFA63-3E6C-45C0-B376-7B02726FF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89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CC09FC-FABF-4D1C-AA6D-CBE70EAF0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462EB-994B-4808-B4E7-6A615491F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BFA6F-BD1E-4120-9908-498A0435B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3B0AFB-2DEB-4A66-AE3E-7CDF4C06AD2F}" type="datetimeFigureOut">
              <a:rPr lang="en-US" smtClean="0"/>
              <a:t>2/26/2022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C10C6-A6B1-4CAC-88D1-A2401797C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16847-B782-4368-B5FB-CDEC19494A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DFA63-3E6C-45C0-B376-7B02726FF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523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186C80-FADD-42AD-9635-A041B1D2A357}"/>
              </a:ext>
            </a:extLst>
          </p:cNvPr>
          <p:cNvSpPr txBox="1"/>
          <p:nvPr/>
        </p:nvSpPr>
        <p:spPr>
          <a:xfrm>
            <a:off x="390525" y="171449"/>
            <a:ext cx="11410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#257 Children of the Heavenly Father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41DD35-7FFA-4493-A701-A02A3B747E3A}"/>
              </a:ext>
            </a:extLst>
          </p:cNvPr>
          <p:cNvSpPr txBox="1"/>
          <p:nvPr/>
        </p:nvSpPr>
        <p:spPr>
          <a:xfrm>
            <a:off x="1595437" y="1874728"/>
            <a:ext cx="90011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sz="2800" dirty="0"/>
              <a:t>Children of the </a:t>
            </a:r>
            <a:r>
              <a:rPr lang="en-US" sz="2800" dirty="0" err="1"/>
              <a:t>heav'nly</a:t>
            </a:r>
            <a:r>
              <a:rPr lang="en-US" sz="2800" dirty="0"/>
              <a:t> Father </a:t>
            </a:r>
            <a:br>
              <a:rPr lang="en-US" sz="2800" dirty="0"/>
            </a:br>
            <a:r>
              <a:rPr lang="en-US" sz="2800" dirty="0"/>
              <a:t>safely in his bosom gather; </a:t>
            </a:r>
            <a:br>
              <a:rPr lang="en-US" sz="2800" dirty="0"/>
            </a:br>
            <a:r>
              <a:rPr lang="en-US" sz="2800" dirty="0"/>
              <a:t>nestling bird nor star in heaven </a:t>
            </a:r>
            <a:br>
              <a:rPr lang="en-US" sz="2800" dirty="0"/>
            </a:br>
            <a:r>
              <a:rPr lang="en-US" sz="2800" dirty="0"/>
              <a:t>such a refuge e'er was given. 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0489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9A0D9E-6D30-4F84-8719-B02417C14D9A}"/>
              </a:ext>
            </a:extLst>
          </p:cNvPr>
          <p:cNvSpPr txBox="1"/>
          <p:nvPr/>
        </p:nvSpPr>
        <p:spPr>
          <a:xfrm>
            <a:off x="1757362" y="1874728"/>
            <a:ext cx="86772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</a:t>
            </a:r>
            <a:r>
              <a:rPr lang="en-US" sz="2800" dirty="0"/>
              <a:t>God his own doth tend and nourish, </a:t>
            </a:r>
            <a:br>
              <a:rPr lang="en-US" sz="2800" dirty="0"/>
            </a:br>
            <a:r>
              <a:rPr lang="en-US" sz="2800" dirty="0"/>
              <a:t>in his holy courts they flourish; </a:t>
            </a:r>
            <a:br>
              <a:rPr lang="en-US" sz="2800" dirty="0"/>
            </a:br>
            <a:r>
              <a:rPr lang="en-US" sz="2800" dirty="0"/>
              <a:t>from all evil things he spares them,</a:t>
            </a:r>
            <a:br>
              <a:rPr lang="en-US" sz="2800" dirty="0"/>
            </a:br>
            <a:r>
              <a:rPr lang="en-US" sz="2800" dirty="0"/>
              <a:t>in his mighty arms he bears them. 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3970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9A0D9E-6D30-4F84-8719-B02417C14D9A}"/>
              </a:ext>
            </a:extLst>
          </p:cNvPr>
          <p:cNvSpPr txBox="1"/>
          <p:nvPr/>
        </p:nvSpPr>
        <p:spPr>
          <a:xfrm>
            <a:off x="1757362" y="1874728"/>
            <a:ext cx="86772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lang="en-US" sz="2800" dirty="0"/>
              <a:t>Neither life nor death shall ever </a:t>
            </a:r>
            <a:br>
              <a:rPr lang="en-US" sz="2800" dirty="0"/>
            </a:br>
            <a:r>
              <a:rPr lang="en-US" sz="2800" dirty="0"/>
              <a:t>from the Lord his children sever; </a:t>
            </a:r>
            <a:br>
              <a:rPr lang="en-US" sz="2800" dirty="0"/>
            </a:br>
            <a:r>
              <a:rPr lang="en-US" sz="2800" dirty="0"/>
              <a:t>unto them his grace he </a:t>
            </a:r>
            <a:r>
              <a:rPr lang="en-US" sz="2800" dirty="0" err="1"/>
              <a:t>showeth</a:t>
            </a:r>
            <a:r>
              <a:rPr lang="en-US" sz="2800" dirty="0"/>
              <a:t>, </a:t>
            </a:r>
            <a:br>
              <a:rPr lang="en-US" sz="2800" dirty="0"/>
            </a:br>
            <a:r>
              <a:rPr lang="en-US" sz="2800" dirty="0"/>
              <a:t>and their sorrows all he </a:t>
            </a:r>
            <a:r>
              <a:rPr lang="en-US" sz="2800" dirty="0" err="1"/>
              <a:t>knoweth</a:t>
            </a:r>
            <a:r>
              <a:rPr lang="en-US" sz="2800" dirty="0"/>
              <a:t>. 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570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9A0D9E-6D30-4F84-8719-B02417C14D9A}"/>
              </a:ext>
            </a:extLst>
          </p:cNvPr>
          <p:cNvSpPr txBox="1"/>
          <p:nvPr/>
        </p:nvSpPr>
        <p:spPr>
          <a:xfrm>
            <a:off x="1757362" y="1874728"/>
            <a:ext cx="86772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</a:t>
            </a:r>
            <a:r>
              <a:rPr lang="en-US" sz="2800" dirty="0"/>
              <a:t>Praise the Lord in joyful numbers,</a:t>
            </a:r>
            <a:br>
              <a:rPr lang="en-US" sz="2800" dirty="0"/>
            </a:br>
            <a:r>
              <a:rPr lang="en-US" sz="2800" dirty="0"/>
              <a:t>your Protector never slumbers;</a:t>
            </a:r>
            <a:br>
              <a:rPr lang="en-US" sz="2800" dirty="0"/>
            </a:br>
            <a:r>
              <a:rPr lang="en-US" sz="2800" dirty="0"/>
              <a:t>at the will of your Defender</a:t>
            </a:r>
            <a:br>
              <a:rPr lang="en-US" sz="2800" dirty="0"/>
            </a:br>
            <a:r>
              <a:rPr lang="en-US" sz="2800" dirty="0" err="1"/>
              <a:t>ev'ry</a:t>
            </a:r>
            <a:r>
              <a:rPr lang="en-US" sz="2800" dirty="0"/>
              <a:t> foeman must surrender.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670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9A0D9E-6D30-4F84-8719-B02417C14D9A}"/>
              </a:ext>
            </a:extLst>
          </p:cNvPr>
          <p:cNvSpPr txBox="1"/>
          <p:nvPr/>
        </p:nvSpPr>
        <p:spPr>
          <a:xfrm>
            <a:off x="1757362" y="1874728"/>
            <a:ext cx="86772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</a:t>
            </a:r>
            <a:r>
              <a:rPr lang="en-US" sz="2800" dirty="0"/>
              <a:t>Though he giveth or he taketh,</a:t>
            </a:r>
            <a:br>
              <a:rPr lang="en-US" sz="2800" dirty="0"/>
            </a:br>
            <a:r>
              <a:rPr lang="en-US" sz="2800" dirty="0"/>
              <a:t>God his children ne'er </a:t>
            </a:r>
            <a:r>
              <a:rPr lang="en-US" sz="2800" dirty="0" err="1"/>
              <a:t>forsaketh</a:t>
            </a:r>
            <a:r>
              <a:rPr lang="en-US" sz="2800" dirty="0"/>
              <a:t>; </a:t>
            </a:r>
            <a:br>
              <a:rPr lang="en-US" sz="2800" dirty="0"/>
            </a:br>
            <a:r>
              <a:rPr lang="en-US" sz="2800" dirty="0"/>
              <a:t>his the loving purpose solely </a:t>
            </a:r>
            <a:br>
              <a:rPr lang="en-US" sz="2800" dirty="0"/>
            </a:br>
            <a:r>
              <a:rPr lang="en-US" sz="2800" dirty="0"/>
              <a:t>to preserve them pure and holy. 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8174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9A0D9E-6D30-4F84-8719-B02417C14D9A}"/>
              </a:ext>
            </a:extLst>
          </p:cNvPr>
          <p:cNvSpPr txBox="1"/>
          <p:nvPr/>
        </p:nvSpPr>
        <p:spPr>
          <a:xfrm>
            <a:off x="1757362" y="1874728"/>
            <a:ext cx="86772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 </a:t>
            </a:r>
            <a:r>
              <a:rPr lang="en-US" sz="2800" dirty="0"/>
              <a:t>More secure is no one ever</a:t>
            </a:r>
            <a:br>
              <a:rPr lang="en-US" sz="2800" dirty="0"/>
            </a:br>
            <a:r>
              <a:rPr lang="en-US" sz="2800" dirty="0"/>
              <a:t>than the loved ones of the Savior;</a:t>
            </a:r>
            <a:br>
              <a:rPr lang="en-US" sz="2800" dirty="0"/>
            </a:br>
            <a:r>
              <a:rPr lang="en-US" sz="2800" dirty="0"/>
              <a:t>not yon star on high abiding</a:t>
            </a:r>
            <a:br>
              <a:rPr lang="en-US" sz="2800" dirty="0"/>
            </a:br>
            <a:r>
              <a:rPr lang="en-US" sz="2800" dirty="0"/>
              <a:t>nor the bird in home-nest hiding.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3053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2022-02-26T20:49:31Z</dcterms:created>
  <dcterms:modified xsi:type="dcterms:W3CDTF">2022-02-26T20:49:58Z</dcterms:modified>
</cp:coreProperties>
</file>