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63" r:id="rId3"/>
    <p:sldId id="364" r:id="rId4"/>
    <p:sldId id="341" r:id="rId5"/>
    <p:sldId id="320" r:id="rId6"/>
    <p:sldId id="366" r:id="rId7"/>
    <p:sldId id="345" r:id="rId8"/>
    <p:sldId id="3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4FF9-33A5-4C10-909A-05FAB463C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2DC7B-D6CF-4780-9325-5C8BA57A6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551F7-0F75-4601-8F98-6D28A886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0FED9-D403-4EF3-8D6F-0343216B6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6A428-1729-48B4-93C4-B76D8E34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23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A6F19-464B-40C9-B5A9-123836E77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FA35A-0E6A-4099-B6D0-1BEB21C45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29347-96BD-4237-A466-BA398C2FC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BFB47-439E-407C-94B4-A24937F3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6390-434D-4B3B-8BED-748CD30C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7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1B71-1CFC-4107-AC09-F53AD7F42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CD808-1D79-479E-949A-16BFF7FAC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2AD51-DDDE-4EDD-B08D-C2D8323A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99BA9-F7CF-4206-A29F-6687235C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5276A-20F3-4EEC-B811-41F9D2D9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0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CA18-ED18-4419-9B73-0FF3FC829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68865-150B-409A-94B3-373FA5345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E6476-EF5F-4F45-80AE-DC6BC1182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AF394-4B0B-4DC8-B931-5DE8F178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B1BDB-B84F-43CC-B095-0A6D58F8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7C429-F963-4EC3-AD8F-91F7A483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55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1A69C-5FF3-4AC9-8205-3DB99A80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0D295-01C5-4B0C-9260-F7535A7F9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642DB-A886-4B20-8318-D5D60038F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4290B-EA98-4F60-80BE-2FB4D2BE5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E430B-72A7-49F5-8F35-5D7A80A81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63304-EEBF-47FA-8B3A-DFE548BFF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320C6A-D08F-4B34-8467-4D49ED78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3E698-B1CD-4CA6-A4F8-1EB46360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7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07DC-E73D-493E-8591-40F42C73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DF8986-4BB2-4706-B86A-277CCCD2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7EF2C-5AEB-4FDC-BD4B-A9ECC96F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3D54D-977D-4422-8627-27D2A01B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4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12889-10B7-44FA-8DAC-2DA3DC13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BC479-8CC9-46B4-B88D-BCB41292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F707B-2259-4780-A08C-12463AAE2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E4D54-306D-49E0-BAB1-BB5E0DBBD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76D5-E2F6-4067-9DF2-667AB7A67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1A874-03F7-4844-B08B-C55FA910F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3D0AC-FC39-46FD-A2B3-5E491D1D6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AE5AD-433F-4125-A8E5-5D309D7F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65CC4-1866-4546-8CC9-F95FFC16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8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DE4F-9AE3-436D-90D9-9412E7C7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7C6CE-2A07-4F3A-B8A1-C59C805F1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A0D51-E411-4620-BEAF-D7BD3B834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6DAF7-11C8-4DEB-A2B8-2CE389C4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508B3-11F4-419E-A884-092509D2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6AADA-FD9E-4042-8678-BFE6A885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1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251C-2044-4760-A82D-B599E9799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586AA9-09FF-4790-92D2-87C5E7254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FEF87-C02B-41BE-BD20-DB7F341E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549A-EB96-4A1B-8557-7B8449C7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4FB4C-7EDD-4116-A4FA-EA83A33A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0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D72AD9-33FD-4078-813D-E572B2F71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78EA7-8F44-4D49-B839-84D048246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39583-F6AE-4D82-865A-B0C9132A3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0B35C-E1C5-4F95-AC6B-74846CD4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78178-42EA-4681-B3A2-A0AFE39C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27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BE8644-C410-42D7-8B3D-A5897374C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1F690-51EA-404E-9879-408FD5573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907AE-D655-4A0F-BB2B-3028F5F82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8E1EE-4FEC-4A24-8B86-971B825EC6DB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E3FF2-BCC0-4BCA-A68B-08F1A9039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C02D2-FCE3-452C-982B-FF1DF411D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21807-35CD-4C3A-8F3B-9CD073CD01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00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The </a:t>
            </a:r>
            <a:r>
              <a:rPr lang="en-US" sz="2800" dirty="0" err="1"/>
              <a:t>heav’ns</a:t>
            </a:r>
            <a:r>
              <a:rPr lang="en-US" sz="2800" dirty="0"/>
              <a:t> above declare</a:t>
            </a:r>
          </a:p>
          <a:p>
            <a:pPr algn="ctr"/>
            <a:r>
              <a:rPr lang="en-US" sz="2800" dirty="0"/>
              <a:t>The glory of our God;</a:t>
            </a:r>
          </a:p>
          <a:p>
            <a:pPr algn="ctr"/>
            <a:r>
              <a:rPr lang="en-US" sz="2800" dirty="0"/>
              <a:t>And what his hands have made</a:t>
            </a:r>
          </a:p>
          <a:p>
            <a:pPr algn="ctr"/>
            <a:r>
              <a:rPr lang="en-US" sz="2800" dirty="0"/>
              <a:t>The skies proclaim abroad.</a:t>
            </a:r>
          </a:p>
          <a:p>
            <a:pPr algn="ctr"/>
            <a:r>
              <a:rPr lang="en-US" sz="2800" dirty="0"/>
              <a:t>For day by day they pour out speech</a:t>
            </a:r>
            <a:r>
              <a:rPr lang="en-CA" sz="2800" dirty="0"/>
              <a:t>,</a:t>
            </a:r>
          </a:p>
          <a:p>
            <a:pPr algn="ctr"/>
            <a:r>
              <a:rPr lang="en-CA" sz="2800" dirty="0"/>
              <a:t>And night by night their knowledge teach.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#19A The Heavens Above Declare</a:t>
            </a:r>
          </a:p>
        </p:txBody>
      </p:sp>
    </p:spTree>
    <p:extLst>
      <p:ext uri="{BB962C8B-B14F-4D97-AF65-F5344CB8AC3E}">
        <p14:creationId xmlns:p14="http://schemas.microsoft.com/office/powerpoint/2010/main" val="426667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811685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2. No language do they use,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nor any spoken word;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they utter not a sound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yet their voice is heard.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Throughout the world their voice resounds,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their words to earth’s remotest bounds.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811685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dirty="0">
                <a:solidFill>
                  <a:prstClr val="black"/>
                </a:solidFill>
              </a:rPr>
              <a:t>3</a:t>
            </a:r>
            <a:r>
              <a:rPr lang="en-CA" sz="2800">
                <a:solidFill>
                  <a:prstClr val="black"/>
                </a:solidFill>
              </a:rPr>
              <a:t>. </a:t>
            </a:r>
            <a:r>
              <a:rPr lang="en-CA" sz="2800" dirty="0">
                <a:solidFill>
                  <a:prstClr val="black"/>
                </a:solidFill>
              </a:rPr>
              <a:t>God set a tent in </a:t>
            </a:r>
            <a:r>
              <a:rPr lang="en-CA" sz="2800" dirty="0" err="1">
                <a:solidFill>
                  <a:prstClr val="black"/>
                </a:solidFill>
              </a:rPr>
              <a:t>heav’n</a:t>
            </a:r>
            <a:r>
              <a:rPr lang="en-CA" sz="2800" dirty="0">
                <a:solidFill>
                  <a:prstClr val="black"/>
                </a:solidFill>
              </a:rPr>
              <a:t>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 dwelling for the sun,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which like a bridegroom, leaves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his wedding tent at dawn,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a strong, heroic man,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goes forth with joy his race to run.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002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The perfect law of God</a:t>
            </a:r>
          </a:p>
          <a:p>
            <a:pPr algn="ctr"/>
            <a:r>
              <a:rPr lang="en-US" sz="2800" dirty="0"/>
              <a:t>Will make the soul revive;</a:t>
            </a:r>
          </a:p>
          <a:p>
            <a:pPr algn="ctr"/>
            <a:r>
              <a:rPr lang="en-US" sz="2800" dirty="0"/>
              <a:t>His statutes, sure and true,</a:t>
            </a:r>
          </a:p>
          <a:p>
            <a:pPr algn="ctr"/>
            <a:r>
              <a:rPr lang="en-US" sz="2800" dirty="0"/>
              <a:t>Will make the simple wise.</a:t>
            </a:r>
          </a:p>
          <a:p>
            <a:pPr algn="ctr"/>
            <a:r>
              <a:rPr lang="en-US" sz="2800" dirty="0"/>
              <a:t>The precepts of the Lord are right</a:t>
            </a:r>
          </a:p>
          <a:p>
            <a:pPr algn="ctr"/>
            <a:r>
              <a:rPr lang="en-US" sz="2800" dirty="0"/>
              <a:t>And fill the heart with great delight.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58591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</a:t>
            </a:r>
            <a:r>
              <a:rPr lang="en-US" sz="2800" dirty="0"/>
              <a:t>God’s radiant commands</a:t>
            </a:r>
          </a:p>
          <a:p>
            <a:pPr algn="ctr"/>
            <a:r>
              <a:rPr lang="en-US" sz="2800" dirty="0"/>
              <a:t>Shed light on what we see;</a:t>
            </a:r>
          </a:p>
          <a:p>
            <a:pPr algn="ctr"/>
            <a:r>
              <a:rPr lang="en-US" sz="2800" dirty="0"/>
              <a:t>The fear of God is pure</a:t>
            </a:r>
          </a:p>
          <a:p>
            <a:pPr algn="ctr"/>
            <a:r>
              <a:rPr lang="en-US" sz="2800" dirty="0"/>
              <a:t>And lasts eternally.</a:t>
            </a:r>
          </a:p>
          <a:p>
            <a:pPr algn="ctr"/>
            <a:r>
              <a:rPr lang="en-US" sz="2800" dirty="0"/>
              <a:t>The standards of the Lord express</a:t>
            </a:r>
          </a:p>
          <a:p>
            <a:pPr algn="ctr"/>
            <a:r>
              <a:rPr lang="en-US" sz="2800" dirty="0"/>
              <a:t>His perfect truth and righteousness.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2549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7.</a:t>
            </a:r>
            <a:r>
              <a:rPr lang="en-CA" sz="2800" dirty="0"/>
              <a:t> Of far more worth than gold –</a:t>
            </a:r>
          </a:p>
          <a:p>
            <a:pPr algn="ctr"/>
            <a:r>
              <a:rPr lang="en-CA" sz="2800"/>
              <a:t>Than much </a:t>
            </a:r>
            <a:r>
              <a:rPr lang="en-CA" sz="2800" dirty="0"/>
              <a:t>pure gold –they are;</a:t>
            </a:r>
          </a:p>
          <a:p>
            <a:pPr algn="ctr"/>
            <a:r>
              <a:rPr lang="en-CA" sz="2800" dirty="0"/>
              <a:t>Than honey from the comb, </a:t>
            </a:r>
          </a:p>
          <a:p>
            <a:pPr algn="ctr"/>
            <a:r>
              <a:rPr lang="en-CA" sz="2800" dirty="0"/>
              <a:t>Than honey sweeter far.</a:t>
            </a:r>
          </a:p>
          <a:p>
            <a:pPr algn="ctr"/>
            <a:r>
              <a:rPr lang="en-CA" sz="2800" dirty="0"/>
              <a:t>They warn the servant of the Lord;</a:t>
            </a:r>
          </a:p>
          <a:p>
            <a:pPr algn="ctr"/>
            <a:r>
              <a:rPr lang="en-CA" sz="2800" dirty="0"/>
              <a:t>In keeping them is great reward.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05228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8.</a:t>
            </a:r>
            <a:r>
              <a:rPr lang="en-CA" sz="2800" dirty="0"/>
              <a:t> </a:t>
            </a:r>
            <a:r>
              <a:rPr lang="en-US" sz="2800" dirty="0"/>
              <a:t>Who can discern his faults?</a:t>
            </a:r>
          </a:p>
          <a:p>
            <a:pPr algn="ctr"/>
            <a:r>
              <a:rPr lang="en-US" sz="2800" dirty="0"/>
              <a:t>Forgive my hidden sin.</a:t>
            </a:r>
          </a:p>
          <a:p>
            <a:pPr algn="ctr"/>
            <a:r>
              <a:rPr lang="en-US" sz="2800" dirty="0"/>
              <a:t>Protect from willful sins;</a:t>
            </a:r>
          </a:p>
          <a:p>
            <a:pPr algn="ctr"/>
            <a:r>
              <a:rPr lang="en-US" sz="2800" dirty="0"/>
              <a:t>Let them not reign within.</a:t>
            </a:r>
          </a:p>
          <a:p>
            <a:pPr algn="ctr"/>
            <a:r>
              <a:rPr lang="en-US" sz="2800" dirty="0"/>
              <a:t>Then blameless shall your servant be,</a:t>
            </a:r>
          </a:p>
          <a:p>
            <a:pPr algn="ctr"/>
            <a:r>
              <a:rPr lang="en-US" sz="2800" dirty="0"/>
              <a:t>From great transgression now </a:t>
            </a:r>
            <a:r>
              <a:rPr lang="en-US" sz="2800"/>
              <a:t>set free</a:t>
            </a:r>
            <a:r>
              <a:rPr lang="en-US" sz="2800" dirty="0"/>
              <a:t>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2976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9.</a:t>
            </a:r>
            <a:r>
              <a:rPr lang="en-CA" sz="2800" dirty="0"/>
              <a:t> </a:t>
            </a:r>
            <a:r>
              <a:rPr lang="en-US" sz="2800" dirty="0"/>
              <a:t>So let the words I speak</a:t>
            </a:r>
          </a:p>
          <a:p>
            <a:pPr algn="ctr"/>
            <a:r>
              <a:rPr lang="en-US" sz="2800" dirty="0"/>
              <a:t>be pleasing in your sight;</a:t>
            </a:r>
          </a:p>
          <a:p>
            <a:pPr algn="ctr"/>
            <a:r>
              <a:rPr lang="en-US" sz="2800" dirty="0"/>
              <a:t>and let my inmost thoughts</a:t>
            </a:r>
          </a:p>
          <a:p>
            <a:pPr algn="ctr"/>
            <a:r>
              <a:rPr lang="en-US" sz="2800" dirty="0"/>
              <a:t>be in your judgments right.</a:t>
            </a:r>
          </a:p>
          <a:p>
            <a:pPr algn="ctr"/>
            <a:r>
              <a:rPr lang="en-US" sz="2800" dirty="0"/>
              <a:t>O Lord, you are a rock to me;</a:t>
            </a:r>
          </a:p>
          <a:p>
            <a:pPr algn="ctr"/>
            <a:r>
              <a:rPr lang="en-US" sz="2800" dirty="0"/>
              <a:t>You have redeemed and set me free.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385135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407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</cp:lastModifiedBy>
  <cp:revision>6</cp:revision>
  <dcterms:created xsi:type="dcterms:W3CDTF">2020-07-18T00:00:21Z</dcterms:created>
  <dcterms:modified xsi:type="dcterms:W3CDTF">2023-02-24T16:11:03Z</dcterms:modified>
</cp:coreProperties>
</file>