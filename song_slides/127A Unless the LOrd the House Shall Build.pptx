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12192000" cy="6858000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4400" spc="-1" strike="noStrike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4400" spc="-1" strike="noStrike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4400" spc="-1" strike="noStrike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4400" spc="-1" strike="noStrike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4400" spc="-1" strike="noStrike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4400" spc="-1" strike="noStrike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4400" spc="-1" strike="noStrike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4400" spc="-1" strike="noStrike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CA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CA" sz="4400" spc="-1" strike="noStrike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CA" sz="3200" spc="-1" strike="noStrike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CA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CA" sz="1800" spc="-1" strike="noStrike">
                <a:latin typeface="Arial"/>
              </a:rPr>
              <a:t>Click to edit the title text format</a:t>
            </a:r>
            <a:endParaRPr b="0" lang="en-CA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Arial"/>
              </a:rPr>
              <a:t>Click to edit the outline text format</a:t>
            </a:r>
            <a:endParaRPr b="0" lang="en-CA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1800" spc="-1" strike="noStrike">
                <a:latin typeface="Arial"/>
              </a:rPr>
              <a:t>Second Outline Level</a:t>
            </a:r>
            <a:endParaRPr b="0" lang="en-CA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Arial"/>
              </a:rPr>
              <a:t>Third Outline Level</a:t>
            </a:r>
            <a:endParaRPr b="0" lang="en-CA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1800" spc="-1" strike="noStrike">
                <a:latin typeface="Arial"/>
              </a:rPr>
              <a:t>Fourth Outline Level</a:t>
            </a:r>
            <a:endParaRPr b="0" lang="en-CA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Arial"/>
              </a:rPr>
              <a:t>Fifth Outline Level</a:t>
            </a:r>
            <a:endParaRPr b="0" lang="en-CA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Arial"/>
              </a:rPr>
              <a:t>Sixth Outline Level</a:t>
            </a:r>
            <a:endParaRPr b="0" lang="en-CA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latin typeface="Arial"/>
              </a:rPr>
              <a:t>Seventh Outline Level</a:t>
            </a:r>
            <a:endParaRPr b="0" lang="en-CA" sz="18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CA" sz="4400" spc="-1" strike="noStrike">
                <a:latin typeface="Arial"/>
              </a:rPr>
              <a:t>Click to edit the title text format</a:t>
            </a:r>
            <a:endParaRPr b="0" lang="en-CA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3200" spc="-1" strike="noStrike">
                <a:latin typeface="Arial"/>
              </a:rPr>
              <a:t>Click to edit the outline text format</a:t>
            </a:r>
            <a:endParaRPr b="0" lang="en-CA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800" spc="-1" strike="noStrike">
                <a:latin typeface="Arial"/>
              </a:rPr>
              <a:t>Second Outline Level</a:t>
            </a:r>
            <a:endParaRPr b="0" lang="en-CA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latin typeface="Arial"/>
              </a:rPr>
              <a:t>Third Outline Level</a:t>
            </a:r>
            <a:endParaRPr b="0" lang="en-CA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pc="-1" strike="noStrike">
                <a:latin typeface="Arial"/>
              </a:rPr>
              <a:t>Fourth Outline Level</a:t>
            </a:r>
            <a:endParaRPr b="0" lang="en-CA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Fifth Outline Level</a:t>
            </a:r>
            <a:endParaRPr b="0" lang="en-CA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Sixth Outline Level</a:t>
            </a:r>
            <a:endParaRPr b="0" lang="en-CA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latin typeface="Arial"/>
              </a:rPr>
              <a:t>Seventh Outline Level</a:t>
            </a:r>
            <a:endParaRPr b="0" lang="en-CA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CustomShape 1"/>
          <p:cNvSpPr/>
          <p:nvPr/>
        </p:nvSpPr>
        <p:spPr>
          <a:xfrm>
            <a:off x="1062000" y="257040"/>
            <a:ext cx="10066680" cy="143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i="1" lang="en-CA" sz="4400" spc="-1" strike="noStrike">
                <a:solidFill>
                  <a:srgbClr val="000000"/>
                </a:solidFill>
                <a:latin typeface="Calibri Light"/>
                <a:ea typeface="DejaVu Sans"/>
              </a:rPr>
              <a:t>#127A Unless the Lord the House Shall Build</a:t>
            </a:r>
            <a:endParaRPr b="0" lang="en-CA" sz="4400" spc="-1" strike="noStrike">
              <a:latin typeface="Arial"/>
            </a:endParaRPr>
          </a:p>
        </p:txBody>
      </p:sp>
      <p:sp>
        <p:nvSpPr>
          <p:cNvPr id="77" name="CustomShape 2"/>
          <p:cNvSpPr/>
          <p:nvPr/>
        </p:nvSpPr>
        <p:spPr>
          <a:xfrm>
            <a:off x="4038840" y="6356880"/>
            <a:ext cx="41137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  <a:ea typeface="DejaVu Sans"/>
              </a:rPr>
              <a:t>Trinity Psalter Hymnal, 2018</a:t>
            </a:r>
            <a:endParaRPr b="0" lang="en-CA" sz="1200" spc="-1" strike="noStrike">
              <a:latin typeface="Arial"/>
            </a:endParaRPr>
          </a:p>
        </p:txBody>
      </p:sp>
      <p:sp>
        <p:nvSpPr>
          <p:cNvPr id="78" name="CustomShape 3"/>
          <p:cNvSpPr/>
          <p:nvPr/>
        </p:nvSpPr>
        <p:spPr>
          <a:xfrm>
            <a:off x="2695680" y="2573640"/>
            <a:ext cx="6799680" cy="168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8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i="1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1.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Unless the Lord the house shall build,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8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the weary builders toil in vain;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8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unless the Lord the city shield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8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the guards a useless watch maintain.</a:t>
            </a:r>
            <a:endParaRPr b="0" lang="en-CA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CustomShape 1"/>
          <p:cNvSpPr/>
          <p:nvPr/>
        </p:nvSpPr>
        <p:spPr>
          <a:xfrm>
            <a:off x="2695680" y="2573640"/>
            <a:ext cx="6799680" cy="168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8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i="1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2.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In vain you rise ere morning break,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8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and late your nightly vigils keep,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8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and of the bread of toil partake;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8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God gives to his beloved sleep.</a:t>
            </a:r>
            <a:endParaRPr b="0" lang="en-CA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CustomShape 1"/>
          <p:cNvSpPr/>
          <p:nvPr/>
        </p:nvSpPr>
        <p:spPr>
          <a:xfrm>
            <a:off x="2695680" y="2573640"/>
            <a:ext cx="6799680" cy="168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8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i="1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3.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Lo, children are a great reward,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8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a gift from God in very truth;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8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with arrows is his quiver stored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8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who joys in children of his youth.</a:t>
            </a:r>
            <a:endParaRPr b="0" lang="en-CA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CustomShape 1"/>
          <p:cNvSpPr/>
          <p:nvPr/>
        </p:nvSpPr>
        <p:spPr>
          <a:xfrm>
            <a:off x="2695680" y="2573640"/>
            <a:ext cx="6799680" cy="168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8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i="1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4. 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And blest the man whose age is cheered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8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by stalwart sons and daughters fair;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8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no enemies by him are feared,</a:t>
            </a:r>
            <a:endParaRPr b="0" lang="en-CA" sz="2800" spc="-1" strike="noStrike">
              <a:latin typeface="Arial"/>
            </a:endParaRPr>
          </a:p>
          <a:p>
            <a:pPr algn="ctr">
              <a:lnSpc>
                <a:spcPct val="8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no lack of love, no want of care.</a:t>
            </a:r>
            <a:endParaRPr b="0" lang="en-CA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LibreOffice/7.0.4.2$Linux_X86_64 LibreOffice_project/00$Build-2</Application>
  <AppVersion>15.0000</AppVersion>
  <Words>128</Words>
  <Paragraphs>17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2021-04-17T17:15:24Z</dcterms:created>
  <dc:creator>Anya Hoogendoorn</dc:creator>
  <dc:description/>
  <dc:language>en-CA</dc:language>
  <cp:lastModifiedBy/>
  <dcterms:modified xsi:type="dcterms:W3CDTF">2023-06-17T20:31:01Z</dcterms:modified>
  <cp:revision>5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4</vt:i4>
  </property>
</Properties>
</file>