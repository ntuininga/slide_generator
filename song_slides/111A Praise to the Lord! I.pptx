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E3324-9643-422F-9CFF-CAA390C5C74E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29CC6-7F76-4327-9BEF-7A48CCE26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3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4177-1D6E-9116-78AD-23557A310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D0AF9-93CC-1573-14AB-2D8140880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806FC-74C7-0CF1-7172-A60AF633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3F22-0329-49A4-89BA-967ABE8F1F19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A2A4E-9F35-46F1-409F-00DE7630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BBBDF-FA08-DF1B-BD4E-CE0D15F2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5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9221-EECA-F384-F9A5-11C87D0E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DBFD-F204-2B06-D2A1-E06D606D8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2E6BB-5DEE-6461-CEE7-895971931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28C5A-6FAC-442B-8E23-32A43A286065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B743-4A10-CF38-F68F-114470D5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3E28-A6F3-C1E8-2B5C-85814F9F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5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5109-EE4E-F22D-163F-2C2E31FE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E22CD-FC6D-EE88-0A92-F1DAC0A3B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955C2-35BF-27EE-EF6D-F2C0B5069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DE70-4100-4045-BB4B-236C98E595F3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83486-B70A-8EA2-2DE7-0BCD75A8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4C6E9-1BE0-C3FB-9428-1545B4B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2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118B-2072-5AEF-E213-673453C0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43A2E-746D-541B-AE89-ECF889D2C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486E8-C7BE-D82E-016C-32557D250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5A559-CCC8-371E-13F7-B0B14039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DC6C-8054-49A0-8158-33B60AE6BE9B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AE603-AE34-16A0-2DEA-4FE0D6EB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F3AA7-477E-ED46-2EC3-775BF67F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2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53419-D448-1783-39A4-F88CC44E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B8803-B39A-997A-A1E5-F6554B80A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8212C-6C30-6186-82A4-F3D195577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CC144-9305-C6A7-6BF6-2283AC08F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FF1D86-035C-9D2A-9D2E-E5C65AAFE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BD4FC-610F-34F0-749C-7AFF0401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4C76-C3CD-472B-BDDC-7B77B634BFA8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F91F2-672F-AF48-75B6-EE3D6F4B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AFB8E-75CB-1024-4E44-FB05FFFE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7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78F6-F665-A6AC-D0FA-06CDDE34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51F5C-A95F-2158-5339-2A3FA019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203D-CFBF-4E8B-8A56-37CCD4B9814B}" type="datetime1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A7CFD-955B-3C3B-062F-7DD56EA7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4979C-7855-5C12-614A-BFA9DACF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1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88A8FA-C1A5-9A88-3A48-5E79492A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BB2A-4585-4D79-805A-7651AABFD301}" type="datetime1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34465-009B-1916-771F-FEA35D7D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DBA80-821D-5607-0925-E8D0C095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4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4930-109D-4101-A999-6A4F62FB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A8864-465E-E914-4871-003AD6D14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093F8-D182-62C3-6236-882AB76AF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48FB5-AE07-4D4E-6CAF-68D2649A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DEAA-F34B-4607-8D1C-87CD63941A34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AD2E-9CFF-FFE9-2019-15151C9F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C9BA9-2046-F7B8-0761-7BFC4BE5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9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4B8E4-BA2F-9732-0848-0293C727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FE193-A998-F3A1-ED37-290DAE7810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765E6-C32E-81CA-03DF-9CCA9545D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E7570-4084-826D-843F-321D8F47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CE5D-A6C6-4E95-A547-C1091B476034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05CA1-218A-B334-258E-0260F9B6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149F-FEEA-AF92-686C-0D572ABB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1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D273-4386-13AB-C1E4-71D9CC51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0D9BD-66A4-EBF3-D172-79968478C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9CAAD-8151-831B-B153-0C689CAA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47C2-B405-42C7-867D-D6ACCE6DAA37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26259-02D1-76DF-AFC6-69E737CB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A509E-DF02-CD1F-642E-E09BBD8E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7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2F070-DBF9-8572-3254-05553D0A6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66704-2CD1-F9F7-7274-1E70FBFEE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72BCA-36AA-A9D4-BB67-7633E669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8E593-AD95-4175-978D-770D13C5D336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C2E62-D862-6A70-51CA-F0FCD49A1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562A8-4073-2B47-4E39-B3B57A90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84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0C85A-35AF-6334-7DC5-D06D935F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28E11-A0C5-E9DE-0BC2-FA84F0020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7B3A-D492-1132-D65D-423D40E63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FE16F-A07F-45EA-96A8-FE5176B53759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012CE-186F-4504-EFD7-76DABD84E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DFEE3-0E98-39D8-7AEB-C898494D6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19142-292A-4071-A43C-2C1EBC17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9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5593-03EE-9DC9-307C-5F9EC30A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#111A Praise to the Lord! I Will Extol Him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3E7A-8E01-BDC3-2B15-338A09EAC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Praise to the Lord! I will extol him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Amidst the holy company.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 are the works of God and pondered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all who view them joyfully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C9ECC-446F-BC02-CC26-9004F897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8982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AEC7-918A-F75E-06BF-6369D8F16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FD015-D4B2-E8B4-360F-78F0FD3E7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Glorious and mighty are his actions,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 justice is forevermore.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made his wondrous works remembered,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kind and gracious in the Lord.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05CAA-418B-22B7-5003-63FE73257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73785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B762-0426-8420-7788-28BEDAAA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55465-DD74-0DB4-8B37-55FCAA5FF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He sent redemption for his people,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 covenant he did ordain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it should stand secure forever;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Revered and holy is his name.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ACB52-3FF9-CC01-6AD2-05735EEF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78653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641E-6B8D-526C-2C43-FAC120B1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F42B1-8BF2-7DF0-3374-FED6AFDD3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Fear of the Lord gives rise to wisdom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all who walk in upright ways;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who obey have understanding.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him belongs eternal praise!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A6662-3CBF-ECEA-3F68-CB9D7156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48406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167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#111A Praise to the Lord! I Will Extol Him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2025-04-18T02:52:15Z</dcterms:created>
  <dcterms:modified xsi:type="dcterms:W3CDTF">2025-04-18T02:57:00Z</dcterms:modified>
</cp:coreProperties>
</file>