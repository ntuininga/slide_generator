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907C7-7E46-4D4E-A32E-F4D1944F1A17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1D955-0308-4097-B175-E7ED2F2E5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EC57-5187-7292-8314-FFF974AEF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A1988-CE8A-B9FD-1EE4-EA7130789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6A363-CA21-A999-957F-F2035311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375-1388-4243-A60E-5D8679A80DB6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F7A1B-EF73-4C59-A4A8-2EA8E886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4EF46-AC1E-4D70-1D11-A579B04A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8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1C57-E966-E48E-79A3-06CAD12A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3F27-9C78-E488-096A-D1149B4C0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5D1F9-88F3-E64C-94CA-EB03B61C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9766-DFB3-499C-A0FA-10780EC06B3A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1531A-11A8-1119-5D59-1EB8049A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9C0D9-A3B9-9E90-88C2-C2FB453A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0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083F-A947-61B2-6CE3-2F4CB979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B319A-9B85-DB89-7801-088785510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36846-239D-850A-4AB3-8DCEC1280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947E-8ACD-4BF6-9F26-E3999DCFC86F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C4AFD-C1CA-9D58-F2FF-810A96CF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90335-2BCD-0326-2BE6-4DDFE5B7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3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5A07-1885-201C-85DF-14F966B4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A4970-2CCC-2D37-9873-27395B51A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28A1A-B615-3925-0F6D-4E9FBC684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0180A-352C-2A1C-2EC7-D32103B6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2A7D-267C-46DD-B73E-B449C6632111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C6E14-67AC-E2C1-93E2-8D8422CC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ADDDD-BF6D-2667-D0B3-0049F646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5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4576-6006-9574-7F79-27510D528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602AA-0BCC-6C78-0547-26E8995CD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842B1-BFCD-B0AA-74D1-3577B6B9F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5D70E-3F52-71E0-2D3A-1D2AA614A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D5B4D-5950-9275-BC79-5CD3724F1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47628-3ED9-988E-007F-C709099A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6645-C7B7-4BCB-A71E-CD280AAA4403}" type="datetime1">
              <a:rPr lang="en-US" smtClean="0"/>
              <a:t>7/29/2022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56231-A329-A800-21B3-B4D76868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B9E1C8-E3CC-4CE4-ABB0-ACC2BCFC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7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D31D-A2A3-376C-1FB2-D5935FAA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466B5-9BBE-455E-C8D5-6014938A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45A3-533B-4935-8B1B-E94F180B7ED2}" type="datetime1">
              <a:rPr lang="en-US" smtClean="0"/>
              <a:t>7/29/2022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BA6DD-08E2-F80A-508B-99E72906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09012-1772-1511-AA50-D05E6DA3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AB40D9-03A7-70A7-2D42-7BB02086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30D34-153B-4E89-AA34-18726C51F6EF}" type="datetime1">
              <a:rPr lang="en-US" smtClean="0"/>
              <a:t>7/29/2022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AF25B-2544-64A6-A44B-E3A2EE1B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35209-6A33-BAFF-643B-220E42B5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4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D4CD-38F9-E208-3485-D7A44CD15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DF6E5-9B15-23B1-EC1C-47303E1E7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CF304-2A26-2464-1B7D-6E7053A90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BD2F3-7062-BB54-882F-139CEAD8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E6FC4-1ECA-4D80-8A93-311509413244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B2C19-59F9-0248-314B-1BEE38F1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D95EF-F2F1-FB93-59B5-584323F0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9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AD005-0BE4-DC3A-DD8E-8CE47E4C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7B5BE-0CF4-502C-953D-78A203771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6EB22-B651-E5F7-EDA7-EAC21EBCB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0A44-59EF-CC7D-8553-B741152B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611-F0FE-4FD2-A66C-00BD019FF432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F3D5D-E559-C191-DA00-2B6B2054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976CD-D947-6D17-1340-44CD14AC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862F-8651-21F4-637F-E58622CA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A0226-A51B-0090-F902-119D04A29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429-AA3C-9FC6-79FC-373AC3A5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4480E-01FA-4622-930A-E719F6311A5F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CA30-F84C-3477-9747-E005E0BE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1A62-4AEA-7C28-C8CF-DC3A20E1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8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BF619-B0D3-3CCC-60BD-5971258ED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18B4A-E18F-487E-BD88-86FC70E66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93C93-D965-320D-EEB3-4D315E62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2ECF5-2940-46EA-A6A1-06775FA66A2C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73B3B-0F3A-3D98-7724-55345947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F407F-FC6D-C7B9-E691-69539E7FC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5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E5699-A75F-9255-129B-111CFC0B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A2158-BB12-22F7-909A-EFB62E339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09B8B-896F-B270-CA54-8B35F16F6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B7E1E-2CDC-4823-9780-60872745F1A5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C3104-1C3E-2D69-87A1-F0DAA45B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E22CB-A11A-AC12-B20E-FEB436C14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393F7-B1F5-44A4-B8F7-2D18254B8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033E-90CE-0ADB-4513-56C1C999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#540 Soldiers of Christ, Arise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5C3E-18FE-0C00-290E-3F7B603C1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 1. Soldiers of Christ, arise,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put your armor on,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strong in the strength which God supplies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thro' his eternal Son.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Strong in the Lord of hosts,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in his mighty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 in the strength of Jesus trusts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is more than conqueror.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E8304-B1B5-5DD8-7C63-620CB2CE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2024777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A46FC-49A8-8DD5-B575-1C991D779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Stand then in his great might,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all his strength endued;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but take, to arm you for the fight,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panoply of God.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Leave no unguarded place,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 weakness of the soul;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virtue,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grace,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fortify the whole.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92C26-39A7-EB3D-C9DD-28672A0E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276589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B8DF-1DCA-F94B-136D-0575B97AA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To keep your armor bright,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attend with constant care;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still walking in your Captain's sight,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watching unto prayer.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From strength to strength go on;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wrestle and fight and pray;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tread all the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pow'rs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of darkness down,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win the well-fought day.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A2A83-7243-2EFF-F846-101600CA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69982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#540 Soldiers of Christ, Arise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#540 Soldiers of Christ, Arise</dc:title>
  <dc:creator>Neil Tuininga</dc:creator>
  <cp:lastModifiedBy>Neil Tuininga</cp:lastModifiedBy>
  <cp:revision>1</cp:revision>
  <dcterms:created xsi:type="dcterms:W3CDTF">2022-07-29T15:34:55Z</dcterms:created>
  <dcterms:modified xsi:type="dcterms:W3CDTF">2022-07-29T15:47:14Z</dcterms:modified>
</cp:coreProperties>
</file>