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9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76434-F568-4456-9121-0FCF403AA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AD1ADC-F860-4A74-BCF3-B4ABBA148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B3CA6-1008-42D4-AE43-9AF30893B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7387-9D1C-4581-9971-4B347C6D0FC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C8B21-852D-4D57-8C49-3D1E7D0E5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A40ED-E4B0-449A-89EC-D5C8D566C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174-C2E5-4740-BDD1-A4F4BB8FC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38F8-B53B-42FA-9C0F-AAE893696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A643D-AFB6-4ED5-9E48-19B42726C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C737F-5BA0-4565-9E58-99FD6378D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7387-9D1C-4581-9971-4B347C6D0FC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28B77-FA22-4371-BC5E-E3F8CAEF2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4638C-3F5A-4CFE-87E9-7EA253DE4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174-C2E5-4740-BDD1-A4F4BB8FC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832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C3798-3396-4176-8086-FC1E5A05E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F41D1-2615-445C-A83C-A7E4C76F3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49AE1-31AF-4578-93AC-775B2434A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7387-9D1C-4581-9971-4B347C6D0FC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AEEAA-2EC2-433A-A8FA-7C98D20C7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AEED8-7450-45BD-9905-ED51902E6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174-C2E5-4740-BDD1-A4F4BB8FC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31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53081-7154-4FD4-95DF-9BFEB7CC3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C540-BA67-4BD7-A1E5-4CB2CC7E2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5DCC0-299F-4ABB-AAA5-F421CB681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72F5C-B83D-4602-99EE-827D90E8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7387-9D1C-4581-9971-4B347C6D0FC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764B1-8584-4F27-860B-A2CAD916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008F9-182F-40D6-A00D-BEBD84C03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174-C2E5-4740-BDD1-A4F4BB8FC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4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29D73-2EA3-4075-A413-AC17DD559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0DAFE-7C7F-4836-BAFD-A55C54C0F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812FC-2DE3-416D-A1D9-EB150E254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52C7BC-C541-4073-8788-3A3C566323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EA7B8B-AF0C-4457-9C54-3AF8BC9A8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45111-B046-438E-A368-D55716EC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7387-9D1C-4581-9971-4B347C6D0FC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5760C1-9897-4815-B52E-9958C2828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23E59B-1185-4721-AFF6-ADE75051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174-C2E5-4740-BDD1-A4F4BB8FC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75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16028-2B21-4F71-BE23-29C46921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70C355-7476-433F-BE00-29CD6605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7387-9D1C-4581-9971-4B347C6D0FC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10086-001B-454D-86B1-1E2FB6FF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D5B80-0409-492A-B964-54FE864C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174-C2E5-4740-BDD1-A4F4BB8FC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5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BDF4E0-ED4D-41A7-8707-DDD48DBA9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7387-9D1C-4581-9971-4B347C6D0FC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E36AC1-7246-4884-92E1-EDBE55036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43387-578E-409D-AC34-DA79466F2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174-C2E5-4740-BDD1-A4F4BB8FC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26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29AE7-B6AC-4FDC-B9F6-C706AB139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E6790-7C7A-4040-80D4-8327F29F3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D8403-6A5F-4A63-BF56-0289C94D7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FD692-E6B5-4D2D-9D3F-6717FB81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7387-9D1C-4581-9971-4B347C6D0FC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0AA67-362A-4A53-B84F-55581714D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1EE16-72ED-4710-887D-F5CC9AC3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174-C2E5-4740-BDD1-A4F4BB8FC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1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87C5A-963B-4F19-B3E1-8AF780618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86F44C-4C03-4F25-B47F-7B435548F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1449C-7C03-491E-AC1C-6FBF2013C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FA5DD-EAD5-47F2-A2EE-FC10F58AB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7387-9D1C-4581-9971-4B347C6D0FC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2658A-8F72-4FE9-AF3E-2E1FBF7B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FBAFA-D69F-400B-A6A3-D13343D78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174-C2E5-4740-BDD1-A4F4BB8FC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0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D136-4208-4F51-AE02-829CC5372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E7B97-B602-441B-B6FA-D8886DD2E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536B5-EAE2-4B09-8BF8-B825DF435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7387-9D1C-4581-9971-4B347C6D0FC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4E94D-908D-4860-8374-C44382D41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7FFE9-A92F-474D-B8BF-4FF778694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174-C2E5-4740-BDD1-A4F4BB8FC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52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E6E1E9-DF46-4C9F-AD4F-01E3FCBA14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8F59F-4EE8-4A46-84D9-6BB01190A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BD45D-AE75-45C5-868E-37F7989F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7387-9D1C-4581-9971-4B347C6D0FC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09CFE-5CC9-449A-AC72-5135C2624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F0DE1-70F2-4D39-B433-D04C4E021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0174-C2E5-4740-BDD1-A4F4BB8FC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38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211ED7-16EE-4C75-93C6-FF1CD5ED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ADA5A-2EFD-4736-A18B-8837E29F1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1ED33-CF28-46FC-AE49-268D0EB9E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C7387-9D1C-4581-9971-4B347C6D0FC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8E4A4-4CEC-41E4-ABEA-3F611EDE4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63A17-0720-43CD-8C7D-AA131845D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90174-C2E5-4740-BDD1-A4F4BB8FC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87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#565 Praise Ye the Lord, Ye Hosts Above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Praise ye the Lord, ye hosts above,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in yonder </a:t>
            </a:r>
            <a:r>
              <a:rPr lang="en-CA" sz="2800" dirty="0" err="1">
                <a:solidFill>
                  <a:prstClr val="black"/>
                </a:solidFill>
                <a:latin typeface="Calibri" panose="020F0502020204030204"/>
              </a:rPr>
              <a:t>heav’nly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height,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and bless the Lord, ye saints below,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who in his praise delight.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BDC4-1678-4D0C-BDCE-9447B5D7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2. </a:t>
            </a:r>
            <a:r>
              <a:rPr lang="en-CA" sz="2800" dirty="0"/>
              <a:t>By all his creatures let his name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 honoured and adored;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let all that breathe in praise unite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glorify 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Lord.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CF498A-9B93-4B8D-A35D-7BE6B538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370776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#565 Praise Ye the Lord, Ye Hosts Above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#565 Praise Ye the Lord, Ye Hosts Above</dc:title>
  <dc:creator>Eric Hoogendoorn</dc:creator>
  <cp:lastModifiedBy>Eric Hoogendoorn</cp:lastModifiedBy>
  <cp:revision>1</cp:revision>
  <dcterms:created xsi:type="dcterms:W3CDTF">2020-10-16T15:20:04Z</dcterms:created>
  <dcterms:modified xsi:type="dcterms:W3CDTF">2020-10-16T15:20:18Z</dcterms:modified>
</cp:coreProperties>
</file>