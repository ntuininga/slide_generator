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1" r:id="rId3"/>
    <p:sldId id="279" r:id="rId4"/>
    <p:sldId id="29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DFB6F-7CBA-4CEB-8B94-54712219E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FFBE5-0F1C-490D-B80A-8D57104AE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AF12D-A6D2-4398-A0C1-F3051BD7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CCA6-38B9-464D-8AB7-C9A7AEEF164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DC72B-AF19-4934-B5A6-767EFFBFD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7F8CA-E426-426B-B972-502ADA8A7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44A9-937F-4435-903B-6EDC025EF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40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B6587-37FF-40CD-B14F-8576FC40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B5ED5-BD88-43A9-9966-85343B3B9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808D8-7B1F-4E4D-A69B-F1BD781AB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CCA6-38B9-464D-8AB7-C9A7AEEF164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88179-DFFF-4C88-A1C1-D65B3CC8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DADF1-369D-4A7E-A8C8-D20442CD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44A9-937F-4435-903B-6EDC025EF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4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CE773-EF91-4967-A6A8-B3932B55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376EB-A367-4D56-81F3-FEF19BF0E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472EB-944E-4F10-AAA7-01328900B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CCA6-38B9-464D-8AB7-C9A7AEEF164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4028E-4297-4356-B33A-193CEFAB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7F319-96BB-49E0-AE17-FAF1180B5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44A9-937F-4435-903B-6EDC025EF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53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87B1-191D-4D92-A11C-0267628A7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4AC3A-C62D-4739-8641-9C43A47C9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6AE442-1059-4230-84C8-ED6640455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0465D-D1BA-473B-B0B9-0D8C58B79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CCA6-38B9-464D-8AB7-C9A7AEEF164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52193-719C-4702-8B3F-131B55BD2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0C58B-335C-4E4A-9E91-FFC36247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44A9-937F-4435-903B-6EDC025EF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1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C1BB-91E2-44E1-AAD8-001BB4801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B3A07-4D17-491F-88B2-0AB0A2508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62982-15AC-4F8A-8A01-4D7BD6049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2A3E45-F436-4EFC-9417-A5F41B201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F188A1-11E2-4660-8514-6B12EF0D35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01CB50-2D35-49EF-8515-BBED77229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CCA6-38B9-464D-8AB7-C9A7AEEF164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D9333B-C652-4CCB-BB08-6E3B0B47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FA2199-6441-41FC-9299-75E7D762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44A9-937F-4435-903B-6EDC025EF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05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D5E3-B835-4AC7-A42C-DA6CDBDA7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D2F617-2786-4C64-ABB0-3BA940E6E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CCA6-38B9-464D-8AB7-C9A7AEEF164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6F4976-EA17-4AA1-A9B6-19ACE5FC3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91CF5-4426-4507-8E8E-66AF3EAEC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44A9-937F-4435-903B-6EDC025EF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6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925E4-E774-42EF-974C-26E4FD36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CCA6-38B9-464D-8AB7-C9A7AEEF164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AF84D-7874-413E-AB76-7CB5286C5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1D6DC-66FB-41F2-8025-E1A850B8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44A9-937F-4435-903B-6EDC025EF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70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2B588-960A-4195-88D7-FE751CAD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7F879-180B-46AC-93B5-52C025BFF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A9B02-F3A1-4698-A501-262C8CF84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F37CB-A1B5-4863-A55B-9E9939DB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CCA6-38B9-464D-8AB7-C9A7AEEF164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3A76B-A1B0-4FC8-B9AF-7FFD82CD8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9043F-1022-4FF2-BE66-70FA6DC4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44A9-937F-4435-903B-6EDC025EF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1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0692-9F86-4BEA-BC11-99F434614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4FD31-780E-46D3-84F0-B0507E324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D7027-A96A-4524-92ED-21B2F050B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E5B9-82DA-4BC9-AB23-878343B4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CCA6-38B9-464D-8AB7-C9A7AEEF164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3A6D1-36A7-4B40-9C1A-F304D86E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90056-70E3-4216-9067-D589967F8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44A9-937F-4435-903B-6EDC025EF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45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4B03D-2380-4BB9-82E4-AF4816A2A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02758-41FC-4AC9-8C49-A8A764F6B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42F38-1AA0-4D3E-AAD1-C1AC7C8C9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CCA6-38B9-464D-8AB7-C9A7AEEF164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76018-78DA-4FF7-81E8-9C17F352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E1EC9-7AAC-4A97-A281-101B1E09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44A9-937F-4435-903B-6EDC025EF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76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34E096-D606-449F-86DD-73C5DEBAF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D876D-8E38-4E8A-B0AD-9F5CE903F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F9772-B848-4F4A-B3DF-BD374B467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CCA6-38B9-464D-8AB7-C9A7AEEF164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DBC87-FD30-4031-9559-2E6413C18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36C0-9CE5-40AB-B747-E9D62EE2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D44A9-937F-4435-903B-6EDC025EF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60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AC81E5-FB0A-4E6C-AC08-DBCF194A7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2D219-B583-4074-BF97-4F11B73D4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E772C-40A4-4EE6-B5C3-53DBEA26D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FCCA6-38B9-464D-8AB7-C9A7AEEF1640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39D37-999B-4B2D-AD0D-77AAD577C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C8201-BCB0-4FBE-BB5C-2498D4B66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D44A9-937F-4435-903B-6EDC025EF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40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#526 He Leadeth Me: O Blessed Thought!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360612"/>
            <a:ext cx="121919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He leadeth me: O blessed thought!</a:t>
            </a:r>
            <a:br>
              <a:rPr lang="en-US" sz="2800" dirty="0"/>
            </a:br>
            <a:r>
              <a:rPr lang="en-US" sz="2800" dirty="0"/>
              <a:t>O words with </a:t>
            </a:r>
            <a:r>
              <a:rPr lang="en-US" sz="2800" dirty="0" err="1"/>
              <a:t>heav'nly</a:t>
            </a:r>
            <a:r>
              <a:rPr lang="en-US" sz="2800" dirty="0"/>
              <a:t> comfort fraught!</a:t>
            </a:r>
            <a:br>
              <a:rPr lang="en-US" sz="2800" dirty="0"/>
            </a:br>
            <a:r>
              <a:rPr lang="en-US" sz="2800" dirty="0"/>
              <a:t>Whate'er I do, </a:t>
            </a:r>
            <a:r>
              <a:rPr lang="en-US" sz="2800" dirty="0" err="1"/>
              <a:t>where'er</a:t>
            </a:r>
            <a:r>
              <a:rPr lang="en-US" sz="2800" dirty="0"/>
              <a:t> I be,</a:t>
            </a:r>
            <a:br>
              <a:rPr lang="en-US" sz="2800" dirty="0"/>
            </a:br>
            <a:r>
              <a:rPr lang="en-US" sz="2800" dirty="0"/>
              <a:t>still 'tis God's hand that leadeth me.</a:t>
            </a:r>
            <a:br>
              <a:rPr lang="en-US" sz="2800" dirty="0"/>
            </a:br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He leadeth me, he leadeth me;</a:t>
            </a:r>
            <a:br>
              <a:rPr lang="en-US" sz="2800" dirty="0"/>
            </a:br>
            <a:r>
              <a:rPr lang="en-US" sz="2800" dirty="0"/>
              <a:t>by his own hand he leadeth me.</a:t>
            </a:r>
            <a:br>
              <a:rPr lang="en-US" sz="2800" dirty="0"/>
            </a:br>
            <a:r>
              <a:rPr lang="en-US" sz="2800" dirty="0"/>
              <a:t>His faithful </a:t>
            </a:r>
            <a:r>
              <a:rPr lang="en-US" sz="2800" dirty="0" err="1"/>
              <a:t>foll'wer</a:t>
            </a:r>
            <a:r>
              <a:rPr lang="en-US" sz="2800" dirty="0"/>
              <a:t> I would be,</a:t>
            </a:r>
            <a:br>
              <a:rPr lang="en-US" sz="2800" dirty="0"/>
            </a:br>
            <a:r>
              <a:rPr lang="en-US" sz="2800" dirty="0"/>
              <a:t>for by his hand he leadeth me.</a:t>
            </a:r>
          </a:p>
        </p:txBody>
      </p:sp>
    </p:spTree>
    <p:extLst>
      <p:ext uri="{BB962C8B-B14F-4D97-AF65-F5344CB8AC3E}">
        <p14:creationId xmlns:p14="http://schemas.microsoft.com/office/powerpoint/2010/main" val="288573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331718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Sometimes 'mid scenes of deepest gloom,</a:t>
            </a:r>
            <a:br>
              <a:rPr lang="en-US" sz="2800" dirty="0"/>
            </a:br>
            <a:r>
              <a:rPr lang="en-US" sz="2800" dirty="0"/>
              <a:t>sometimes where Eden's bowers bloom,</a:t>
            </a:r>
            <a:br>
              <a:rPr lang="en-US" sz="2800" dirty="0"/>
            </a:br>
            <a:r>
              <a:rPr lang="en-US" sz="2800" dirty="0"/>
              <a:t>by waters still, o'er troubled sea,</a:t>
            </a:r>
            <a:br>
              <a:rPr lang="en-US" sz="2800" dirty="0"/>
            </a:br>
            <a:r>
              <a:rPr lang="en-US" sz="2800" dirty="0"/>
              <a:t>still 'tis God's hand that leadeth me.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He leadeth me, he leadeth me;</a:t>
            </a:r>
            <a:br>
              <a:rPr lang="en-US" sz="2800" dirty="0"/>
            </a:br>
            <a:r>
              <a:rPr lang="en-US" sz="2800" dirty="0"/>
              <a:t>by his own hand he leadeth me.</a:t>
            </a:r>
            <a:br>
              <a:rPr lang="en-US" sz="2800" dirty="0"/>
            </a:br>
            <a:r>
              <a:rPr lang="en-US" sz="2800" dirty="0"/>
              <a:t>His faithful </a:t>
            </a:r>
            <a:r>
              <a:rPr lang="en-US" sz="2800" dirty="0" err="1"/>
              <a:t>foll'wer</a:t>
            </a:r>
            <a:r>
              <a:rPr lang="en-US" sz="2800" dirty="0"/>
              <a:t> I would be,</a:t>
            </a:r>
            <a:br>
              <a:rPr lang="en-US" sz="2800" dirty="0"/>
            </a:br>
            <a:r>
              <a:rPr lang="en-US" sz="2800" dirty="0"/>
              <a:t>for by his hand he leadeth me.</a:t>
            </a:r>
          </a:p>
          <a:p>
            <a:pPr algn="ctr"/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5180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367230"/>
            <a:ext cx="1219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Lord, I would clasp thy hand in mine,</a:t>
            </a:r>
            <a:br>
              <a:rPr lang="en-US" sz="2800" dirty="0"/>
            </a:br>
            <a:r>
              <a:rPr lang="en-US" sz="2800" dirty="0"/>
              <a:t>nor ever murmur nor repine,</a:t>
            </a:r>
            <a:br>
              <a:rPr lang="en-US" sz="2800" dirty="0"/>
            </a:br>
            <a:r>
              <a:rPr lang="en-US" sz="2800" dirty="0"/>
              <a:t>content, whatever lot I see,</a:t>
            </a:r>
            <a:br>
              <a:rPr lang="en-US" sz="2800" dirty="0"/>
            </a:br>
            <a:r>
              <a:rPr lang="en-US" sz="2800" dirty="0"/>
              <a:t>since 'tis my God that leadeth me.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He leadeth me, he leadeth me;</a:t>
            </a:r>
            <a:br>
              <a:rPr lang="en-US" sz="2800" dirty="0"/>
            </a:br>
            <a:r>
              <a:rPr lang="en-US" sz="2800" dirty="0"/>
              <a:t>by his own hand he leadeth me.</a:t>
            </a:r>
            <a:br>
              <a:rPr lang="en-US" sz="2800" dirty="0"/>
            </a:br>
            <a:r>
              <a:rPr lang="en-US" sz="2800" dirty="0"/>
              <a:t>His faithful </a:t>
            </a:r>
            <a:r>
              <a:rPr lang="en-US" sz="2800" dirty="0" err="1"/>
              <a:t>foll'wer</a:t>
            </a:r>
            <a:r>
              <a:rPr lang="en-US" sz="2800" dirty="0"/>
              <a:t> I would be,</a:t>
            </a:r>
            <a:br>
              <a:rPr lang="en-US" sz="2800" dirty="0"/>
            </a:br>
            <a:r>
              <a:rPr lang="en-US" sz="2800" dirty="0"/>
              <a:t>for by his hand he leadeth me.</a:t>
            </a:r>
          </a:p>
        </p:txBody>
      </p:sp>
    </p:spTree>
    <p:extLst>
      <p:ext uri="{BB962C8B-B14F-4D97-AF65-F5344CB8AC3E}">
        <p14:creationId xmlns:p14="http://schemas.microsoft.com/office/powerpoint/2010/main" val="397771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393862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And when at last my race is run,</a:t>
            </a:r>
            <a:br>
              <a:rPr lang="en-US" sz="2800" dirty="0"/>
            </a:br>
            <a:r>
              <a:rPr lang="en-US" sz="2800" dirty="0"/>
              <a:t>the Savior's work in me is done,</a:t>
            </a:r>
            <a:br>
              <a:rPr lang="en-US" sz="2800" dirty="0"/>
            </a:br>
            <a:r>
              <a:rPr lang="en-US" sz="2800" dirty="0" err="1"/>
              <a:t>e'en</a:t>
            </a:r>
            <a:r>
              <a:rPr lang="en-US" sz="2800" dirty="0"/>
              <a:t> death's cold wave I will not flee,</a:t>
            </a:r>
            <a:br>
              <a:rPr lang="en-US" sz="2800" dirty="0"/>
            </a:br>
            <a:r>
              <a:rPr lang="en-US" sz="2800" dirty="0"/>
              <a:t>since God through Jordan leadeth me.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He leadeth me, he leadeth me;</a:t>
            </a:r>
            <a:br>
              <a:rPr lang="en-US" sz="2800" dirty="0"/>
            </a:br>
            <a:r>
              <a:rPr lang="en-US" sz="2800" dirty="0"/>
              <a:t>by his own hand he leadeth me.</a:t>
            </a:r>
            <a:br>
              <a:rPr lang="en-US" sz="2800" dirty="0"/>
            </a:br>
            <a:r>
              <a:rPr lang="en-US" sz="2800" dirty="0"/>
              <a:t>His faithful </a:t>
            </a:r>
            <a:r>
              <a:rPr lang="en-US" sz="2800" dirty="0" err="1"/>
              <a:t>foll'wer</a:t>
            </a:r>
            <a:r>
              <a:rPr lang="en-US" sz="2800" dirty="0"/>
              <a:t> I would be,</a:t>
            </a:r>
            <a:br>
              <a:rPr lang="en-US" sz="2800" dirty="0"/>
            </a:br>
            <a:r>
              <a:rPr lang="en-US" sz="2800" dirty="0"/>
              <a:t>for by his hand he leadeth me.</a:t>
            </a:r>
          </a:p>
          <a:p>
            <a:pPr algn="ctr"/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427412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#526 He Leadeth Me: O Blessed Thought!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#526 He Leadeth Me: O Blessed Thought!</dc:title>
  <dc:creator>Eric Hoogendoorn</dc:creator>
  <cp:lastModifiedBy>Eric Hoogendoorn</cp:lastModifiedBy>
  <cp:revision>1</cp:revision>
  <dcterms:created xsi:type="dcterms:W3CDTF">2020-04-25T02:20:32Z</dcterms:created>
  <dcterms:modified xsi:type="dcterms:W3CDTF">2020-04-25T02:21:12Z</dcterms:modified>
</cp:coreProperties>
</file>