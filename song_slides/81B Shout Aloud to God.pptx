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8" r:id="rId2"/>
    <p:sldId id="369" r:id="rId3"/>
    <p:sldId id="371" r:id="rId4"/>
    <p:sldId id="372" r:id="rId5"/>
    <p:sldId id="370" r:id="rId6"/>
    <p:sldId id="373" r:id="rId7"/>
    <p:sldId id="37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FBF3F-0A02-4255-A473-4DB2D397C8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8630C0-B5CD-4A53-A1A0-5628403B01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93BF4-10F0-43C6-82D4-2F0A1FC52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7A4D-CFF9-4142-B147-682EFE7391BF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97183-B295-4FA5-B91C-E0E64F794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B6BD0-C333-4BB4-829D-E24351F28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4DE81-90A6-41DF-84A1-AD11A3E70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435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F0058-4D39-4600-ACD1-522269D4D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F0809-C765-42A7-8FED-187BE8C15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E5389-073A-4B35-BA97-95F278563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7A4D-CFF9-4142-B147-682EFE7391BF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16C3F-2E0A-4D13-831C-35A0349EA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1F268-D763-4E61-9B6B-CDECC65D8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4DE81-90A6-41DF-84A1-AD11A3E70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287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2CC0B-FF46-42A5-8E37-5B91D21DF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2EBB2B-1F23-4B35-9738-F763A75D7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22422-6999-42A9-BDE0-FDA860512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7A4D-CFF9-4142-B147-682EFE7391BF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0AC732-FCF5-40E1-8BDF-B0F1E3B4D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C0F2E-771B-461C-9A62-0FF8458C7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4DE81-90A6-41DF-84A1-AD11A3E70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695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7542B-4F9D-4384-9FD5-3C2FE5C6E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C83B1-F371-4B63-B9D0-6C40E07DB1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C2E58C-A457-4445-B461-F51943209E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852DF3-9F5A-4941-8409-EABDC30E2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7A4D-CFF9-4142-B147-682EFE7391BF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62F5AD-CB4D-418C-A7EE-3A582E515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8BBB3-7AA6-4BB2-976E-966219394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4DE81-90A6-41DF-84A1-AD11A3E70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67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3E0D6-4510-4C8B-A866-05F2AB998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3CEEC6-B661-4CCB-B01E-5D9569B9D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BB9ED8-19B1-4CAB-AFF9-E7D6E7889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50A6E4-1AB5-4755-BDD2-7FC24A2887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1766B9-0C88-4678-A1C3-DCEC25F0CB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B53AF8-4DAE-43BD-9D52-973341D6F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7A4D-CFF9-4142-B147-682EFE7391BF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A3EA82-BDE8-496A-9B61-13ED8D9EE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93C37F-4EE3-4D48-B65C-6D1C044C4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4DE81-90A6-41DF-84A1-AD11A3E70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7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35874-F226-4D56-A821-DACD9C852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7CF0B0-5EA7-42A0-AEF1-339FFA77F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7A4D-CFF9-4142-B147-682EFE7391BF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702FD2-8316-43EF-9D05-C628D3F1F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3CB91F-A16E-4B97-BC4C-D126E3349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4DE81-90A6-41DF-84A1-AD11A3E70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384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848A06-1F74-461E-9292-4333DF9F2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7A4D-CFF9-4142-B147-682EFE7391BF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9424B6-681F-4290-83D5-69F9DD83C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31CBC-1185-423E-9598-7D2E5FA9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4DE81-90A6-41DF-84A1-AD11A3E70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518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AAD94-87BD-408A-9CC4-2DFEDA497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C2D04-E27F-4D19-A938-EB7783C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6A570C-9C8B-4020-BD25-10639F7AED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103D06-2B50-4E25-91CF-EB52886A4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7A4D-CFF9-4142-B147-682EFE7391BF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EE735E-1B8A-4C4D-9374-305879FCA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75105-9A29-44AA-AC26-C834214EA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4DE81-90A6-41DF-84A1-AD11A3E70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888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BBB7D-6A7B-4755-8E28-94BB4F9DA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260415-0FEE-412A-A113-6A1D6AE421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4F29F-6E70-4553-B965-963156EBC3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E9F1D4-4C5A-48C9-A825-351FDAC8E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7A4D-CFF9-4142-B147-682EFE7391BF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E4697D-EDED-4B1B-B0C9-0AE8246F8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5D510C-87BC-4924-9BC3-0B3442D89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4DE81-90A6-41DF-84A1-AD11A3E70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237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7508B-371C-4CD8-ADDE-F74BE8106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7E2A34-21E0-4EB8-A039-C27930ED1B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91B6B-AE5B-4EAC-816A-948D777E0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7A4D-CFF9-4142-B147-682EFE7391BF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35DD0-356B-4898-A286-AD8FA7EB5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C65C3-76F9-44C3-B9D3-0FEBA94B9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4DE81-90A6-41DF-84A1-AD11A3E70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115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F418C0-8E32-44E1-8B64-F0C19A4733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E1F7E1-7458-41E0-88F1-1D2CE1FB9D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C7020-C1A3-4019-B4ED-86FBB8EB1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7A4D-CFF9-4142-B147-682EFE7391BF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950CB-466A-475B-8658-37AF20C47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D19F2-78A9-4B2A-82A6-D66BE3435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4DE81-90A6-41DF-84A1-AD11A3E70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712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CEA7C0-F87C-4944-B5F2-06AA0AD2B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0560A6-5189-484D-8105-6C3E04E05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EE1D4-39B5-446C-B249-E1DD561385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447A4D-CFF9-4142-B147-682EFE7391BF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888A6-226E-47D1-AE11-3E77182BDF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52DF8-BEC2-488D-88B1-E9B04CD175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04DE81-90A6-41DF-84A1-AD11A3E70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946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#81B Shout Aloud to God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641684" y="1613118"/>
            <a:ext cx="1090863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prstClr val="black"/>
                </a:solidFill>
              </a:rPr>
              <a:t>  1.  Shout aloud to God,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     joy and strength of </a:t>
            </a:r>
            <a:r>
              <a:rPr lang="en-US" sz="2800" dirty="0" err="1">
                <a:solidFill>
                  <a:prstClr val="black"/>
                </a:solidFill>
              </a:rPr>
              <a:t>Isr’el</a:t>
            </a:r>
            <a:r>
              <a:rPr lang="en-US" sz="2800" dirty="0">
                <a:solidFill>
                  <a:prstClr val="black"/>
                </a:solidFill>
              </a:rPr>
              <a:t>;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    raise your joy abroad,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   strike the tambourine,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  lofty anthems sing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   with the harp and </a:t>
            </a:r>
            <a:r>
              <a:rPr lang="en-US" sz="2800" dirty="0" err="1">
                <a:solidFill>
                  <a:prstClr val="black"/>
                </a:solidFill>
              </a:rPr>
              <a:t>timbrel</a:t>
            </a:r>
            <a:r>
              <a:rPr lang="en-US" sz="2800" dirty="0">
                <a:solidFill>
                  <a:prstClr val="black"/>
                </a:solidFill>
              </a:rPr>
              <a:t>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292122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4. In a language new,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God proclaimed salvation: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“I delivered you;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set your shoulders free,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burdened hands relieved, 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heard your supplication.”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88351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5. “In distress you cried.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I drew near to rescue;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From the cloud replied,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In your thirst gave rest –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 err="1">
                <a:solidFill>
                  <a:prstClr val="black"/>
                </a:solidFill>
              </a:rPr>
              <a:t>Meribah</a:t>
            </a:r>
            <a:r>
              <a:rPr lang="en-US" dirty="0">
                <a:solidFill>
                  <a:prstClr val="black"/>
                </a:solidFill>
              </a:rPr>
              <a:t>, the test.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I am God who saves you.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081763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6. O my people, hear,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Heed my admonition;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Israel, give ear;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No false deities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Shall among you be;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Give them no devotion.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495772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7. “I, the LORD your God,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Brought you out of Egypt;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Saved you from the rod.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To my grace poured out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Open wide your mouth – 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I will surely fill it.”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963333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1509C-D01A-FF79-3719-83A50CBB5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59CAC-E70F-5687-8B8F-233D37401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8. “</a:t>
            </a:r>
            <a:r>
              <a:rPr lang="en-US" dirty="0" err="1"/>
              <a:t>Isr’el</a:t>
            </a:r>
            <a:r>
              <a:rPr lang="en-US" dirty="0"/>
              <a:t> spurned my voice;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They refused submission.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To their stubborn choice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I gave them their way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When they went astray.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O that they would listen!”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68FFEB-EDC0-ADCE-55C0-B17FAD2A5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516874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F7DD9-B9AE-9408-E30B-37204B3DE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5A9BF-E0F8-4E3E-4F24-A6566F0DD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10. “Then with finest wheat God,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The Lord, would feed you;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And with honey </a:t>
            </a:r>
            <a:r>
              <a:rPr lang="en-US"/>
              <a:t>sweet 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/>
              <a:t>from </a:t>
            </a:r>
            <a:r>
              <a:rPr lang="en-US" dirty="0"/>
              <a:t>the rock outpoured,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My abundant store,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I would satisfy you.”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E43CC55-C926-D503-1050-12DD8470C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146969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314</Words>
  <Application>Microsoft Office PowerPoint</Application>
  <PresentationFormat>Widescreen</PresentationFormat>
  <Paragraphs>50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#81B Shout Aloud to God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#81B Shout Aloud to God</dc:title>
  <dc:creator>Eric Hoogendoorn</dc:creator>
  <cp:lastModifiedBy>Neil Tuininga</cp:lastModifiedBy>
  <cp:revision>3</cp:revision>
  <dcterms:created xsi:type="dcterms:W3CDTF">2020-11-06T15:37:24Z</dcterms:created>
  <dcterms:modified xsi:type="dcterms:W3CDTF">2024-03-01T21:03:44Z</dcterms:modified>
</cp:coreProperties>
</file>