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92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2AE9-003E-4F14-B827-E529879EA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658CF-0276-48BA-A1D5-20DE7593A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D37ED-FD18-4FF8-B605-A57E6B7E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DC163-9CE9-410E-A03A-7952BD42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FCA9-0132-4771-BAFF-5C3B098E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3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D286-A6A8-4328-A8F1-95685B13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05061-9319-4D6F-A2EE-B949616B6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D21CB-C431-46A3-974C-42C311699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008E6-955A-4064-8EBA-0E742EE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1943A-2AF0-44C3-A36D-1A2CE00B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1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E6A9-7D93-4999-860D-74889950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2C711-8A40-4BC8-833F-760A73C3F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B9675-D420-4A9B-8587-E74442CA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F6F6C-ECDF-49E4-8A07-0F77DFE0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06646-7757-446D-BDBA-8680E6CA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2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93CD-0E0A-4B55-ACED-E6DA85BD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B4A1D-6487-48BB-AF61-338163F3B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B0AF7-9D08-4722-9BBA-C0C4B9A4C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42152-5A7A-4A40-BCC5-BA1942E6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5C199-0E85-47A4-A882-B54F3913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80BDF-837C-4BE8-8278-9D36A9F0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04E87-1F9B-4C2E-8A58-9CF6FCD7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3C004-49E6-4093-9C7C-F9751796B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D3C23-11F3-4F4E-A4EA-E853766EA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27EA8-54D9-4158-9F53-C093F34AF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2E66A-792B-4AC2-B564-7E725375C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B99C25-FC32-4D81-9E06-F15E0698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55D8-2842-40A8-92FF-E60D6084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129B4-D38B-4653-9B0D-7A56A6EB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7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FB53-F60D-4222-A4D4-C35E9322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F7B91-21D5-44B8-89D2-E7394B5A2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962B0-8EB2-4455-989C-166CE98F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FC481-E97D-4979-BD59-3BFE561C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04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E15AB-00D6-4D1D-A838-BBED44D39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82A223-E237-473D-B2C0-8F0EB5951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FCB44-DD65-43CD-8AF2-01C8733EF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3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943B-721D-4B2D-80BD-E339B873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68F2-F5E4-4CFF-A61F-E09F5AFB7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93518-A85C-4552-98C1-E92C0A819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840CB-6F9E-4ABD-ABC5-DFB69FC3D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39930-D90D-4613-A93B-8E64DD90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355EE-535C-4A3F-9E10-429C8742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57C5-8FF6-45B8-9F86-C956AD4EC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F2FB13-C336-4213-9B82-34A8E27DE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9EB33-DC6A-4684-8429-B54FF6B91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67B8B-3C2E-4D8B-B085-FA191A361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B0BA8-C659-47A8-8E97-448F4598A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04DAC-78D1-4E72-9164-AD2515A7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9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1CC3-BD1E-4D49-B4F8-20162774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E1DFF-190C-401E-A9DA-75E20F30E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812BB-FB10-48F7-B923-131D33F8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86A76-925E-4AC1-AB88-70B33505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3B2EC-0E77-4430-98DD-955836EE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10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0271B-FED7-48F1-AED7-F6CEB2C84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63F3C-28C7-41B3-B302-982BCEC22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9E5C1-737B-4BE7-9D6B-035EA302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41553-8E9A-4ACC-8292-88C501B1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1AF99-F17F-44DF-936C-BBCC05C8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5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912CA5-A182-467C-AE68-02BCF68A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448FB-1EB8-4C35-B96D-2EBA05C45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E3007-F033-4262-BC89-0B2F92069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22790-0E08-4F51-B472-991ECFB0E190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68762-2C56-4351-A570-B69E4B951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48E09-3AF2-4A4A-AA42-B6A7B286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47BCB-D561-4522-9DB6-14349D7BD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1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Comfort, comfort ye my people,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speak ye peace, thus saith our God;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comfort those who sit in darkness,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mourning '</a:t>
            </a:r>
            <a:r>
              <a:rPr lang="en-US" sz="2800" dirty="0" err="1">
                <a:solidFill>
                  <a:srgbClr val="222222"/>
                </a:solidFill>
              </a:rPr>
              <a:t>neath</a:t>
            </a:r>
            <a:r>
              <a:rPr lang="en-US" sz="2800" dirty="0">
                <a:solidFill>
                  <a:srgbClr val="222222"/>
                </a:solidFill>
              </a:rPr>
              <a:t> their sorrow's load.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Speak ye to Jerusalem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of the peace that waits for them;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tell her that her sins I cover,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her warfare now is over.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#298 Comfort, Comfort Ye My People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Yea, her sins our God will pardon,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blotting out each dark misdeed;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all that well deserved his anger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 no more will see or heed.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She hath suffered many a day,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now her griefs have passed away;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God will change her pining sadness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into ever-springing gladness.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1EED48-C142-432C-B868-303826DE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62560-5DFF-443C-8D1A-9131659343EF}"/>
              </a:ext>
            </a:extLst>
          </p:cNvPr>
          <p:cNvSpPr txBox="1"/>
          <p:nvPr/>
        </p:nvSpPr>
        <p:spPr>
          <a:xfrm>
            <a:off x="2433637" y="1659285"/>
            <a:ext cx="7324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3. For the herald's voice is crying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the desert far and near,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bidding all men to repentance,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since the kingdom now is here.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that warning cry obey!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Now prepare for God a way;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the valleys rise to meet him,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the hills bow down to greet him.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57907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A32310-C0DF-41E2-B1BD-EE62E9D12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F84EB-86E2-402E-942A-EB84A84176F0}"/>
              </a:ext>
            </a:extLst>
          </p:cNvPr>
          <p:cNvSpPr txBox="1"/>
          <p:nvPr/>
        </p:nvSpPr>
        <p:spPr>
          <a:xfrm>
            <a:off x="2224087" y="1552575"/>
            <a:ext cx="77438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4. Make ye straight what long was crooked,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make the rougher places plain;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your hearts be true and humble,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as befits his holy reign.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 the glory of the Lord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now o'er earth is shed abroad;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all flesh shall see the token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that his word is never broken.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72238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2020-12-24T00:14:10Z</dcterms:created>
  <dcterms:modified xsi:type="dcterms:W3CDTF">2020-12-24T00:14:24Z</dcterms:modified>
</cp:coreProperties>
</file>