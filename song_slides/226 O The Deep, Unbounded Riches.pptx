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E2537-F7B7-21C8-0536-DC3D81B41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E15A4F-0733-01B7-1D92-DE8D5760BC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2075D-8E62-C29F-157E-A487BC6CA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F237-6859-45E1-9ADE-574F0C5B1A9B}" type="datetimeFigureOut">
              <a:rPr lang="en-US" smtClean="0"/>
              <a:t>3/18/2023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DE357-229F-E51F-CCEA-4D064BCFE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76D9E-EA32-EE0D-6E7F-1C47F2AD9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00654-E6EF-43D6-9564-6FD0B2BBF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181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17132-DF71-D339-30D1-90B948E53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5809B-331D-473C-0D47-CD1644DC3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887EB-89F9-E57D-8631-30DC21EBF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F237-6859-45E1-9ADE-574F0C5B1A9B}" type="datetimeFigureOut">
              <a:rPr lang="en-US" smtClean="0"/>
              <a:t>3/18/2023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13EA0-FD82-79AF-2315-0FD68140E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66EC7-EB1A-8333-A8C7-2851489D6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00654-E6EF-43D6-9564-6FD0B2BBF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531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1ED56-9E8A-EF67-C8B9-E9A4D5A26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0D5E4-2153-6F80-83AA-C91895F14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69A85-7010-D8FB-F716-3CE7AD061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F237-6859-45E1-9ADE-574F0C5B1A9B}" type="datetimeFigureOut">
              <a:rPr lang="en-US" smtClean="0"/>
              <a:t>3/18/2023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92286-D590-3CC2-227A-CF112B59A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BB566-8239-0161-8A92-77CED67EB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00654-E6EF-43D6-9564-6FD0B2BBF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95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6626D-8186-CA6D-6193-3107ED81B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4FA37-C016-C57E-D96A-7FB214ED68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69B02-FF32-3F6A-BD74-B84844E4F0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496B4-5DE5-FD5F-E4A5-F88D792C7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F237-6859-45E1-9ADE-574F0C5B1A9B}" type="datetimeFigureOut">
              <a:rPr lang="en-US" smtClean="0"/>
              <a:t>3/18/2023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8856EC-3BD9-A852-A9CB-4AE23A367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C47152-DC74-C59F-0678-9E9BCA78C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00654-E6EF-43D6-9564-6FD0B2BBF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718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DC8E0-CCC2-0B74-B60B-9C1881E21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544A9B-3DF0-F281-7B51-FF77593CD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087E3-46B8-BDD6-E41B-C218E316E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B888E2-839C-4BB6-A7F6-8D4C8872B1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8B544B-8579-BC32-0DD6-51B3131D49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D19D85-B573-D153-9079-09E5FF2DF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F237-6859-45E1-9ADE-574F0C5B1A9B}" type="datetimeFigureOut">
              <a:rPr lang="en-US" smtClean="0"/>
              <a:t>3/18/2023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85CFE4-0357-4296-F39E-7A818E349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7D5109-0FC7-09DC-EE5A-4207A6EA7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00654-E6EF-43D6-9564-6FD0B2BBF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448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F00FD-9700-B12D-B853-B24117E3C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59CBAC-1B0E-7BC3-C789-1E5F66B47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F237-6859-45E1-9ADE-574F0C5B1A9B}" type="datetimeFigureOut">
              <a:rPr lang="en-US" smtClean="0"/>
              <a:t>3/18/2023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CA9121-06D7-288E-D442-5574F1FAB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C5D493-D12C-E275-75C8-27B85A0BD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00654-E6EF-43D6-9564-6FD0B2BBF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742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6DBDFA-32C9-B0B6-776C-4BF29DA10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F237-6859-45E1-9ADE-574F0C5B1A9B}" type="datetimeFigureOut">
              <a:rPr lang="en-US" smtClean="0"/>
              <a:t>3/18/2023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B2EB97-0FD8-751E-E606-B39E8764D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6E01A-70A9-84F0-80D1-528453661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00654-E6EF-43D6-9564-6FD0B2BBF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294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1AF33-F287-6DC1-4A44-A25449424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6E207-A6C5-899C-59DB-EB94DB591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907EC6-6B4B-8D16-BBEA-DE2DDB36DD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68765C-5B68-91CE-88AD-BFB955CA4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F237-6859-45E1-9ADE-574F0C5B1A9B}" type="datetimeFigureOut">
              <a:rPr lang="en-US" smtClean="0"/>
              <a:t>3/18/2023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B81361-82AC-E3E2-56D0-17644688A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65620-57C4-0823-06BD-480A7C704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00654-E6EF-43D6-9564-6FD0B2BBF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B200D-9899-4454-0B8D-D8B93F161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6AD3C1-9351-1686-3828-0E1960AB32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512505-F6DA-F859-4FD1-FA95852494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9569E3-EFEF-6255-6AA2-BB9F8E013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F237-6859-45E1-9ADE-574F0C5B1A9B}" type="datetimeFigureOut">
              <a:rPr lang="en-US" smtClean="0"/>
              <a:t>3/18/2023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F66EA-0E47-AEA8-A932-E2F9B6C73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9D873-1374-F8AD-C39A-090ADFF9E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00654-E6EF-43D6-9564-6FD0B2BBF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519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3A08E-ECE5-78C2-064E-18FF167C2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4D5A5F-3100-3883-EE97-ED2C69EAD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D94B3-70C8-7E32-0249-F4C85CDBA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F237-6859-45E1-9ADE-574F0C5B1A9B}" type="datetimeFigureOut">
              <a:rPr lang="en-US" smtClean="0"/>
              <a:t>3/18/2023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8354B-FD7D-11DC-D576-130DCBF8A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297A9-DC83-B639-055D-99FA10511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00654-E6EF-43D6-9564-6FD0B2BBF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663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33ED8D-9C18-F2B2-EA34-F568245F32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8E2AD5-64C1-FCED-FEA6-208FA5850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1D16F-32C3-D6A7-A826-3D9EB1662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F237-6859-45E1-9ADE-574F0C5B1A9B}" type="datetimeFigureOut">
              <a:rPr lang="en-US" smtClean="0"/>
              <a:t>3/18/2023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4B348-C295-AC61-EAF9-0F30CE6A7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60EC5-9179-7877-AE5C-E083EA847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00654-E6EF-43D6-9564-6FD0B2BBF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712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58C9F3-295C-70F5-2B3E-5B85C5930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086958-1E26-7E7B-2C2A-B15E1A9473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3B344-2EF3-158D-90F4-0CB539F853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24F237-6859-45E1-9ADE-574F0C5B1A9B}" type="datetimeFigureOut">
              <a:rPr lang="en-US" smtClean="0"/>
              <a:t>3/18/2023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0C226-C455-7058-5D8E-1D426F3025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F5D22-311B-8286-0D28-300F096F0E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000654-E6EF-43D6-9564-6FD0B2BBF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46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21496-1279-E8FE-6D09-A9FC4B1A8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/>
              <a:t>#226 O The Deep, Unbounded Riches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87CCD-C335-937B-A675-BC1658E27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O the deep, unbounded riches of</a:t>
            </a:r>
          </a:p>
          <a:p>
            <a:pPr marL="0" indent="0" algn="ctr">
              <a:buNone/>
            </a:pPr>
            <a:r>
              <a:rPr lang="en-US" dirty="0"/>
              <a:t>God deserve our praise!</a:t>
            </a:r>
          </a:p>
          <a:p>
            <a:pPr marL="0" indent="0" algn="ctr">
              <a:buNone/>
            </a:pPr>
            <a:r>
              <a:rPr lang="en-US" dirty="0"/>
              <a:t>How unsearchable his judgments,</a:t>
            </a:r>
          </a:p>
          <a:p>
            <a:pPr marL="0" indent="0" algn="ctr">
              <a:buNone/>
            </a:pPr>
            <a:r>
              <a:rPr lang="en-US" dirty="0"/>
              <a:t>How marvelous his ways!</a:t>
            </a:r>
          </a:p>
          <a:p>
            <a:pPr marL="0" indent="0" algn="ctr">
              <a:buNone/>
            </a:pPr>
            <a:r>
              <a:rPr lang="en-US" dirty="0"/>
              <a:t>For who his thoughts has fathomed,</a:t>
            </a:r>
          </a:p>
          <a:p>
            <a:pPr marL="0" indent="0" algn="ctr">
              <a:buNone/>
            </a:pPr>
            <a:r>
              <a:rPr lang="en-US" dirty="0"/>
              <a:t>Or counsel to him </a:t>
            </a:r>
            <a:r>
              <a:rPr lang="en-US" dirty="0" err="1"/>
              <a:t>giv’n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877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43368-34B9-B1F2-CA20-545ECC968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56325-CE0D-5CFB-98E7-9EA5F275F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And who could make a debtor </a:t>
            </a:r>
          </a:p>
          <a:p>
            <a:pPr marL="0" indent="0" algn="ctr">
              <a:buNone/>
            </a:pPr>
            <a:r>
              <a:rPr lang="en-US" dirty="0"/>
              <a:t>Of God, the Lord of </a:t>
            </a:r>
            <a:r>
              <a:rPr lang="en-US" dirty="0" err="1"/>
              <a:t>heav’n</a:t>
            </a:r>
            <a:r>
              <a:rPr lang="en-US" dirty="0"/>
              <a:t>?</a:t>
            </a:r>
          </a:p>
          <a:p>
            <a:pPr marL="0" indent="0" algn="ctr">
              <a:buNone/>
            </a:pPr>
            <a:r>
              <a:rPr lang="en-US" dirty="0"/>
              <a:t>For from and through and to him</a:t>
            </a:r>
          </a:p>
          <a:p>
            <a:pPr marL="0" indent="0" algn="ctr">
              <a:buNone/>
            </a:pPr>
            <a:r>
              <a:rPr lang="en-US" dirty="0"/>
              <a:t>Are all things, now and then.</a:t>
            </a:r>
          </a:p>
          <a:p>
            <a:pPr marL="0" indent="0" algn="ctr">
              <a:buNone/>
            </a:pPr>
            <a:r>
              <a:rPr lang="en-US" dirty="0"/>
              <a:t>To him be all the glory forevermore.</a:t>
            </a:r>
          </a:p>
          <a:p>
            <a:pPr marL="0" indent="0" algn="ctr">
              <a:buNone/>
            </a:pPr>
            <a:r>
              <a:rPr lang="en-US" dirty="0"/>
              <a:t>Amen</a:t>
            </a:r>
          </a:p>
        </p:txBody>
      </p:sp>
    </p:spTree>
    <p:extLst>
      <p:ext uri="{BB962C8B-B14F-4D97-AF65-F5344CB8AC3E}">
        <p14:creationId xmlns:p14="http://schemas.microsoft.com/office/powerpoint/2010/main" val="1703061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80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#226 O The Deep, Unbounded Riches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#226 O The Deep, Unbounded Riches</dc:title>
  <dc:creator>Neil</dc:creator>
  <cp:lastModifiedBy>Neil</cp:lastModifiedBy>
  <cp:revision>1</cp:revision>
  <dcterms:created xsi:type="dcterms:W3CDTF">2023-03-18T17:16:12Z</dcterms:created>
  <dcterms:modified xsi:type="dcterms:W3CDTF">2023-03-18T17:22:29Z</dcterms:modified>
</cp:coreProperties>
</file>