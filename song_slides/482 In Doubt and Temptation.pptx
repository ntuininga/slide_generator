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70" r:id="rId2"/>
    <p:sldId id="271" r:id="rId3"/>
    <p:sldId id="27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53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FBB8E1-9379-4A5E-8C5F-50E75308673C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A36863-3D28-4F62-AAEB-30A068AB3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243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70A2E-1029-4263-8ACE-9E1E2E73A5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EC2153-32D5-4392-8353-6F363460B0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2265E-97DD-46C6-A1B0-AD2F8B54F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19D85-A2E9-4880-B61D-2F8122E14C96}" type="datetime1">
              <a:rPr lang="en-US" smtClean="0"/>
              <a:t>6/10/2022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186F1-236A-4177-A74C-B5C90F90F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Psalter Hymnal, 1959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59224-5858-4003-971B-5A37EAF52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0E664-6211-457A-B041-E98B7A131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473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07AB0-957A-4A6F-BD61-F6A320568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8E596-8F31-43F4-A8DF-A7859629B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7C8B6-4F58-4AB8-9625-D46E62BF0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B6EFE-5EDE-4B59-8945-9D1DC03F707F}" type="datetime1">
              <a:rPr lang="en-US" smtClean="0"/>
              <a:t>6/10/2022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251E5-26AD-41A9-AB43-74817B6A7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Psalter Hymnal, 1959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DE934-EAE1-4847-A992-E77DD3145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0E664-6211-457A-B041-E98B7A131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848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9CD80-E470-4E15-8292-3B757A742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121516-E11A-4B59-8099-BD9006566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1F745-7571-47C4-8A46-A4D5B3CBB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2A708-8F14-42BB-874F-5B59DBDC81D5}" type="datetime1">
              <a:rPr lang="en-US" smtClean="0"/>
              <a:t>6/10/2022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CCBB7-5DF7-4F27-A9DA-CD12FD914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Psalter Hymnal, 1959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AD763-15AD-41E9-875D-B9774D36E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0E664-6211-457A-B041-E98B7A131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696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C2168-CB9E-4C66-A1F2-0F718E337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A0F7D-97C4-49FD-8D7D-CB469E0972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F74BC4-A508-49B8-A21A-81B173BE24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F3AA56-48F1-49FB-98DE-3E8B5B59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AC844-263D-4296-AABA-469E169BAD61}" type="datetime1">
              <a:rPr lang="en-US" smtClean="0"/>
              <a:t>6/10/2022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2D3C92-DBFC-4C95-A446-E4486647A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Psalter Hymnal, 1959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084BB-EB77-4B58-BB6D-E0EC06E78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0E664-6211-457A-B041-E98B7A131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42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08DA0-586A-4A05-804A-64E507403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08CA9F-DFAB-4588-9EBC-3A972DEF6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5450E6-5675-427F-A6E0-492FE7CE0D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97BB5E-36A2-4D20-B0D3-64C047E6B1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E5D856-7CE9-488B-AB9F-D1BDFD0101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CBE227-1E97-4A49-8294-DDC38F617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4D32F-E2C4-4C07-AF0A-73D111134431}" type="datetime1">
              <a:rPr lang="en-US" smtClean="0"/>
              <a:t>6/10/2022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D7385F-F1B4-4CBF-B7FD-4BC3244B5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Psalter Hymnal, 1959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9E88B5-3DA2-4BF6-8E0E-10FE036E5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0E664-6211-457A-B041-E98B7A131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184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C83DC-0E98-420E-8A63-70738B5EB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06C0C7-B7F0-4662-BD69-6057066C3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4411C-09D8-497F-94DC-356B99BBCE99}" type="datetime1">
              <a:rPr lang="en-US" smtClean="0"/>
              <a:t>6/10/2022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8F03B1-ACF2-4CBC-AC8A-A80D8D0DA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Psalter Hymnal, 1959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FBAC7E-F689-435B-AA58-F0DD566B5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0E664-6211-457A-B041-E98B7A131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793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3EACA9-514A-4BCA-90D1-D9893E6A0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7044E-2095-4145-AF70-7DE6C2BC2242}" type="datetime1">
              <a:rPr lang="en-US" smtClean="0"/>
              <a:t>6/10/2022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E7B02-BB14-4441-96D4-176B091CB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Psalter Hymnal, 1959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ABE4E7-E66D-4830-89FA-7D3E789EB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0E664-6211-457A-B041-E98B7A131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194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647C9-1937-4164-95F8-FE2288924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3B082-6993-4F71-9EC8-27A7B9DEE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F166B4-4D96-46D0-8CA7-031DC282E4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C4CD77-878A-4958-9B90-7BF878007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03045-6F61-4AE7-AF8C-B8A757AD280E}" type="datetime1">
              <a:rPr lang="en-US" smtClean="0"/>
              <a:t>6/10/2022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D56FF-740F-4A58-AC90-5DA235E91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Psalter Hymnal, 1959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6B4D4A-5F48-4BBE-9A0D-CDB89954C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0E664-6211-457A-B041-E98B7A131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73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911A7-0026-46D7-A449-6DEA63605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58234B-6201-4CBB-8B45-2681712E32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8BE041-0360-4119-A94F-DD9606F8C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4BD8A1-60CD-4897-9494-A1381E379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DF41B-2397-43F9-AFD3-1BA492BD2BB2}" type="datetime1">
              <a:rPr lang="en-US" smtClean="0"/>
              <a:t>6/10/2022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AFE62B-83B7-4B6F-8F12-1D7D53F62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Psalter Hymnal, 1959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6FEA69-8041-483A-8C30-5118950F1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0E664-6211-457A-B041-E98B7A131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797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39979-B97D-499F-8A08-CDF2D838F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3D037-21BC-4DEC-AED9-45216B5B14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28DE4-B3AB-48B3-B1F0-A7B8B93D4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9E901-3EAD-4EEE-88EC-CBDD3A302556}" type="datetime1">
              <a:rPr lang="en-US" smtClean="0"/>
              <a:t>6/10/2022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4C96D-B1B0-438D-9E86-FC21088D1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Psalter Hymnal, 1959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9F872-3CF2-48D1-97E9-9E9CF3543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0E664-6211-457A-B041-E98B7A131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2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EEF14E-7AE3-463C-B8E9-0C98633851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410F84-C899-43F5-9ABA-E66D8F2A80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81575-24DD-43AA-ABC5-DC09C0EEE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03A1D-19DE-463B-B68A-2336A036A934}" type="datetime1">
              <a:rPr lang="en-US" smtClean="0"/>
              <a:t>6/10/2022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9B519-15E0-4292-BF9D-4D688C8E0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Psalter Hymnal, 1959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48685-8F17-4B8C-AB45-6C45474EE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0E664-6211-457A-B041-E98B7A131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44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4533B9-3782-48EF-9CA6-752B91554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1F8259-6A35-48A0-BEF9-BB18473BC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B5650-9AC8-40B4-BB7D-E8CAA9DA0E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4F4BD-B078-4F60-8D48-FDA3A7C89FD1}" type="datetime1">
              <a:rPr lang="en-US" smtClean="0"/>
              <a:t>6/10/2022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F95AC-FA7B-4336-BC60-83463231AE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Psalter Hymnal, 1959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D524C-A699-41C6-9673-91CA442315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0E664-6211-457A-B041-E98B7A1315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902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#482 In Doubt and Temptation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1" y="1573596"/>
            <a:ext cx="1219199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i="1" dirty="0"/>
              <a:t>1. </a:t>
            </a:r>
            <a:r>
              <a:rPr lang="en-US" sz="2800" dirty="0"/>
              <a:t>In doubt and temptation I rest, Lord, in thee;</a:t>
            </a:r>
            <a:br>
              <a:rPr lang="en-US" sz="2800" dirty="0"/>
            </a:br>
            <a:r>
              <a:rPr lang="en-US" sz="2800" dirty="0"/>
              <a:t>my hand is in thy hand, thou </a:t>
            </a:r>
            <a:r>
              <a:rPr lang="en-US" sz="2800" dirty="0" err="1"/>
              <a:t>carest</a:t>
            </a:r>
            <a:r>
              <a:rPr lang="en-US" sz="2800" dirty="0"/>
              <a:t> for me;</a:t>
            </a:r>
            <a:br>
              <a:rPr lang="en-US" sz="2800" dirty="0"/>
            </a:br>
            <a:r>
              <a:rPr lang="en-US" sz="2800" dirty="0"/>
              <a:t>my soul with thy counsel through life thou wilt guide,</a:t>
            </a:r>
            <a:br>
              <a:rPr lang="en-US" sz="2800" dirty="0"/>
            </a:br>
            <a:r>
              <a:rPr lang="en-US" sz="2800" dirty="0"/>
              <a:t>and afterward make me in glory abide.</a:t>
            </a:r>
          </a:p>
          <a:p>
            <a:pPr lvl="0" algn="ctr"/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 algn="ctr"/>
            <a:r>
              <a:rPr lang="en-US" sz="2800" i="1" dirty="0"/>
              <a:t>Refrain:</a:t>
            </a:r>
            <a:br>
              <a:rPr lang="en-US" sz="2800" dirty="0"/>
            </a:br>
            <a:r>
              <a:rPr lang="en-US" sz="2800" dirty="0"/>
              <a:t>My God, I will extol thee</a:t>
            </a:r>
            <a:br>
              <a:rPr lang="en-US" sz="2800" dirty="0"/>
            </a:br>
            <a:r>
              <a:rPr lang="en-US" sz="2800" dirty="0"/>
              <a:t>and ever bless thy name;</a:t>
            </a:r>
            <a:br>
              <a:rPr lang="en-US" sz="2800" dirty="0"/>
            </a:br>
            <a:r>
              <a:rPr lang="en-US" sz="2800" dirty="0"/>
              <a:t>each day will I give thanks to thee</a:t>
            </a:r>
            <a:br>
              <a:rPr lang="en-US" sz="2800" dirty="0"/>
            </a:br>
            <a:r>
              <a:rPr lang="en-US" sz="2800" dirty="0"/>
              <a:t>and all thy praise proclaim.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CF3B07-BED9-2FE4-5B96-EB87C64CB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Psalter Hymnal, 1959</a:t>
            </a:r>
          </a:p>
        </p:txBody>
      </p:sp>
    </p:spTree>
    <p:extLst>
      <p:ext uri="{BB962C8B-B14F-4D97-AF65-F5344CB8AC3E}">
        <p14:creationId xmlns:p14="http://schemas.microsoft.com/office/powerpoint/2010/main" val="405239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US" sz="2800" dirty="0"/>
              <a:t>In glory thou only my portion shalt be,</a:t>
            </a:r>
            <a:br>
              <a:rPr lang="en-US" sz="2800" dirty="0"/>
            </a:br>
            <a:r>
              <a:rPr lang="en-US" sz="2800" dirty="0"/>
              <a:t>on earth for none other I long but for thee;</a:t>
            </a:r>
            <a:br>
              <a:rPr lang="en-US" sz="2800" dirty="0"/>
            </a:br>
            <a:r>
              <a:rPr lang="en-US" sz="2800" dirty="0"/>
              <a:t>my flesh and heart falter, but God is my stay,</a:t>
            </a:r>
            <a:br>
              <a:rPr lang="en-US" sz="2800" dirty="0"/>
            </a:br>
            <a:r>
              <a:rPr lang="en-US" sz="2800" dirty="0"/>
              <a:t>the strength of my spirit, my portion for aye.</a:t>
            </a:r>
          </a:p>
          <a:p>
            <a:pPr algn="ctr"/>
            <a:endParaRPr lang="en-US" sz="2800" dirty="0"/>
          </a:p>
          <a:p>
            <a:pPr algn="ctr"/>
            <a:r>
              <a:rPr lang="en-US" sz="2800" i="1" dirty="0"/>
              <a:t>Refrain:</a:t>
            </a:r>
            <a:br>
              <a:rPr lang="en-US" sz="2800" dirty="0"/>
            </a:br>
            <a:r>
              <a:rPr lang="en-US" sz="2800" dirty="0"/>
              <a:t>My God, I will extol thee</a:t>
            </a:r>
            <a:br>
              <a:rPr lang="en-US" sz="2800" dirty="0"/>
            </a:br>
            <a:r>
              <a:rPr lang="en-US" sz="2800" dirty="0"/>
              <a:t>and ever bless thy name;</a:t>
            </a:r>
            <a:br>
              <a:rPr lang="en-US" sz="2800" dirty="0"/>
            </a:br>
            <a:r>
              <a:rPr lang="en-US" sz="2800" dirty="0"/>
              <a:t>each day will I give thanks to thee</a:t>
            </a:r>
            <a:br>
              <a:rPr lang="en-US" sz="2800" dirty="0"/>
            </a:br>
            <a:r>
              <a:rPr lang="en-US" sz="2800" dirty="0"/>
              <a:t>and all thy praise proclaim.</a:t>
            </a:r>
            <a:endParaRPr lang="en-CA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DC505A-BBBB-6E2B-66EC-6827E86A4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Psalter Hymnal, 1959</a:t>
            </a:r>
          </a:p>
        </p:txBody>
      </p:sp>
    </p:spTree>
    <p:extLst>
      <p:ext uri="{BB962C8B-B14F-4D97-AF65-F5344CB8AC3E}">
        <p14:creationId xmlns:p14="http://schemas.microsoft.com/office/powerpoint/2010/main" val="3549921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86428"/>
            <a:ext cx="12192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</a:t>
            </a:r>
            <a:r>
              <a:rPr lang="en-US" sz="2800" dirty="0"/>
              <a:t>All they that forsake thee must perish and die,</a:t>
            </a:r>
            <a:br>
              <a:rPr lang="en-US" sz="2800" dirty="0"/>
            </a:br>
            <a:r>
              <a:rPr lang="en-US" sz="2800" dirty="0"/>
              <a:t>but near to my Savior most blessed am I;</a:t>
            </a:r>
            <a:br>
              <a:rPr lang="en-US" sz="2800" dirty="0"/>
            </a:br>
            <a:r>
              <a:rPr lang="en-US" sz="2800" dirty="0"/>
              <a:t>I make thee my refuge, my Lord and my God;</a:t>
            </a:r>
            <a:br>
              <a:rPr lang="en-US" sz="2800" dirty="0"/>
            </a:br>
            <a:r>
              <a:rPr lang="en-US" sz="2800" dirty="0"/>
              <a:t>thy grace and thy glory I publish abroad.</a:t>
            </a:r>
            <a:endParaRPr lang="en-CA" sz="2800" dirty="0"/>
          </a:p>
          <a:p>
            <a:pPr algn="ctr"/>
            <a:endParaRPr lang="en-CA" sz="2800" dirty="0"/>
          </a:p>
          <a:p>
            <a:pPr algn="ctr"/>
            <a:r>
              <a:rPr lang="en-US" sz="2800" i="1" dirty="0"/>
              <a:t>Refrain:</a:t>
            </a:r>
            <a:br>
              <a:rPr lang="en-US" sz="2800" dirty="0"/>
            </a:br>
            <a:r>
              <a:rPr lang="en-US" sz="2800" dirty="0"/>
              <a:t>My God, I will extol thee</a:t>
            </a:r>
            <a:br>
              <a:rPr lang="en-US" sz="2800" dirty="0"/>
            </a:br>
            <a:r>
              <a:rPr lang="en-US" sz="2800" dirty="0"/>
              <a:t>and ever bless thy name;</a:t>
            </a:r>
            <a:br>
              <a:rPr lang="en-US" sz="2800" dirty="0"/>
            </a:br>
            <a:r>
              <a:rPr lang="en-US" sz="2800" dirty="0"/>
              <a:t>each day will I give thanks to thee</a:t>
            </a:r>
            <a:br>
              <a:rPr lang="en-US" sz="2800" dirty="0"/>
            </a:br>
            <a:r>
              <a:rPr lang="en-US" sz="2800" dirty="0"/>
              <a:t>and all thy praise proclaim.</a:t>
            </a:r>
            <a:endParaRPr lang="en-CA" sz="2800" dirty="0">
              <a:solidFill>
                <a:prstClr val="black"/>
              </a:solidFill>
            </a:endParaRPr>
          </a:p>
          <a:p>
            <a:pPr algn="ctr"/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AC1EDA-2499-FA90-3461-0BD2479C7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Psalter Hymnal, 1959</a:t>
            </a:r>
          </a:p>
        </p:txBody>
      </p:sp>
    </p:spTree>
    <p:extLst>
      <p:ext uri="{BB962C8B-B14F-4D97-AF65-F5344CB8AC3E}">
        <p14:creationId xmlns:p14="http://schemas.microsoft.com/office/powerpoint/2010/main" val="3078228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262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#482 In Doubt and Temptation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#482 In Doubt and Temptation</dc:title>
  <dc:creator>Eric Hoogendoorn</dc:creator>
  <cp:lastModifiedBy>Neil Tuininga</cp:lastModifiedBy>
  <cp:revision>2</cp:revision>
  <dcterms:created xsi:type="dcterms:W3CDTF">2020-04-25T02:21:29Z</dcterms:created>
  <dcterms:modified xsi:type="dcterms:W3CDTF">2022-06-10T16:42:40Z</dcterms:modified>
</cp:coreProperties>
</file>