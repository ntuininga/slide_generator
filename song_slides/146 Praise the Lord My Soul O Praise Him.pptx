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0" r:id="rId3"/>
    <p:sldId id="291" r:id="rId4"/>
    <p:sldId id="29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17DD-6448-4E3F-910D-534331409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8A64B-C819-499F-8726-CE663C19D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60B1D-3EB5-4BC9-A097-0F69D062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0DC1C-F3EF-4450-A89D-8292CC00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06800-211B-4C54-8B98-78D6963B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8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D229-1F76-45F9-916A-83536491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1CAB-9B23-4C82-9243-2C262499F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7B68E-607E-4A08-9A73-7A285BB6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41ED9-6AC5-465B-8B1A-5B01590F7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D6AE0-E944-4294-B71A-006CDB9B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1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AFAB-51D9-42B9-B0DB-48B5E487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92B48-7A4D-4F0B-949D-493C93306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FC017-4E4D-4DA0-BCEC-3BF54A86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63C81-64A0-44E2-B46D-A41EA231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04133-ED27-4E99-86BE-B4FA500E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82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9A37-1386-42C6-B8C9-7D2BFB22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189C8-50CA-4CB5-9863-96283DCC9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D98F-5C52-4CA0-883C-801BACF5D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37F2C-E8EC-4A1B-85DA-5A25BD6A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4E884-69A4-44BB-A70C-56FADB97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A98B1-7503-4DE6-A129-AB72F3764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3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CF5A8-96B9-4D5A-9E8F-C22167A4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A138B-422F-479C-BAB0-97645A685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81E47-9F99-40C6-9196-F9B6992FF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52FCD-D569-4D6C-907F-821D460696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F3EC8-F8D9-4111-AFA3-3E6D1C009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24285-AF12-4F48-83FC-CAF16215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F8D74-842C-4D69-A19E-1D9550CC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19C96-70A0-4394-9D00-B716ECE5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1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1BCD-20E5-4B11-8B6B-2F108159E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1DAFC-710C-4328-97B7-FD1BEC5F7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1930E-3506-4D5B-B4AB-A832D51A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FD796-73FB-41F7-BDCB-9ECCBF0F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2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27F95-8F9E-4D41-A543-A459BE72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3658D-DDB9-4A67-98F9-DF5B714D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5C995-4685-414E-9669-0DCB8AA9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9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AD60-024F-4B30-9D4E-727E1050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7A811-1CCF-4C41-872D-D96CCB5D9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2AE43-5813-4DD1-90EA-FDA902790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BF93C-A97F-4BAC-82EB-91A6CEA44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328F7-0E53-429F-9436-78BEDE73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9D690-F1BA-46E6-B547-CBB6FB87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2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FD3F-4554-4B2D-A209-7376F3439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D32D3-FC91-4D43-9D35-608C55ECA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9E473-EA71-4387-A37E-EF6F28417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D8A6E-2E09-476D-AA22-F041B2679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1EC89-9ADF-4D97-9E03-791AAD82D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32BDE-DB1E-4DDE-A109-1C0806EA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74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5FD7-8350-4EB7-80E4-569ABAAF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DD1D6-CFE4-46BB-B715-90BB6952A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BB1E3-7099-41A6-AE1D-4A2BE2A2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35B76-FD1E-40FA-BF63-08CB691C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98EF5-BE85-4439-843D-0A81EFA6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9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3FF7A-BB98-4717-959F-F4BB89DFC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0B30D-87AE-4212-91D2-80B286E76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54945-A178-4284-802A-2CF8F1F4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B7B99-47D7-4D71-A36C-18AC3B58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5A946-8FB1-4DFF-8E7B-E762240B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6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D7FDA-9043-4158-B716-B844459A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8BD03-7CFB-4FB3-946C-B53A5526A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300D9-501E-43A5-9B79-25C830B41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6693C-6124-4C1A-9FDA-4D6D6378149E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4013B-B438-452F-AEC3-D8843BEB5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77D8-214B-4F4E-BFAC-E109789A6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8AE4A-D1BF-4A02-9CDC-6547E3C4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3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Praise the Lord! My soul, O praise him!</a:t>
            </a:r>
          </a:p>
          <a:p>
            <a:pPr algn="ctr"/>
            <a:r>
              <a:rPr lang="en-CA" sz="2800" dirty="0"/>
              <a:t>I will praise him all my days.</a:t>
            </a:r>
          </a:p>
          <a:p>
            <a:pPr algn="ctr"/>
            <a:r>
              <a:rPr lang="en-CA" sz="2800" dirty="0"/>
              <a:t>I will sing while I have being;</a:t>
            </a:r>
          </a:p>
          <a:p>
            <a:pPr algn="ctr"/>
            <a:r>
              <a:rPr lang="en-CA" sz="2800" dirty="0"/>
              <a:t>I will sing to God my praise!</a:t>
            </a:r>
          </a:p>
          <a:p>
            <a:pPr algn="ctr"/>
            <a:r>
              <a:rPr lang="en-CA" sz="2800" dirty="0"/>
              <a:t>Put no confidence in princes,</a:t>
            </a:r>
          </a:p>
          <a:p>
            <a:pPr algn="ctr"/>
            <a:r>
              <a:rPr lang="en-CA" sz="2800" dirty="0"/>
              <a:t>Mortal men who cannot save.</a:t>
            </a:r>
          </a:p>
          <a:p>
            <a:pPr algn="ctr"/>
            <a:r>
              <a:rPr lang="en-CA" sz="2800" dirty="0"/>
              <a:t>All their plans will come to nothing</a:t>
            </a:r>
          </a:p>
          <a:p>
            <a:pPr algn="ctr"/>
            <a:r>
              <a:rPr lang="en-CA" sz="2800" dirty="0"/>
              <a:t>When they perish in the grave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#146 Praise The Lord! My Soul, O Praise Him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O how blest the man who trusts in</a:t>
            </a:r>
          </a:p>
          <a:p>
            <a:pPr algn="ctr"/>
            <a:r>
              <a:rPr lang="en-CA" sz="2800" dirty="0"/>
              <a:t>Jacob’s God to be his aid.</a:t>
            </a:r>
          </a:p>
          <a:p>
            <a:pPr algn="ctr"/>
            <a:r>
              <a:rPr lang="en-CA" sz="2800" dirty="0"/>
              <a:t>O how blest the one whose hope </a:t>
            </a:r>
          </a:p>
          <a:p>
            <a:pPr algn="ctr"/>
            <a:r>
              <a:rPr lang="en-CA" sz="2800" dirty="0"/>
              <a:t>Upon the Lord his God is stayed,</a:t>
            </a:r>
          </a:p>
          <a:p>
            <a:pPr algn="ctr"/>
            <a:r>
              <a:rPr lang="en-CA" sz="2800" dirty="0"/>
              <a:t>He who made the earth and heaven</a:t>
            </a:r>
          </a:p>
          <a:p>
            <a:pPr algn="ctr"/>
            <a:r>
              <a:rPr lang="en-CA" sz="2800" dirty="0"/>
              <a:t>And the seas, with all their store;</a:t>
            </a:r>
          </a:p>
          <a:p>
            <a:pPr algn="ctr"/>
            <a:r>
              <a:rPr lang="en-CA" sz="2800" dirty="0"/>
              <a:t>He who keeps his word forever,</a:t>
            </a:r>
          </a:p>
          <a:p>
            <a:pPr algn="ctr"/>
            <a:r>
              <a:rPr lang="en-CA" sz="2800" dirty="0"/>
              <a:t>He is faithful evermore.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7249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He will always render justice</a:t>
            </a:r>
          </a:p>
          <a:p>
            <a:pPr algn="ctr"/>
            <a:r>
              <a:rPr lang="en-CA" sz="2800" dirty="0"/>
              <a:t>For the sake of those oppressed.</a:t>
            </a:r>
          </a:p>
          <a:p>
            <a:pPr algn="ctr"/>
            <a:r>
              <a:rPr lang="en-CA" sz="2800" dirty="0"/>
              <a:t>He gives food to those who hunger,</a:t>
            </a:r>
          </a:p>
          <a:p>
            <a:pPr algn="ctr"/>
            <a:r>
              <a:rPr lang="en-CA" sz="2800" dirty="0"/>
              <a:t>Satisfies their emptiness.</a:t>
            </a:r>
          </a:p>
          <a:p>
            <a:pPr algn="ctr"/>
            <a:r>
              <a:rPr lang="en-CA" sz="2800" dirty="0"/>
              <a:t>God releases all the </a:t>
            </a:r>
            <a:r>
              <a:rPr lang="en-CA" sz="2800" dirty="0" err="1"/>
              <a:t>pris’ners</a:t>
            </a:r>
            <a:r>
              <a:rPr lang="en-CA" sz="2800" dirty="0"/>
              <a:t>,</a:t>
            </a:r>
          </a:p>
          <a:p>
            <a:pPr algn="ctr"/>
            <a:r>
              <a:rPr lang="en-CA" sz="2800" dirty="0"/>
              <a:t>To the blind the Lord gives sight.</a:t>
            </a:r>
          </a:p>
          <a:p>
            <a:pPr algn="ctr"/>
            <a:r>
              <a:rPr lang="en-CA" sz="2800" dirty="0"/>
              <a:t>He lifts up those bowed in anguish</a:t>
            </a:r>
          </a:p>
          <a:p>
            <a:pPr algn="ctr"/>
            <a:r>
              <a:rPr lang="en-CA" sz="2800" dirty="0"/>
              <a:t>And relieves them from their plight.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8668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How the Lord loves all the righteous,</a:t>
            </a:r>
          </a:p>
          <a:p>
            <a:pPr algn="ctr"/>
            <a:r>
              <a:rPr lang="en-CA" sz="2800" dirty="0"/>
              <a:t>And the alien defends,</a:t>
            </a:r>
          </a:p>
          <a:p>
            <a:pPr algn="ctr"/>
            <a:r>
              <a:rPr lang="en-CA" sz="2800" dirty="0"/>
              <a:t>Helps the orphan and the widow,</a:t>
            </a:r>
          </a:p>
          <a:p>
            <a:pPr algn="ctr"/>
            <a:r>
              <a:rPr lang="en-CA" sz="2800" dirty="0"/>
              <a:t>Judgement on the wicked sends.</a:t>
            </a:r>
          </a:p>
          <a:p>
            <a:pPr algn="ctr"/>
            <a:r>
              <a:rPr lang="en-CA" sz="2800" dirty="0"/>
              <a:t>God the Lord will reign forever;</a:t>
            </a:r>
          </a:p>
          <a:p>
            <a:pPr algn="ctr"/>
            <a:r>
              <a:rPr lang="en-CA" sz="2800" dirty="0"/>
              <a:t>Zion’s God forevermore</a:t>
            </a:r>
          </a:p>
          <a:p>
            <a:pPr algn="ctr"/>
            <a:r>
              <a:rPr lang="en-CA" sz="2800" dirty="0"/>
              <a:t>Reigns through </a:t>
            </a:r>
            <a:r>
              <a:rPr lang="en-CA" sz="2800" dirty="0" err="1"/>
              <a:t>ev’ry</a:t>
            </a:r>
            <a:r>
              <a:rPr lang="en-CA" sz="2800" dirty="0"/>
              <a:t> generation,</a:t>
            </a:r>
          </a:p>
          <a:p>
            <a:pPr algn="ctr"/>
            <a:r>
              <a:rPr lang="en-CA" sz="2800" dirty="0"/>
              <a:t>Hallelujah! Praise the Lord!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9196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2020-05-16T03:06:36Z</dcterms:created>
  <dcterms:modified xsi:type="dcterms:W3CDTF">2020-05-16T03:07:25Z</dcterms:modified>
</cp:coreProperties>
</file>