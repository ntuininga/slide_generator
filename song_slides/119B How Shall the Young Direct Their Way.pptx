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EA513-11CB-48DC-B568-94C0017F9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D46EDC-DF6A-4799-8E51-A7406A3DB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E44E5-313E-4499-B0C4-A94F5DD37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6532-34A9-4462-AAA4-53CD513F1A25}" type="datetimeFigureOut">
              <a:rPr lang="en-CA" smtClean="0"/>
              <a:t>2020-10-09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7B6BA-FEBF-4D62-82F7-805FCE4CC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D0C85-13D0-45FF-8E1B-B6F9FF181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712B-05C2-4083-8434-D900A8FE15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7973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2613B-E918-4F3B-885A-7084C36C0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5E826-02A5-4DF1-B31E-E45A05AAD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9450E-5218-4CDE-BE13-B86B80F90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6532-34A9-4462-AAA4-53CD513F1A25}" type="datetimeFigureOut">
              <a:rPr lang="en-CA" smtClean="0"/>
              <a:t>2020-10-09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5F947-DA1E-4EEF-B370-92A500146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443E3-2028-40E8-98C3-C68ADE9C5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712B-05C2-4083-8434-D900A8FE15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0266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49C8B-F718-4490-AD05-9253842CC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2B4A1-6930-481E-8B18-727E44060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FB9E3-225D-44F0-A8E9-482487FE7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6532-34A9-4462-AAA4-53CD513F1A25}" type="datetimeFigureOut">
              <a:rPr lang="en-CA" smtClean="0"/>
              <a:t>2020-10-09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AECB3-072A-4037-8826-60B3223D1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5CB6D-682B-48BF-9EAA-BD3B17000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712B-05C2-4083-8434-D900A8FE15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2950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7E61D-F0F4-41A2-B363-2F28A1FBD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0896F-3490-4514-8FAB-5CA8A9EAC5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B2850-0314-44B4-A926-DA3FCDAB6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5A999-512F-4128-A3A2-6DED8F13C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6532-34A9-4462-AAA4-53CD513F1A25}" type="datetimeFigureOut">
              <a:rPr lang="en-CA" smtClean="0"/>
              <a:t>2020-10-09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56370-9A70-45AB-BA66-1FF51476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919168-7340-4E33-A76C-D7865C943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712B-05C2-4083-8434-D900A8FE15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9864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D6F6B-CCCE-4618-968D-471998D68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E1605-4CE3-4165-B203-D5A1D5FA4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9D45A6-1FB9-4BBA-8923-8DC068EC9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28971-3644-42CF-A4AE-32F8B8D8FC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07B0E7-3C4C-49F0-897C-F20FD7C53D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F7FD6C-C2D4-4105-978C-91D726075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6532-34A9-4462-AAA4-53CD513F1A25}" type="datetimeFigureOut">
              <a:rPr lang="en-CA" smtClean="0"/>
              <a:t>2020-10-09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B7BBA2-AA86-4EE4-A2BC-EF0230638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9B9FB2-DEEC-482D-993C-E86B8C0F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712B-05C2-4083-8434-D900A8FE15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728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302FD-90B0-42D7-86DC-45EEE732A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EC6F80-5BA2-4D85-A75C-F114AF975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6532-34A9-4462-AAA4-53CD513F1A25}" type="datetimeFigureOut">
              <a:rPr lang="en-CA" smtClean="0"/>
              <a:t>2020-10-09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59E5B8-4726-405B-9591-EE36CA405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530DD-A90E-4BA5-A45A-8967CAD1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712B-05C2-4083-8434-D900A8FE15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0788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0C8987-5AAA-401A-A146-456A7D12E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6532-34A9-4462-AAA4-53CD513F1A25}" type="datetimeFigureOut">
              <a:rPr lang="en-CA" smtClean="0"/>
              <a:t>2020-10-09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062E9D-49A7-4CBB-B43D-45F1C5DA9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E4342-0B1F-473A-8F79-5E9C7AABC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712B-05C2-4083-8434-D900A8FE15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6711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E314-0E27-4EF8-9F16-A28FBC57B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A24DB-1943-47C7-A35A-9C480FF9F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66EE9A-E984-4876-A205-C0AB9B166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4C751-FABA-42D8-87CA-58AA781BF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6532-34A9-4462-AAA4-53CD513F1A25}" type="datetimeFigureOut">
              <a:rPr lang="en-CA" smtClean="0"/>
              <a:t>2020-10-09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D7DD0-435D-437C-AB41-B47A348F2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6F282-0B18-4135-9B21-8D4BB3A2D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712B-05C2-4083-8434-D900A8FE15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734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734FF-CDB4-409D-98F9-D6DA71265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CD2BB-90F9-4FB5-A9C0-5E0D718CDF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015DF-59F2-4D4B-9462-7186C90DD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091FD-0FA5-4EE4-B789-1F213DB2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6532-34A9-4462-AAA4-53CD513F1A25}" type="datetimeFigureOut">
              <a:rPr lang="en-CA" smtClean="0"/>
              <a:t>2020-10-09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58F22-2078-4F61-A5E6-DF626A8F9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4D23E-1FFE-4BA1-B1A0-F3DE591B2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712B-05C2-4083-8434-D900A8FE15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6941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4F711-0F0E-4A79-90DB-6155ADA9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5737D-EA75-4DDC-B873-E73E0E791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8491B-2AB5-41F6-91AB-B35652079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6532-34A9-4462-AAA4-53CD513F1A25}" type="datetimeFigureOut">
              <a:rPr lang="en-CA" smtClean="0"/>
              <a:t>2020-10-09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B677F-7A60-42C6-825C-829C52EE4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BAF80-08E3-4A63-8878-F00F082AE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712B-05C2-4083-8434-D900A8FE15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1188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D1C2F8-004E-418D-854B-4452AB0F20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E94B5D-A639-4648-BAD4-73FEF7900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AB57C-ED9D-4CE7-BEA5-E9A4AE296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6532-34A9-4462-AAA4-53CD513F1A25}" type="datetimeFigureOut">
              <a:rPr lang="en-CA" smtClean="0"/>
              <a:t>2020-10-09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F897D-EB9E-4748-B5CD-9785C5A1E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7BE9F-8440-4B64-AEE5-23F29D85D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712B-05C2-4083-8434-D900A8FE15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4864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9D4CAC-677B-4588-B9C4-70E3A2C82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FB51A-038E-44A7-B7DC-AC977AEE4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C3307-456D-4B62-B3C6-2C53A3CE1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26532-34A9-4462-AAA4-53CD513F1A25}" type="datetimeFigureOut">
              <a:rPr lang="en-CA" smtClean="0"/>
              <a:t>2020-10-09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BACFD-A38E-4392-9E7A-C33389D7A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F6C54-0D98-4DB0-B35C-158155D91C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2712B-05C2-4083-8434-D900A8FE15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2485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2FC5FA-417D-4EB5-87A2-2D999BBE816C}"/>
              </a:ext>
            </a:extLst>
          </p:cNvPr>
          <p:cNvSpPr txBox="1"/>
          <p:nvPr/>
        </p:nvSpPr>
        <p:spPr>
          <a:xfrm>
            <a:off x="1228725" y="304799"/>
            <a:ext cx="97345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 dirty="0">
                <a:solidFill>
                  <a:prstClr val="black"/>
                </a:solidFill>
                <a:latin typeface="+mj-lt"/>
              </a:rPr>
              <a:t>#119B How Shall the Young Direct Their Way?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9E9299-5221-405A-93AE-F66A07407409}"/>
              </a:ext>
            </a:extLst>
          </p:cNvPr>
          <p:cNvSpPr txBox="1"/>
          <p:nvPr/>
        </p:nvSpPr>
        <p:spPr>
          <a:xfrm>
            <a:off x="1581150" y="2076450"/>
            <a:ext cx="95821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CA" sz="2800">
                <a:solidFill>
                  <a:prstClr val="black"/>
                </a:solidFill>
              </a:rPr>
              <a:t>How shall the young direct their way?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What shall be their perfect guide?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Your word, O LORD, will safely lead,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if in its wisdom they confide.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Sincerely I have sought you, LORD,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O let me not from you depart;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to know your will and keep from sin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your word I cherish in my heart.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21774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BF9B56-3FC4-4B47-BC23-BE30181BA324}"/>
              </a:ext>
            </a:extLst>
          </p:cNvPr>
          <p:cNvSpPr txBox="1"/>
          <p:nvPr/>
        </p:nvSpPr>
        <p:spPr>
          <a:xfrm>
            <a:off x="1633537" y="952500"/>
            <a:ext cx="89249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>
                <a:solidFill>
                  <a:prstClr val="black"/>
                </a:solidFill>
              </a:rPr>
              <a:t>2. </a:t>
            </a:r>
            <a:r>
              <a:rPr lang="en-CA" sz="2800">
                <a:solidFill>
                  <a:prstClr val="black"/>
                </a:solidFill>
              </a:rPr>
              <a:t>O blessed LORD, teach me your law, 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your righteous judgements I declare;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your testimonies make me glad,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for they are wealth beyond compare.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Upon your precepts and your ways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my heart will meditate with awe;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your word shall be my chief delight,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and I will not forget your law.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580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2020-10-09T22:44:23Z</dcterms:created>
  <dcterms:modified xsi:type="dcterms:W3CDTF">2020-10-09T22:44:23Z</dcterms:modified>
</cp:coreProperties>
</file>