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5" r:id="rId2"/>
    <p:sldId id="336" r:id="rId3"/>
    <p:sldId id="337" r:id="rId4"/>
    <p:sldId id="338" r:id="rId5"/>
    <p:sldId id="33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C1742-5154-42B3-A1FF-973ACC3A2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65602-1975-4110-B99B-CE83759D4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665EA-122E-485C-99D1-CD6CEF85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CE8-1109-42ED-AA7E-0A147853D11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226FF-1D2F-465C-84DE-29773C7A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8D825-0E99-445B-B9D5-C0704351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3F3F5-4317-4D44-B90E-FAAFD5857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52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8FC6-EED0-4024-BBE3-04AAE023D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D961E-FA02-4091-A4AB-5C244D109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2FB69-D722-4366-AA5F-85C7635D8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CE8-1109-42ED-AA7E-0A147853D11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54FE8-3395-4236-A7A8-2C620B29E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5F574-272C-4B11-97F9-2426C2F7A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3F3F5-4317-4D44-B90E-FAAFD5857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89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7D9B-1A4B-424F-9E07-190A3BD9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25902-BE46-4BF4-8855-E5EB509F7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C5BE6-0497-4CC3-9143-9B91F1557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CE8-1109-42ED-AA7E-0A147853D11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4D28E-D24F-4651-953F-06D577C7A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32048-1EC1-4283-B578-D5D73A58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3F3F5-4317-4D44-B90E-FAAFD5857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8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C890-7889-489C-85F5-81AA28EDD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70F66-EB08-4760-A08E-B9D9AF74F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276A3-C4EF-4BE5-ACE8-A6953C1F1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69EAC-34B7-483A-9985-2E700FE8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CE8-1109-42ED-AA7E-0A147853D11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03438-4887-4691-B6B0-66FD66328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C4B10-5964-4E92-99EA-6B2E88B1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3F3F5-4317-4D44-B90E-FAAFD5857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3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B680-E4AF-4FC7-8459-FF9D0679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0CED5-1D96-4F56-A41C-9F26511F6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C0B7E-6980-414B-A462-2718A0D0F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0CA717-D8AB-4266-9769-A30FE9BD4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249A7-B49B-4A4F-BBC4-9C3030489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B77D4D-C7D1-41C3-9FEE-29B74C7C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CE8-1109-42ED-AA7E-0A147853D11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2C6832-06CA-4CB3-A9FC-C660E2A96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36294D-AFF4-4D91-9E9F-D3BF0478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3F3F5-4317-4D44-B90E-FAAFD5857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9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7688D-1144-4839-9FC1-7F90023C1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568836-3D31-4A5F-859A-0756D27B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CE8-1109-42ED-AA7E-0A147853D11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E9737-3D3B-4067-A841-44A9EA83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7051C-7AD1-4D2A-8AC6-846FD4A39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3F3F5-4317-4D44-B90E-FAAFD5857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09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C8DA6-7069-48A5-8BD8-D70D83679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CE8-1109-42ED-AA7E-0A147853D11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F09582-537D-4A42-8CE8-95AF1DB1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6C786-0A08-43F0-99DD-89BFA64B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3F3F5-4317-4D44-B90E-FAAFD5857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90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C4061-0AEE-4DFC-9C84-8E7F5D348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CCF13-ABDB-4F43-9210-A4DB09212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1C5CF-00C8-4D63-857D-A4331696E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33EE5-85D7-4146-9AE7-B5301765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CE8-1109-42ED-AA7E-0A147853D11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9BCD2-996F-4793-B22C-FA88BECA9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9531C-F50C-4DE1-B152-22409A0F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3F3F5-4317-4D44-B90E-FAAFD5857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43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D9358-B055-4247-BE33-C6BBF2A37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D59BF-0275-467D-B595-B655A3DAA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3B107-11CB-4CF6-8102-8B14C45CD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C3F88-73B3-493D-96FF-C90CFD299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CE8-1109-42ED-AA7E-0A147853D11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BC492-F1F8-45EB-B3D1-F71D11C8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50973-FC72-425D-AE97-86495677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3F3F5-4317-4D44-B90E-FAAFD5857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0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309E4-ED82-48E8-B59C-33FB6F82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C8D68-915A-4C90-99CF-D839CA9CF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90DF6-43F6-46E4-90D9-503DE5208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CE8-1109-42ED-AA7E-0A147853D11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EDBE0-58E5-4CBC-8BA1-53B4E3F7A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E3B18-9D65-49FA-A7A6-EDB981623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3F3F5-4317-4D44-B90E-FAAFD5857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81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4278-5B35-4E7C-B5B1-DD7AA5BF1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789E4-3229-4644-9517-BDCC77EBA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BBBC4-80E2-4E9D-A58B-4FF37D144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CE8-1109-42ED-AA7E-0A147853D11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BBA0A-FDDC-4541-BD02-3183E66B6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05CAF-2EF1-49BD-9868-D0306B9C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3F3F5-4317-4D44-B90E-FAAFD5857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06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C4F11-0B23-4409-AE17-CFDC91C24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B730F-4846-41D1-9F06-7A9374FA5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01AE0-AE07-4F7B-ADF6-9EC08ECB2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01CE8-1109-42ED-AA7E-0A147853D11A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40245-6BD1-4D8B-B6EA-598612B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7D481-18CE-45F9-9D2A-285101B39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3F3F5-4317-4D44-B90E-FAAFD5857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#82 God Stands In The Great Assembly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God stands in the great assembly,</a:t>
            </a:r>
          </a:p>
          <a:p>
            <a:pPr algn="ctr"/>
            <a:r>
              <a:rPr lang="en-US" sz="2800" dirty="0"/>
              <a:t>judging all the gods within:</a:t>
            </a:r>
          </a:p>
          <a:p>
            <a:pPr algn="ctr"/>
            <a:r>
              <a:rPr lang="en-US" sz="2800" dirty="0"/>
              <a:t>how long will you judge unjustly,</a:t>
            </a:r>
          </a:p>
          <a:p>
            <a:pPr algn="ctr"/>
            <a:r>
              <a:rPr lang="en-US" sz="2800" dirty="0"/>
              <a:t>favoring the wicked men?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7979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6191"/>
            <a:ext cx="12192000" cy="215002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2. “</a:t>
            </a:r>
            <a:r>
              <a:rPr lang="en-US" dirty="0"/>
              <a:t>Vindicate the weak and orphans,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Guard the rights of those oppressed.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Save the weak, support the needy;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From the wicked give them rest”.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19837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6191"/>
            <a:ext cx="12192000" cy="215002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3. </a:t>
            </a:r>
            <a:r>
              <a:rPr lang="en-US" dirty="0"/>
              <a:t>They are void of understanding;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no right judgment can they make.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They walk on in utter darkness;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all of earth’s foundations shake.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4457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6191"/>
            <a:ext cx="12192000" cy="215002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4. “You are gods,” so I addressed them;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“You are sons of God most High.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You will fall like other princes,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you as common men will die.”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7685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6191"/>
            <a:ext cx="12192000" cy="215002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5. </a:t>
            </a:r>
            <a:r>
              <a:rPr lang="en-US" dirty="0"/>
              <a:t>Rise O God, and come in judgement;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justice for the earth command,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 you hold as your possession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ev’ry</a:t>
            </a:r>
            <a:r>
              <a:rPr lang="en-US" dirty="0"/>
              <a:t> race and </a:t>
            </a:r>
            <a:r>
              <a:rPr lang="en-US" dirty="0" err="1"/>
              <a:t>ev’ry</a:t>
            </a:r>
            <a:r>
              <a:rPr lang="en-US" dirty="0"/>
              <a:t> land.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043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#82 God Stands In The Great Assembly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#82 God Stands In The Great Assembly</dc:title>
  <dc:creator>Eric Hoogendoorn</dc:creator>
  <cp:lastModifiedBy>Eric Hoogendoorn</cp:lastModifiedBy>
  <cp:revision>1</cp:revision>
  <dcterms:created xsi:type="dcterms:W3CDTF">2022-04-23T02:47:41Z</dcterms:created>
  <dcterms:modified xsi:type="dcterms:W3CDTF">2022-04-23T02:48:04Z</dcterms:modified>
</cp:coreProperties>
</file>