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4F64-72A7-46E4-93EA-65A53D8C6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6F20E-2A3C-4B98-88B9-9F83BE405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C3D45-1143-4D98-A50C-C6FEA75A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74C2-18A0-4E41-B757-C54F0B43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DC836-2846-494E-9E3A-815F9FD4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63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82B2-02AD-4155-A486-34443068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D6DEB-0277-478D-BB1E-0279AFA66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2CE60-16E3-429C-8391-091E481C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124E-DE23-4E31-9710-32398807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86A7-28AE-4210-A7B4-27052690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39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AA57-06CC-48D9-A643-49E3FAD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79CC1-BFB0-4523-922B-D1832D35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3AB0-D831-4B38-B0C0-F325D2D45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C274C-2EE9-48FF-8FF7-E3AF3244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508C-F1B2-4143-B95D-9D959402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85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3073-1080-4789-B440-46B2DD57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BFEDE-AFF4-4A88-AE4C-B8F061B99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D0EB8-A88D-4422-94CE-E2326C846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33BF2-C164-4098-82F9-147F20B7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757AC-0CE9-428F-91DE-AF09C55B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7B68E-59B1-46CF-AB75-7740A462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39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F3B4-CB01-46E1-9011-3AAE637F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443A0-C301-48F0-8D3E-9836B65E8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F264-04F8-4A7F-B4E0-542D5DF66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078E7F-D0E2-401A-8000-FC8444C3C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914DD-5CC8-41BF-960F-74876EC04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1B69B-9565-4DE5-BC42-C7B58568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5269E-0CBC-4A72-BFDF-978E64C3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7A57F-B90A-4253-9183-4BC22C3C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262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EC1A-0C6E-4434-8F2D-9D6F2E2B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6EE51-8CCD-4F8E-BDB0-A41213B7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C6FED-C5B5-4998-BFE7-1C81228A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2DBA6-3EE4-4AC6-BEFA-A130017D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30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2EFA7-1345-45B3-839D-157858EC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8F4FD-9B3E-49CA-BD6B-0C53D4D3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58022-066C-48B5-A780-A4840253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569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ADF7-3FC2-4174-A905-B4DDD4BC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E4565-CB89-43E2-85A3-84686C2A1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19D84-1206-4B37-92F5-25A98C40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FA47B-21C3-41F4-AF02-F345AB10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C5B8A-01A5-4E73-9699-48D54479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EAE7D-244E-4979-A2D1-A583F7DD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86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469C-093D-430E-BEA2-0476B8312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49BAA-AD68-477F-BD38-2F156DD2A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DC0E1-8067-493D-AE7C-22FDA14E4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2302-B4D0-4A0C-A072-74AB00F6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04D96-4BE8-4FF2-B7CD-D2CFFF0C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8AACD-7783-4237-A01F-AE239B36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0008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2119-D9A5-4946-80F5-9CCFF87E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040E2-F231-4459-8F49-B71B7B6DC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576C6-C61F-47F1-9A22-CF293DFB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D7B54-F355-48AB-BF20-073719AC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DCCCF-B5FC-4FD1-A5B5-337E2E98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40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C3860-2C39-4F6E-8F5C-94F0D05A8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A8478-D63D-45BA-A1B6-D368B8DE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E6E8-8590-423D-8D4B-D4B2A609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D657-3413-4C34-BDAD-33F363C0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DF5DB-0736-470D-A432-7EB1183E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14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B69E3-4C4A-4E1D-A6C2-F6D1A3C1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E4D31-08E2-4499-BB01-216AFAF17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2C5FB-933B-4020-A815-B4EEE20BE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7F41C-AF90-4C5C-9E5B-334362CBD5C1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A3B22-ACD4-4F76-A31B-A53D6E95C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05543-5E0B-46F5-B0CD-B611B6851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89043-99B9-44D9-9D1A-2DB41EB26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36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BDF024-656D-47DC-B882-A0F20A576368}"/>
              </a:ext>
            </a:extLst>
          </p:cNvPr>
          <p:cNvSpPr txBox="1"/>
          <p:nvPr/>
        </p:nvSpPr>
        <p:spPr>
          <a:xfrm>
            <a:off x="1000125" y="209550"/>
            <a:ext cx="1019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#289 All Praise to Christ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18049-C47B-47FD-B884-1E9C51F7686E}"/>
              </a:ext>
            </a:extLst>
          </p:cNvPr>
          <p:cNvSpPr txBox="1"/>
          <p:nvPr/>
        </p:nvSpPr>
        <p:spPr>
          <a:xfrm>
            <a:off x="1914525" y="2090172"/>
            <a:ext cx="8362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him who loved us long ago,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came to be,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left his throne for earth below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save a wretch like me: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praise to Christ from grateful men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forevermore. Amen.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771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20C84-973E-485C-8396-ADC628436C06}"/>
              </a:ext>
            </a:extLst>
          </p:cNvPr>
          <p:cNvSpPr txBox="1"/>
          <p:nvPr/>
        </p:nvSpPr>
        <p:spPr>
          <a:xfrm>
            <a:off x="3009900" y="2090172"/>
            <a:ext cx="6172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To him who freed us from our sin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dying on the cross,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make us whole without, within,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redeemed from dreadful loss: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praise to Christ from grateful men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forevermore. Amen.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5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9E418-14A4-4B92-8396-E7CA017E7D14}"/>
              </a:ext>
            </a:extLst>
          </p:cNvPr>
          <p:cNvSpPr txBox="1"/>
          <p:nvPr/>
        </p:nvSpPr>
        <p:spPr>
          <a:xfrm>
            <a:off x="1714500" y="2090172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To him who comes arrayed in 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sinners here shall see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one they pierced and mourn the sight –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promised; it shall be!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praise to Christ from grateful men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forevermore. Amen.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05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D2FCA-CD79-498E-8C51-1899B6EE98CA}"/>
              </a:ext>
            </a:extLst>
          </p:cNvPr>
          <p:cNvSpPr txBox="1"/>
          <p:nvPr/>
        </p:nvSpPr>
        <p:spPr>
          <a:xfrm>
            <a:off x="2209800" y="2090172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With angels, saints, and seraphim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new creation sings,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“All glory, pow’r, and praise to him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made us priests and kings.”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praise to Christ from grateful men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forevermore. Amen.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61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2021-05-07T17:39:52Z</dcterms:created>
  <dcterms:modified xsi:type="dcterms:W3CDTF">2021-05-07T17:41:24Z</dcterms:modified>
</cp:coreProperties>
</file>