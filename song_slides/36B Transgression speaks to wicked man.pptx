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27268-B4AB-433B-BD65-E315058B4241}" type="datetimeFigureOut">
              <a:rPr lang="en-US" smtClean="0"/>
              <a:t>9/13/2024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B1B78-7BC0-4CF1-8E93-B05AD5CED6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790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037E5-50B0-8697-4D13-B87EFD0C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26A162-10D5-1B18-3174-D6F1635FD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BF0B6-0907-7DD2-A590-7DD1595D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89C7E-5ABB-4E4F-A0E1-025C5D9DA722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2AF72-37DD-9D3D-4616-E525D9CB6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6DA6-0CAE-B0ED-100F-1227DE912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466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4FC3-13CF-DD29-E9DD-A5295D60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70C69-25C2-18A6-B0C2-25096C93A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88A3E-685C-854D-6CDC-19A9B51F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97CFB-C232-4220-9E1A-274F3FB32A0C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06A72-AD97-4E5E-7BC9-0E59C234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3E376-D1A7-8EBA-3BB7-99882146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86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02DD8-3015-EE4C-5F76-491BB1426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CC2C99-6EC3-631B-0FBE-E8C316A89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F7BD4-5021-A2D1-5269-D3DE4F511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30536-FF0E-49CD-AE46-79F2143AB175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BE305-44AA-333F-4110-B9E1B43F6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3B42C-348B-0C57-913E-50A94F801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4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6EB83-1AB8-EA2D-B003-F50A36D26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AB63F-43A6-FD7F-7638-76DF1F3FF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84F7C6-CF36-FD62-D098-8D89DFC2A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AD956-4334-923B-5C94-F71510D7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18031-754B-4A5A-9618-0D0CDF93A1AB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288D26-B6E0-5D3A-FA37-D5EE7AE9C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92E4C-F5E9-D4D7-A2DE-178289DAA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95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5FA2B-C0F4-F905-B28C-D480C7BB6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E3CA5-9822-4758-BB9F-B794A4ECE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337FF-8D35-E976-977B-17D690DC1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16B45-26DF-2679-BEA9-61C1C7CD6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FFA3D-DB89-75BC-4157-BDC319C09C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2266F-B52C-BFB7-FEC7-501B1216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18CDC-2348-482C-9723-DC6A70E29EF5}" type="datetime1">
              <a:rPr lang="en-US" smtClean="0"/>
              <a:t>9/13/2024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A8757-8597-0D15-11E6-4430BBCD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31B6A-AAE6-06A3-3F29-3C2634368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26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1F76-7CAF-7456-3FD0-2A4EFF41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B4162-0789-F6C7-8E7E-EFE76E4B1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E48B5-8B7B-482C-ADBF-46336B6BFD2E}" type="datetime1">
              <a:rPr lang="en-US" smtClean="0"/>
              <a:t>9/13/2024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E954F6-5FFF-3643-2D96-F97E4D764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A72FD9-4C12-C079-432B-D7C28437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52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E90DD-EF92-FA18-5050-13D479EE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680AA-2177-470E-BDE5-0EE0D0AD1B26}" type="datetime1">
              <a:rPr lang="en-US" smtClean="0"/>
              <a:t>9/13/2024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29DF6A-28CA-0A0F-41F3-35AAC589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194E3-17F2-2A37-1B2A-A3878AE9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2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5293-D56E-6D1F-DC8F-CEEDBECBF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A933A-5371-6470-57AF-A4C04B599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C7777-6A05-D1FC-D937-A2599F541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8477A-53CA-2781-F06F-CEF847E19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9EBC1-C6DD-48EF-BC82-7F60C19CF62B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3F009-1432-7BC3-D198-D6C96398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AE0677-28CB-BA7D-3769-52F4453C3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418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E26C-9C4D-3758-E16B-5603C2A66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9B122F-57E6-76E1-499B-6EBC917F3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1978D5-EDE2-44DB-6FC8-3E3D8AE24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F6E89-9E28-A81F-83E7-6A5A87195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F1CAD-1D5A-4447-A836-6C1F077CFCEF}" type="datetime1">
              <a:rPr lang="en-US" smtClean="0"/>
              <a:t>9/13/2024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B1EB7-F11A-1F13-C7C9-142DCB4CE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38D67-7D57-02C9-90CD-0B8978FFE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977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8D368-2334-6B8A-3BBC-5F72EF905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DD1EB0-B4CE-F643-58C7-653563D80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6E44-B3C9-B02C-161B-6C8B13B35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1DD4E-F0A6-4397-BFCD-028CFBBE46FD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C4663-0EF5-E697-F76A-520EBEA4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73BBB-CF38-5C09-A324-B64FC6B09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400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AC8B97-5C34-3F7F-26FC-AC2BE9F76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2947C-91AC-2CDE-951F-DDCDD46A7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42C21-AF9C-CDFF-2C9B-071EE858A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2FA19-6C06-49BE-B034-53B65E2E0214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B5E94-19FA-63C2-34BA-0CD08291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CDC2-1A2D-3466-4FBD-F2B6DC5A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34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13D36E-0CB0-5B7A-4B2A-81FA33FAD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7931B-5E81-C46D-C540-390F6EDDB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DFCEF-D853-45E3-C181-ED15120FCA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A7798-E8E4-43CA-B438-92A51E3F2C0E}" type="datetime1">
              <a:rPr lang="en-US" smtClean="0"/>
              <a:t>9/13/2024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A490B-8B09-3AE6-D8B4-77EF7F645E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B81C2-DD9B-5DF2-3C86-04CB0D50F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419D4-0338-4535-8748-A6CD471B68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64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28292-DCFF-3C2A-6968-F9159628B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#36B Transgression Speaks </a:t>
            </a:r>
            <a:r>
              <a:rPr lang="en-US" i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Wicked 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B261A-0997-CFED-427A-3E147EC3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ctr">
              <a:buAutoNum type="arabicPeriod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Transgression speaks to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wicken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man;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Depp in his heart it lies.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 surely is no fear of God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before the sinner’s eyes.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198902-C06D-9605-28CE-EAFCEC1E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44009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FA511-75CA-2C02-19EC-6EDA9282D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B0969-D555-074C-CD18-4CCB230E0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He views himself with flattery,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sinfulness denies.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 thinks his sin cannot be found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cannot be despised.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FC6942-104E-CDEE-E29D-9DB793690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389460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29B6E-03FE-DDA1-5F6C-4B0A6700B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BBA7-57D6-4F81-E288-28F1321C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 Your mercy and your truth, O Lord,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Transcend the lofty sky;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righteousness, like mountains high;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judgements, deep and wide.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1993A-F27C-7F53-14BF-12B3BE5EB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4198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F33F9-E1B9-9A79-63E8-671F3DB8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00302-9B72-0054-7839-DA874EF0D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8. The fountain of eternal life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you alone abides.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Within the brightness of your light</a:t>
            </a:r>
          </a:p>
          <a:p>
            <a:pPr marL="0" indent="0" algn="ctr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see the light of life.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BC385F-BD58-DBC2-E1EC-29F1FD16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01332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153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#36B Transgression Speaks to Wicked Man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1</cp:revision>
  <dcterms:created xsi:type="dcterms:W3CDTF">2024-09-13T22:15:48Z</dcterms:created>
  <dcterms:modified xsi:type="dcterms:W3CDTF">2024-09-13T22:20:43Z</dcterms:modified>
</cp:coreProperties>
</file>