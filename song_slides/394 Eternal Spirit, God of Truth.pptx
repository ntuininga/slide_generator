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61F36-C01A-462A-BE45-95421008523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D50E6-21C8-4B25-8B6A-5C640B63E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9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093C-9BBE-A531-54C0-8CF98D61B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77292-516E-646F-102B-86D5F726B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9A86-7408-F82C-B74C-90C864D2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3E516-B52A-4908-BA7E-10EC21A5417F}" type="datetime1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95331-5FC1-7748-A02D-09CE0CF2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86EE2-2122-24C6-D3EA-9566291A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3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54B1-D7A3-EDDD-82F5-98DF8FE3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2DE4-4581-8B10-1117-2BCC37034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E379A-3A46-41F2-8BEA-3C8A63CC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F9E9-4847-423F-948A-82750D5CF88A}" type="datetime1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52A31-00E1-BFC8-DE38-8217C656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30EB-7A23-8570-8E48-5331ADA5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746F-AD65-1C76-FF4F-D89824D8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9DAEF-7469-8968-6E72-DF385444B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B014-D4D2-1327-7DA7-C414D558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1983-1C09-4C72-9D91-79AC00CB40DC}" type="datetime1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5805-DA11-A37A-94DC-FD21203C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4A601-7B91-C87F-12AE-86939B10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3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A71C-0F77-0048-3305-E3309A6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06D9-E30A-2B18-5447-49669C34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BDA30-30C1-0669-1C71-A605E7FF9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93378-ABF6-0EDF-CF6B-763C24C2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0CD5-0D96-473C-BE1B-E49801D22583}" type="datetime1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FADD1-EA50-DF56-D7A0-32AA3B51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C05-ACA6-253E-BA22-C485B8A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5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2C55-BDCB-A3A4-46FC-9A710D84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F522D-1874-3673-8EA1-B0050991D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ABCD-557A-A685-DFB3-FFB89C9B7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45D7C-0024-5424-3DD6-52B83E0A2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7037F-77BF-1CDA-D4C9-5ED63FE7B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647A3-11B2-C0B5-3053-758A8B47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7C6E4-D2AF-44D5-98E4-643137F9A6F4}" type="datetime1">
              <a:rPr lang="en-US" smtClean="0"/>
              <a:t>6/3/2022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122FF1-5ED2-E283-A4C2-CA361777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F941D-73CC-8014-EE5E-3873FF35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0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B80A7-CF59-EBB2-B4D6-D6270D33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44C54-73A1-3851-B528-2F9354A2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CCEE4-DE3C-413C-BF6D-F9095C5D3356}" type="datetime1">
              <a:rPr lang="en-US" smtClean="0"/>
              <a:t>6/3/2022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F6F86-5A0C-39DE-302D-C31350D5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E00-1B74-A391-6CCA-528309E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3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D0F9B-B140-21CA-EFA0-FD02DA48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C7A8-8921-4FCC-A4E6-937C0FFF0BDC}" type="datetime1">
              <a:rPr lang="en-US" smtClean="0"/>
              <a:t>6/3/2022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48D75-3E21-2CD8-3D29-81865FA5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652F4-9473-CE98-6F20-828163B9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3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0DB1-8CC3-465C-D206-82022BE0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9CFB-D38E-2A08-6720-B53F39E9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F67F6-8CA6-D1A2-7F69-81F6DB561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29576-5761-922E-7FF3-48878CA28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B2DC-656D-49C3-AB09-6191F43898FE}" type="datetime1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53365-ACD3-92E8-CF50-3FE2EF28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D4E2E-AE1B-4556-A781-16AA6203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2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583E7-5105-8799-8A16-00BB0F35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890A6C-C0A0-EFF8-080A-5B4A438C7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6E4C0-E059-43FA-ED68-3B2DF28FF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6D8DC-D0EE-C65D-CC8C-E6675B60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7F9F-99B5-457F-8759-1DFCD2AA685E}" type="datetime1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F819E-6F96-7DFC-BE94-F6510EA9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579DD-F0EC-38C9-98A9-5E6EF48B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8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E871-EEEB-9BEE-E69A-791656BE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57495-20E1-B77B-8737-59BAF2B21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8B4EB-17CD-5EF8-51DD-86FF1902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78EB2-CBB4-434C-A1FD-D1CE8C8E7A19}" type="datetime1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B81B2-E88E-AA8D-7404-21E98478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F3DF5-21B4-604F-2327-91F4078D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4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E069F-C855-6416-AC73-360858A57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70E2F-CAAE-0D1F-1C23-613F0AEA6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FFEE-6E59-948D-178D-6C589804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C6BA-716F-4AE9-BEB8-0FFE2D9F5416}" type="datetime1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A2073-1B8B-9D70-C133-FF9A15D2D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B1CA7-6FD7-0A86-4166-146CE125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6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BF877-07F5-BFBD-08FF-2E82B05E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12B30-F7C6-D528-D12F-B612A0B12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875CD-F8F1-4261-537F-1E3BBB616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C2D58-5E44-4CD6-8977-F7817094E795}" type="datetime1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BE4C3-6F3D-6470-7D82-408676019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2E762-8AD1-2F6F-3182-0D670D256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2FF3B-5C71-4EB1-B417-458F9AA9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C913-2AEB-2084-1BE5-968C2628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#394 Eternal Spirit, God of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F0BF-F68C-2BAE-DF5C-5C65E0F4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1. Eternal Spirit, God of truth,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contrite hearts inspire;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ignite a flame of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love,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feed the pure desire.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thine to soothe the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sorr'wing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mind,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guilt and fear oppressed;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thine to bid the dying live,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give the weary rest.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ACD50-7B5D-8DD0-838A-44F736A0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9113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5E50F-7A39-DBB7-3705-73F62BF2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Subdue the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of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sin,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whate'er that sin may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we, in singleness of heart,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worship only thee.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Then with our spirit witness bear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we are sons of God,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redeemed from sin and death and hell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thro' Christ's atoning blood.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AA4F3-91AE-76BF-BA3D-F2A5ABA9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6910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#394 Eternal Spirit, God of Truth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#394 Eternal Spirit, God of Truth</dc:title>
  <dc:creator>Neil Tuininga</dc:creator>
  <cp:lastModifiedBy>Neil Tuininga</cp:lastModifiedBy>
  <cp:revision>1</cp:revision>
  <dcterms:created xsi:type="dcterms:W3CDTF">2022-06-03T21:14:40Z</dcterms:created>
  <dcterms:modified xsi:type="dcterms:W3CDTF">2022-06-03T21:16:37Z</dcterms:modified>
</cp:coreProperties>
</file>