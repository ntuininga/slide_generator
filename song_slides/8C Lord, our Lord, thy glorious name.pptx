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7225-C69A-44A9-8718-83742455D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A8945-71DB-4565-893C-9F9FD4FB0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28712-9DBF-4128-839C-FA79A0DB5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7F7B4-98D5-472B-8B5E-F6235642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0DC23-0573-42D6-B515-6FEA1559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9955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1581-6389-4737-B56C-9169343E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0419-072E-4C8C-808F-7A9D6906E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3843F-ABD9-4D01-A6EF-7C42592D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7B94C-5BE7-4A9D-B36E-E0D7D886D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EA7C5-B384-4DBE-A7AE-E01B69ED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146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C51F-2DA3-4440-A20F-A88F9379C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037C4-B57D-47B7-A01A-86D667BDA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72F8D-4E70-4017-BFB5-CAFED1602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ACDC1-335B-4D33-BB9C-44D194B9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37CB6-4EC2-4522-BD16-D49077B87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425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73E8-88CA-4F24-8DCD-A4CBEE9C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5E979-364A-47D8-89B1-FFCC2862C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535A6-6454-4086-81FD-E3927B975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A81CA-1F63-4D47-9939-4B0B9254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D67BC-7F62-4D8C-A47E-33110BE1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22A77-2E9B-494C-991B-EEC32F72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284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BF4E-9489-4AC0-A0A0-78DDC3E0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CDDCA-AD62-4FBD-8414-093D99C81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EF50A-7F9E-4D5A-AEC4-11FFF47E7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34553-F6F2-4A1C-9CF6-82776BB20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10550-71DB-4078-A918-3670E041A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CF0D3-7403-4FD7-97AE-2CBB0E50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D5CB3-68C5-423F-8D6D-32A9047C6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1C94A-8AF5-4A0C-AD57-763C6838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323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1136-1FBE-42C4-860A-062B1328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D9740-5F18-46C4-8174-2E5D00A15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744F5-B123-4BE4-AA43-F32AEF85A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9CE01-0503-487F-9372-D14DA444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7229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14081-F3E7-4EF8-8853-1DA86713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8C0ABE-716C-4F90-9866-DA59EDDF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F8A1E-7F9B-400A-8BD7-F95CEF28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02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0D05-FB1C-4A21-B167-08870508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7D6D7-5B51-4BA0-83A6-EE2A67ADA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D147C-681B-47FC-A79D-3D1066652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0EED2-C22E-4972-A422-B6CDFB12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D174D-5D90-4C0D-BBE6-04423B0BF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D5061-96C3-4293-8E9C-BA688AB3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164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8E6D-6FD9-4E88-8E0E-C09B943BC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01A916-7DFC-402A-A2E9-04B9C415EB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D29BE-848F-464A-A949-1F532AFF5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1F8AA-EC00-4D20-AB2A-1B1DDFD6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230F3-8739-4DBB-B245-45B15BE9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AC8C8-0559-4A87-A2B2-1422A8F3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04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E409-EC4F-4DA5-9C00-9A64C34D7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AAB9C-E98E-4F35-AAB2-FF785C33E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04FF4-E8EE-4CC5-AB44-09EE863E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52D09-C4D8-4F71-901C-DD7C30773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268CD-6C0F-40DD-8095-F619B459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889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D363F-BA83-42DE-A144-CCE4F972C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3B63F-F324-4AF1-9C38-9D22CD42D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03DB5-7A12-494A-9E2A-48A5D3F1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05FC2-195F-4ED5-B360-7F4346974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30FF7-E2AB-4063-AC14-3269BA56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361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609062-A499-4A15-8773-889FA5535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6F9D7-404C-46FC-B59F-00A25FD3E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005F3-5BC2-4110-854C-5F810654D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F2F99-E8D3-434F-8B5C-4F46BD7664FF}" type="datetimeFigureOut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C53B6-A9F3-4367-8387-A1B3BFC69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39093-5BB1-4F8A-8869-F9A7C426F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E8B15-83C3-48BE-8978-320AC62DE7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095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A25BD2-59B9-41C1-8E36-9E51AF1EB117}"/>
              </a:ext>
            </a:extLst>
          </p:cNvPr>
          <p:cNvSpPr txBox="1"/>
          <p:nvPr/>
        </p:nvSpPr>
        <p:spPr>
          <a:xfrm>
            <a:off x="300037" y="238124"/>
            <a:ext cx="11591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#8C Lord, Our Lord, Thy Glorious Name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20F4A-0DEC-4FC6-868B-A90E9FBD6E0F}"/>
              </a:ext>
            </a:extLst>
          </p:cNvPr>
          <p:cNvSpPr txBox="1"/>
          <p:nvPr/>
        </p:nvSpPr>
        <p:spPr>
          <a:xfrm>
            <a:off x="1409699" y="1356897"/>
            <a:ext cx="9372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Lord, our Lord, thy glorious name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all thy wondrous works proclaim;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in the </a:t>
            </a:r>
            <a:r>
              <a:rPr lang="en-US" sz="2800" dirty="0" err="1">
                <a:solidFill>
                  <a:srgbClr val="222222"/>
                </a:solidFill>
              </a:rPr>
              <a:t>heav'ns</a:t>
            </a:r>
            <a:r>
              <a:rPr lang="en-US" sz="2800" dirty="0">
                <a:solidFill>
                  <a:srgbClr val="222222"/>
                </a:solidFill>
              </a:rPr>
              <a:t> with radiant signs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evermore thy glory shines.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How great thy name!</a:t>
            </a:r>
          </a:p>
          <a:p>
            <a:pPr marL="514350" lvl="0" indent="-514350" algn="ctr">
              <a:buFontTx/>
              <a:buAutoNum type="arabicPeriod"/>
            </a:pPr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Lord, our Lord, in all the earth,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how great thy name!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Thine the name of matchless worth,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excellent in all the earth;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how great thy name!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444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299AC-779B-43A6-8CDC-2247DE193245}"/>
              </a:ext>
            </a:extLst>
          </p:cNvPr>
          <p:cNvSpPr txBox="1"/>
          <p:nvPr/>
        </p:nvSpPr>
        <p:spPr>
          <a:xfrm>
            <a:off x="2119312" y="797510"/>
            <a:ext cx="79533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Infant lips thou dost ordain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wrath and vengeance to restrain;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weakest means fulfill thy will,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mighty enemies to still.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How great thy name!</a:t>
            </a:r>
          </a:p>
          <a:p>
            <a:pPr lvl="0" algn="ctr"/>
            <a:endParaRPr lang="en-US" sz="2800">
              <a:solidFill>
                <a:srgbClr val="222222"/>
              </a:solidFill>
            </a:endParaRP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Refrain: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Lord, our Lord, in all the earth,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how great thy name!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Thine the name of matchless worth,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excellent in all the earth;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how great thy name!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94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49C889-36EE-47B3-BFAB-004583B48554}"/>
              </a:ext>
            </a:extLst>
          </p:cNvPr>
          <p:cNvSpPr txBox="1"/>
          <p:nvPr/>
        </p:nvSpPr>
        <p:spPr>
          <a:xfrm>
            <a:off x="1652587" y="797510"/>
            <a:ext cx="88868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Moon and stars in shining height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nightly tell their maker's might;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thy wondrous heav'ns I scan,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then I know how weak is man.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great thy name!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our Lord, in all the earth,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great thy name!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Thine the name of matchless worth,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excellent in all the earth;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great thy name!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531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EDFAD-AEF3-4CE0-90E4-494F7B6F1DF0}"/>
              </a:ext>
            </a:extLst>
          </p:cNvPr>
          <p:cNvSpPr txBox="1"/>
          <p:nvPr/>
        </p:nvSpPr>
        <p:spPr>
          <a:xfrm>
            <a:off x="1695450" y="797510"/>
            <a:ext cx="88011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What is man that he should 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loved and visited by thee,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raised to an exalted height,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crowned with honor in thy sight!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great thy name!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our Lord, in all the earth,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great thy name!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Thine the name of matchless worth,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excellent in all the earth;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great thy name!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73922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CE17C6-6E26-4DAE-B122-005A0A346288}"/>
              </a:ext>
            </a:extLst>
          </p:cNvPr>
          <p:cNvSpPr txBox="1"/>
          <p:nvPr/>
        </p:nvSpPr>
        <p:spPr>
          <a:xfrm>
            <a:off x="2076450" y="797510"/>
            <a:ext cx="80391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5. With dominion crowned he stands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o'er the creatures of thy hands;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to him subjection yield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in the sea and air and field.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How great thy name!</a:t>
            </a:r>
          </a:p>
          <a:p>
            <a:pPr lvl="0" algn="ctr"/>
            <a:endParaRPr lang="en-US" sz="2800">
              <a:solidFill>
                <a:srgbClr val="222222"/>
              </a:solidFill>
            </a:endParaRP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Refrain: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Lord, our Lord, in all the earth,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how great thy name!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Thine the name of matchless worth,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excellent in all the earth;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how great thy name!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901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370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2021-03-26T23:17:59Z</dcterms:created>
  <dcterms:modified xsi:type="dcterms:W3CDTF">2022-02-12T00:52:49Z</dcterms:modified>
</cp:coreProperties>
</file>