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6189F-E180-4216-9E1B-095191CF4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1BBAD-27C6-4679-B5B5-F2B15021E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FD6C9-912F-4B9A-951E-D9B392E0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F65D1-E952-448B-9A97-A11787154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E03D7-3729-4D39-863D-9642A1E3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942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0FDAA-CE76-4C41-B06B-BC0D34FE4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8973E-2435-4F3C-9C7B-0E50E0A0F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31394-8D32-403C-A169-879E16BF3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43187-1F99-4D38-9580-757DB1113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19359-3EBC-4DED-869D-C07EBAEC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480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A49B-B809-4D95-93FD-54CA4317F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CAE7-ED6D-4C41-B531-4ED54DED4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11DCC-98F9-4695-A5EB-BD103640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63625-8005-4F7A-B68E-EF2A1ACA9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8EB08-E6F1-4E73-86BF-237BD47C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4256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373BB-23D0-4B3E-B6FE-B74A113E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64A8-42BC-47DF-A688-F3E583210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E77A3-C852-40D9-B5E9-736922317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003C1-1360-461E-8CC1-D1864BAA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FE6BF-DAAC-48D2-B8E6-0467545A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FE53-43E4-4A9A-895E-9A6656D3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042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B214-3A7B-41F3-B37D-48D3C3BE5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472E7-C2FF-423E-9DCA-276C58BA7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034A7-FADA-40FF-A2DB-FA554E50C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A2CB3-9D10-4E4C-A738-50520C79BA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A77361-3B65-4604-AB7C-4687FB3E4F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ED4618-D391-4694-AD4D-1BBF14A4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C9A8C-C41F-4477-B873-D123B0C5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7F3F66-3349-415B-9946-A3ED8AF9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21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15763-E51A-401E-A65D-F37035C24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4ED02-81A4-4F32-BB38-5D116C20C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C955D-357B-44E2-A769-19882FB9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4C76DC-78A9-4506-96CC-AF55936AE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458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2A6CB4-34DB-4188-B6C6-F33AF5DB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B6DB2-9890-4AA2-B018-92DAF111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00CBF-B199-4474-BF98-BA24BC0D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47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F674-5504-4A6C-8A1B-297A43115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F012-7A9D-4926-A9C1-B189C4575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3C737-93FD-4FB7-9FC1-46DA2A6E4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D6B27-F278-4CE6-B008-00C7CC92A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0229C-907B-4792-90D4-F078C42A6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8FDEE-265C-4BD6-BF49-290861F2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558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E9721-D4CF-4314-903B-269FE21B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881DE3-65C7-42B9-BC75-3C58B30A9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E1F2F-EEE7-40F5-B5F0-3DA250C59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670049-794E-45FF-A0A2-CA179E87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911A3-BF9E-4535-9444-435C5EEAD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11072-BB2A-425E-8C20-072E1498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9311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A2A14-9BBD-477F-9D77-7B6A762B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5C3B1-037C-45E5-8B1F-227E03C0E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9442-EA21-40BF-8BFD-E263FB740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38458-6CCE-4CB0-9A9A-5EF0BFD3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A65AF-3544-469F-8F79-3DE587E4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5220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8CF3F4-3469-4C8E-BFD7-9982600D68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A3D8B-5840-40DF-831A-68CB725FC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375C4-19DD-4DA2-9084-122C7C2D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5D11B-0C1D-4FE8-8657-76C64ABE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A85E9-96AC-4D56-9F79-70C55BF0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680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6B208-6471-428A-A49C-EBAE43CF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97CC0E-9838-40C6-A209-7AE5FCA37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8F25A-424F-49EE-B6A5-868E15497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89188-BF9F-40D7-AA22-3CAB9F3F08FF}" type="datetimeFigureOut">
              <a:rPr lang="en-CA" smtClean="0"/>
              <a:t>2021-03-26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9E73D-5376-4EA4-9125-88AD2544E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FF506-1912-4927-85E0-0FCA7F86E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B6EF5-FC11-46A3-A8ED-976C9FFDB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940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CCD008-B662-42A5-90D3-3B74E39524E7}"/>
              </a:ext>
            </a:extLst>
          </p:cNvPr>
          <p:cNvSpPr txBox="1"/>
          <p:nvPr/>
        </p:nvSpPr>
        <p:spPr>
          <a:xfrm>
            <a:off x="823912" y="180975"/>
            <a:ext cx="10544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#218 Mighty God, While Angels Bless You 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85A9E-1234-4174-92C2-0F5522932B39}"/>
              </a:ext>
            </a:extLst>
          </p:cNvPr>
          <p:cNvSpPr txBox="1"/>
          <p:nvPr/>
        </p:nvSpPr>
        <p:spPr>
          <a:xfrm>
            <a:off x="2071686" y="2305615"/>
            <a:ext cx="80486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Mighty God, while angels bless you,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may a mortal sing your name?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Lord of men as well as angels,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you are ev'ry creature’s theme.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Alleluia! Alleluia! Alleluia!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163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8A471-CBE8-4C38-AC7F-A510559FE1A6}"/>
              </a:ext>
            </a:extLst>
          </p:cNvPr>
          <p:cNvSpPr txBox="1"/>
          <p:nvPr/>
        </p:nvSpPr>
        <p:spPr>
          <a:xfrm>
            <a:off x="2247900" y="2305615"/>
            <a:ext cx="76962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Lord of ev'ry land and nation,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ancient of eternal days,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sounded through the wide creation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be your just and lawful praise.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Alleluia! Alleluia! Alleluia!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1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A812A9-0822-4F4B-AC82-54FB9D03B050}"/>
              </a:ext>
            </a:extLst>
          </p:cNvPr>
          <p:cNvSpPr txBox="1"/>
          <p:nvPr/>
        </p:nvSpPr>
        <p:spPr>
          <a:xfrm>
            <a:off x="2686050" y="2305615"/>
            <a:ext cx="68199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For the grandeur of your nature,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grand beyond a seraph’s thought,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created works of power,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works with skill and kindness wrought.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Alleluia! Alleluia! Alleluia!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04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A9105-F9AE-407F-AFD7-4A1D6BF5048F}"/>
              </a:ext>
            </a:extLst>
          </p:cNvPr>
          <p:cNvSpPr txBox="1"/>
          <p:nvPr/>
        </p:nvSpPr>
        <p:spPr>
          <a:xfrm>
            <a:off x="2566987" y="2305615"/>
            <a:ext cx="70580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But your rich, your free redemption,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dark through brightness all along,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thought is poor, and poor expression,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who dare sing that wondrous song?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Alleluia! Alleluia! Alleluia!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98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2EA731-8008-4C83-B390-08A226CAE3C6}"/>
              </a:ext>
            </a:extLst>
          </p:cNvPr>
          <p:cNvSpPr txBox="1"/>
          <p:nvPr/>
        </p:nvSpPr>
        <p:spPr>
          <a:xfrm>
            <a:off x="2757487" y="2305615"/>
            <a:ext cx="66770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Brightness of the Father’s glory,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shall your praise unuttered lie?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Fly, my tongue, such guilty silence,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sing the Lord who came to die.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Alleluia! Alleluia! Alleluia!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87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F125F-497B-478F-93EA-85046D0B39E1}"/>
              </a:ext>
            </a:extLst>
          </p:cNvPr>
          <p:cNvSpPr txBox="1"/>
          <p:nvPr/>
        </p:nvSpPr>
        <p:spPr>
          <a:xfrm>
            <a:off x="2624137" y="2305615"/>
            <a:ext cx="69437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6. From the highest throne in glory,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the cross of deepest woe,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 to ransom guilty captives,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flow my praise, forever flow.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Alleluia! Alleluia! Alleluia! Amen.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51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257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2021-03-26T23:12:17Z</dcterms:created>
  <dcterms:modified xsi:type="dcterms:W3CDTF">2021-03-26T23:15:17Z</dcterms:modified>
</cp:coreProperties>
</file>