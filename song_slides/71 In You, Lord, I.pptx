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2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78739-0B68-40B1-BD69-9BCB152DE6C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7403C-E10B-4CE7-AC7C-FAD81A0D5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9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CC55-1FF3-F331-9787-0323FE854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7A543-AEA1-8818-0E45-A1D9663DE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AA845-8A5E-1CB6-977C-4443B89C1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59749-0AD9-481D-98BF-DD1B67CB8B8E}" type="datetime1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E5F0C-2A25-2E95-8B46-139BDE4D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B404D-81DE-87B9-AA23-7E53507F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68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6EDA-E95A-123B-B7E3-ED9636E2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C4095-3128-B84F-B68A-03150171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0B09C-6B54-C93D-2FD9-14F1FE1E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68A9-5CDB-4BCB-8C6A-EF84889D60E0}" type="datetime1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BAAB5-EA03-CEBB-91D0-6B92117F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4E52B-5167-D5C3-1B0F-11683E19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6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2390-D092-5613-D72B-B3123ECF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090B3-D768-F44D-0749-0E67246B1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1C6A3-52DC-6E88-C6D9-945AD345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808E-9C02-4544-A3BE-5C338FC55AB2}" type="datetime1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695AE-E8A2-A3E0-FB17-E6976AB7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AED9-2130-1174-9FD8-B05B1536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96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72F94-3F27-0C33-AD58-4C04C063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67E7E-A2EB-850E-F346-41E86FB89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7C6E7-064B-9842-03B1-BD32B092C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03EC6-A5E5-EC60-A3C7-9B56D036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2679-18E2-4CC9-8C28-53910BA7707B}" type="datetime1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7140A-CD62-7E09-F2B7-4991977D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CC0D5-A013-D525-FCC1-B34C989F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82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D975-D47D-F4D3-01B0-BB94FA32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89188-19EE-D3C7-1E0B-2B472BE86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8CB9C-DEDC-1B9F-3B3A-2C35FE92C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EF101-3757-BD48-1D49-A017DFFFE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7A5A5-B6C5-6638-B7F3-5B3B9AD19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8AAFB7-5B78-7BD0-F886-E5B76276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DF7-499A-4410-87EA-DC051C8171E0}" type="datetime1">
              <a:rPr lang="en-US" smtClean="0"/>
              <a:t>11/3/2023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ADD9B8-55C6-22FB-86AE-13202522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C83DCB-EFE5-7056-B14B-C0D9D2F0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68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9CCE-2E6B-FBD7-8A6D-ECCCBAF7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617C5A-B5E5-4820-E6AB-87C4B945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09EF-F6CA-439D-B724-F9A58FB71A0B}" type="datetime1">
              <a:rPr lang="en-US" smtClean="0"/>
              <a:t>11/3/2023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58A2C-5595-18C1-9A87-F1D3BDF7C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DAF77-90C0-8245-8F85-0C5AD9D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5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6D15DC-6775-6313-A870-12561FE5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A884-4BB6-4E38-8F99-B9C243534619}" type="datetime1">
              <a:rPr lang="en-US" smtClean="0"/>
              <a:t>11/3/2023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EEBC72-1213-6ACA-499A-210DF833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CC5C3-63A8-9A89-2C25-7226D962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9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26C43-C26E-E60A-3152-110FF2F4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3CF65-7568-64C2-A6BA-33C6B686F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3C89F-FF8D-65EE-B109-7F2548398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4DE3C-B374-F6A6-A467-646DD6BAD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C475-03FF-496D-844B-5B79CF245EAE}" type="datetime1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91C7F-C3A4-4B5A-AF1A-505E2375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A6E76-B048-4928-AC5E-FC2F7A79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53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B6A0-679D-70F4-447C-9AC133B4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179C9E-D103-093F-0DCA-2C6F8A6996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CE4F0-3A73-415B-E3E4-29DD94BAF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5BF1F-2D16-C251-7592-5690A9A74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187C-6306-442E-A818-26B9C56901E6}" type="datetime1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F55A0-6427-0D90-FDCD-9F554221F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FC509-FD32-DF3C-7132-3ECEEF548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19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21BBB-A5FC-9D1D-FF87-3706F378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BDD6F-55F1-D731-7246-92273021A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2DBE5-1B8C-C92D-DBB1-70B4C0AF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118CA-ECE0-4953-9540-6DF6E7A04C0F}" type="datetime1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0D9EC-9946-DBE4-EB05-BACCE67E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64D5A-A946-0455-BF60-E1B94444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30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429071-EA02-4474-C900-DD96CE9F1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DAA51-9B7D-B23C-480D-6E1E29793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E0F64-8A3F-DDE2-2AC5-F1D7AA08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942A-5532-4C6E-8C50-B0197858E869}" type="datetime1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2630F-F9E0-AAAC-D507-5F0FA4805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8E601-3390-8410-817E-7B6F45DF1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6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6B630-C2D2-70FF-F2F8-A64E91D5F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D20C0-F023-B416-1A1B-7CC084C0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56DA9-6FE0-B08E-3011-2742095E6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65D2D-3040-470D-9E49-919F3FB6D4DB}" type="datetime1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53564-2484-E47B-6B37-1565F93CE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3B919-8B67-8BAF-9D53-F04B057ED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A5C24-7297-4793-88E6-2DC4FF71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8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3C26-FFE6-426E-EF49-4D22987B6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#71 In You, Lord, I Take Refuge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DF7BC-CCA8-0DD2-C849-D11B7F38D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In you, Lord, I take refuge; </a:t>
            </a:r>
          </a:p>
          <a:p>
            <a:pPr marL="0" indent="0" algn="ctr">
              <a:buNone/>
            </a:pPr>
            <a:r>
              <a:rPr lang="en-US" dirty="0"/>
              <a:t>protect me from disgrace. In righteousness deliver me,</a:t>
            </a:r>
          </a:p>
          <a:p>
            <a:pPr marL="0" indent="0" algn="ctr">
              <a:buNone/>
            </a:pPr>
            <a:r>
              <a:rPr lang="en-US" dirty="0"/>
              <a:t>And rescue me in grace.</a:t>
            </a:r>
          </a:p>
          <a:p>
            <a:pPr marL="0" indent="0" algn="ctr">
              <a:buNone/>
            </a:pPr>
            <a:r>
              <a:rPr lang="en-US" dirty="0"/>
              <a:t>A rock of refuge be to me,</a:t>
            </a:r>
          </a:p>
          <a:p>
            <a:pPr marL="0" indent="0" algn="ctr">
              <a:buNone/>
            </a:pPr>
            <a:r>
              <a:rPr lang="en-US" dirty="0"/>
              <a:t>My constant safe resort.</a:t>
            </a:r>
          </a:p>
          <a:p>
            <a:pPr marL="0" indent="0" algn="ctr">
              <a:buNone/>
            </a:pPr>
            <a:r>
              <a:rPr lang="en-US" dirty="0"/>
              <a:t>Salvation you ordained for me;</a:t>
            </a:r>
          </a:p>
          <a:p>
            <a:pPr marL="0" indent="0" algn="ctr">
              <a:buNone/>
            </a:pPr>
            <a:r>
              <a:rPr lang="en-US" dirty="0"/>
              <a:t>You are my rock and fort.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8C7AA-6554-3CAE-2749-8782BAA2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84849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C6D8-6BD4-2F4A-BCDE-CEFA29C47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From wicked hands, God, free me,</a:t>
            </a:r>
          </a:p>
          <a:p>
            <a:pPr marL="0" indent="0" algn="ctr">
              <a:buNone/>
            </a:pPr>
            <a:r>
              <a:rPr lang="en-US" dirty="0"/>
              <a:t>Hands cruel and unjust;</a:t>
            </a:r>
          </a:p>
          <a:p>
            <a:pPr marL="0" indent="0" algn="ctr">
              <a:buNone/>
            </a:pPr>
            <a:r>
              <a:rPr lang="en-US" dirty="0"/>
              <a:t>You, Lord, have ever been my hope;</a:t>
            </a:r>
          </a:p>
          <a:p>
            <a:pPr marL="0" indent="0" algn="ctr">
              <a:buNone/>
            </a:pPr>
            <a:r>
              <a:rPr lang="en-US" dirty="0"/>
              <a:t>From youth, O Lord, my trust.</a:t>
            </a:r>
          </a:p>
          <a:p>
            <a:pPr marL="0" indent="0" algn="ctr">
              <a:buNone/>
            </a:pPr>
            <a:r>
              <a:rPr lang="en-US" dirty="0"/>
              <a:t>I leaned upon you from </a:t>
            </a:r>
            <a:r>
              <a:rPr lang="en-US"/>
              <a:t>my birth</a:t>
            </a:r>
          </a:p>
          <a:p>
            <a:pPr marL="0" indent="0" algn="ctr">
              <a:buNone/>
            </a:pPr>
            <a:r>
              <a:rPr lang="en-US"/>
              <a:t> </a:t>
            </a:r>
            <a:r>
              <a:rPr lang="en-US" dirty="0"/>
              <a:t>and through my early days;</a:t>
            </a:r>
          </a:p>
          <a:p>
            <a:pPr marL="0" indent="0" algn="ctr">
              <a:buNone/>
            </a:pPr>
            <a:r>
              <a:rPr lang="en-US" dirty="0"/>
              <a:t>You took me from my mother’s womb. </a:t>
            </a:r>
          </a:p>
          <a:p>
            <a:pPr marL="0" indent="0" algn="ctr">
              <a:buNone/>
            </a:pPr>
            <a:r>
              <a:rPr lang="en-US" dirty="0"/>
              <a:t>I give you constant praise.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396481-CB00-847E-7F25-866F2B13E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6353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C6D8-6BD4-2F4A-BCDE-CEFA29C47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My mouth will tell your justice,</a:t>
            </a:r>
          </a:p>
          <a:p>
            <a:pPr marL="0" indent="0" algn="ctr">
              <a:buNone/>
            </a:pPr>
            <a:r>
              <a:rPr lang="en-US" dirty="0"/>
              <a:t>Your saving deeds convey;</a:t>
            </a:r>
          </a:p>
          <a:p>
            <a:pPr marL="0" indent="0" algn="ctr">
              <a:buNone/>
            </a:pPr>
            <a:r>
              <a:rPr lang="en-US" dirty="0"/>
              <a:t>They number more than I can know;</a:t>
            </a:r>
          </a:p>
          <a:p>
            <a:pPr marL="0" indent="0" algn="ctr">
              <a:buNone/>
            </a:pPr>
            <a:r>
              <a:rPr lang="en-US" dirty="0"/>
              <a:t>I’ll tell them all the day.</a:t>
            </a:r>
          </a:p>
          <a:p>
            <a:pPr marL="0" indent="0" algn="ctr">
              <a:buNone/>
            </a:pPr>
            <a:r>
              <a:rPr lang="en-US" dirty="0"/>
              <a:t>I’ll come proclaiming mighty deeds</a:t>
            </a:r>
          </a:p>
          <a:p>
            <a:pPr marL="0" indent="0" algn="ctr">
              <a:buNone/>
            </a:pPr>
            <a:r>
              <a:rPr lang="en-US" dirty="0"/>
              <a:t> that you, Lord God, have wrought;</a:t>
            </a:r>
          </a:p>
          <a:p>
            <a:pPr marL="0" indent="0" algn="ctr">
              <a:buNone/>
            </a:pPr>
            <a:r>
              <a:rPr lang="en-US" dirty="0"/>
              <a:t>Your righteousness, and yours alone, </a:t>
            </a:r>
          </a:p>
          <a:p>
            <a:pPr marL="0" indent="0" algn="ctr">
              <a:buNone/>
            </a:pPr>
            <a:r>
              <a:rPr lang="en-US" dirty="0"/>
              <a:t>The peoples will be taught.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1824CE-A914-D06A-E8BE-FAC3C136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41755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C6D8-6BD4-2F4A-BCDE-CEFA29C47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O God, from youth you taught me;</a:t>
            </a:r>
          </a:p>
          <a:p>
            <a:pPr marL="0" indent="0" algn="ctr">
              <a:buNone/>
            </a:pPr>
            <a:r>
              <a:rPr lang="en-US" dirty="0"/>
              <a:t>Your deeds I still proclaim.</a:t>
            </a:r>
          </a:p>
          <a:p>
            <a:pPr marL="0" indent="0" algn="ctr">
              <a:buNone/>
            </a:pPr>
            <a:r>
              <a:rPr lang="en-US" dirty="0"/>
              <a:t>So now, do not forsake me,</a:t>
            </a:r>
          </a:p>
          <a:p>
            <a:pPr marL="0" indent="0" algn="ctr">
              <a:buNone/>
            </a:pPr>
            <a:r>
              <a:rPr lang="en-US" dirty="0"/>
              <a:t>God, when I am old and gray,</a:t>
            </a:r>
          </a:p>
          <a:p>
            <a:pPr marL="0" indent="0" algn="ctr">
              <a:buNone/>
            </a:pPr>
            <a:r>
              <a:rPr lang="en-US" dirty="0"/>
              <a:t>Until to generations hence</a:t>
            </a:r>
          </a:p>
          <a:p>
            <a:pPr marL="0" indent="0" algn="ctr">
              <a:buNone/>
            </a:pPr>
            <a:r>
              <a:rPr lang="en-US" dirty="0"/>
              <a:t>I tell your </a:t>
            </a:r>
            <a:r>
              <a:rPr lang="en-US" dirty="0" err="1"/>
              <a:t>pow’r</a:t>
            </a:r>
            <a:r>
              <a:rPr lang="en-US" dirty="0"/>
              <a:t> and might.</a:t>
            </a:r>
          </a:p>
          <a:p>
            <a:pPr marL="0" indent="0" algn="ctr">
              <a:buNone/>
            </a:pPr>
            <a:r>
              <a:rPr lang="en-US" dirty="0"/>
              <a:t>O God, there’s non like you,</a:t>
            </a:r>
          </a:p>
          <a:p>
            <a:pPr marL="0" indent="0" algn="ctr">
              <a:buNone/>
            </a:pPr>
            <a:r>
              <a:rPr lang="en-US" dirty="0"/>
              <a:t> your justice reaches heaven’s height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8F9B15-6088-7AAF-849E-3F8C668C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4715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6F075-8CCE-8F36-98B6-C267A6350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7. You made me see much evil, </a:t>
            </a:r>
          </a:p>
          <a:p>
            <a:pPr marL="0" indent="0" algn="ctr">
              <a:buNone/>
            </a:pPr>
            <a:r>
              <a:rPr lang="en-US" dirty="0"/>
              <a:t>Yet you will quicken me.</a:t>
            </a:r>
          </a:p>
          <a:p>
            <a:pPr marL="0" indent="0" algn="ctr">
              <a:buNone/>
            </a:pPr>
            <a:r>
              <a:rPr lang="en-US" dirty="0"/>
              <a:t>From depths of earth you raise me up,</a:t>
            </a:r>
          </a:p>
          <a:p>
            <a:pPr marL="0" indent="0" algn="ctr">
              <a:buNone/>
            </a:pPr>
            <a:r>
              <a:rPr lang="en-US" dirty="0"/>
              <a:t>My greatness you increase.</a:t>
            </a:r>
          </a:p>
          <a:p>
            <a:pPr marL="0" indent="0" algn="ctr">
              <a:buNone/>
            </a:pPr>
            <a:r>
              <a:rPr lang="en-US" dirty="0"/>
              <a:t>You comfort me. With harp and lyre</a:t>
            </a:r>
          </a:p>
          <a:p>
            <a:pPr marL="0" indent="0" algn="ctr">
              <a:buNone/>
            </a:pPr>
            <a:r>
              <a:rPr lang="en-US" dirty="0"/>
              <a:t>Your praises I confess</a:t>
            </a:r>
          </a:p>
          <a:p>
            <a:pPr marL="0" indent="0" algn="ctr">
              <a:buNone/>
            </a:pPr>
            <a:r>
              <a:rPr lang="en-US" dirty="0"/>
              <a:t>For those who sought to do me hurt</a:t>
            </a:r>
          </a:p>
          <a:p>
            <a:pPr marL="0" indent="0" algn="ctr">
              <a:buNone/>
            </a:pPr>
            <a:r>
              <a:rPr lang="en-US" dirty="0"/>
              <a:t>Have suffered dreadful shame.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E01AA3-1443-0FC4-D46E-3ADEB828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71404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30D26-BAF9-77A9-E30A-50AE5DC6B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8. My lips will shout for joy</a:t>
            </a:r>
          </a:p>
          <a:p>
            <a:pPr marL="0" indent="0" algn="ctr">
              <a:buNone/>
            </a:pPr>
            <a:r>
              <a:rPr lang="en-US" dirty="0"/>
              <a:t>When I sing to you my praise;</a:t>
            </a:r>
          </a:p>
          <a:p>
            <a:pPr marL="0" indent="0" algn="ctr">
              <a:buNone/>
            </a:pPr>
            <a:r>
              <a:rPr lang="en-US" dirty="0"/>
              <a:t>My soul, which you redeemed, will sing;</a:t>
            </a:r>
          </a:p>
          <a:p>
            <a:pPr marL="0" indent="0" algn="ctr">
              <a:buNone/>
            </a:pPr>
            <a:r>
              <a:rPr lang="en-US" dirty="0"/>
              <a:t>My tongue will speak all day.</a:t>
            </a:r>
          </a:p>
          <a:p>
            <a:pPr marL="0" indent="0" algn="ctr">
              <a:buNone/>
            </a:pPr>
            <a:r>
              <a:rPr lang="en-US" dirty="0"/>
              <a:t>I’ll tell about your righteous help,</a:t>
            </a:r>
          </a:p>
          <a:p>
            <a:pPr marL="0" indent="0" algn="ctr">
              <a:buNone/>
            </a:pPr>
            <a:r>
              <a:rPr lang="en-US" dirty="0"/>
              <a:t>Your justice I’ll proclaim,</a:t>
            </a:r>
          </a:p>
          <a:p>
            <a:pPr marL="0" indent="0" algn="ctr">
              <a:buNone/>
            </a:pPr>
            <a:r>
              <a:rPr lang="en-US" dirty="0"/>
              <a:t>For those who sought to do me hurt</a:t>
            </a:r>
          </a:p>
          <a:p>
            <a:pPr marL="0" indent="0" algn="ctr">
              <a:buNone/>
            </a:pPr>
            <a:r>
              <a:rPr lang="en-US" dirty="0"/>
              <a:t>Have </a:t>
            </a:r>
            <a:r>
              <a:rPr lang="en-US"/>
              <a:t>suffered dreadful shame.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27E41D-6430-8C84-0FE6-400C919F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78838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412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#71 In You, Lord, I Take Refuge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#71 In You, Lord, I Take Refuge</dc:title>
  <dc:creator>Neil Tuininga</dc:creator>
  <cp:lastModifiedBy>Neil Tuininga</cp:lastModifiedBy>
  <cp:revision>2</cp:revision>
  <dcterms:created xsi:type="dcterms:W3CDTF">2023-08-19T20:40:08Z</dcterms:created>
  <dcterms:modified xsi:type="dcterms:W3CDTF">2023-11-03T17:08:11Z</dcterms:modified>
</cp:coreProperties>
</file>