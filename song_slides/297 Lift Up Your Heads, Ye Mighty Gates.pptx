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76" r:id="rId3"/>
    <p:sldId id="377" r:id="rId4"/>
    <p:sldId id="395" r:id="rId5"/>
    <p:sldId id="402" r:id="rId6"/>
    <p:sldId id="40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2DD8D-2D87-4932-89F2-2DFED1F136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EC95A9-D405-4DC4-A659-AFC059AAC8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8B1BC-EDD0-47DB-A7E3-344C6D7E7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17A78-476E-40AA-B498-44BA8CB2B8F9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870C3-8E42-4074-B5E0-9F00EA885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402E0-D40E-42DA-83F1-3EC30C7D1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FF990-8D72-449A-9A62-4BC1554CF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169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D2DF1-09DF-4B1F-8417-B05668DDD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AE434-3E1F-4055-9DAD-33B922216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CD3F0-79AE-4ACA-9B54-C2C9AACA2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17A78-476E-40AA-B498-44BA8CB2B8F9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E5151-C030-4940-B122-B1FCFC0AC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6D07D-87C6-45EF-B22F-C702C619E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FF990-8D72-449A-9A62-4BC1554CF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90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84353-F3CB-4E6B-8270-3D3AF4CFD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090484-B829-4632-9AE8-EA69BB577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B2EFB-4095-4BCA-8288-92BE0FEA9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17A78-476E-40AA-B498-44BA8CB2B8F9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BB639-4A3E-4BF2-A984-A25EF371D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36888-7E6D-4749-BDFB-78766D4EF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FF990-8D72-449A-9A62-4BC1554CF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113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232B7-1FA9-486C-92CF-4A27D7000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D6CD6-1C09-423D-9D36-38C916295B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592FDF-08F8-4612-A45C-299922D98F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6BC722-824F-4A93-BC8B-70CD4819C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17A78-476E-40AA-B498-44BA8CB2B8F9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E31204-56E7-4632-B57C-C46D58F08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4F0760-008A-42E5-8B69-9CCDC4579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FF990-8D72-449A-9A62-4BC1554CF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77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74006-DC8B-42C1-9E67-7537A6DCF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2DC464-6593-493F-A842-F41CE2831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CD03C3-118C-4091-9434-CBAA0E94D3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ED6DA8-9165-4E82-AF47-F6E7F20CD5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CF19BC-6C78-4A16-BF13-3111A69059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E745CD-A77B-4783-A794-9044E9836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17A78-476E-40AA-B498-44BA8CB2B8F9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5115C4-17A8-4C73-B7E6-76A35E9C7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5F7B30-D6E9-4884-BDAD-B97339290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FF990-8D72-449A-9A62-4BC1554CF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236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AD1B8-DD60-4F49-AED0-5E7C50B82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C897CB-714F-4C9E-B78A-79E2A5355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17A78-476E-40AA-B498-44BA8CB2B8F9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FA6253-EF86-4126-B8D6-CD443CBC3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FAF23F-9898-43AE-87FC-46AE324D7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FF990-8D72-449A-9A62-4BC1554CF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952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EE2E2B-710C-4912-A7DD-7BA27A809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17A78-476E-40AA-B498-44BA8CB2B8F9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7A0309-581B-4122-A4BE-74B13D28A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7D129-6D0E-4E4B-B85B-25AD542D3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FF990-8D72-449A-9A62-4BC1554CF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044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0E4DD-D62D-44B8-80F3-6DE8E2FAA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A228E-70B2-4ABB-B600-E64AA20FB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CC146A-22DB-4ADB-8FBC-20CA9FF749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827B2-DA37-4F31-BDBD-4027C0AD8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17A78-476E-40AA-B498-44BA8CB2B8F9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0B8390-726A-464B-86CA-8A3DD9D54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5603F-D8DC-4173-9BD7-11E71A7E0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FF990-8D72-449A-9A62-4BC1554CF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010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A37F8-DDC4-47A2-B00D-929885D30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6CDE15-3847-412B-9056-7418311827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82D8D3-1B88-466F-A4BA-CC2105AAD3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305937-308F-4523-840D-30D4C69A9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17A78-476E-40AA-B498-44BA8CB2B8F9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5248DA-7CC2-45A0-8FC9-72A881411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9694CE-DB8C-4691-9A93-FCD051270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FF990-8D72-449A-9A62-4BC1554CF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343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CF429-8644-4F58-BE41-A25D98068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D33740-5F0E-4E35-B957-1F8EB35F1B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202D9-4A6B-44CF-B506-1FD72AE5F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17A78-476E-40AA-B498-44BA8CB2B8F9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71FAD-7E1A-4FF4-BB85-E9533CABC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4CAB5-065C-4CB2-8F1B-F38AEA2BF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FF990-8D72-449A-9A62-4BC1554CF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390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EA27A4-550F-414D-A0A6-0488A69F85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E3A607-6A74-4D84-80BE-32C9CB8137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63557-6CCB-48A2-8653-1D1151E67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17A78-476E-40AA-B498-44BA8CB2B8F9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2E8DD-F1BF-4A5D-B2B4-84B3221F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80D58-A81A-4443-A6D3-EF33BDEAE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FF990-8D72-449A-9A62-4BC1554CF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621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549ABC-2B82-4CB3-9BA3-28FEEA4B5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0B89B-A49C-4CC5-8E8C-B070760FB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B44AE-F8CE-4404-9B74-0C3F0B3367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A17A78-476E-40AA-B498-44BA8CB2B8F9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4E836-1A81-482A-9E14-7014C6AE4D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E5826-7212-4CC1-9088-A28D8CC1F2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EFF990-8D72-449A-9A62-4BC1554CF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997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2CD1AC-1686-4B85-9427-4E49F37C9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21A8D7-36D6-47B7-B2A5-946430D58AA3}"/>
              </a:ext>
            </a:extLst>
          </p:cNvPr>
          <p:cNvSpPr txBox="1"/>
          <p:nvPr/>
        </p:nvSpPr>
        <p:spPr>
          <a:xfrm>
            <a:off x="-42862" y="136525"/>
            <a:ext cx="122777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i="1" dirty="0">
                <a:latin typeface="+mj-lt"/>
              </a:rPr>
              <a:t>#297 Lift Up Your Heads, Ye Mighty Gates!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A3FDDE-D0C7-49B4-8498-33CAD77D0B37}"/>
              </a:ext>
            </a:extLst>
          </p:cNvPr>
          <p:cNvSpPr txBox="1"/>
          <p:nvPr/>
        </p:nvSpPr>
        <p:spPr>
          <a:xfrm>
            <a:off x="0" y="1613118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222222"/>
                </a:solidFill>
              </a:rPr>
              <a:t>1. </a:t>
            </a:r>
            <a:r>
              <a:rPr lang="en-US" sz="2800" dirty="0"/>
              <a:t>Lift up your heads, ye mighty gates!</a:t>
            </a:r>
            <a:br>
              <a:rPr lang="en-US" sz="2800" dirty="0"/>
            </a:br>
            <a:r>
              <a:rPr lang="en-US" sz="2800" dirty="0"/>
              <a:t>Behold the King of glory waits;</a:t>
            </a:r>
            <a:br>
              <a:rPr lang="en-US" sz="2800" dirty="0"/>
            </a:br>
            <a:r>
              <a:rPr lang="en-US" sz="2800" dirty="0"/>
              <a:t>the King of kings is drawing near,</a:t>
            </a:r>
            <a:br>
              <a:rPr lang="en-US" sz="2800" dirty="0"/>
            </a:br>
            <a:r>
              <a:rPr lang="en-US" sz="2800" dirty="0"/>
              <a:t>the Savior of the world is here</a:t>
            </a:r>
            <a:r>
              <a:rPr lang="en-US" sz="2800" dirty="0">
                <a:solidFill>
                  <a:srgbClr val="22222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66948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4F8AED2-8B7F-424C-A966-8E05F4918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18250"/>
            <a:ext cx="4114800" cy="365125"/>
          </a:xfrm>
        </p:spPr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4C9E6E-A11F-4605-99F7-C2A354755955}"/>
              </a:ext>
            </a:extLst>
          </p:cNvPr>
          <p:cNvSpPr txBox="1"/>
          <p:nvPr/>
        </p:nvSpPr>
        <p:spPr>
          <a:xfrm>
            <a:off x="0" y="1613118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222222"/>
                </a:solidFill>
              </a:rPr>
              <a:t>2. </a:t>
            </a:r>
            <a:r>
              <a:rPr lang="en-US" sz="2800" dirty="0"/>
              <a:t>A helper just, he comes to thee,</a:t>
            </a:r>
            <a:br>
              <a:rPr lang="en-US" sz="2800" dirty="0"/>
            </a:br>
            <a:r>
              <a:rPr lang="en-US" sz="2800" dirty="0"/>
              <a:t>his chariot is humility,</a:t>
            </a:r>
            <a:br>
              <a:rPr lang="en-US" sz="2800" dirty="0"/>
            </a:br>
            <a:r>
              <a:rPr lang="en-US" sz="2800" dirty="0"/>
              <a:t>his kingly crown is holiness,</a:t>
            </a:r>
            <a:br>
              <a:rPr lang="en-US" sz="2800" dirty="0"/>
            </a:br>
            <a:r>
              <a:rPr lang="en-US" sz="2800" dirty="0"/>
              <a:t>his scepter, pity in distress</a:t>
            </a:r>
            <a:r>
              <a:rPr lang="en-US" sz="2800" dirty="0">
                <a:solidFill>
                  <a:srgbClr val="22222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9061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35D2673-FEA7-40B7-8C00-069A5DBFD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445181-28DC-4E1D-80AE-274F09A57412}"/>
              </a:ext>
            </a:extLst>
          </p:cNvPr>
          <p:cNvSpPr txBox="1"/>
          <p:nvPr/>
        </p:nvSpPr>
        <p:spPr>
          <a:xfrm>
            <a:off x="0" y="1613118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3. </a:t>
            </a:r>
            <a:r>
              <a:rPr lang="en-US" sz="2800" dirty="0"/>
              <a:t>O blest the land, the city blest,</a:t>
            </a:r>
            <a:br>
              <a:rPr lang="en-US" sz="2800" dirty="0"/>
            </a:br>
            <a:r>
              <a:rPr lang="en-US" sz="2800" dirty="0"/>
              <a:t>where Christ the Ruler is confessed!</a:t>
            </a:r>
            <a:br>
              <a:rPr lang="en-US" sz="2800" dirty="0"/>
            </a:br>
            <a:r>
              <a:rPr lang="en-US" sz="2800" dirty="0"/>
              <a:t>O happy hearts and happy homes</a:t>
            </a:r>
            <a:br>
              <a:rPr lang="en-US" sz="2800" dirty="0"/>
            </a:br>
            <a:r>
              <a:rPr lang="en-US" sz="2800" dirty="0"/>
              <a:t>to whom this King in triumph comes!</a:t>
            </a:r>
            <a:endParaRPr lang="en-US" sz="2800" dirty="0">
              <a:solidFill>
                <a:srgbClr val="22222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5325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D3CE3B-6050-424E-A2D4-6CFC99283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400AEB-154A-40E2-B6C7-13AFE8EDEA35}"/>
              </a:ext>
            </a:extLst>
          </p:cNvPr>
          <p:cNvSpPr txBox="1"/>
          <p:nvPr/>
        </p:nvSpPr>
        <p:spPr>
          <a:xfrm>
            <a:off x="0" y="1613118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4. </a:t>
            </a:r>
            <a:r>
              <a:rPr lang="en-US" sz="2800" dirty="0"/>
              <a:t>Fling wide the portals of your heart;</a:t>
            </a:r>
            <a:br>
              <a:rPr lang="en-US" sz="2800" dirty="0"/>
            </a:br>
            <a:r>
              <a:rPr lang="en-US" sz="2800" dirty="0"/>
              <a:t>make it a temple, set apart</a:t>
            </a:r>
            <a:br>
              <a:rPr lang="en-US" sz="2800" dirty="0"/>
            </a:br>
            <a:r>
              <a:rPr lang="en-US" sz="2800" dirty="0"/>
              <a:t>from earthly use for </a:t>
            </a:r>
            <a:r>
              <a:rPr lang="en-US" sz="2800" dirty="0" err="1"/>
              <a:t>heav'n's</a:t>
            </a:r>
            <a:r>
              <a:rPr lang="en-US" sz="2800" dirty="0"/>
              <a:t> employ,</a:t>
            </a:r>
            <a:br>
              <a:rPr lang="en-US" sz="2800" dirty="0"/>
            </a:br>
            <a:r>
              <a:rPr lang="en-US" sz="2800" dirty="0"/>
              <a:t>adorned with prayer and love and joy</a:t>
            </a:r>
            <a:r>
              <a:rPr lang="en-US" sz="2800" dirty="0">
                <a:solidFill>
                  <a:srgbClr val="22222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71736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D3CE3B-6050-424E-A2D4-6CFC99283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400AEB-154A-40E2-B6C7-13AFE8EDEA35}"/>
              </a:ext>
            </a:extLst>
          </p:cNvPr>
          <p:cNvSpPr txBox="1"/>
          <p:nvPr/>
        </p:nvSpPr>
        <p:spPr>
          <a:xfrm>
            <a:off x="0" y="1613118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5. </a:t>
            </a:r>
            <a:r>
              <a:rPr lang="en-US" sz="2800" dirty="0"/>
              <a:t>Redeemer, come! I open wide</a:t>
            </a:r>
            <a:br>
              <a:rPr lang="en-US" sz="2800" dirty="0"/>
            </a:br>
            <a:r>
              <a:rPr lang="en-US" sz="2800" dirty="0"/>
              <a:t>my heart to thee; here, Lord, abide!</a:t>
            </a:r>
            <a:br>
              <a:rPr lang="en-US" sz="2800" dirty="0"/>
            </a:br>
            <a:r>
              <a:rPr lang="en-US" sz="2800" dirty="0"/>
              <a:t>Let me thy inner presence feel;</a:t>
            </a:r>
            <a:br>
              <a:rPr lang="en-US" sz="2800" dirty="0"/>
            </a:br>
            <a:r>
              <a:rPr lang="en-US" sz="2800" dirty="0"/>
              <a:t>thy grace and love in me reveal</a:t>
            </a:r>
            <a:r>
              <a:rPr lang="en-US" sz="2800" dirty="0">
                <a:solidFill>
                  <a:srgbClr val="22222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22815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D3CE3B-6050-424E-A2D4-6CFC99283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400AEB-154A-40E2-B6C7-13AFE8EDEA35}"/>
              </a:ext>
            </a:extLst>
          </p:cNvPr>
          <p:cNvSpPr txBox="1"/>
          <p:nvPr/>
        </p:nvSpPr>
        <p:spPr>
          <a:xfrm>
            <a:off x="0" y="1613118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6. </a:t>
            </a:r>
            <a:r>
              <a:rPr lang="en-US" sz="2800" dirty="0"/>
              <a:t>So come, my </a:t>
            </a:r>
            <a:r>
              <a:rPr lang="en-US" sz="2800" dirty="0" err="1"/>
              <a:t>Sov'reign</a:t>
            </a:r>
            <a:r>
              <a:rPr lang="en-US" sz="2800" dirty="0"/>
              <a:t>, enter in!</a:t>
            </a:r>
            <a:br>
              <a:rPr lang="en-US" sz="2800" dirty="0"/>
            </a:br>
            <a:r>
              <a:rPr lang="en-US" sz="2800" dirty="0"/>
              <a:t>Let new and nobler life begin!</a:t>
            </a:r>
            <a:br>
              <a:rPr lang="en-US" sz="2800" dirty="0"/>
            </a:br>
            <a:r>
              <a:rPr lang="en-US" sz="2800" dirty="0"/>
              <a:t>Thy Holy Spirit, guide us on,</a:t>
            </a:r>
            <a:br>
              <a:rPr lang="en-US" sz="2800" dirty="0"/>
            </a:br>
            <a:r>
              <a:rPr lang="en-US" sz="2800" dirty="0"/>
              <a:t>until the glorious crown be won</a:t>
            </a:r>
            <a:r>
              <a:rPr lang="en-US" sz="2800" dirty="0">
                <a:solidFill>
                  <a:srgbClr val="22222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2779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284</Words>
  <Application>Microsoft Office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2020-12-23T23:54:26Z</dcterms:created>
  <dcterms:modified xsi:type="dcterms:W3CDTF">2020-12-24T00:02:13Z</dcterms:modified>
</cp:coreProperties>
</file>