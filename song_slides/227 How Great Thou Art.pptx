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7" r:id="rId2"/>
    <p:sldId id="298" r:id="rId3"/>
    <p:sldId id="299" r:id="rId4"/>
    <p:sldId id="30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49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94D02-026D-482A-877F-3B1F98F875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50CF27-D976-430D-9CF4-C8AB99201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61F89-EC17-4C17-BEED-9C9A10E24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BFD86-D1F4-4DAE-B423-2B12C743DACB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F2B13-AA7A-4840-8C46-D7478635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E80ED-535C-4947-AC3B-BC98046AB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B7764-CF95-4833-A2A3-3B31BCEB6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258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B56A8-39B3-4F2E-9D25-7A3E5F295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5CD04-FA88-4EAC-9A4A-CC3A2FF75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D6C40-9B3E-477C-AF52-F6024EC85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BFD86-D1F4-4DAE-B423-2B12C743DACB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2DEFF-9DD7-4C91-BA7A-83E3ACF53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F29B2-DE86-4796-906C-CD2389FDA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B7764-CF95-4833-A2A3-3B31BCEB6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60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80B5B-2990-456B-991D-39EBF6D87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4BD97-AAA3-43C9-8BBD-03AA6C727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32149-F371-4F85-87EA-43B1E5496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BFD86-D1F4-4DAE-B423-2B12C743DACB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A2373-F3AB-4F02-A970-5AD62E09E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ACB84-442E-404C-AAB1-F706EE1BA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B7764-CF95-4833-A2A3-3B31BCEB6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923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7D792-F3AB-4E3F-B747-DF51AFE8E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1E0FA-6FCA-4096-B574-2A9ACB15D1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CFB543-FE4A-4861-90D5-0228EB6F8A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F5523C-0FAE-4788-82B4-3FCE06D4A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BFD86-D1F4-4DAE-B423-2B12C743DACB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94DD7-F9A7-45EF-83F7-3278F206E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B4AB00-BC5C-4B90-9423-D5BE2C96E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B7764-CF95-4833-A2A3-3B31BCEB6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119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8C490-EBF8-432E-B596-BD45CE34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2E4A0-A9A4-4F4C-B1AE-CB075C8C9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0332E7-1645-4C9E-9A87-F0C4F8836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1081D1-3D85-4D68-BD9D-118C0B2708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9584E0-F8E1-44D7-8F0F-03E0BF1BC4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58494B-0282-4837-B174-88791839E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BFD86-D1F4-4DAE-B423-2B12C743DACB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2CB369-D609-455A-9276-1CB9BE636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8181AA-E6FD-4D00-9EDB-ED68AEE9E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B7764-CF95-4833-A2A3-3B31BCEB6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645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4734F-375C-4DB4-8803-4629EEFC5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9AC215-32AB-4C7A-B900-C3172AEC5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BFD86-D1F4-4DAE-B423-2B12C743DACB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C3E15-6D50-4251-9D58-A98C42A95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298E01-51EF-42D6-8FF5-AC01592EB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B7764-CF95-4833-A2A3-3B31BCEB6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098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D54028-23CD-4C5D-8D7D-95867818D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BFD86-D1F4-4DAE-B423-2B12C743DACB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DAF9E8-265D-4956-89FD-74F16E416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D89E9-12F0-4867-9EF0-F81D8A509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B7764-CF95-4833-A2A3-3B31BCEB6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880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19FEC-CAAB-4700-9D07-97F9AEDB9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95857-3576-42CC-8EE4-52CEC7019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4D0774-4900-4027-BB49-93AF8F204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9205D-C7B1-4C0D-A6A2-A08DF96D3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BFD86-D1F4-4DAE-B423-2B12C743DACB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C9283B-4E8C-4F1E-AE0C-ECB6FB436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ADB6EA-B282-4990-B529-1D5C3A236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B7764-CF95-4833-A2A3-3B31BCEB6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411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B5CC9-881D-4046-847B-5A5DD0E11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41DA07-3DBD-4857-AA92-6B86423F58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A707B9-48DB-43D9-872F-3694C60E84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191201-5A92-48BE-A621-F53815CB8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BFD86-D1F4-4DAE-B423-2B12C743DACB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C5BEC4-CE82-4A0A-9133-44A93FBC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20BEEC-07AA-4620-B11F-0614FE88D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B7764-CF95-4833-A2A3-3B31BCEB6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945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1B683-16FE-4A8E-8ED0-D72FA4C5B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14657-3E92-48A2-A18B-024F917D1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59445-9D64-4781-8964-E0B4CE7C9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BFD86-D1F4-4DAE-B423-2B12C743DACB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D79AE-B13F-49A1-A99E-7D4B90C18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94F92-6EE7-4CE2-B24A-F46EB1071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B7764-CF95-4833-A2A3-3B31BCEB6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517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3ABCFD-6EAD-4ADB-BD01-DE4DD2E5FF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57FC8A-C6D7-44EB-AB6F-9FD22DC97A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A83EA-5844-4A0F-84E9-395CFDB72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BFD86-D1F4-4DAE-B423-2B12C743DACB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D3059-3E14-4D31-BD22-C0FEC0A6D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8416B-3764-4A9E-B624-AA9A364C6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B7764-CF95-4833-A2A3-3B31BCEB6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905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86BA68-4A05-4CA8-86C1-F6ED65C79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F7F19-B7CA-4351-84A3-F14286C3E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C92E0-F7CF-41E8-8FF0-55722199A9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BFD86-D1F4-4DAE-B423-2B12C743DACB}" type="datetimeFigureOut">
              <a:rPr lang="en-US" smtClean="0"/>
              <a:t>5/20/2020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9AB94-1051-4A5A-95FD-3B07FC9050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FA02E-910B-404E-A12A-DD53228001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B7764-CF95-4833-A2A3-3B31BCEB6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169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</a:t>
            </a:r>
            <a:r>
              <a:rPr lang="en-US" sz="2800" dirty="0"/>
              <a:t>O Lord my God, when I in awesome wonder</a:t>
            </a:r>
          </a:p>
          <a:p>
            <a:pPr algn="ctr"/>
            <a:r>
              <a:rPr lang="en-US" sz="2800" dirty="0"/>
              <a:t>Consider all the worlds thy hands have made,</a:t>
            </a:r>
          </a:p>
          <a:p>
            <a:pPr algn="ctr"/>
            <a:r>
              <a:rPr lang="en-US" sz="2800" dirty="0"/>
              <a:t>I see the stars, I hear the rolling thunder,</a:t>
            </a:r>
          </a:p>
          <a:p>
            <a:pPr algn="ctr"/>
            <a:r>
              <a:rPr lang="en-US" sz="2800" dirty="0"/>
              <a:t>Thy </a:t>
            </a:r>
            <a:r>
              <a:rPr lang="en-US" sz="2800" dirty="0" err="1"/>
              <a:t>pow’r</a:t>
            </a:r>
            <a:r>
              <a:rPr lang="en-US" sz="2800" dirty="0"/>
              <a:t> throughout the universe displayed.</a:t>
            </a:r>
          </a:p>
          <a:p>
            <a:pPr algn="ctr"/>
            <a:endParaRPr lang="en-US" sz="2800" dirty="0"/>
          </a:p>
          <a:p>
            <a:pPr algn="ctr"/>
            <a:r>
              <a:rPr lang="en-US" sz="2800" i="1" dirty="0"/>
              <a:t>Refrain</a:t>
            </a:r>
            <a:r>
              <a:rPr lang="en-US" sz="2800" dirty="0"/>
              <a:t>:</a:t>
            </a:r>
            <a:br>
              <a:rPr lang="en-US" sz="2800" dirty="0"/>
            </a:br>
            <a:r>
              <a:rPr lang="en-US" sz="2800" dirty="0"/>
              <a:t>Then sings my soul, my </a:t>
            </a:r>
            <a:r>
              <a:rPr lang="en-US" sz="2800" dirty="0" err="1"/>
              <a:t>Saviour</a:t>
            </a:r>
            <a:r>
              <a:rPr lang="en-US" sz="2800" dirty="0"/>
              <a:t> God, to thee:</a:t>
            </a:r>
          </a:p>
          <a:p>
            <a:pPr algn="ctr"/>
            <a:r>
              <a:rPr lang="en-US" sz="2800" dirty="0"/>
              <a:t>How great thou art, how great thou art!</a:t>
            </a:r>
          </a:p>
          <a:p>
            <a:pPr algn="ctr"/>
            <a:r>
              <a:rPr lang="en-US" sz="2800" dirty="0"/>
              <a:t>Then sings my soul, my </a:t>
            </a:r>
            <a:r>
              <a:rPr lang="en-US" sz="2800" dirty="0" err="1"/>
              <a:t>Saviour</a:t>
            </a:r>
            <a:r>
              <a:rPr lang="en-US" sz="2800" dirty="0"/>
              <a:t> God, to thee:</a:t>
            </a:r>
          </a:p>
          <a:p>
            <a:pPr algn="ctr"/>
            <a:r>
              <a:rPr lang="en-US" sz="2800" dirty="0"/>
              <a:t>How great thou art, how great thou art!</a:t>
            </a:r>
          </a:p>
          <a:p>
            <a:pPr algn="ctr"/>
            <a:endParaRPr lang="en-US" sz="2800" dirty="0"/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1949, 1953 The Stuart Hine Trust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#227 How Great Thou Art</a:t>
            </a:r>
          </a:p>
        </p:txBody>
      </p:sp>
    </p:spTree>
    <p:extLst>
      <p:ext uri="{BB962C8B-B14F-4D97-AF65-F5344CB8AC3E}">
        <p14:creationId xmlns:p14="http://schemas.microsoft.com/office/powerpoint/2010/main" val="1612951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</a:t>
            </a:r>
            <a:r>
              <a:rPr lang="en-US" sz="2800" dirty="0"/>
              <a:t>When thro’ the woods and forest glades I wander</a:t>
            </a:r>
          </a:p>
          <a:p>
            <a:pPr algn="ctr"/>
            <a:r>
              <a:rPr lang="en-US" sz="2800" dirty="0"/>
              <a:t>And hear the birds sing sweetly in the trees,</a:t>
            </a:r>
          </a:p>
          <a:p>
            <a:pPr algn="ctr"/>
            <a:r>
              <a:rPr lang="en-US" sz="2800" dirty="0"/>
              <a:t>When I look down from lofty mountain grandeur,</a:t>
            </a:r>
          </a:p>
          <a:p>
            <a:pPr algn="ctr"/>
            <a:r>
              <a:rPr lang="en-US" sz="2800" dirty="0"/>
              <a:t>And hear the brook and feel the gentle breeze;</a:t>
            </a:r>
          </a:p>
          <a:p>
            <a:pPr algn="ctr"/>
            <a:endParaRPr lang="en-US" sz="2800" dirty="0"/>
          </a:p>
          <a:p>
            <a:pPr algn="ctr"/>
            <a:r>
              <a:rPr lang="en-US" sz="2800" i="1" dirty="0"/>
              <a:t>Refrain</a:t>
            </a:r>
            <a:r>
              <a:rPr lang="en-US" sz="2800" dirty="0"/>
              <a:t>:</a:t>
            </a:r>
            <a:br>
              <a:rPr lang="en-US" sz="2800" dirty="0"/>
            </a:br>
            <a:r>
              <a:rPr lang="en-US" sz="2800" dirty="0"/>
              <a:t>Then sings my soul, my </a:t>
            </a:r>
            <a:r>
              <a:rPr lang="en-US" sz="2800" dirty="0" err="1"/>
              <a:t>Saviour</a:t>
            </a:r>
            <a:r>
              <a:rPr lang="en-US" sz="2800" dirty="0"/>
              <a:t> God, to thee:</a:t>
            </a:r>
          </a:p>
          <a:p>
            <a:pPr algn="ctr"/>
            <a:r>
              <a:rPr lang="en-US" sz="2800" dirty="0"/>
              <a:t>How great thou art, how great thou art!</a:t>
            </a:r>
          </a:p>
          <a:p>
            <a:pPr algn="ctr"/>
            <a:r>
              <a:rPr lang="en-US" sz="2800" dirty="0"/>
              <a:t>Then sings my soul, my </a:t>
            </a:r>
            <a:r>
              <a:rPr lang="en-US" sz="2800" dirty="0" err="1"/>
              <a:t>Saviour</a:t>
            </a:r>
            <a:r>
              <a:rPr lang="en-US" sz="2800" dirty="0"/>
              <a:t> God, to thee:</a:t>
            </a:r>
          </a:p>
          <a:p>
            <a:pPr algn="ctr"/>
            <a:r>
              <a:rPr lang="en-US" sz="2800" dirty="0"/>
              <a:t>How great thou art, how great thou art!</a:t>
            </a:r>
          </a:p>
          <a:p>
            <a:pPr algn="ctr"/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1949, 1953 The Stuart Hine Trust</a:t>
            </a:r>
          </a:p>
        </p:txBody>
      </p:sp>
    </p:spTree>
    <p:extLst>
      <p:ext uri="{BB962C8B-B14F-4D97-AF65-F5344CB8AC3E}">
        <p14:creationId xmlns:p14="http://schemas.microsoft.com/office/powerpoint/2010/main" val="1013887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And when I think that God, his Son not sparing,</a:t>
            </a:r>
          </a:p>
          <a:p>
            <a:pPr algn="ctr"/>
            <a:r>
              <a:rPr lang="en-US" sz="2800" dirty="0"/>
              <a:t>Sent him to die, I scarce can take it in,</a:t>
            </a:r>
          </a:p>
          <a:p>
            <a:pPr algn="ctr"/>
            <a:r>
              <a:rPr lang="en-US" sz="2800" dirty="0"/>
              <a:t>That on the cross, my burden gladly bearing,</a:t>
            </a:r>
          </a:p>
          <a:p>
            <a:pPr algn="ctr"/>
            <a:r>
              <a:rPr lang="en-US" sz="2800" dirty="0"/>
              <a:t>He bled and died to take away my sin.</a:t>
            </a:r>
          </a:p>
          <a:p>
            <a:pPr algn="ctr"/>
            <a:endParaRPr lang="en-US" sz="2800" dirty="0"/>
          </a:p>
          <a:p>
            <a:pPr algn="ctr"/>
            <a:r>
              <a:rPr lang="en-US" sz="2800" i="1" dirty="0"/>
              <a:t>Refrain</a:t>
            </a:r>
            <a:r>
              <a:rPr lang="en-US" sz="2800" dirty="0"/>
              <a:t>:</a:t>
            </a:r>
            <a:br>
              <a:rPr lang="en-US" sz="2800" dirty="0"/>
            </a:br>
            <a:r>
              <a:rPr lang="en-US" sz="2800" dirty="0"/>
              <a:t>Then sings my soul, my </a:t>
            </a:r>
            <a:r>
              <a:rPr lang="en-US" sz="2800" dirty="0" err="1"/>
              <a:t>Saviour</a:t>
            </a:r>
            <a:r>
              <a:rPr lang="en-US" sz="2800" dirty="0"/>
              <a:t> God, to thee:</a:t>
            </a:r>
          </a:p>
          <a:p>
            <a:pPr algn="ctr"/>
            <a:r>
              <a:rPr lang="en-US" sz="2800" dirty="0"/>
              <a:t>How great thou art, how great thou art!</a:t>
            </a:r>
          </a:p>
          <a:p>
            <a:pPr algn="ctr"/>
            <a:r>
              <a:rPr lang="en-US" sz="2800" dirty="0"/>
              <a:t>Then sings my soul, my </a:t>
            </a:r>
            <a:r>
              <a:rPr lang="en-US" sz="2800" dirty="0" err="1"/>
              <a:t>Saviour</a:t>
            </a:r>
            <a:r>
              <a:rPr lang="en-US" sz="2800" dirty="0"/>
              <a:t> God, to thee:</a:t>
            </a:r>
          </a:p>
          <a:p>
            <a:pPr algn="ctr"/>
            <a:r>
              <a:rPr lang="en-US" sz="2800" dirty="0"/>
              <a:t>How great thou art, how great thou art!</a:t>
            </a:r>
          </a:p>
          <a:p>
            <a:pPr algn="ctr"/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1949, 1953 The Stuart Hine Trust</a:t>
            </a:r>
          </a:p>
        </p:txBody>
      </p:sp>
    </p:spTree>
    <p:extLst>
      <p:ext uri="{BB962C8B-B14F-4D97-AF65-F5344CB8AC3E}">
        <p14:creationId xmlns:p14="http://schemas.microsoft.com/office/powerpoint/2010/main" val="1924341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</a:t>
            </a:r>
            <a:r>
              <a:rPr lang="en-US" sz="2800" dirty="0"/>
              <a:t>When Christ shall come with shout of acclamation</a:t>
            </a:r>
          </a:p>
          <a:p>
            <a:pPr algn="ctr"/>
            <a:r>
              <a:rPr lang="en-US" sz="2800" dirty="0"/>
              <a:t>And take me home, what joy shall fill my heart!</a:t>
            </a:r>
          </a:p>
          <a:p>
            <a:pPr algn="ctr"/>
            <a:r>
              <a:rPr lang="en-US" sz="2800" dirty="0"/>
              <a:t>Then I shall bow in humble adoration,</a:t>
            </a:r>
          </a:p>
          <a:p>
            <a:pPr algn="ctr"/>
            <a:r>
              <a:rPr lang="en-US" sz="2800" dirty="0"/>
              <a:t>And there proclaim, my God, how great thou art.</a:t>
            </a:r>
          </a:p>
          <a:p>
            <a:pPr algn="ctr"/>
            <a:endParaRPr lang="en-US" sz="2800" dirty="0"/>
          </a:p>
          <a:p>
            <a:pPr algn="ctr"/>
            <a:r>
              <a:rPr lang="en-US" sz="2800" i="1" dirty="0"/>
              <a:t>Refrain</a:t>
            </a:r>
            <a:r>
              <a:rPr lang="en-US" sz="2800" dirty="0"/>
              <a:t>:</a:t>
            </a:r>
            <a:br>
              <a:rPr lang="en-US" sz="2800" dirty="0"/>
            </a:br>
            <a:r>
              <a:rPr lang="en-US" sz="2800" dirty="0"/>
              <a:t>Then sings my soul, my </a:t>
            </a:r>
            <a:r>
              <a:rPr lang="en-US" sz="2800" dirty="0" err="1"/>
              <a:t>Saviour</a:t>
            </a:r>
            <a:r>
              <a:rPr lang="en-US" sz="2800" dirty="0"/>
              <a:t> God, to thee:</a:t>
            </a:r>
          </a:p>
          <a:p>
            <a:pPr algn="ctr"/>
            <a:r>
              <a:rPr lang="en-US" sz="2800" dirty="0"/>
              <a:t>How great thou art, how great thou art!</a:t>
            </a:r>
          </a:p>
          <a:p>
            <a:pPr algn="ctr"/>
            <a:r>
              <a:rPr lang="en-US" sz="2800" dirty="0"/>
              <a:t>Then sings my soul, my </a:t>
            </a:r>
            <a:r>
              <a:rPr lang="en-US" sz="2800" dirty="0" err="1"/>
              <a:t>Saviour</a:t>
            </a:r>
            <a:r>
              <a:rPr lang="en-US" sz="2800" dirty="0"/>
              <a:t> God, to thee:</a:t>
            </a:r>
          </a:p>
          <a:p>
            <a:pPr algn="ctr"/>
            <a:r>
              <a:rPr lang="en-US" sz="2800" dirty="0"/>
              <a:t>How great thou art, how great thou art!</a:t>
            </a:r>
          </a:p>
          <a:p>
            <a:pPr algn="ctr"/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1949, 1953 The Stuart Hine Trust</a:t>
            </a:r>
          </a:p>
        </p:txBody>
      </p:sp>
    </p:spTree>
    <p:extLst>
      <p:ext uri="{BB962C8B-B14F-4D97-AF65-F5344CB8AC3E}">
        <p14:creationId xmlns:p14="http://schemas.microsoft.com/office/powerpoint/2010/main" val="212592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</Words>
  <Application>Microsoft Office PowerPoint</Application>
  <PresentationFormat>Widescreen</PresentationFormat>
  <Paragraphs>41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2020-05-21T02:36:45Z</dcterms:created>
  <dcterms:modified xsi:type="dcterms:W3CDTF">2020-05-21T02:37:32Z</dcterms:modified>
</cp:coreProperties>
</file>