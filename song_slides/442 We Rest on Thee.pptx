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05200-BA95-429D-A84F-DB0A166D2592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55ED9-11C3-4D9B-9AB0-213B510A5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0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FBDA-E8AF-BDEE-1989-6E02052A7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1029F-9CA5-2140-13FF-A1061DD2A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A3353-8D1E-EDFD-0CF0-71F3FC4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51C7-2A87-49F3-97CD-BFFB6E51EB29}" type="datetime1">
              <a:rPr lang="en-US" smtClean="0"/>
              <a:t>5/20/2022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74102-8082-F2DB-F69D-7D240982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4A01-CA01-303B-853E-536AB7D0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8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2DBC-0E2F-32A3-CE4A-6EBB1DA1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9D42E-59C7-8574-8E56-125EE6C35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AC65F-6A36-F3E0-3E77-545CBA365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70F0-6013-497C-931C-EBDB1526B1B0}" type="datetime1">
              <a:rPr lang="en-US" smtClean="0"/>
              <a:t>5/20/2022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08FEF-BE87-9020-13CB-9A006E97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E8EDE-AC38-87BA-72DF-8A45EF1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B79B-07ED-1C01-FEB0-92778A50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B778C-B3AD-4B04-138F-E3542498F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4E20-C25F-0E1A-A5EC-7069DE2F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E4373-D41E-46E5-9545-A6270C274B72}" type="datetime1">
              <a:rPr lang="en-US" smtClean="0"/>
              <a:t>5/20/2022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6909F-4946-013A-04F5-F33625B7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EAFF-7688-A7CB-3DC1-A600FD0B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3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417CE-3B94-0D5F-C656-F1ADA914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0A319-D88C-82CB-F3AA-85E8A6B82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E7BE-375A-6F89-3D03-9BD4A004E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264E6-9698-EAC6-81B9-6879907D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1E3-B8AF-43C7-80D3-5E88F27BF926}" type="datetime1">
              <a:rPr lang="en-US" smtClean="0"/>
              <a:t>5/20/2022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24FBD-B75A-55BA-380D-C3F3C7DB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CEC07-C67A-BD6F-586D-55A17E76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2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A12F-74ED-74F0-06FF-057CA94C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F68BA-4845-ECE9-EAA0-48C9899CC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FFEAF-DBF2-5C31-A67A-5941670C3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6398A-1701-46D4-C5DE-2BF2A0198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40F6C-1CDD-FD41-1862-651484FDB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F6110-FE5A-2931-B60C-47341EEC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F4DF-9EEC-4020-8553-2CFEFB87BDC8}" type="datetime1">
              <a:rPr lang="en-US" smtClean="0"/>
              <a:t>5/20/2022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459860-EF25-CD22-8B93-BA7AB9BE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2A173-290B-E699-AD77-B9E7D784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4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8E7E-07D1-8C5E-E63D-7B779797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7C045-B770-5723-67B3-58AEA50E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D63D4-F5AE-44C8-80B5-0B9D322CAA37}" type="datetime1">
              <a:rPr lang="en-US" smtClean="0"/>
              <a:t>5/20/2022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FB5EC-AFA1-2804-CE98-742CF60F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A424A-2D4F-D9C5-7618-D2C05844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0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E5720-19EF-806D-5681-1DC563C8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1ACFC-7D17-4B6B-A675-7FF278DF4F01}" type="datetime1">
              <a:rPr lang="en-US" smtClean="0"/>
              <a:t>5/20/2022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A6CE8-CFFA-6A6E-7B9E-0191BDBD9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0A1E8-70F2-B962-E0D8-9C5F9E41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3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B33C-209E-A2C3-C7B8-FC220E1D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131FD-26D4-802F-7404-87B54B918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8EB49-1423-6B64-2BAB-79E01476E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F055F-2774-A4C8-C39A-6A2B7B01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93FD-7FAC-47B9-B468-A502702E705B}" type="datetime1">
              <a:rPr lang="en-US" smtClean="0"/>
              <a:t>5/20/2022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ABCA6-BCFF-9652-B76C-8D8FFDB5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0D929-23D2-AF7D-0C45-792C1E85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5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325D-2125-EBD7-881A-78AE719B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1E67C-3CE4-4E24-C2C4-09D3E0228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0996F-5EA5-F7DE-E482-C59436B66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471BD-6225-08E1-FE18-0028D365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2480-F05C-42E6-BABD-B115ACCA76BA}" type="datetime1">
              <a:rPr lang="en-US" smtClean="0"/>
              <a:t>5/20/2022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13DB7-7ED0-BE7E-3342-BD1EEBE4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EB335-860F-665C-5C5B-442027F3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5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4D18-D8F1-A611-5C15-BB2DC1BC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0B308-6202-CCE8-7465-965108EA9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62A7A-DAC6-2807-67F9-F603EBEB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01DB0-A8AB-4551-A77F-AC06EA674A38}" type="datetime1">
              <a:rPr lang="en-US" smtClean="0"/>
              <a:t>5/20/2022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B73EA-B195-E069-E771-95A61E76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6015C-5277-0901-B078-9541CA87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9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161CA-58CF-3679-447A-07AF6C3DC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7A27F-0560-05C4-DEA9-72A0AD0DC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D7BE1-D39A-CB0A-1BDC-815D75DF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B010-A6AC-4381-95A1-C1E1BEE527EB}" type="datetime1">
              <a:rPr lang="en-US" smtClean="0"/>
              <a:t>5/20/2022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A8020-46FB-746E-6972-4BAA6B86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FD01-BBA4-BD59-F130-0A46406E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3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A7FEF-A03B-7DC2-90DA-F04C8224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27FE8-D7A0-8990-1C80-7F9653245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2ABBD-0069-B200-6FA5-7F8D45263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330F-E88A-4FAE-BD2B-3B6B0313D21B}" type="datetime1">
              <a:rPr lang="en-US" smtClean="0"/>
              <a:t>5/20/2022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0DA89-487F-5B75-9323-A15CA9E7A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2A868-2549-695B-517D-92FFC082D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323BE-6284-4FB3-9A84-FE87DEA46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337C2E-9BEE-3C24-CCE0-8371E46E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#442 We Rest on Thee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6A14-3A18-4F33-57BC-828334F5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We rest on thee, our Shield and our Defender!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We go not forth alone against the foe;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strong in thy strength, safe in thy keeping tender,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we rest on thee, and in thy name we go;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strong in thy strength, safe in thy keeping tender,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we rest on thee, and in thy name we go.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386A0-A941-6326-6BC8-41DC48AB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5252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D8030-FC94-14D6-954A-61179565F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Yea, in thy name, O Captain of salvation!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In thy dear name, all other names above: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 our righteousness, our sure foundation,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our Prince of glory and our King of love,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 our righteousness, our sure foundation,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our Prince of glory and our King of love.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32F2F-8537-2F93-3B8F-8DB4DECD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2317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3D0B9-7576-0879-FF96-A35E603C8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We go in faith, our own great weakness feeling,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and needing more each day thy grace to know: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yet from our hearts a song of triumph pealing,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“We rest on thee, and in thy name we go”;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yet from our hearts a song of triumph pealing,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“We rest on thee, and in thy name we go.”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EDF7F-11A4-8594-4BFD-66C4B9A6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14277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4C03C-26A9-8AC9-88AC-A72C93DB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4 We rest on thee, our Shield and our Defender!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Thine is the battle, thine shall be the praise;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when passing through the gates of pearly splendor,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victors, we rest with thee, through endless days;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when passing through the gates of pearly splendor,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victors, we rest with thee, through endless days.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BA62E-BA32-659A-BDEC-291122A7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41137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#442 We Rest on Thee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#442 We Rest on Thee </dc:title>
  <dc:creator>Neil Tuininga</dc:creator>
  <cp:lastModifiedBy>Neil Tuininga</cp:lastModifiedBy>
  <cp:revision>1</cp:revision>
  <dcterms:created xsi:type="dcterms:W3CDTF">2022-05-21T02:33:46Z</dcterms:created>
  <dcterms:modified xsi:type="dcterms:W3CDTF">2022-05-21T02:41:11Z</dcterms:modified>
</cp:coreProperties>
</file>