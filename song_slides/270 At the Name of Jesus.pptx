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FE17DA-6362-4E89-9713-A24C49E2E562}" type="datetimeFigureOut">
              <a:rPr lang="en-US" smtClean="0"/>
              <a:t>8/17/2024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73796B-F310-4CBE-899C-1BA33096D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889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28C59-3F02-EACC-D6AE-E27F97E844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38E3AF-4996-D929-001E-3A8E17D95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9FEA2-0ADC-6024-C06C-F99339120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3897B-09F7-4416-85FB-04A5050DEF3D}" type="datetime1">
              <a:rPr lang="en-US" smtClean="0"/>
              <a:t>8/17/2024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FBCA9-DA0C-A4CF-335A-F2175077E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E07E1-DE9A-A0AE-DA75-6A17AB0D5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C825A-6F99-4EC2-A28F-D5B1E8722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548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247F0-D66D-AAFC-B356-B15B668B8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F261B-FC9B-EE83-07DB-E860780EB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1A86B-A0E6-FBFC-7BC2-37B5715AF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809AC-4215-4127-9D75-F2FC94BF7A1E}" type="datetime1">
              <a:rPr lang="en-US" smtClean="0"/>
              <a:t>8/17/2024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71189-BFBA-D805-0400-B8506D8E3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B238C2-1711-47FB-4C8F-1CF73FD15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C825A-6F99-4EC2-A28F-D5B1E8722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349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AEE36-F837-A12A-9DC9-20573DE21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7AECFD-2E2B-C09F-F8BF-31BEF2A7E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4C8CAB-3661-488E-8931-1C37363B4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0A577-21B7-489C-94E5-256CFC57B63C}" type="datetime1">
              <a:rPr lang="en-US" smtClean="0"/>
              <a:t>8/17/2024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2D309B-E5F4-E61E-010A-DAA304F0B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28B43-64AD-1A30-34EC-86BBE28FD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C825A-6F99-4EC2-A28F-D5B1E8722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436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39F6B-41B9-CC34-087E-084750278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2A0A4-D443-AFB7-71D2-B9E197C337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955E6D-EA6A-E9A2-2C55-90C735D950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909026-474D-7189-0446-4F7175EE1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10A04-7582-435E-8118-D61E76D12EA1}" type="datetime1">
              <a:rPr lang="en-US" smtClean="0"/>
              <a:t>8/17/2024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501FC0-5BD2-4AED-54C7-978B21511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E55C9B-E8FC-484B-17F0-6AB3430D9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C825A-6F99-4EC2-A28F-D5B1E8722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495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BC329-3354-1016-25E8-1F4E8BCB3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95AB4F-23A6-4E7F-1C32-6F76E7B081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3B39FF-A6D0-92AC-EC3B-12637F233E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DA1CBF-E7D7-9E37-18F3-E405F834F8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A8DD6C-E5E3-3AB4-A6ED-7595BAA020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167D14-2002-AA21-DF5E-A0BCA5E45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0C1FC-4AC8-47E7-86ED-DC8C07CD8BC2}" type="datetime1">
              <a:rPr lang="en-US" smtClean="0"/>
              <a:t>8/17/2024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6928F8-2EA1-EBCA-39FA-59866F33A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AAFF2E-C232-FF26-6C83-A280D315A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C825A-6F99-4EC2-A28F-D5B1E8722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628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73468-E856-34F3-2C54-156AE8BD7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36AEB1-6C9A-C4D5-017C-89D947EE6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3EF24-2405-4DA4-A092-CB76FCF494AC}" type="datetime1">
              <a:rPr lang="en-US" smtClean="0"/>
              <a:t>8/17/2024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F0B164-79DD-BE4A-983F-B1FC590C0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169823-B038-2BE8-FE6B-4BF264A72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C825A-6F99-4EC2-A28F-D5B1E8722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804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CC9450-DB2C-BCF7-2961-4BC968798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FAE06-B349-4153-BA76-05C7F287A53B}" type="datetime1">
              <a:rPr lang="en-US" smtClean="0"/>
              <a:t>8/17/2024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AA8161-D8F3-E5A3-5D49-A5CAF638E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AAA64E-861E-BDF8-4DEF-B58D629AA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C825A-6F99-4EC2-A28F-D5B1E8722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390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A5070-D397-7116-4F35-9A2D19EE3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1603B-F191-CF3D-CDDE-F49BF1DFE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043265-0E0B-2C19-AA74-5DB292496B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C95BE3-C1D4-F901-6996-47E342A2F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0DAD3-4C26-4960-8014-98FD3E73CF7B}" type="datetime1">
              <a:rPr lang="en-US" smtClean="0"/>
              <a:t>8/17/2024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BA68AE-ACBF-8CA2-385C-D533F18DA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972BF3-3B39-FE3A-658D-CB2A31BC4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C825A-6F99-4EC2-A28F-D5B1E8722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7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6E2FB-AD8B-D0D7-E3CC-418CF7EDE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CEF96-F63E-ACA3-1897-82FAF8E9C9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103BF6-017A-217B-609D-9E694401DA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E6328E-60C9-8F6B-1952-6B674FDDD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FDF73-D6E1-48AC-9027-D9D5F94AC620}" type="datetime1">
              <a:rPr lang="en-US" smtClean="0"/>
              <a:t>8/17/2024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947EEF-5088-F5C3-0ADD-9A2348736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B679DD-8E5A-1B8F-D603-17EAD87F5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C825A-6F99-4EC2-A28F-D5B1E8722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814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FC504-45B5-22BC-3752-935241F61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C86A5D-0B4A-0C21-9D84-B92605EA31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AE17F-6043-EB08-42AD-37A9EE071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8D74C-A0B9-46B8-84BE-847C9896F030}" type="datetime1">
              <a:rPr lang="en-US" smtClean="0"/>
              <a:t>8/17/2024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C58D5-70AD-B000-0D55-686C70C39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45974-6A7A-CF1C-BB24-2110B3D5E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C825A-6F99-4EC2-A28F-D5B1E8722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677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473643-7897-4945-C704-6F74631C13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340FB5-A937-E378-F2C2-A4FB3B181A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82468-776C-30FF-36D9-C558624CC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A6EFC-CB30-46E6-9601-B5661179221A}" type="datetime1">
              <a:rPr lang="en-US" smtClean="0"/>
              <a:t>8/17/2024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A4F56B-E2D0-B92B-8921-89775873E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275454-1293-9CC1-25A8-A42EB2C59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C825A-6F99-4EC2-A28F-D5B1E8722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875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9635D0-F4D2-E5A4-C2F1-AA9263575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5EF0C1-5BA7-9174-175E-0108B10FA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450D05-2801-63BF-FE89-9BC5B76DE0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C33D3E-F8D0-4F2A-84B3-08FC8D6B8FDE}" type="datetime1">
              <a:rPr lang="en-US" smtClean="0"/>
              <a:t>8/17/2024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665E32-7389-BD2F-F8D5-EEC72A9A10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32D8C-2E63-D63C-F8EA-4AF42E531A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0C825A-6F99-4EC2-A28F-D5B1E8722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635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D2AD3-C07D-99FF-AC3B-C94F925D1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#270 At the Name of Jesus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BB166-578D-371C-F830-57748A899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 "/>
              </a:rPr>
              <a:t>1 At the name of Jesus </a:t>
            </a:r>
            <a:r>
              <a:rPr lang="en-US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 "/>
              </a:rPr>
              <a:t>ev'ry</a:t>
            </a: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 "/>
              </a:rPr>
              <a:t> knee shall bow,</a:t>
            </a:r>
            <a:br>
              <a:rPr lang="en-US" dirty="0">
                <a:latin typeface="Calibri "/>
              </a:rPr>
            </a:br>
            <a:r>
              <a:rPr lang="en-US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 "/>
              </a:rPr>
              <a:t>ev'ry</a:t>
            </a: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 "/>
              </a:rPr>
              <a:t> tongue confess him King of glory now.</a:t>
            </a:r>
            <a:br>
              <a:rPr lang="en-US" dirty="0">
                <a:latin typeface="Calibri 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 "/>
              </a:rPr>
              <a:t>'Tis the Father's pleasure we should call him Lord,</a:t>
            </a:r>
            <a:br>
              <a:rPr lang="en-US" dirty="0">
                <a:latin typeface="Calibri 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 "/>
              </a:rPr>
              <a:t>who from the beginning was the mighty Word.</a:t>
            </a:r>
            <a:endParaRPr lang="en-US" dirty="0">
              <a:latin typeface="Calibri 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5722E9-328E-E62B-1DE0-960724E67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514444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DB43F-A320-4D99-9704-549279932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672C8-F8C0-6C33-4F42-C652579B0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 "/>
              </a:rPr>
              <a:t>2 At his voice creation sprang at once to sight,</a:t>
            </a:r>
            <a:br>
              <a:rPr lang="en-US" dirty="0">
                <a:latin typeface="Calibri 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 "/>
              </a:rPr>
              <a:t>all the angel faces, all the hosts of light,</a:t>
            </a:r>
            <a:br>
              <a:rPr lang="en-US" dirty="0">
                <a:latin typeface="Calibri 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 "/>
              </a:rPr>
              <a:t>thrones and dominations, stars upon their way,</a:t>
            </a:r>
            <a:br>
              <a:rPr lang="en-US" dirty="0">
                <a:latin typeface="Calibri 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 "/>
              </a:rPr>
              <a:t>all the </a:t>
            </a:r>
            <a:r>
              <a:rPr lang="en-US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 "/>
              </a:rPr>
              <a:t>heav'nly</a:t>
            </a: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 "/>
              </a:rPr>
              <a:t> orders in their great array.</a:t>
            </a:r>
            <a:endParaRPr lang="en-US" dirty="0">
              <a:latin typeface="Calibri 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A9C371-0628-A803-EE50-2EC7DEDEB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870485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DB43F-A320-4D99-9704-549279932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672C8-F8C0-6C33-4F42-C652579B0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 "/>
              </a:rPr>
              <a:t>3 Humbled for a season to receive a name</a:t>
            </a:r>
            <a:br>
              <a:rPr lang="en-US" dirty="0">
                <a:latin typeface="Calibri 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 "/>
              </a:rPr>
              <a:t>from the lips of sinners unto whom he came,</a:t>
            </a:r>
            <a:br>
              <a:rPr lang="en-US" dirty="0">
                <a:latin typeface="Calibri 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 "/>
              </a:rPr>
              <a:t>faithfully he bore it spotless to the last,</a:t>
            </a:r>
            <a:br>
              <a:rPr lang="en-US" dirty="0">
                <a:latin typeface="Calibri 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 "/>
              </a:rPr>
              <a:t>brought it back victorious, when from death he passed.</a:t>
            </a:r>
            <a:endParaRPr lang="en-US" dirty="0">
              <a:latin typeface="Calibri 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95E4D8-E218-D8D1-D03A-AAA21E25C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206475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DB43F-A320-4D99-9704-549279932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672C8-F8C0-6C33-4F42-C652579B0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 "/>
              </a:rPr>
              <a:t>4 In your hearts enthrone him; there let him subdue</a:t>
            </a:r>
            <a:br>
              <a:rPr lang="en-US" dirty="0">
                <a:latin typeface="Calibri 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 "/>
              </a:rPr>
              <a:t>all that is not holy, all that is not true;</a:t>
            </a:r>
            <a:br>
              <a:rPr lang="en-US" dirty="0">
                <a:latin typeface="Calibri 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 "/>
              </a:rPr>
              <a:t>crown him as your Captain in temptation's hour:</a:t>
            </a:r>
            <a:br>
              <a:rPr lang="en-US" dirty="0">
                <a:latin typeface="Calibri 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 "/>
              </a:rPr>
              <a:t>let his will enfold you in its light and </a:t>
            </a:r>
            <a:r>
              <a:rPr lang="en-US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 "/>
              </a:rPr>
              <a:t>pow'r</a:t>
            </a: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 "/>
              </a:rPr>
              <a:t>.</a:t>
            </a:r>
            <a:endParaRPr lang="en-US" dirty="0">
              <a:latin typeface="Calibri 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BB2224-D0A1-A9C8-81DB-130BC339D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510054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DB43F-A320-4D99-9704-549279932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672C8-F8C0-6C33-4F42-C652579B0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 "/>
              </a:rPr>
              <a:t>5 Brothers, this Lord Jesus shall return again,</a:t>
            </a:r>
            <a:br>
              <a:rPr lang="en-US" dirty="0">
                <a:latin typeface="Calibri 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 "/>
              </a:rPr>
              <a:t>with his Father's glory, with his angel train;</a:t>
            </a:r>
            <a:br>
              <a:rPr lang="en-US" dirty="0">
                <a:latin typeface="Calibri 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 "/>
              </a:rPr>
              <a:t>for all wreaths of empire meet upon his brow,</a:t>
            </a:r>
            <a:br>
              <a:rPr lang="en-US" dirty="0">
                <a:latin typeface="Calibri 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 "/>
              </a:rPr>
              <a:t>and our hearts confess him King of glory now.</a:t>
            </a:r>
            <a:endParaRPr lang="en-US" dirty="0">
              <a:latin typeface="Calibri 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48453F-08F2-6FA1-8C12-894008162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2415836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273</Words>
  <Application>Microsoft Office PowerPoint</Application>
  <PresentationFormat>Widescreen</PresentationFormat>
  <Paragraphs>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Calibri </vt:lpstr>
      <vt:lpstr>Calibri Light</vt:lpstr>
      <vt:lpstr>Office Theme</vt:lpstr>
      <vt:lpstr>#270 At the Name of Jesus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Neil Tuininga</dc:creator>
  <cp:lastModifiedBy>Neil Tuininga</cp:lastModifiedBy>
  <cp:revision>1</cp:revision>
  <dcterms:created xsi:type="dcterms:W3CDTF">2024-08-17T17:36:06Z</dcterms:created>
  <dcterms:modified xsi:type="dcterms:W3CDTF">2024-08-17T17:40:07Z</dcterms:modified>
</cp:coreProperties>
</file>