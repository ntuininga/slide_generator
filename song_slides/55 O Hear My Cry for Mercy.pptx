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4" r:id="rId2"/>
    <p:sldId id="375" r:id="rId3"/>
    <p:sldId id="501" r:id="rId4"/>
    <p:sldId id="5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19094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894610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008425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4335517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2021-10-29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977091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2021-10-29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0235061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2021-10-29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589464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594841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7278128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076257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906074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43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FAD22-7860-4975-9E75-6ECBB3C4D3B2}"/>
              </a:ext>
            </a:extLst>
          </p:cNvPr>
          <p:cNvSpPr txBox="1"/>
          <p:nvPr/>
        </p:nvSpPr>
        <p:spPr>
          <a:xfrm>
            <a:off x="1393030" y="1861443"/>
            <a:ext cx="94059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hear my cry for mercy,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ignore my plea.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cannot rest, but must complain;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hear and answer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I hear the voice of foes,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the wicked press;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they in anger bear a grudge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bring on me distress.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5B24-F760-490B-B1B0-4C225006A747}"/>
              </a:ext>
            </a:extLst>
          </p:cNvPr>
          <p:cNvSpPr txBox="1"/>
          <p:nvPr/>
        </p:nvSpPr>
        <p:spPr>
          <a:xfrm>
            <a:off x="226215" y="136525"/>
            <a:ext cx="1173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#55 O Hear My Cry for Mercy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06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D7632-A30D-4615-88DD-0C5B5DD82EFA}"/>
              </a:ext>
            </a:extLst>
          </p:cNvPr>
          <p:cNvSpPr txBox="1"/>
          <p:nvPr/>
        </p:nvSpPr>
        <p:spPr>
          <a:xfrm>
            <a:off x="1277540" y="1730394"/>
            <a:ext cx="9636918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“I’d run to find a hiding place,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refuge free from harm,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flee the fierce and raging winds,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tempest of the storm.”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Destroy, O Lord, divide their tongues,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wicked speech confound,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 see strife and violence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city do abound.</a:t>
            </a: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997B4A-B493-4F88-B5FC-39C8B44C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0E57C-2D8F-4382-93FF-E1505D2FA868}"/>
              </a:ext>
            </a:extLst>
          </p:cNvPr>
          <p:cNvSpPr txBox="1"/>
          <p:nvPr/>
        </p:nvSpPr>
        <p:spPr>
          <a:xfrm>
            <a:off x="1647825" y="1659285"/>
            <a:ext cx="88963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But it is you, a man like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comrade and my friend!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once enjoyed sweet fellowship,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God’s house walked within.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death surprise my foes, let them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alive to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Sheol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depart,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evil is their dwelling place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lodges in their heart.</a:t>
            </a:r>
          </a:p>
        </p:txBody>
      </p:sp>
    </p:spTree>
    <p:extLst>
      <p:ext uri="{BB962C8B-B14F-4D97-AF65-F5344CB8AC3E}">
        <p14:creationId xmlns:p14="http://schemas.microsoft.com/office/powerpoint/2010/main" val="341484934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CBEE97-F58B-4BC5-B1CF-37B68806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08DE3-9432-4B74-AA99-4F3B84F96FAE}"/>
              </a:ext>
            </a:extLst>
          </p:cNvPr>
          <p:cNvSpPr txBox="1"/>
          <p:nvPr/>
        </p:nvSpPr>
        <p:spPr>
          <a:xfrm>
            <a:off x="2071687" y="1659285"/>
            <a:ext cx="8048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But I will call on God in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pray’r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will rescue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evening time and morning time,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noon, I moan and grieve.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hears my voice when I complain,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my soul redeems;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battle he preserves my life,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many strive with me.</a:t>
            </a:r>
          </a:p>
        </p:txBody>
      </p:sp>
    </p:spTree>
    <p:extLst>
      <p:ext uri="{BB962C8B-B14F-4D97-AF65-F5344CB8AC3E}">
        <p14:creationId xmlns:p14="http://schemas.microsoft.com/office/powerpoint/2010/main" val="1834068706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274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2021-10-29T15:56:07Z</dcterms:created>
  <dcterms:modified xsi:type="dcterms:W3CDTF">2021-10-29T16:12:06Z</dcterms:modified>
</cp:coreProperties>
</file>