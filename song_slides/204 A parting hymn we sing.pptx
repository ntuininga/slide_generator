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7F41F-C31F-49A2-BA89-5C027626A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BC25D-9586-4AAD-B963-68C324334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C95F5-7562-4438-A251-CBEEE506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AD851-053C-490B-AF33-D750047B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24921-B172-4178-B17B-4C3DB9F65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836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8AF-2F6F-4EE0-91A7-56F7F20A4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ECE2-4E56-49BA-8E46-DA4B0C299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A7708-9B1C-4BE1-B55E-354B65FB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C6C22-B621-4103-95B7-75CBBA298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B7466-934C-4D81-B872-BE9776E7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90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86A1-E206-41DC-9002-3344FB59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EE08B-9FB2-42B1-9C97-2CAD535FF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CB7D2-DEE4-4105-A95B-4BBD71BE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56CC1-9619-4EC8-87C8-F6C7633A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2A8A8-F470-4F07-82B6-BEE19890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78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A36B-F618-403C-AA38-7DA84FAE9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29B2-2EF3-43C4-8EFA-A00EB2E32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5C27E-F4F6-457D-985F-5D38A0C49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87F47-AC92-4B80-A207-282B3A1DB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0B87C-42B9-4156-8B56-B1B24ED5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1EFBD-1797-43FC-915B-29ED2E51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0443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246D-DBAB-47CB-BFFE-CAFC8E87D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C235F-9BFB-4C52-B57C-E2DECC372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BC2AA-8ACB-4554-B864-D78A9BEF8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4D509-C2D2-4CEF-A6F8-7728A17613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5C158-380F-4E2D-BCDA-18BDFAF33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E64B4-FD92-4D22-A3DC-DF65F96D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41A9BC-DCF0-43E5-9833-E9C25AB9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06B379-577B-4B60-9D8D-AA219D448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119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B6C4-CEB1-4A9C-8DCF-7ECA5C40D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15609E-7C0D-493C-B941-714B4088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52CC9-B27E-4D95-9981-D25A6B327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08BD4-1438-4F75-8A1D-E77078DC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51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4C4F9-A813-4611-BAC0-980B88482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945D5-48D2-4176-A5E2-F12C41179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43B09-68F4-4586-B705-E2B90FF4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635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31E5-F921-4780-AC0F-15C54F572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05E3B-18CD-4F17-92DD-159359E49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3C803-647A-49D8-9D33-4E325EFB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83B7A-A001-4EA2-A92C-ABE9963F0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0E1DC-D29F-4D01-AE9D-D934119F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BFD98-381F-48E1-B71B-46E83A373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42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575BB-C63D-47E2-9991-362F1BDF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A136A2-1234-4C32-8F07-B27CB5335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B74C0-B53D-4EDD-ACD5-4D4A0C4ED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AA418-898A-4EDF-8581-1CFF6DE1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FA1F3-64CC-49E5-9F48-F6E594BA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31190-16FA-464C-A219-70867324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621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C1C2-A4FD-4F33-8B92-51EE1D39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079EF-5BE5-4AA9-9E47-F242CE4D9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7E79A-988E-4798-877E-2A43326F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40517-4586-41F5-9A14-0DB636975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50BBA-4559-45E5-9F42-2F440049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077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5388EE-FD9F-42C6-A2EC-A4C44870A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F86E3-7CFA-4065-8AB7-9D10F50CC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D8812-BDA7-4A65-9396-0DE8D6F3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F04E8-5657-4195-8ED8-674CE2165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8FDFF-AE3E-47AF-92AE-7693961E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399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C734D-72CD-4E14-9466-997AC870F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D6701-D2CF-421A-8E03-2E6054AF6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50DE7-C3D4-4614-BD56-81578249B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8CF09-675E-44FD-92F7-2B212EEDF9BF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9A676-F93D-45DB-8C2A-36289610D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4496C-6B89-464E-8153-5B85BA3FC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A6153-F01C-4751-A451-60B3940719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157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94863C-3028-4B74-B26E-D97BBDD7ACC0}"/>
              </a:ext>
            </a:extLst>
          </p:cNvPr>
          <p:cNvSpPr txBox="1"/>
          <p:nvPr/>
        </p:nvSpPr>
        <p:spPr>
          <a:xfrm>
            <a:off x="771525" y="247650"/>
            <a:ext cx="10648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#204 A Parting Hymn We Sing 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352E0-740E-473F-96F0-C88C474319DB}"/>
              </a:ext>
            </a:extLst>
          </p:cNvPr>
          <p:cNvSpPr txBox="1"/>
          <p:nvPr/>
        </p:nvSpPr>
        <p:spPr>
          <a:xfrm>
            <a:off x="1438275" y="2521059"/>
            <a:ext cx="9315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A parting hymn we sing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around your table, Lord;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again our grateful tribute bring,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our solemn vows record.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255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6C1C2F-0557-4B33-8B20-3ACF19F9974C}"/>
              </a:ext>
            </a:extLst>
          </p:cNvPr>
          <p:cNvSpPr txBox="1"/>
          <p:nvPr/>
        </p:nvSpPr>
        <p:spPr>
          <a:xfrm>
            <a:off x="1909762" y="2521059"/>
            <a:ext cx="8372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Here have we seen your face,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felt your presence here;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so may the savor of your grace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in word and life appear.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12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FDBCF1-72FB-4556-B368-23579F0C551D}"/>
              </a:ext>
            </a:extLst>
          </p:cNvPr>
          <p:cNvSpPr txBox="1"/>
          <p:nvPr/>
        </p:nvSpPr>
        <p:spPr>
          <a:xfrm>
            <a:off x="1790700" y="2521059"/>
            <a:ext cx="8610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We're purchased by your blood,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by sin no longer led;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path our dear Redeemer trod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may we rejoicing tread.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720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C50056-0C53-4F0A-A99E-23E6ED57F31D}"/>
              </a:ext>
            </a:extLst>
          </p:cNvPr>
          <p:cNvSpPr txBox="1"/>
          <p:nvPr/>
        </p:nvSpPr>
        <p:spPr>
          <a:xfrm>
            <a:off x="1609725" y="2521059"/>
            <a:ext cx="8972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In self forgetting love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be our communion shown,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until we join the church above,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know as we are known.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69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2021-03-18T23:31:24Z</dcterms:created>
  <dcterms:modified xsi:type="dcterms:W3CDTF">2021-03-18T23:33:04Z</dcterms:modified>
</cp:coreProperties>
</file>