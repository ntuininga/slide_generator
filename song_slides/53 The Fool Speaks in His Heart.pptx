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4" r:id="rId2"/>
    <p:sldId id="375" r:id="rId3"/>
    <p:sldId id="505" r:id="rId4"/>
    <p:sldId id="515" r:id="rId5"/>
    <p:sldId id="53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5757947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310709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330731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898879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415843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775325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3473639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70508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1854497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1132604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8600130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72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FAD22-7860-4975-9E75-6ECBB3C4D3B2}"/>
              </a:ext>
            </a:extLst>
          </p:cNvPr>
          <p:cNvSpPr txBox="1"/>
          <p:nvPr/>
        </p:nvSpPr>
        <p:spPr>
          <a:xfrm>
            <a:off x="1393029" y="2723217"/>
            <a:ext cx="94059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fool speaks in his heart;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says, “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is no God.”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Corrupt are they, their deeds are vile;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one does any good.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5B24-F760-490B-B1B0-4C225006A747}"/>
              </a:ext>
            </a:extLst>
          </p:cNvPr>
          <p:cNvSpPr txBox="1"/>
          <p:nvPr/>
        </p:nvSpPr>
        <p:spPr>
          <a:xfrm>
            <a:off x="226214" y="136525"/>
            <a:ext cx="1173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#53 The Fool Speaks in His Heart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06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72DE6-7BB6-4015-80FB-36808E6847B4}"/>
              </a:ext>
            </a:extLst>
          </p:cNvPr>
          <p:cNvSpPr txBox="1"/>
          <p:nvPr/>
        </p:nvSpPr>
        <p:spPr>
          <a:xfrm>
            <a:off x="2014535" y="2521059"/>
            <a:ext cx="81629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looks down from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heav’n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views the human race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see if any understand,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any seek God’s face.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6F690D-5419-4ACB-B727-EA36CFE4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2DD56-D18D-43DF-988D-217EAA9555AF}"/>
              </a:ext>
            </a:extLst>
          </p:cNvPr>
          <p:cNvSpPr txBox="1"/>
          <p:nvPr/>
        </p:nvSpPr>
        <p:spPr>
          <a:xfrm>
            <a:off x="1647825" y="2521059"/>
            <a:ext cx="8896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They all have turned aside;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corrupt they have become.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one of them does any good,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no, not a single one.</a:t>
            </a:r>
          </a:p>
        </p:txBody>
      </p:sp>
    </p:spTree>
    <p:extLst>
      <p:ext uri="{BB962C8B-B14F-4D97-AF65-F5344CB8AC3E}">
        <p14:creationId xmlns:p14="http://schemas.microsoft.com/office/powerpoint/2010/main" val="75397978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25F067-156E-4AD7-A206-13EF99C6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923F9-2958-4ECF-BC55-CA716D1C42C6}"/>
              </a:ext>
            </a:extLst>
          </p:cNvPr>
          <p:cNvSpPr txBox="1"/>
          <p:nvPr/>
        </p:nvSpPr>
        <p:spPr>
          <a:xfrm>
            <a:off x="2195512" y="2521059"/>
            <a:ext cx="7800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Will sinners never learn?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people they devour;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eat my people as their bread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never seek the Lord.</a:t>
            </a:r>
          </a:p>
        </p:txBody>
      </p:sp>
    </p:spTree>
    <p:extLst>
      <p:ext uri="{BB962C8B-B14F-4D97-AF65-F5344CB8AC3E}">
        <p14:creationId xmlns:p14="http://schemas.microsoft.com/office/powerpoint/2010/main" val="328045383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3C06D7-7F57-445D-B5B2-FB1F9F6B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F1294-12BE-4959-81E7-106BC7FBC83B}"/>
              </a:ext>
            </a:extLst>
          </p:cNvPr>
          <p:cNvSpPr txBox="1"/>
          <p:nvPr/>
        </p:nvSpPr>
        <p:spPr>
          <a:xfrm>
            <a:off x="1666875" y="2521059"/>
            <a:ext cx="8858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May help from Zion come!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his captives bring!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Jacob’s tribes restored be glad;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joy let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Isr’el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sing!</a:t>
            </a:r>
          </a:p>
        </p:txBody>
      </p:sp>
    </p:spTree>
    <p:extLst>
      <p:ext uri="{BB962C8B-B14F-4D97-AF65-F5344CB8AC3E}">
        <p14:creationId xmlns:p14="http://schemas.microsoft.com/office/powerpoint/2010/main" val="2043850356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2021-12-17T23:30:01Z</dcterms:created>
  <dcterms:modified xsi:type="dcterms:W3CDTF">2021-12-17T23:30:51Z</dcterms:modified>
</cp:coreProperties>
</file>