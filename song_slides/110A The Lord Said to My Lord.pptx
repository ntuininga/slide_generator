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2C785-5A21-411D-B976-98CF002AFA3D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E30E7-2C04-4B43-A2BB-E1A1FB202F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52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8ED7-0D87-9351-09AF-9508BFAEE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AE95D1-E753-A2D0-AC39-4FD4155AE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3CCC2-1702-DDD7-A065-1601117B2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6A285-FAC2-4487-B99D-BB7250924D99}" type="datetime1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8598F-B517-B2F9-CB6B-4B05A260E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EC206-0ED9-7C8D-FA7E-B184F1CB3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A16E-B212-4351-9673-C7F498E5D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80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C0B24-D14E-A96F-30DB-6EFBFDC35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6306B-E9AA-CD50-5202-07EA8AC32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D69B9-4DA4-B42C-0079-B181C1C40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F5A6E-11D5-4794-94AB-DD4F0D3C64AA}" type="datetime1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699B4-BE14-60F8-2F7B-AFD6108AA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C2B29-E9EC-39E8-C242-EF725F1F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A16E-B212-4351-9673-C7F498E5D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96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111F2-20FE-FF0A-7EE4-95C0A26EF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CBD81-6431-1713-2AF5-618E3D669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4EFB3-7A0D-2ABB-E37C-70286D857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1B8C-C3CE-48EA-B10B-60EBB1993884}" type="datetime1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25131-9F9D-DA41-F9FF-6551335C7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96676-EF7C-BCF7-E6FB-652D2D415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A16E-B212-4351-9673-C7F498E5D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64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FF73F-41DC-6F18-2475-2B7D2C1C3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916A4-DC68-092C-2295-3EEC3B8573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1CD4A-2788-6BB1-B57D-C6D1B976A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B2363-ECFD-3079-9D84-A48D0150B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FA338-61E0-4512-A086-139355AC4638}" type="datetime1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5B4F5-DF5F-8A53-7D22-03E356406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CEC34-C68E-02B6-BB03-D2D500153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A16E-B212-4351-9673-C7F498E5D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5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4C4D-72CB-66A2-09AE-77BA7286F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E35A3-6D4A-B3EB-E221-BD710D933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DE68C-090E-6F54-5813-21A29E3F3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1AF67-6321-95A2-919C-9830E9E33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ADCFE8-92B1-B18E-1188-67EC8D5B2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258933-731E-FFAB-7B52-DEB6E22EB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72853-18ED-4056-8F2A-5F8C38DA81E5}" type="datetime1">
              <a:rPr lang="en-US" smtClean="0"/>
              <a:t>4/12/2025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BB3CA-004E-CCB0-BEB2-20F15BE2A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C24787-B76D-7D2F-3B75-7A30C5BD3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A16E-B212-4351-9673-C7F498E5D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1638C-2F74-66DD-A687-233AB27AB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66214A-AB11-1722-4411-E48157C59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5ADCC-2B60-4BD3-9217-F89A77F6BB99}" type="datetime1">
              <a:rPr lang="en-US" smtClean="0"/>
              <a:t>4/12/2025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4BD8F-07E5-726F-D0C7-0DE63F1CB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048C2-73E0-8C7D-EDFA-C9FC7003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A16E-B212-4351-9673-C7F498E5D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94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193DA5-F90F-053A-50F4-07A5F70E9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222D-0F68-46EF-BDF3-0E1511CEA2F1}" type="datetime1">
              <a:rPr lang="en-US" smtClean="0"/>
              <a:t>4/12/2025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1AD41B-2D38-205B-58CC-81C99B26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17F19-E552-4DB0-CA8B-E55D3B0C0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A16E-B212-4351-9673-C7F498E5D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13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5EAD-844D-0F6C-364A-3A01A3CE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27F6F-B203-7F96-9505-A93E39E03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EFF38-31BC-5C96-0321-887939EA2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EF6D0-384A-E601-0683-AC6D19DD7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FACC7-6FE1-4F2D-BE24-2C4E73F11239}" type="datetime1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D59BE-937F-A4B5-8925-37491A846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61BB2-718E-8912-0835-AD414577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A16E-B212-4351-9673-C7F498E5D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238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ECA9-5C8F-042B-9DCF-8DA754955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1FEA41-DEE1-45F3-B962-9FEBE2D28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89FA4-B3CF-115D-6DCA-3A02704C8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0CD21-16EE-0C20-42D3-CA394D89F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87DC8-A754-4E57-8E06-6F4F86996DA5}" type="datetime1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A2913-3DEF-7B09-47CF-62F6EECC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72253-67F9-984B-3FD5-06AC62E3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A16E-B212-4351-9673-C7F498E5D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32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384CB-E25D-F394-ECC9-B391B36BB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41941E-B5DE-661B-6510-01BE9CE80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8A31D-1890-3B1A-ACCB-C23CAD078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8C022-B50E-46E8-A203-F15C4C90B739}" type="datetime1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64FB3-EDDF-EFDA-793A-85575AE36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C91F7-5E91-62C1-E6E9-D8AB6635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A16E-B212-4351-9673-C7F498E5D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66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D6BB82-239B-1811-6471-E5525C42C3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0761C6-EBF3-0416-7581-E4F7813502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4092C-7D75-67B7-6F15-A9284CCD3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49E7B-5BA7-4CD2-8DE8-6B9B7F1E7201}" type="datetime1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F04BB-FC3E-1234-9FD1-1DFBAEFBB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DEA04-80B4-8149-1A2D-5A2A90A7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7A16E-B212-4351-9673-C7F498E5D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69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F64B5C-D925-F663-B44C-79D890AFC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F7B76-C536-F31E-A3EA-801B0233B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0A2D0-06E1-2631-7860-407E350B4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EA8CF0-A4DB-4938-BABD-A4E62F74BAFD}" type="datetime1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7FB7F-BEA3-6DBF-5B8C-30BC7DA96E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C4600-6684-5DE6-D73E-C90BE368B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7A16E-B212-4351-9673-C7F498E5D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682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BD26B-A677-CCCA-E12D-D74328D94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#110A The Lord Said to My Lord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A7674-040A-4B1B-4C3E-D120D1617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The Lord said to my Lord,</a:t>
            </a:r>
          </a:p>
          <a:p>
            <a:pPr marL="0" indent="0" algn="ctr">
              <a:buNone/>
            </a:pPr>
            <a:r>
              <a:rPr lang="en-US" dirty="0"/>
              <a:t>“At my right hand take your seat,</a:t>
            </a:r>
          </a:p>
          <a:p>
            <a:pPr marL="0" indent="0" algn="ctr">
              <a:buNone/>
            </a:pPr>
            <a:r>
              <a:rPr lang="en-US" dirty="0"/>
              <a:t>Until I make your enemies</a:t>
            </a:r>
          </a:p>
          <a:p>
            <a:pPr marL="0" indent="0" algn="ctr">
              <a:buNone/>
            </a:pPr>
            <a:r>
              <a:rPr lang="en-US" dirty="0"/>
              <a:t> a footstool for your feet”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F10906-C166-7B42-2CB2-0D9F1BC36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10199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5F77C-8F16-9F16-E6AE-1E03D9A3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1C9B3-C5F4-EC25-BFE8-2CF921D68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The Lord will make your reign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from Zion’s hill;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mighty scepter rule your foes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fight against your will.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F6167-12C9-3DAB-A5E5-32FBEE6B4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605213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F54FD-09FC-F553-44B9-36144A6B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2EE42-BCB4-BB98-0302-24C5767DC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When you display your </a:t>
            </a:r>
            <a:r>
              <a:rPr lang="en-US" dirty="0" err="1"/>
              <a:t>pow’r</a:t>
            </a:r>
            <a:r>
              <a:rPr lang="en-US" dirty="0"/>
              <a:t> </a:t>
            </a:r>
          </a:p>
          <a:p>
            <a:pPr marL="0" indent="0" algn="ctr">
              <a:buNone/>
            </a:pPr>
            <a:r>
              <a:rPr lang="en-US" dirty="0"/>
              <a:t>Your people flock to you;</a:t>
            </a:r>
          </a:p>
          <a:p>
            <a:pPr marL="0" indent="0" algn="ctr">
              <a:buNone/>
            </a:pPr>
            <a:r>
              <a:rPr lang="en-US" dirty="0"/>
              <a:t>With mighty scepter rule your foes</a:t>
            </a:r>
          </a:p>
          <a:p>
            <a:pPr marL="0" indent="0" algn="ctr">
              <a:buNone/>
            </a:pPr>
            <a:r>
              <a:rPr lang="en-US" dirty="0"/>
              <a:t>Who fight against your will.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1640E2-7755-6C51-751B-4350E131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27920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DFCDF-1D57-2DCC-B0AC-81FED3FC4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D3C1E-3B7E-2E03-8B03-B9614ACEE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5. The Lord’s at your right hand,</a:t>
            </a:r>
          </a:p>
          <a:p>
            <a:pPr marL="0" indent="0" algn="ctr">
              <a:buNone/>
            </a:pPr>
            <a:r>
              <a:rPr lang="en-US" dirty="0"/>
              <a:t>And there will ever stay.</a:t>
            </a:r>
          </a:p>
          <a:p>
            <a:pPr marL="0" indent="0" algn="ctr">
              <a:buNone/>
            </a:pPr>
            <a:r>
              <a:rPr lang="en-US" dirty="0"/>
              <a:t>He on his day of wrath will crush </a:t>
            </a:r>
          </a:p>
          <a:p>
            <a:pPr marL="0" indent="0" algn="ctr">
              <a:buNone/>
            </a:pPr>
            <a:r>
              <a:rPr lang="en-US" dirty="0"/>
              <a:t>the kings who bar his way.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15753-28D4-7A89-D9D1-56EB4E3B3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35212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156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Light</vt:lpstr>
      <vt:lpstr>Office Theme</vt:lpstr>
      <vt:lpstr>#110A The Lord Said to My Lord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2025-04-12T16:50:19Z</dcterms:created>
  <dcterms:modified xsi:type="dcterms:W3CDTF">2025-04-12T16:53:50Z</dcterms:modified>
</cp:coreProperties>
</file>