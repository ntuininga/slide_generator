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4" r:id="rId2"/>
    <p:sldId id="395" r:id="rId3"/>
    <p:sldId id="282" r:id="rId4"/>
    <p:sldId id="38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0B1D-8379-41C0-A79A-C3B6E8224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7C3DA-DB54-4956-9531-A042F7CEC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7A54C-5F21-4C3E-8907-82E18D99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E404-88B5-4C0A-911F-A22E8625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BA0CD-F82E-4292-AFC9-D7E1223A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6E10-0802-4C22-A1E6-2EDF4618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2EF97-2688-4858-BD4B-28351443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807F9-3134-4881-839F-CC8852565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A1C63-B879-4C62-876A-C81AEDFD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DA320-C853-4021-80E9-81DDD413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0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2F09-DB32-47B5-BD36-FBF46CF4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713A6-27C9-44F3-AF22-3DD2D86C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95A7D-2B12-4AD9-A995-62004E33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7F94-812F-46A4-A88E-DDCFBD4D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CE140-2B9A-4D97-A6A5-2FD4007C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7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4D89-A983-4373-B892-D5ACAD23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5C3E9-D716-4547-9537-EE5FA6CA4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219EF-0BB1-4F53-B84D-1CB5005F7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386DE-89DD-4781-9ADD-88BEF295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70E7D-1C88-40D1-9470-C344DB81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7AF52-4173-4A51-B051-D6FE82D2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6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A666-9077-425E-8D2C-212ACFB5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709AB-BBEB-48EE-A3AE-11D26ED7D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5031D-442D-4773-9C99-CAF1E7968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E00B8-C46E-4F4A-A449-684554839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04722-2E1E-46ED-98B9-E9C9B3D13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6ADA2-C75A-4B9C-BCEE-4E4D8F6F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4F709D-C4E6-4CBE-9E84-42B9454C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825E8-7EEF-4176-A579-852E06DC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7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4A0E-3AA6-4560-8EDA-5FB4E73C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9DAB5-492F-4EDC-B6D1-DE38AEF1B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5E679-4825-478C-9485-D5073658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C12AF-E806-48DE-B859-8F05ED6A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1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23FD6-69B4-4717-948B-0C07EF0F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8D9C4-DA5B-4162-956C-24AA9567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951EA-B180-4110-B381-475CB6A9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6222-CCA7-480B-BBBB-7A5BBD9E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BDCA-74C8-4B89-8A63-F49FE10A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016B2-27E3-4D6F-8753-0C080140C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3DB7D-854C-4819-B571-ABC64E8D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A3C40-67C4-45C3-AFE9-23E447FF7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75B3B-3AEE-4513-8971-03EFE16B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B9BA-5E83-4F49-B1A2-69822D62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FC8570-35E6-456D-A754-B6356A415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CB0EE-1832-4972-A1B2-3899E467B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1B076-5CDB-45E4-BD87-4D6A5080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3D359-95FE-43A4-8816-EFA82516E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24FEE-D06A-4FBF-BADA-DF8A58E5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0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0E24-BF41-4312-BB37-2ADD5CDBB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9EB33-BCD9-4D0B-818C-6E0A54E27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2627-27BC-4C91-9E9A-69DCB0C3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3EC33-F6F5-4E75-941E-72B7F00E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41D4F-A818-4CBF-BD16-2358B877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1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9616B1-F172-4E57-9112-F6BF4C7CC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F936E-40D1-47A9-80B5-532875125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26E93-A4DD-4190-9EEE-E4F77FB9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BC850-597A-4EB0-909C-DE1703AF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AA370-37FA-4087-8A57-46C94EA8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5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C82A6D-14DE-4DBF-9707-D2B096EE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548CC-1F59-4214-A53D-C3302D308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2AC24-B9E1-4326-B9EE-9ED3C8E08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9278-73FB-4BB5-9C9E-421CD3CE384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DE0F6-4E8D-441C-A2FF-FBE90C325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935E8-0092-4328-BDDE-4077BB7FA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42C80-30B9-47BA-AEFA-D981B31DD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0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02A6F9-C815-48A1-866F-D4440DB9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61C66-9536-47D6-BD7B-FD083E2203CB}"/>
              </a:ext>
            </a:extLst>
          </p:cNvPr>
          <p:cNvSpPr txBox="1"/>
          <p:nvPr/>
        </p:nvSpPr>
        <p:spPr>
          <a:xfrm>
            <a:off x="904875" y="276225"/>
            <a:ext cx="1038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+mj-lt"/>
              </a:rPr>
              <a:t>#285 Hail, Thou Once Despised Jesus!</a:t>
            </a:r>
            <a:endParaRPr lang="en-CA" sz="4400" i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CBE80-2BDB-492B-9134-49DB8B0177FC}"/>
              </a:ext>
            </a:extLst>
          </p:cNvPr>
          <p:cNvSpPr txBox="1"/>
          <p:nvPr/>
        </p:nvSpPr>
        <p:spPr>
          <a:xfrm>
            <a:off x="1933575" y="1571625"/>
            <a:ext cx="83248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1. Hail, thou once despised Jesus!</a:t>
            </a:r>
            <a:br>
              <a:rPr lang="en-US" sz="2800" dirty="0"/>
            </a:br>
            <a:r>
              <a:rPr lang="en-US" sz="2800" dirty="0"/>
              <a:t>Hail, thou Galilean King!</a:t>
            </a:r>
            <a:br>
              <a:rPr lang="en-US" sz="2800" dirty="0"/>
            </a:br>
            <a:r>
              <a:rPr lang="en-US" sz="2800" dirty="0"/>
              <a:t>Thou didst suffer to release us,</a:t>
            </a:r>
            <a:br>
              <a:rPr lang="en-US" sz="2800" dirty="0"/>
            </a:br>
            <a:r>
              <a:rPr lang="en-US" sz="2800" dirty="0"/>
              <a:t>thou didst free salvation bring.</a:t>
            </a:r>
            <a:br>
              <a:rPr lang="en-US" sz="2800" dirty="0"/>
            </a:br>
            <a:r>
              <a:rPr lang="en-US" sz="2800" dirty="0"/>
              <a:t>Hail, thou agonizing Savior,</a:t>
            </a:r>
            <a:br>
              <a:rPr lang="en-US" sz="2800" dirty="0"/>
            </a:br>
            <a:r>
              <a:rPr lang="en-US" sz="2800" dirty="0"/>
              <a:t>bearer of our sin and shame!</a:t>
            </a:r>
            <a:br>
              <a:rPr lang="en-US" sz="2800" dirty="0"/>
            </a:br>
            <a:r>
              <a:rPr lang="en-US" sz="2800" dirty="0"/>
              <a:t>By thy merits we find favor,</a:t>
            </a:r>
            <a:br>
              <a:rPr lang="en-US" sz="2800" dirty="0"/>
            </a:br>
            <a:r>
              <a:rPr lang="en-US" sz="2800" dirty="0"/>
              <a:t>life is given thro' thy name.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355315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BD290B-AA19-44C3-A865-F5CF0FAB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0C5E1-D8A6-4495-858A-8A926C0D9712}"/>
              </a:ext>
            </a:extLst>
          </p:cNvPr>
          <p:cNvSpPr txBox="1"/>
          <p:nvPr/>
        </p:nvSpPr>
        <p:spPr>
          <a:xfrm>
            <a:off x="2171700" y="1447799"/>
            <a:ext cx="7848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 Paschal Lamb, by God appointed,</a:t>
            </a:r>
            <a:br>
              <a:rPr lang="en-US" sz="2800" dirty="0"/>
            </a:br>
            <a:r>
              <a:rPr lang="en-US" sz="2800" dirty="0"/>
              <a:t>all our sins were on thee laid;</a:t>
            </a:r>
            <a:br>
              <a:rPr lang="en-US" sz="2800" dirty="0"/>
            </a:br>
            <a:r>
              <a:rPr lang="en-US" sz="2800" dirty="0"/>
              <a:t>by almighty love anointed,</a:t>
            </a:r>
            <a:br>
              <a:rPr lang="en-US" sz="2800" dirty="0"/>
            </a:br>
            <a:r>
              <a:rPr lang="en-US" sz="2800" dirty="0"/>
              <a:t>thou hast full atonement made.</a:t>
            </a:r>
            <a:br>
              <a:rPr lang="en-US" sz="2800" dirty="0"/>
            </a:br>
            <a:r>
              <a:rPr lang="en-US" sz="2800" dirty="0"/>
              <a:t>All thy people are forgiven,</a:t>
            </a:r>
            <a:br>
              <a:rPr lang="en-US" sz="2800" dirty="0"/>
            </a:br>
            <a:r>
              <a:rPr lang="en-US" sz="2800" dirty="0"/>
              <a:t>thro' the virtue of thy blood;</a:t>
            </a:r>
            <a:br>
              <a:rPr lang="en-US" sz="2800" dirty="0"/>
            </a:br>
            <a:r>
              <a:rPr lang="en-US" sz="2800" dirty="0"/>
              <a:t>opened is the gate of heaven,</a:t>
            </a:r>
            <a:br>
              <a:rPr lang="en-US" sz="2800" dirty="0"/>
            </a:br>
            <a:r>
              <a:rPr lang="en-US" sz="2800" dirty="0"/>
              <a:t>peace is made 'twixt man and God.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2304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/>
              <a:t>3. Jesus, hail! enthroned in glory,</a:t>
            </a:r>
            <a:br>
              <a:rPr lang="en-US" sz="2800" dirty="0"/>
            </a:br>
            <a:r>
              <a:rPr lang="en-US" sz="2800" dirty="0"/>
              <a:t>there forever to abide;</a:t>
            </a:r>
            <a:br>
              <a:rPr lang="en-US" sz="2800" dirty="0"/>
            </a:br>
            <a:r>
              <a:rPr lang="en-US" sz="2800" dirty="0"/>
              <a:t>all the </a:t>
            </a:r>
            <a:r>
              <a:rPr lang="en-US" sz="2800" dirty="0" err="1"/>
              <a:t>heav'nly</a:t>
            </a:r>
            <a:r>
              <a:rPr lang="en-US" sz="2800" dirty="0"/>
              <a:t> hosts adore thee,</a:t>
            </a:r>
            <a:br>
              <a:rPr lang="en-US" sz="2800" dirty="0"/>
            </a:br>
            <a:r>
              <a:rPr lang="en-US" sz="2800" dirty="0"/>
              <a:t>seated at thy Father's side.</a:t>
            </a:r>
            <a:br>
              <a:rPr lang="en-US" sz="2800" dirty="0"/>
            </a:br>
            <a:r>
              <a:rPr lang="en-US" sz="2800" dirty="0"/>
              <a:t>There for sinners thou art pleading,</a:t>
            </a:r>
            <a:br>
              <a:rPr lang="en-US" sz="2800" dirty="0"/>
            </a:br>
            <a:r>
              <a:rPr lang="en-US" sz="2800" dirty="0"/>
              <a:t>there thou dost our place prepare;</a:t>
            </a:r>
            <a:br>
              <a:rPr lang="en-US" sz="2800" dirty="0"/>
            </a:br>
            <a:r>
              <a:rPr lang="en-US" sz="2800" dirty="0"/>
              <a:t>ever for us interceding,</a:t>
            </a:r>
            <a:br>
              <a:rPr lang="en-US" sz="2800" dirty="0"/>
            </a:br>
            <a:r>
              <a:rPr lang="en-US" sz="2800" dirty="0"/>
              <a:t>till in glory we appear.</a:t>
            </a:r>
            <a:endParaRPr lang="en-CA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CE020A-0256-4207-B3CA-AC0F29B6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E2FA3-A7A3-4E26-823F-C41ABAE4C93E}"/>
              </a:ext>
            </a:extLst>
          </p:cNvPr>
          <p:cNvSpPr txBox="1"/>
          <p:nvPr/>
        </p:nvSpPr>
        <p:spPr>
          <a:xfrm>
            <a:off x="1566862" y="1581150"/>
            <a:ext cx="9058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/>
              <a:t>4. Worship, honor, </a:t>
            </a:r>
            <a:r>
              <a:rPr lang="en-US" sz="2800" dirty="0" err="1"/>
              <a:t>pow'r</a:t>
            </a:r>
            <a:r>
              <a:rPr lang="en-US" sz="2800" dirty="0"/>
              <a:t>, and blessing,</a:t>
            </a:r>
            <a:br>
              <a:rPr lang="en-US" sz="2800" dirty="0"/>
            </a:br>
            <a:r>
              <a:rPr lang="en-US" sz="2800" dirty="0"/>
              <a:t>thou art worthy to receive;</a:t>
            </a:r>
            <a:br>
              <a:rPr lang="en-US" sz="2800" dirty="0"/>
            </a:br>
            <a:r>
              <a:rPr lang="en-US" sz="2800" dirty="0"/>
              <a:t>loudest praises, without ceasing,</a:t>
            </a:r>
            <a:br>
              <a:rPr lang="en-US" sz="2800" dirty="0"/>
            </a:br>
            <a:r>
              <a:rPr lang="en-US" sz="2800" dirty="0"/>
              <a:t>meet it is for us to give.</a:t>
            </a:r>
            <a:br>
              <a:rPr lang="en-US" sz="2800" dirty="0"/>
            </a:br>
            <a:r>
              <a:rPr lang="en-US" sz="2800" dirty="0"/>
              <a:t>Help, ye bright angelic spirits,</a:t>
            </a:r>
            <a:br>
              <a:rPr lang="en-US" sz="2800" dirty="0"/>
            </a:br>
            <a:r>
              <a:rPr lang="en-US" sz="2800" dirty="0"/>
              <a:t>bring your sweetest, noblest lays;</a:t>
            </a:r>
            <a:br>
              <a:rPr lang="en-US" sz="2800" dirty="0"/>
            </a:br>
            <a:r>
              <a:rPr lang="en-US" sz="2800" dirty="0"/>
              <a:t>help to sing our Savior's merits,</a:t>
            </a:r>
            <a:br>
              <a:rPr lang="en-US" sz="2800" dirty="0"/>
            </a:br>
            <a:r>
              <a:rPr lang="en-US" sz="2800" dirty="0"/>
              <a:t>help to chant Emmanuel's praise.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9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2020-11-14T23:01:04Z</dcterms:created>
  <dcterms:modified xsi:type="dcterms:W3CDTF">2020-11-14T23:04:45Z</dcterms:modified>
</cp:coreProperties>
</file>