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91AA-E161-4B39-A0CF-8E624CF91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5935C-2AF5-4434-B795-1F52B7089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23B0-C634-4FAC-BA1A-9F051F84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3B2B8-3903-4527-BD4D-71463ABC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BBDA-DBE7-4EF7-AA31-90AA35CE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194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451D-F04D-40A1-8F50-D73262CC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FADDE-C270-419E-BBEC-C2E435372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F9A3-CA08-440D-AC0D-FB66316E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7BC81-22B3-4081-A511-523C25CC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8DB58-E0C3-4455-963C-48328791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023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4742-160B-4C84-8E50-5148C6E3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6D662-140B-4DAF-A4D8-D3352D3B9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A3C65-CD73-4C13-8EC3-D46909A5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265B-E6BA-471C-9CB8-E6E11464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30D6D-8EAD-4176-B5EE-C6E2F452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54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77F9-AA76-4965-8F85-40C97D93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6FEC9-0C61-446C-854D-7652614D8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5BAFF-0205-47A9-9887-44643892C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086B7-D387-44A0-981B-FE3D0F58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0A9EB-EAAE-49AD-B1C7-C8ADC3D5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22830-270E-4B91-A38D-C9C6F4A9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189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1EBF-7511-44FA-B48B-A008FCC0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7ED28-2FCF-4A08-B7CB-048721486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DC133-B112-4BC6-8C4F-542D44765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8F010-6AAE-4C79-97C0-6F865D2B3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ED177-B0B7-4BBA-8368-BF2408C92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FCD88-E385-41A0-A24E-F30C1F24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98958-D850-4F8A-B0A9-96503406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565A4-7C04-49FB-8370-EE25985E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75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1E69-0CAD-480D-B796-BA710993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0BA68-8408-49BA-A729-E8CCE37C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434E8-86C3-40A6-9BD4-BCD9A6BB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6077D-E7D8-4473-9A65-095693AA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25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73BA3-6A92-479A-9A10-0CF3A1A5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3D33F-1EAD-4037-8FA1-EB9FC0E6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8CF0E-0068-40FF-9D8F-EA7FDB66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98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D521-001D-4345-9CB0-46F50024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3EB7A-3556-478A-8CD2-E75775F3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19B2-3B4C-49B9-A3B3-B1AF91786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BAEB2-AEF5-4F50-BA69-3117D1CD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F4612-719C-4D16-9102-B283D295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BF393-A30D-4698-8C89-D04D992C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40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167E-2E02-4AC5-B14E-AE7C1296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70819-C557-457C-9D16-0ABBEB2FE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FB77F-70E9-4E50-A557-6433A6826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0BDA7-F17F-4B2C-9355-4C34B4AB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91C4C-D943-4ED1-8037-891CC232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CE0CD-3F9A-47EA-BE4C-D8AC2988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37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797E-423B-41D9-87C3-7C9C10A7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49A3B-2E46-4AAC-B140-4D7263D4C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234E-9AC4-4FF7-B53A-A1143B94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F972-BD4D-4055-8758-7A870BBB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7E74-FF76-407C-AD2A-2B8BA426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732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E00BC-9456-49DD-B270-4A58FD4F2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8431A-29C1-4969-B297-CFDE933E8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869C1-61BF-4169-A98B-BEB3C175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B452-CB19-4702-93CB-08F150D2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3C61-5C67-418B-9E82-2E06B566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61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D9196-2E91-4F05-855B-78E96766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C4C9E-47A8-4672-9AF9-C843D06B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84AFE-A84F-4D29-A1C2-E3BBD8774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B3B23-C127-404B-A293-4C9751CA4479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7B25-EB09-44D3-ACCE-20A830A2C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9A3A8-7534-4825-B877-2E94CB3D6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409ED-C64A-410C-B4E9-B65CC50CF4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58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FCE9-ACE2-4B81-8F13-0091D9F3A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0838"/>
            <a:ext cx="9144000" cy="849312"/>
          </a:xfrm>
        </p:spPr>
        <p:txBody>
          <a:bodyPr>
            <a:normAutofit/>
          </a:bodyPr>
          <a:lstStyle/>
          <a:p>
            <a:r>
              <a:rPr lang="en-US" sz="4400" i="1" dirty="0"/>
              <a:t>#417 Jesus Shall Reign </a:t>
            </a:r>
            <a:r>
              <a:rPr lang="en-US" sz="4400" i="1" dirty="0" err="1"/>
              <a:t>Where’er</a:t>
            </a:r>
            <a:r>
              <a:rPr lang="en-US" sz="4400" i="1" dirty="0"/>
              <a:t> the Sun</a:t>
            </a:r>
            <a:endParaRPr lang="en-CA" sz="4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8D307-93E7-4794-A472-EC646DD21929}"/>
              </a:ext>
            </a:extLst>
          </p:cNvPr>
          <p:cNvSpPr txBox="1"/>
          <p:nvPr/>
        </p:nvSpPr>
        <p:spPr>
          <a:xfrm>
            <a:off x="1409700" y="2273409"/>
            <a:ext cx="9372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Jesus shall reign </a:t>
            </a:r>
            <a:r>
              <a:rPr lang="en-US" sz="2800" dirty="0" err="1">
                <a:solidFill>
                  <a:prstClr val="black"/>
                </a:solidFill>
              </a:rPr>
              <a:t>where’er</a:t>
            </a:r>
            <a:r>
              <a:rPr lang="en-US" sz="2800" dirty="0">
                <a:solidFill>
                  <a:prstClr val="black"/>
                </a:solidFill>
              </a:rPr>
              <a:t> the sun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does his successive journeys run;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kingdom stretch from shore to shore,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till moons shall wax and wane no more.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6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87F22-72DD-4994-A0C0-F75280C84804}"/>
              </a:ext>
            </a:extLst>
          </p:cNvPr>
          <p:cNvSpPr txBox="1"/>
          <p:nvPr/>
        </p:nvSpPr>
        <p:spPr>
          <a:xfrm>
            <a:off x="2428875" y="2521059"/>
            <a:ext cx="7334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To him shall endless prayer be made,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praises throng to crown his head;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name, like sweet perfume, shall rise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morning sacrifice.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94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622E4-1A42-46E8-B4FB-879C3BAF19AC}"/>
              </a:ext>
            </a:extLst>
          </p:cNvPr>
          <p:cNvSpPr txBox="1"/>
          <p:nvPr/>
        </p:nvSpPr>
        <p:spPr>
          <a:xfrm>
            <a:off x="1962150" y="2521059"/>
            <a:ext cx="8267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People and realms of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tongue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dwell on his love with sweetest song;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infant voices shall proclaim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their early blessings on his name.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2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6571F-6E60-4ABE-932C-BC513CB19127}"/>
              </a:ext>
            </a:extLst>
          </p:cNvPr>
          <p:cNvSpPr txBox="1"/>
          <p:nvPr/>
        </p:nvSpPr>
        <p:spPr>
          <a:xfrm>
            <a:off x="1895475" y="2181225"/>
            <a:ext cx="8401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Blessings abound </a:t>
            </a:r>
            <a:r>
              <a:rPr lang="en-US" sz="2800" dirty="0" err="1">
                <a:solidFill>
                  <a:prstClr val="black"/>
                </a:solidFill>
              </a:rPr>
              <a:t>where’er</a:t>
            </a:r>
            <a:r>
              <a:rPr lang="en-US" sz="2800" dirty="0">
                <a:solidFill>
                  <a:prstClr val="black"/>
                </a:solidFill>
              </a:rPr>
              <a:t> he reigns;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</a:t>
            </a:r>
            <a:r>
              <a:rPr lang="en-US" sz="2800" dirty="0" err="1">
                <a:solidFill>
                  <a:prstClr val="black"/>
                </a:solidFill>
              </a:rPr>
              <a:t>pris’ner</a:t>
            </a:r>
            <a:r>
              <a:rPr lang="en-US" sz="2800" dirty="0">
                <a:solidFill>
                  <a:prstClr val="black"/>
                </a:solidFill>
              </a:rPr>
              <a:t> leaps to lose his chains,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weary find eternal rest,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all the sons of want are blest.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4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4D5B9-C473-40F2-B0A8-AF9D021D4CEE}"/>
              </a:ext>
            </a:extLst>
          </p:cNvPr>
          <p:cNvSpPr txBox="1"/>
          <p:nvPr/>
        </p:nvSpPr>
        <p:spPr>
          <a:xfrm>
            <a:off x="1647825" y="1947862"/>
            <a:ext cx="8896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5. Let </a:t>
            </a:r>
            <a:r>
              <a:rPr lang="en-US" sz="2800" dirty="0" err="1">
                <a:solidFill>
                  <a:prstClr val="black"/>
                </a:solidFill>
              </a:rPr>
              <a:t>ev’ry</a:t>
            </a:r>
            <a:r>
              <a:rPr lang="en-US" sz="2800" dirty="0">
                <a:solidFill>
                  <a:prstClr val="black"/>
                </a:solidFill>
              </a:rPr>
              <a:t> creature rise and bring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peculiar </a:t>
            </a:r>
            <a:r>
              <a:rPr lang="en-US" sz="2800" dirty="0" err="1">
                <a:solidFill>
                  <a:prstClr val="black"/>
                </a:solidFill>
              </a:rPr>
              <a:t>honours</a:t>
            </a:r>
            <a:r>
              <a:rPr lang="en-US" sz="2800" dirty="0">
                <a:solidFill>
                  <a:prstClr val="black"/>
                </a:solidFill>
              </a:rPr>
              <a:t> to our King;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angels descend with songs again,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earth repeat the loud amen!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59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#417 Jesus Shall Reign Where’er the Sun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#417 Jesus Shall Reign Where’er the Sun</dc:title>
  <dc:creator>Anya Hoogendoorn</dc:creator>
  <cp:lastModifiedBy>Anya Hoogendoorn</cp:lastModifiedBy>
  <cp:revision>2</cp:revision>
  <dcterms:created xsi:type="dcterms:W3CDTF">2020-10-17T22:06:23Z</dcterms:created>
  <dcterms:modified xsi:type="dcterms:W3CDTF">2022-02-19T22:36:05Z</dcterms:modified>
</cp:coreProperties>
</file>