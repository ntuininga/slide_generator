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DC42-169B-439E-835C-2432933EF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ED5B3-F395-492E-B671-306283175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E583A-EC7C-42D5-BF03-34F3B4B0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272C5-9354-44F0-A1BD-90245EAC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AB0A9-4AF2-44F3-8901-8ED6949B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840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2F34-D479-43E1-8740-A95649EA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4A4B2-1A31-489E-AB28-47FAABE52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58183-84E6-4BC1-9C51-936106F9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71862-3F06-4C43-AEAE-096240B6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B4C52-0D6C-4BF5-A28C-A6D6834F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807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A4B1-0591-4C65-AA3C-76B77026A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66266-EC8B-4F6C-9E17-844B9E6A3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372A3-D30A-4C82-8FA6-77EAD5D0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59A14-7F6F-4A00-862F-20CAA3DD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1592E-7971-45EC-8485-FFD0B0E9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61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1BB53-A2AA-4604-B523-7BF3E31D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E3D05-5A58-4395-A73A-54E100510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A7A35-67A4-4332-AA02-BF1295E12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1D2A2-43A2-4646-8095-ECB9EC28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1D117-A2F4-45B0-BCE4-B4684A8B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0DCA2-008A-47D7-BD96-C02109F8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489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832B-7C5D-48FA-B85C-5AA052FD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69582-8CC1-458B-867A-F1E2DD8FC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A6036-7593-4BC7-B0FB-FEF66AEB3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594B4-6FF6-421C-B2F5-E1262D104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2AA90B-C0CB-4B7C-9D1A-08B83E57A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47B047-1592-4927-BC02-E0262C03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BA9AB-C7AC-4858-8217-F91F9509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00144-1973-49F9-8267-D7E87D8D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789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A7F6-CEFF-4025-8E5C-E22A03E5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6F4DC-03B7-48D6-ADE7-5DB2772A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77F0E-FE13-4D60-9A2A-C4F8A46A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B84FD-72C9-4A4F-9DC2-103326D7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575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AF79D-B4DC-4AEF-A6B0-9A0C409E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FAC71-4974-4F7C-9FA3-437AC565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6FB86-FFB2-48C5-8C15-C2687127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090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13E5-14A7-49A9-8A86-43A9B35D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20A3F-2E9F-45A7-8FD1-EF65FB313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638C1-43AB-44A1-B4CE-CF11A2FB7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22D91-DD3B-4F70-8F35-DD12056E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1B8D8-B289-4757-8CC5-13B981E7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036DC-AB2E-459E-BD53-61DF6251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41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B124-2709-4EB8-84D1-FA510F28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4BF90-2545-4719-8196-FE1C45AAA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98530-EA56-4566-ADCC-C999CDE00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1E441-A8D8-48EE-B520-DF676A4B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ED542-8782-4003-B227-0D317E14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2950B-1E15-4DF6-AEFD-BE8957B3E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703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70BC-CAF5-4149-912F-FDAA9BD23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F1E56-B30A-4B90-A190-6D7080FA0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4983E-8898-4489-8220-81F012BB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F695F-FB93-4622-83F1-BCEE4151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6CF59-D513-4A30-899B-35D04470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83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3611B-80A0-4005-BDA4-4439511D4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5A956-0C73-4DCA-93D1-36246A0D2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F50C6-D7A4-4ECB-B29C-26A2AF73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99998-5E1F-4E03-BD2E-DFC1C928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69546-DFC6-4689-9609-2F335C10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549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9D361-A3F2-48BB-9364-202D4D93B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7095B-20E6-4057-97B0-84A252254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711E6-BFB1-402B-BC60-997EB1264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BB32E-639C-4EAE-8F5D-8EB5A7FD660F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633D8-82C0-43CD-B328-53D34ABC1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1E4D1-4691-41DD-BA0F-14E40B126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D8F1B-D488-4DBB-B00C-DF1844C590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337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779D7A-66F9-4DDA-A467-239A4DCF2979}"/>
              </a:ext>
            </a:extLst>
          </p:cNvPr>
          <p:cNvSpPr txBox="1"/>
          <p:nvPr/>
        </p:nvSpPr>
        <p:spPr>
          <a:xfrm>
            <a:off x="895350" y="266700"/>
            <a:ext cx="10401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#365 Thine Be the Glory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AEEC6-58F9-4003-B3B1-E4E192F2C44F}"/>
              </a:ext>
            </a:extLst>
          </p:cNvPr>
          <p:cNvSpPr txBox="1"/>
          <p:nvPr/>
        </p:nvSpPr>
        <p:spPr>
          <a:xfrm>
            <a:off x="1795462" y="1659285"/>
            <a:ext cx="8601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Thine be the glory, risen,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conqu'ring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endless is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vict'ry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thou o’er death hast won;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angels in bright raiment rolled the stone away,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kept the folded grave-clothes where thy body lay.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Thine be the glory, risen,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conqu'ring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endless is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vict'ry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thou o’er death hast won.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98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5CAB0C-8339-4C1C-8708-8C9A7C8BE7F1}"/>
              </a:ext>
            </a:extLst>
          </p:cNvPr>
          <p:cNvSpPr txBox="1"/>
          <p:nvPr/>
        </p:nvSpPr>
        <p:spPr>
          <a:xfrm>
            <a:off x="1985962" y="1659285"/>
            <a:ext cx="8220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Lo! Jesus meets us, risen from the tomb;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lovingly he greets us, scatters fear and gloom;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the church with gladness, hymns of triumph sing,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her Lord now liveth, death hath lost its sting.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Thine be the glory, risen, conqu'ring Son;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endless is the vict'ry thou o’er death hast won.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25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2EB66-B651-463F-B253-EC55A6CD43F6}"/>
              </a:ext>
            </a:extLst>
          </p:cNvPr>
          <p:cNvSpPr txBox="1"/>
          <p:nvPr/>
        </p:nvSpPr>
        <p:spPr>
          <a:xfrm>
            <a:off x="1595437" y="1659285"/>
            <a:ext cx="9001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No more we doubt thee, glorious Prince of life;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life is naught without thee: aid us in our strife;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us more than conqu'rors, thro' thy deathless love: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 us safe thro' Jordan to thy home above.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Thine be the glory, risen, conqu'ring Son;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endless is the vict'ry thou o’er death hast won.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36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221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2021-04-09T18:25:45Z</dcterms:created>
  <dcterms:modified xsi:type="dcterms:W3CDTF">2021-04-09T18:27:36Z</dcterms:modified>
</cp:coreProperties>
</file>