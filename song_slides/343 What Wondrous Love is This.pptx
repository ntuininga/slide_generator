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5932-9080-45B5-AC70-222F0A58E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B055B-7F6F-4CA2-BEBF-361CDC45C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A0097-9782-4D0E-9863-1F1982B25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7E37D-FD6C-4D86-904B-BF12A110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0939-5274-4E50-906D-EF745920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01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9055-1144-4BF4-B3F5-E6BF2453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9635-6482-4501-BF82-5B88D21D3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CB311-207F-4B33-AE93-6A9A61F5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C85D3-EB22-4390-AD8D-53F899166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3BC5D-4C79-42D2-B96D-B75C7341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8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99D5-A82D-4F47-87E8-8657CDB6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12C32-A1E5-44A3-BCED-B9E1DE1DB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E52A-09E7-4671-B20B-381A14D5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B1AE7-1FAD-43FB-854E-979699A4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B170E-C040-490C-90EF-3C10ADAA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1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1C13-238E-4367-8254-A41D71F5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2858-B97D-4351-BE26-FAD147ED2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51B57-15A9-44A1-9404-B9F62DF96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2B9B3-101C-4E4A-978A-17DBD298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695F1-8870-4C94-AE1C-AFC5EAC1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94C4C-3CAA-41B4-8E35-62A38832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4C68-0010-4B73-9CF0-B28A71BFF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76667-1B2E-44A3-B129-DECE3BAD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2C6D1-C5DE-4FD6-A48D-86BFC497F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46B12-166C-4EE4-A722-FBCDCC682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EB3343-AB52-4D8A-8C8D-A21DBB2C7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C9F15-81BF-47AF-AA0F-05E430E5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FF5A3-79F4-44D1-81CA-5C5EE2777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31BC32-3873-49DD-9DFA-C9BFFC38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4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4544-C098-448A-9759-4C4F3362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BF670-7B7F-484D-9216-07786C78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6B281-49A4-4A25-A5FE-ADAA7F16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B23CA-D544-48F7-A299-CEC72D23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5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1C032-BFB7-4FAD-AE33-A4A30B155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B6A9A-32D0-45A5-BB17-7DA5EBB4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DF3BF-9BFF-4278-9D8E-500D109E8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95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E6EE-915A-404E-960C-D1A7902F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41A4-A891-4CD9-A3F1-AC265A230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C3F73-800F-44AB-B79E-0BD22BD4F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192F8-0F88-4305-8CDA-AA9CA0EE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BC9CD-4839-4697-B841-A448D6217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F5C06-C88E-41CA-BF10-D864E911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80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0187-9D18-49C2-9BC1-CBC72DE64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410664-FE42-4221-8B8E-ADAE8B820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4031B-8F82-47FA-9072-38545E54E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9C82D-7C78-4899-A532-E7925421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C8828-82D4-4642-A340-430AB4D2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17BA6-6832-47DE-B113-55E8D018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6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39392-2AEC-42E9-BC5F-401289C4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37DC7-71A1-4D28-A273-1343E9DC3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DA5A2-9C31-4C6F-9C90-CDFF9A67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ECDCB-BA8D-4DE2-B518-54209AF7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02DA9-6269-498B-A358-B1D2ED87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7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5F6D5-1029-46EA-82B3-2FCA0DF90E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365E8-2E9E-41FF-991F-723C6639B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62EE-69D0-4CC1-9AF9-44F5DCCE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5833A-ED0E-4CF5-A1B4-757AB467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3C101-4AF8-42D4-A6BE-0D1C27DF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61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E89810-DBAF-48C9-865D-B59998EF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3C3AC-3C9E-4C35-8C31-BD862ACD6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FF3C4-8C15-4618-814F-C02FC08593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45406-C376-425D-8803-CD58DA1E7D9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FAF19-7FBF-4A4E-B0D5-2C5E14C78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E4EDB-F99E-4371-BC23-01FD6C698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D4C13-F2DB-49E9-8646-8A3834D9F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4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#343 What Wondrous Love is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2106256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CA" sz="2800" dirty="0"/>
              <a:t>What wondrous love is this, O my soul, O my soul,</a:t>
            </a:r>
            <a:br>
              <a:rPr lang="en-CA" sz="2800" dirty="0"/>
            </a:br>
            <a:r>
              <a:rPr lang="en-CA" sz="2800" dirty="0"/>
              <a:t>what wondrous love is this, O my soul! </a:t>
            </a:r>
            <a:br>
              <a:rPr lang="en-CA" sz="2800" dirty="0"/>
            </a:br>
            <a:r>
              <a:rPr lang="en-CA" sz="2800" dirty="0"/>
              <a:t>What wondrous love is this that caused the Lord of bliss </a:t>
            </a:r>
            <a:br>
              <a:rPr lang="en-CA" sz="2800" dirty="0"/>
            </a:br>
            <a:r>
              <a:rPr lang="en-CA" sz="2800" dirty="0"/>
              <a:t>to bear the dreadful curse for my soul, for my soul, </a:t>
            </a:r>
            <a:br>
              <a:rPr lang="en-CA" sz="2800" dirty="0"/>
            </a:br>
            <a:r>
              <a:rPr lang="en-CA" sz="2800" dirty="0"/>
              <a:t>to bear the dreadful curse for my soul!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When I was sinking down, sinking down, sinking down,</a:t>
            </a:r>
            <a:br>
              <a:rPr lang="en-CA" sz="2800" dirty="0"/>
            </a:br>
            <a:r>
              <a:rPr lang="en-CA" sz="2800" dirty="0"/>
              <a:t>when I was sinking down, sinking down;</a:t>
            </a:r>
            <a:br>
              <a:rPr lang="en-CA" sz="2800" dirty="0"/>
            </a:br>
            <a:r>
              <a:rPr lang="en-CA" sz="2800" dirty="0"/>
              <a:t>when I was sinking down beneath God's righteous frown,</a:t>
            </a:r>
            <a:br>
              <a:rPr lang="en-CA" sz="2800" dirty="0"/>
            </a:br>
            <a:r>
              <a:rPr lang="en-CA" sz="2800" dirty="0"/>
              <a:t>Christ laid aside his crown for my soul, for my soul,</a:t>
            </a:r>
            <a:br>
              <a:rPr lang="en-CA" sz="2800" dirty="0"/>
            </a:br>
            <a:r>
              <a:rPr lang="en-CA" sz="2800" dirty="0"/>
              <a:t>Christ laid aside his crown for my soul!.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48066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To God and to the Lamb, I will sing, I will sing, </a:t>
            </a:r>
            <a:br>
              <a:rPr lang="en-CA" sz="2800" dirty="0"/>
            </a:br>
            <a:r>
              <a:rPr lang="en-CA" sz="2800" dirty="0"/>
              <a:t>to God and to the Lamb, I will sing; </a:t>
            </a:r>
            <a:br>
              <a:rPr lang="en-CA" sz="2800" dirty="0"/>
            </a:br>
            <a:r>
              <a:rPr lang="en-CA" sz="2800" dirty="0"/>
              <a:t>to God and to the Lamb, who is the great I AM, </a:t>
            </a:r>
            <a:br>
              <a:rPr lang="en-CA" sz="2800" dirty="0"/>
            </a:br>
            <a:r>
              <a:rPr lang="en-CA" sz="2800" dirty="0"/>
              <a:t>while millions join the theme, I will sing, I will sing, </a:t>
            </a:r>
            <a:br>
              <a:rPr lang="en-CA" sz="2800" dirty="0"/>
            </a:br>
            <a:r>
              <a:rPr lang="en-CA" sz="2800" dirty="0"/>
              <a:t>while millions join the theme, I will sing! </a:t>
            </a:r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And when from death I'm free, I'll sing on, I'll sing on, </a:t>
            </a:r>
            <a:br>
              <a:rPr lang="en-CA" sz="2800" dirty="0"/>
            </a:br>
            <a:r>
              <a:rPr lang="en-CA" sz="2800" dirty="0"/>
              <a:t>and when from death I'm free, I'll sing on; </a:t>
            </a:r>
            <a:br>
              <a:rPr lang="en-CA" sz="2800" dirty="0"/>
            </a:br>
            <a:r>
              <a:rPr lang="en-CA" sz="2800" dirty="0"/>
              <a:t>and when from death I'm free, I'll sing and joyful be, </a:t>
            </a:r>
            <a:br>
              <a:rPr lang="en-CA" sz="2800" dirty="0"/>
            </a:br>
            <a:r>
              <a:rPr lang="en-CA" sz="2800" dirty="0"/>
              <a:t>and through eternity I'll sing on, I'll sing on, </a:t>
            </a:r>
            <a:br>
              <a:rPr lang="en-CA" sz="2800" dirty="0"/>
            </a:br>
            <a:r>
              <a:rPr lang="en-CA" sz="2800" dirty="0"/>
              <a:t>and through eternity I'll sing on!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56043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#343 What Wondrous Love is This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#343 What Wondrous Love is This</dc:title>
  <dc:creator>Eric Hoogendoorn</dc:creator>
  <cp:lastModifiedBy>Eric Hoogendoorn</cp:lastModifiedBy>
  <cp:revision>1</cp:revision>
  <dcterms:created xsi:type="dcterms:W3CDTF">2020-04-25T02:37:12Z</dcterms:created>
  <dcterms:modified xsi:type="dcterms:W3CDTF">2020-04-25T02:37:33Z</dcterms:modified>
</cp:coreProperties>
</file>