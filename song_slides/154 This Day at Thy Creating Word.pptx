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80" r:id="rId4"/>
    <p:sldId id="416" r:id="rId5"/>
    <p:sldId id="41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E9FC-6646-42E0-8838-C3273CB5C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AFC88-E0DE-40B9-97CE-B57BA0AEE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3B3B0-A24F-4376-9B29-8D0B93EDA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8C9CE-DF35-4C62-AA16-0AB231FA7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9CBF6-9FA2-43D4-9671-6CD8C26E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2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2201-F36B-4705-8AB8-27B191E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02D11-4AAB-4298-A956-8CFAC95D5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D6489-DD25-4D55-9C93-115D21D6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52CFD-D098-4FB9-A448-7F2F8BE5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E1118-0507-443D-A016-4388169C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9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3869-0166-492D-8392-95764D47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66AFA-0487-4A3B-9729-C314179A6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2D17F-61E8-406B-867C-757092C9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77071-FE8C-43CE-9BB1-BAFF7662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69A9D-5C2A-4C53-80E3-E6E1FE2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3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534A-8ACB-4BDB-973B-7D7E2B59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BBBA0-2387-40DE-8E5A-1FF5B9AF6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17C8A-8CDA-4157-A1F6-D8EFB3433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2EE33-CCB9-4634-B7BE-C9973BF9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58903-2D4D-4E1D-82A7-13C3A172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53E07-44B4-4AEE-B1CA-B46AC2A3D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4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C150-AE53-4E01-BF14-4DAB881F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46098-A281-400B-96BB-2CE58F9BB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80E38-F8E6-4DFC-8BD6-9C79AA399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2B2D1-327D-439A-96AB-D131E394A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60133-0EF8-4E3C-B15A-CD752CCE0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F7F9F-47C2-4596-99E3-31595540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88ACF-61A8-4238-8E6C-92F9CAB6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5A236-F173-4B0C-8B90-3C4D1BFD3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89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8152-8C0A-46E4-9138-43899F53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1E4A4-8CE4-4102-9E3C-0C10C6C9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FA4C5-AC9F-479A-A8E8-7C66D598D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1E9C9-5942-4875-AB14-8CED9889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3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ECC9F-2656-4FBF-905D-3CDA6B27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A6E1C-0A0F-4C11-83B2-E2EDF34CF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2F833-C52D-47D2-A77E-6CA21991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2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978B-936F-4A7D-AB18-62FC5616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4F0F2-9F97-4049-99A8-271D90403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62037-E38F-4346-9838-176A2BB1D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E98C-FBBB-4BE7-8A48-D1444FC13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4CCFD-0E3B-4FE1-A3F5-82D4F615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3E08D-6869-4EBA-A6CB-7F61E3B8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6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2AC1E-2B1D-436D-BBC8-6A2CD726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CE63E-5134-4962-8E83-7CA3C418D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602B7-8673-4706-BE66-B263C2FA8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A225B-7813-4BFC-89EF-D013DB77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44E3C-2807-44DF-8E81-7AD7B6AE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E75FE-59FB-4089-807A-E9C55A1B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6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5866-C15B-4F36-B2AB-EDA06D4A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B01A9-0C21-4566-AB20-E33AB245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C876B-B74F-4193-8702-2E9563A4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ADFC2-8685-4118-8DEE-FA757B80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DDC22-DDE5-4265-BBC5-7ED5B047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3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2EDBFD-EEB3-433C-B5D9-ECE82C951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DCB28-C2C3-4115-90B4-BE1A65057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E2EBB-B0F9-4081-BDBB-A8DE42FB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683F0-DFFB-4482-845A-7226CBF9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8DCA0-20FA-4E17-8781-D2E8BE17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9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385601-9924-4FA4-84B4-88243AAB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7C632-AB5A-45C9-A859-9B26CA5AB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0E371-F111-4BF0-B89D-C4DD94245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E15A9-A211-4C3C-B53E-A68D64FBEA0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E255-0CB0-4587-BC8F-018785502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905B1-A8FC-4067-BD57-9FFF74C64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915C6-ADE5-4139-823E-9A19F81A6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1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#154 This Day at Thy Creating Word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891729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This day at thy creating word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first o'er the earth the light was poured: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Lord, this day upon us shine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fill our souls with light divine.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E2ECD-6B4A-42D9-BD24-128D9FD2ECE8}"/>
              </a:ext>
            </a:extLst>
          </p:cNvPr>
          <p:cNvSpPr txBox="1"/>
          <p:nvPr/>
        </p:nvSpPr>
        <p:spPr>
          <a:xfrm>
            <a:off x="1788318" y="2405515"/>
            <a:ext cx="8615363" cy="1475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222222"/>
                </a:solidFill>
              </a:rPr>
              <a:t>2. This day the Lord for sinners slain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might victorious rose again: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Jesus, may we raised be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from death of sin to life in thee!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2B8289-E640-45A8-847A-046B7CE1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B663D-89EC-4290-A342-185EF91FD5F9}"/>
              </a:ext>
            </a:extLst>
          </p:cNvPr>
          <p:cNvSpPr txBox="1"/>
          <p:nvPr/>
        </p:nvSpPr>
        <p:spPr>
          <a:xfrm>
            <a:off x="0" y="2413231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This day the Holy Spirit came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fiery tongues of cloven flame: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Spirit, fill our hearts this day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grace to hear and grace to pray.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32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2B8289-E640-45A8-847A-046B7CE1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B663D-89EC-4290-A342-185EF91FD5F9}"/>
              </a:ext>
            </a:extLst>
          </p:cNvPr>
          <p:cNvSpPr txBox="1"/>
          <p:nvPr/>
        </p:nvSpPr>
        <p:spPr>
          <a:xfrm>
            <a:off x="0" y="2413231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0" i="0" dirty="0">
                <a:solidFill>
                  <a:srgbClr val="222222"/>
                </a:solidFill>
                <a:effectLst/>
              </a:rPr>
              <a:t>4 O day of light and life and grace,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from earthly toil sweet resting place,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thy hallowed hours, blest gift of love,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give we again to God above.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14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50BB52-7859-4C89-AC72-6B277D424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6D3D4-9B98-4CB4-91C4-00C7058BE82D}"/>
              </a:ext>
            </a:extLst>
          </p:cNvPr>
          <p:cNvSpPr txBox="1"/>
          <p:nvPr/>
        </p:nvSpPr>
        <p:spPr>
          <a:xfrm>
            <a:off x="1781175" y="2286000"/>
            <a:ext cx="86296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5. All praise to God the Father be,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all praise, eternal Son, to thee,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whom, with the Spirit, we adore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forever and forevermore.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322047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#154 This Day at Thy Creating Word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#154 This Day at Thy Creating Word</dc:title>
  <dc:creator>Eric Hoogendoorn</dc:creator>
  <cp:lastModifiedBy>Neil</cp:lastModifiedBy>
  <cp:revision>3</cp:revision>
  <dcterms:created xsi:type="dcterms:W3CDTF">2020-12-29T22:43:51Z</dcterms:created>
  <dcterms:modified xsi:type="dcterms:W3CDTF">2023-05-26T16:24:20Z</dcterms:modified>
</cp:coreProperties>
</file>