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23" r:id="rId3"/>
    <p:sldId id="324" r:id="rId4"/>
    <p:sldId id="32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283A-FA87-44C4-A1BE-489B01357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1B914-29E5-48FE-BC8E-D463D6898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B26F1-CE1C-4379-BBDA-138605669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01AC5-6BB9-4D8A-938A-BE9A9D5F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42CA-8507-446B-AC99-4B5E6DB0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21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820B-2F25-4F45-A7D2-ED12D4D3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2A8A9-6BA6-4EF1-809C-925682D71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6887C-5F55-4883-97D7-89A8DA00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E4E2A-6410-4041-98EA-F45BC546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582EC-CE33-44BF-BEAD-BDBA1D84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84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2980D-E222-47A3-BD69-EE619F2C9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7309B-D363-4C08-84B1-153DAE6C9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5DA26-A601-4A8D-9379-C67B5C18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D110B-B92A-44C1-8251-148E357FC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66295-E7CB-419C-BEFC-B90A60AC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6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FFA5-852D-479C-9B5F-BF36B76D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9FC69-72EB-465F-83AB-E776DF8F7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9C99E-F439-4126-9D6A-D749C4342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A5859-BE48-43E6-839A-0ECBD31BB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BE212-FBDC-4A04-A12A-095F3D9D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A8869-96B4-4433-928D-D888F444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2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07F8-E940-4023-A860-2B08A6D5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835C8-9224-4D17-BCCE-4B818A881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831ED-977B-4BE6-AE69-472F6F386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005E5B-2947-47B9-9309-F91CA65F9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0D80C9-A852-449A-A899-946B1812B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922722-969B-4632-9376-A4C25E8F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6668F-21DA-4D06-AEAA-13C55230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07BFD-2B50-4118-A3CF-5029C869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7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70226-DA00-4E3C-BFE4-9DD4C54D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7C3BF-9AD7-49F8-9ABD-B5CF87DDC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4DADD-AD93-48D5-ADA8-FBB0A3F0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DA84B-FEED-4BB4-8BD4-CD3569B2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5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B1A07-B12A-4E25-AE79-65D40DA1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BCD72-12D1-4BC8-A312-A7C5B212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BECC6-C6A1-484A-91C8-57925FEE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B4D8-FE7B-4C21-9EF2-63D2FC04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8941-C07F-4CAD-9F4F-2CD433A74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AE6A13-8F02-4541-8DAB-DCDEC27B2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0C93A-B15A-43AC-86F2-1253B1C5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D999E-C696-4CA5-97F2-69532509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90F98-EE57-43EB-B5F9-730F60B3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94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0573-3652-43FF-8C1C-D0BCAF305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3FDF6-67CE-4A57-ACDC-394D14F16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C845A-5EB1-4418-BB83-786784CD1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DBD5-D881-4CA9-B5D4-E9589325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0A077-C262-4375-B18A-BB1442D6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793FB-F15C-43D3-B731-C93A3DF4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21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5010-E4CD-4AB0-94BD-850450359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D0DCE-D82D-4633-A98E-513B02922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C8D23-8164-4A1C-9EA5-1AE0B768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6BF7E-AED1-40B1-9073-C6FB2083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4DAA0-2484-43CE-B9D9-1C318CCB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3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5DA04-1BB1-4EC6-85B9-E1C273BEF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4E01E-682E-4426-9B40-01C328C1C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D7D17-0603-4E46-ACB8-72240520D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E18E9-04DD-4608-A15A-A11BC1A0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043BD-EA12-460E-84DE-90684C08A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7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791A0D-7F12-466C-8861-2D7C0253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A7B59-3573-49F2-A1E9-98D73BC2F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C450C-066A-4B5B-AC23-C699D275E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072F0-6C1E-40A6-930E-8BF4D2D9CC8D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E11E3-B7EE-4752-BACA-ACC19D6F4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4326E-5E71-4BA8-A334-FA5347F5B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E2B2B-D7C5-4AC2-B0F5-2ECD051A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0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#390 Christ is Coming!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Christ is coming! Let creation</a:t>
            </a:r>
            <a:br>
              <a:rPr lang="en-US" sz="2800" dirty="0"/>
            </a:br>
            <a:r>
              <a:rPr lang="en-US" sz="2800" dirty="0"/>
              <a:t>from her groans and travail cease;</a:t>
            </a:r>
            <a:br>
              <a:rPr lang="en-US" sz="2800" dirty="0"/>
            </a:br>
            <a:r>
              <a:rPr lang="en-US" sz="2800" dirty="0"/>
              <a:t>let the glorious proclamation</a:t>
            </a:r>
            <a:br>
              <a:rPr lang="en-US" sz="2800" dirty="0"/>
            </a:br>
            <a:r>
              <a:rPr lang="en-US" sz="2800" dirty="0"/>
              <a:t>hope restore and faith increase:</a:t>
            </a:r>
            <a:br>
              <a:rPr lang="en-US" sz="2800" dirty="0"/>
            </a:br>
            <a:r>
              <a:rPr lang="en-US" sz="2800" dirty="0"/>
              <a:t>Christ is coming! Christ is coming!</a:t>
            </a:r>
            <a:br>
              <a:rPr lang="en-US" sz="2800" dirty="0"/>
            </a:br>
            <a:r>
              <a:rPr lang="en-US" sz="2800" dirty="0"/>
              <a:t>Come, thou blessed Prince of Peace.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097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Earth can now but tell the story</a:t>
            </a:r>
            <a:br>
              <a:rPr lang="en-US" sz="2800" dirty="0"/>
            </a:br>
            <a:r>
              <a:rPr lang="en-US" sz="2800" dirty="0"/>
              <a:t>of thy bitter cross and pain;</a:t>
            </a:r>
            <a:br>
              <a:rPr lang="en-US" sz="2800" dirty="0"/>
            </a:br>
            <a:r>
              <a:rPr lang="en-US" sz="2800" dirty="0"/>
              <a:t>she shall yet behold thy glory, </a:t>
            </a:r>
            <a:br>
              <a:rPr lang="en-US" sz="2800" dirty="0"/>
            </a:br>
            <a:r>
              <a:rPr lang="en-US" sz="2800" dirty="0"/>
              <a:t>when thou </a:t>
            </a:r>
            <a:r>
              <a:rPr lang="en-US" sz="2800" dirty="0" err="1"/>
              <a:t>comest</a:t>
            </a:r>
            <a:r>
              <a:rPr lang="en-US" sz="2800" dirty="0"/>
              <a:t> back to reign:</a:t>
            </a:r>
            <a:br>
              <a:rPr lang="en-US" sz="2800" dirty="0"/>
            </a:br>
            <a:r>
              <a:rPr lang="en-US" sz="2800" dirty="0"/>
              <a:t>Christ is coming! Christ is coming!</a:t>
            </a:r>
            <a:br>
              <a:rPr lang="en-US" sz="2800" dirty="0"/>
            </a:br>
            <a:r>
              <a:rPr lang="en-US" sz="2800" dirty="0"/>
              <a:t>Let each heart repeat the strain.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3731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Long thine exiles have been pining,</a:t>
            </a:r>
            <a:br>
              <a:rPr lang="en-US" sz="2800" dirty="0"/>
            </a:br>
            <a:r>
              <a:rPr lang="en-US" sz="2800" dirty="0"/>
              <a:t>far from rest, and home, and thee:</a:t>
            </a:r>
            <a:br>
              <a:rPr lang="en-US" sz="2800" dirty="0"/>
            </a:br>
            <a:r>
              <a:rPr lang="en-US" sz="2800" dirty="0"/>
              <a:t>but, in </a:t>
            </a:r>
            <a:r>
              <a:rPr lang="en-US" sz="2800" dirty="0" err="1"/>
              <a:t>heav'nly</a:t>
            </a:r>
            <a:r>
              <a:rPr lang="en-US" sz="2800" dirty="0"/>
              <a:t> vestures shining,</a:t>
            </a:r>
            <a:br>
              <a:rPr lang="en-US" sz="2800" dirty="0"/>
            </a:br>
            <a:r>
              <a:rPr lang="en-US" sz="2800" dirty="0"/>
              <a:t>they their loving Lord shall see:</a:t>
            </a:r>
            <a:br>
              <a:rPr lang="en-US" sz="2800" dirty="0"/>
            </a:br>
            <a:r>
              <a:rPr lang="en-US" sz="2800" dirty="0"/>
              <a:t>Christ is coming! Christ is coming!</a:t>
            </a:r>
            <a:br>
              <a:rPr lang="en-US" sz="2800" dirty="0"/>
            </a:br>
            <a:r>
              <a:rPr lang="en-US" sz="2800" dirty="0"/>
              <a:t>Haste the joyous jubilee.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7381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With that blessed hope before us,</a:t>
            </a:r>
            <a:br>
              <a:rPr lang="en-US" sz="2800" dirty="0"/>
            </a:br>
            <a:r>
              <a:rPr lang="en-US" sz="2800" dirty="0"/>
              <a:t>let no harp remain unstrung;</a:t>
            </a:r>
            <a:br>
              <a:rPr lang="en-US" sz="2800" dirty="0"/>
            </a:br>
            <a:r>
              <a:rPr lang="en-US" sz="2800" dirty="0"/>
              <a:t>let the mighty advent chorus</a:t>
            </a:r>
            <a:br>
              <a:rPr lang="en-US" sz="2800" dirty="0"/>
            </a:br>
            <a:r>
              <a:rPr lang="en-US" sz="2800" dirty="0"/>
              <a:t>onward roll from tongue to tongue:</a:t>
            </a:r>
            <a:br>
              <a:rPr lang="en-US" sz="2800" dirty="0"/>
            </a:br>
            <a:r>
              <a:rPr lang="en-US" sz="2800" dirty="0"/>
              <a:t>"Christ is coming! Christ is coming!</a:t>
            </a:r>
            <a:br>
              <a:rPr lang="en-US" sz="2800" dirty="0"/>
            </a:br>
            <a:r>
              <a:rPr lang="en-US" sz="2800" dirty="0"/>
              <a:t>Come, Lord Jesus, quickly come!"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10519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#390 Christ is Coming!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#390 Christ is Coming!</dc:title>
  <dc:creator>Eric Hoogendoorn</dc:creator>
  <cp:lastModifiedBy>Eric Hoogendoorn</cp:lastModifiedBy>
  <cp:revision>1</cp:revision>
  <dcterms:created xsi:type="dcterms:W3CDTF">2020-06-27T01:55:28Z</dcterms:created>
  <dcterms:modified xsi:type="dcterms:W3CDTF">2020-06-27T01:55:48Z</dcterms:modified>
</cp:coreProperties>
</file>