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341" r:id="rId4"/>
    <p:sldId id="349" r:id="rId5"/>
    <p:sldId id="35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3457-F597-446E-A744-1591F939A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FC03F-F289-4124-B0A8-029334425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740BD-0A67-419A-BAD6-FD18C629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FADDF-6F26-492B-B37D-67558DB6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D42BB-DCB0-4134-BD7C-7792AC3D1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31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9B3E-0330-43CD-B86F-3C5AAD8C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25B7E-4436-4171-9532-5A66740D0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32561-6DF0-4A88-985B-6B3CCBAB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0730-62D2-4299-A14E-7E33F083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81EDB-034E-4237-A70E-63BBAE6B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8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A794-5946-42C8-A17D-FCB4A53D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E491-BEBE-4EF8-B79C-DBFAEE5D6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EAE8B-730D-4636-A22E-F5B12B3B3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8697D-CE71-466B-A6DC-41991B3A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1C1FA-29D4-4580-B9DA-E217B1D5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9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0CEF-98DF-4885-AC78-853E3960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74E64-ECD3-490D-9A8B-A04F96B88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BF35A-03B1-496A-8626-16B562C22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378DF-D57A-4C78-9BEE-FCA063028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269C8-C2D8-4AF8-AAEC-45E8F0AC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0459F-8BDB-4F20-B6B4-7EF0780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2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6FF8-A249-4211-8010-DFB925CCF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B08F4-789B-47E5-9DA3-F61C859C0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40F48-98FF-4562-BACA-34E76F96D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CF4048-C965-4544-8A8B-202E2C75E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ABDE5-E131-454B-94E2-98265BD5A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6C4C3C-1E8E-4C3E-ADB5-677F89C6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10D64-DD1C-4296-8188-7C66E56B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772AE-5F46-423C-9764-FBBD5F3F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9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FCB8-EAED-431C-9AF8-EC7427ED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04240-8607-40E8-BF24-BD6807E8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1554B-D45A-4C30-AEF9-55AFC0F5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CD6DC-B1DE-473A-95B5-9D0DA997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3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968134-AD5A-477E-A790-F5ADE591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0BD9C-963B-4B1E-A5ED-26A60334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6C5D5-27F2-4CA5-AD9B-BF98FB0F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1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F186-0FBF-47B6-A6B9-92BF8115F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3ADC-2BD9-4CA0-A5FA-34B4E355C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95150-D579-49CC-8192-684154DC5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EDB72-A6C4-46B3-8F28-D0FF4F59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7E750-AF52-4CBE-93D9-0B5754EC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FFBB2-CCB3-4D08-921E-D0C862D17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9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D49B-A7AB-4D61-8927-1A0080E3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4C96B-CDB8-4743-8D05-250B2250B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FA1ED-2CA2-407C-BC15-35246E6A7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12D4-4BD1-401D-9336-814FFB08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275EE-69E0-4EBC-939C-59C7C565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C03F8-5F80-4E46-AAD3-4583A00E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8FF6-6D7B-46E5-A342-BA0FC1C0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CE8ED-A856-44E0-A1F5-4D60A87C1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4076E-1CB5-4DF9-A173-EB9CF2E8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EC9A4-590C-4EC7-991E-C4AD2F57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CD85C-D78E-4893-8637-DE31290F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7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E24A1-BA6A-437B-A400-9D0D9B69C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63298-C9B3-4FA3-915A-CD3706197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18031-1897-4765-ABFC-A0E8C1F1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104EB-85FB-4C44-AAEA-2537091A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2E470-BAE5-4A93-B448-32800AA7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7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E5A1E-0D56-435C-AAEE-E144EA1A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A1366-3E70-4CED-BC13-568B2BE94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3E3D7-B806-45DE-AA1D-1E8197280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D5E12-FDFA-4CFA-82E9-908300C895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F6D3E-29E6-49FA-B188-A4E7B16EB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51DA8-3031-446C-97B6-C9E69F6D2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AE463-4259-4680-A624-F2A3501E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Hear my words, O LORD my God;</a:t>
            </a:r>
            <a:br>
              <a:rPr lang="en-US" sz="2800" dirty="0"/>
            </a:br>
            <a:r>
              <a:rPr lang="en-US" sz="2800" dirty="0"/>
              <a:t>listen to my sighs and groans.</a:t>
            </a:r>
            <a:br>
              <a:rPr lang="en-US" sz="2800" dirty="0"/>
            </a:br>
            <a:r>
              <a:rPr lang="en-US" sz="2800" dirty="0"/>
              <a:t>Hear my cry, my king, my God,</a:t>
            </a:r>
            <a:br>
              <a:rPr lang="en-US" sz="2800" dirty="0"/>
            </a:br>
            <a:r>
              <a:rPr lang="en-US" sz="2800" dirty="0"/>
              <a:t>I will pray to you alone.</a:t>
            </a:r>
            <a:br>
              <a:rPr lang="en-US" sz="2800" dirty="0"/>
            </a:br>
            <a:r>
              <a:rPr lang="en-US" sz="2800" dirty="0"/>
              <a:t>When the morning comes, O LORD,</a:t>
            </a:r>
            <a:br>
              <a:rPr lang="en-US" sz="2800" dirty="0"/>
            </a:br>
            <a:r>
              <a:rPr lang="en-US" sz="2800" dirty="0"/>
              <a:t>you shall hear my pleading cries;</a:t>
            </a:r>
            <a:br>
              <a:rPr lang="en-US" sz="2800" dirty="0"/>
            </a:br>
            <a:r>
              <a:rPr lang="en-US" sz="2800" dirty="0"/>
              <a:t>I will watch when comes the dawn;</a:t>
            </a:r>
            <a:br>
              <a:rPr lang="en-US" sz="2800" dirty="0"/>
            </a:br>
            <a:r>
              <a:rPr lang="en-US" sz="2800" dirty="0"/>
              <a:t>I will bring my sacrifice.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#5 Hear My Word, O Lord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Surely you are not a God</a:t>
            </a:r>
            <a:br>
              <a:rPr lang="en-US" sz="2800" dirty="0"/>
            </a:br>
            <a:r>
              <a:rPr lang="en-US" sz="2800" dirty="0"/>
              <a:t>who in evil takes delight;</a:t>
            </a:r>
            <a:br>
              <a:rPr lang="en-US" sz="2800" dirty="0"/>
            </a:br>
            <a:r>
              <a:rPr lang="en-US" sz="2800" dirty="0"/>
              <a:t>evil shall not dwell with you,</a:t>
            </a:r>
            <a:br>
              <a:rPr lang="en-US" sz="2800" dirty="0"/>
            </a:br>
            <a:r>
              <a:rPr lang="en-US" sz="2800" dirty="0"/>
              <a:t>nor the proud stand in your sight.</a:t>
            </a:r>
            <a:br>
              <a:rPr lang="en-US" sz="2800" dirty="0"/>
            </a:br>
            <a:r>
              <a:rPr lang="en-US" sz="2800" dirty="0"/>
              <a:t>Evildoers, LORD, you hate;</a:t>
            </a:r>
            <a:br>
              <a:rPr lang="en-US" sz="2800" dirty="0"/>
            </a:br>
            <a:r>
              <a:rPr lang="en-US" sz="2800" dirty="0"/>
              <a:t>lying ones will you lay waste.</a:t>
            </a:r>
            <a:br>
              <a:rPr lang="en-US" sz="2800" dirty="0"/>
            </a:br>
            <a:r>
              <a:rPr lang="en-US" sz="2800" dirty="0"/>
              <a:t>Men who murder and deceive,</a:t>
            </a:r>
            <a:br>
              <a:rPr lang="en-US" sz="2800" dirty="0"/>
            </a:br>
            <a:r>
              <a:rPr lang="en-US" sz="2800" dirty="0"/>
              <a:t>God, the LORD, abhors and hates.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But in your great love will I</a:t>
            </a:r>
            <a:br>
              <a:rPr lang="en-US" sz="2800" dirty="0"/>
            </a:br>
            <a:r>
              <a:rPr lang="en-US" sz="2800" dirty="0"/>
              <a:t>come into your house of grace.</a:t>
            </a:r>
            <a:br>
              <a:rPr lang="en-US" sz="2800" dirty="0"/>
            </a:br>
            <a:r>
              <a:rPr lang="en-US" sz="2800" dirty="0" err="1"/>
              <a:t>Rev'rent</a:t>
            </a:r>
            <a:r>
              <a:rPr lang="en-US" sz="2800" dirty="0"/>
              <a:t>, I will worship there,</a:t>
            </a:r>
            <a:br>
              <a:rPr lang="en-US" sz="2800" dirty="0"/>
            </a:br>
            <a:r>
              <a:rPr lang="en-US" sz="2800" dirty="0"/>
              <a:t>bowing toward your holy place.</a:t>
            </a:r>
            <a:br>
              <a:rPr lang="en-US" sz="2800" dirty="0"/>
            </a:br>
            <a:r>
              <a:rPr lang="en-US" sz="2800" dirty="0"/>
              <a:t>Guide me safely, O my LORD,</a:t>
            </a:r>
            <a:br>
              <a:rPr lang="en-US" sz="2800" dirty="0"/>
            </a:br>
            <a:r>
              <a:rPr lang="en-US" sz="2800" dirty="0"/>
              <a:t>in your perfect righteousness;</a:t>
            </a:r>
            <a:br>
              <a:rPr lang="en-US" sz="2800" dirty="0"/>
            </a:br>
            <a:r>
              <a:rPr lang="en-US" sz="2800" dirty="0"/>
              <a:t>since my enemies are near,</a:t>
            </a:r>
            <a:br>
              <a:rPr lang="en-US" sz="2800" dirty="0"/>
            </a:br>
            <a:r>
              <a:rPr lang="en-US" sz="2800" dirty="0"/>
              <a:t>make straight paths before my face.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1268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Not one word they say is true;</a:t>
            </a:r>
            <a:br>
              <a:rPr lang="en-US" sz="2800" dirty="0"/>
            </a:br>
            <a:r>
              <a:rPr lang="en-US" sz="2800" dirty="0"/>
              <a:t>from their heart destruction comes;</a:t>
            </a:r>
            <a:br>
              <a:rPr lang="en-US" sz="2800" dirty="0"/>
            </a:br>
            <a:r>
              <a:rPr lang="en-US" sz="2800" dirty="0"/>
              <a:t>and their throats are open graves,</a:t>
            </a:r>
            <a:br>
              <a:rPr lang="en-US" sz="2800" dirty="0"/>
            </a:br>
            <a:r>
              <a:rPr lang="en-US" sz="2800" dirty="0"/>
              <a:t>yet they flatter with their tongues.</a:t>
            </a:r>
            <a:br>
              <a:rPr lang="en-US" sz="2800" dirty="0"/>
            </a:br>
            <a:r>
              <a:rPr lang="en-US" sz="2800" dirty="0"/>
              <a:t>Make them bear their guilt, O God;</a:t>
            </a:r>
            <a:br>
              <a:rPr lang="en-US" sz="2800" dirty="0"/>
            </a:br>
            <a:r>
              <a:rPr lang="en-US" sz="2800" dirty="0"/>
              <a:t>let them by their counsels fall;</a:t>
            </a:r>
            <a:br>
              <a:rPr lang="en-US" sz="2800" dirty="0"/>
            </a:br>
            <a:r>
              <a:rPr lang="en-US" sz="2800" dirty="0"/>
              <a:t>snare them in the schemes they plan,</a:t>
            </a:r>
            <a:br>
              <a:rPr lang="en-US" sz="2800" dirty="0"/>
            </a:br>
            <a:r>
              <a:rPr lang="en-US" sz="2800" dirty="0"/>
              <a:t>for against you they rebel.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8462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Let all those who flee to you</a:t>
            </a:r>
            <a:br>
              <a:rPr lang="en-US" sz="2800" dirty="0"/>
            </a:br>
            <a:r>
              <a:rPr lang="en-US" sz="2800" dirty="0"/>
              <a:t>find their refuge and be glad.</a:t>
            </a:r>
            <a:br>
              <a:rPr lang="en-US" sz="2800" dirty="0"/>
            </a:br>
            <a:r>
              <a:rPr lang="en-US" sz="2800" dirty="0"/>
              <a:t>Let them ever sing for joy,</a:t>
            </a:r>
            <a:br>
              <a:rPr lang="en-US" sz="2800" dirty="0"/>
            </a:br>
            <a:r>
              <a:rPr lang="en-US" sz="2800" dirty="0"/>
              <a:t>ever them protection spread.</a:t>
            </a:r>
            <a:br>
              <a:rPr lang="en-US" sz="2800" dirty="0"/>
            </a:br>
            <a:r>
              <a:rPr lang="en-US" sz="2800" dirty="0"/>
              <a:t>Those who truly love your name</a:t>
            </a:r>
            <a:br>
              <a:rPr lang="en-US" sz="2800" dirty="0"/>
            </a:br>
            <a:r>
              <a:rPr lang="en-US" sz="2800" dirty="0"/>
              <a:t>magnify you with their praise.</a:t>
            </a:r>
            <a:br>
              <a:rPr lang="en-US" sz="2800" dirty="0"/>
            </a:br>
            <a:r>
              <a:rPr lang="en-US" sz="2800" dirty="0"/>
              <a:t>You will bless the righteous, LORD,</a:t>
            </a:r>
            <a:br>
              <a:rPr lang="en-US" sz="2800" dirty="0"/>
            </a:br>
            <a:r>
              <a:rPr lang="en-US" sz="2800" dirty="0"/>
              <a:t>shielding him with all your grace.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11121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2020-08-07T02:15:49Z</dcterms:created>
  <dcterms:modified xsi:type="dcterms:W3CDTF">2020-08-07T02:16:09Z</dcterms:modified>
</cp:coreProperties>
</file>