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0" r:id="rId4"/>
    <p:sldId id="261" r:id="rId5"/>
    <p:sldId id="258" r:id="rId6"/>
    <p:sldId id="262" r:id="rId7"/>
    <p:sldId id="25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36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AB42E4-4F7E-4BC8-84D0-7A9F58E34667}" type="datetimeFigureOut">
              <a:rPr lang="en-US" smtClean="0"/>
              <a:t>3/24/2024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14B6DE-96C3-400F-B68C-CFBBC4CE6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60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77852-B088-44BD-89E9-CBF9FF1566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D9F3DD-B5BD-4AE7-BC10-0E1BB5E673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318B58-10E8-4C9B-9953-268376916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D8557-5B26-44B7-BCB2-E4D868C2B20E}" type="datetime1">
              <a:rPr lang="en-CA" smtClean="0"/>
              <a:t>2024-03-24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9A50EE-C98A-4125-85FB-BC720E56E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9DF48C-7BFA-4C0A-87FB-1CC76723D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44507-0349-4A95-AE24-165510ACAF2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39166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3B91D-A404-4EE9-AC26-D96B39122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96BE8-D564-48FB-AFF5-009605BD97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782B1-18D3-464F-8870-3215272C6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6D3F9-694A-4086-A623-DD75B5C21F2F}" type="datetime1">
              <a:rPr lang="en-CA" smtClean="0"/>
              <a:t>2024-03-24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3ECEC6-D2FA-4DE7-B7B9-B793979F6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E5289C-5475-4E6E-A493-BCF17B40E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44507-0349-4A95-AE24-165510ACAF2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57163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E7D93-7695-47BA-ACE6-D6E1C47C3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45FEE8-EC5D-4755-8B0C-C66BB00402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17AC36-3DF7-414A-B7BC-4A8FBA214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28249-2870-4BEE-B1B5-F4D68F423524}" type="datetime1">
              <a:rPr lang="en-CA" smtClean="0"/>
              <a:t>2024-03-24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DC0FB1-C5BA-4828-8996-C440D87FC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338AA3-22F1-4294-B3DD-4EF4B97F5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44507-0349-4A95-AE24-165510ACAF2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19006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53212-821D-4158-B4A9-8341AFCDD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84A6F-0578-4D8C-B5BD-A7C36C17E9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1B3B61-A8F8-4EA6-9B67-59B05013C6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9ED737-B4D5-4AB7-A6B4-9A37029F3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41DD4-3E8B-4C7F-861F-BC165BE6C0F0}" type="datetime1">
              <a:rPr lang="en-CA" smtClean="0"/>
              <a:t>2024-03-24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128A71-07B0-48B5-8FCB-01ABD8F76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F11E86-F2F6-42B3-8465-4D511540E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44507-0349-4A95-AE24-165510ACAF2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85735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60192-AB21-42A4-8287-C30BA7AD5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F42FBF-A7A3-45B5-9210-6E0230155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2F82FD-5550-4939-B62C-FF98A379AF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C7E5B3-84A4-4705-BE91-9B8DFC6CFF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E2EE6B-17AA-4E6E-9A7D-AD596AC31D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9DD93C-8494-4996-9C3E-40EB1676A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3FA6A-404C-4C19-8DE0-0454AB69CB70}" type="datetime1">
              <a:rPr lang="en-CA" smtClean="0"/>
              <a:t>2024-03-24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4AA240-30F5-4D11-84BF-0FBFE5E8A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41096E-34CC-4D12-8139-AA3AB2806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44507-0349-4A95-AE24-165510ACAF2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9239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AAE08-CFDC-445D-A4C3-539703F6B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755577-AC66-479A-8EE1-150D7AF9F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5CA7E-080E-43A6-9D5C-8DDD922EA0CB}" type="datetime1">
              <a:rPr lang="en-CA" smtClean="0"/>
              <a:t>2024-03-24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ED071-C962-48CC-99AC-631C9DF4F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F3EEBA-4F75-4784-9D12-BD9E82949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44507-0349-4A95-AE24-165510ACAF2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93458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03DD00-D975-4F2B-A7D8-94FF05B38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B8E7B-F164-4343-BDFB-B230C744441B}" type="datetime1">
              <a:rPr lang="en-CA" smtClean="0"/>
              <a:t>2024-03-24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16F5F8-DD3F-42B2-94F4-7C3545F25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3F8AC3-D91C-459B-9A20-32A9F66B9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44507-0349-4A95-AE24-165510ACAF2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07240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9C507-8348-4B9B-A287-3C9A5E53E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33E37-4836-4893-8654-3304C580D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86DD4A-2555-4191-A3C0-BF7220C6A8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536A94-6057-4AF4-A0C4-18D8F14DC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FEC09-826F-4BA2-A50A-2038EA8B0E2B}" type="datetime1">
              <a:rPr lang="en-CA" smtClean="0"/>
              <a:t>2024-03-24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7480AF-E009-4738-BE4E-EAC0616F8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19195F-3F67-419F-B5C9-C3B0C21F3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44507-0349-4A95-AE24-165510ACAF2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41651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8F65A-8709-42EA-B15B-8372E810C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1BFC16-D5D2-47BD-AAD7-5DEDECD005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A0916B-2F61-419C-B838-D44899CC11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3987FD-F97C-4E74-9F64-AD68DBC62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7A643-59D1-45A5-A9C8-C60F13B80A12}" type="datetime1">
              <a:rPr lang="en-CA" smtClean="0"/>
              <a:t>2024-03-24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6A8C97-E815-4A0E-B408-1BB999DB3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5D2E66-BED7-404C-AA85-03C5006D4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44507-0349-4A95-AE24-165510ACAF2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65296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DB3B4-52E5-4588-BE47-56196ADE0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9C5560-0226-4011-A765-678E3238A5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16AC85-E99D-446E-B9CF-885D97C6C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661C5-EC52-4205-AD61-5DB2FF1BDB9D}" type="datetime1">
              <a:rPr lang="en-CA" smtClean="0"/>
              <a:t>2024-03-24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AA190C-4457-4B23-B18F-AE6710B19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FBF32E-C94F-495C-A8DE-1E8FCFBA8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44507-0349-4A95-AE24-165510ACAF2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6613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69B713-D132-4CAF-9EC3-2A45419B85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D39B77-6D44-444D-A868-3654C3E518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51A93B-0B55-43AD-A248-25886A3ED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6DDAB-9870-40EF-8DF6-80311D83046F}" type="datetime1">
              <a:rPr lang="en-CA" smtClean="0"/>
              <a:t>2024-03-24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B4C3DC-AE07-476B-B6B1-A75A5F29C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39D3B-1B02-4573-A4AB-6A60A6183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44507-0349-4A95-AE24-165510ACAF2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373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E970D6-88AA-4359-803D-58D4F8BFB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7C0D3E-A23E-45CE-9BA4-70F757DE7D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D1E840-599E-4079-B2B6-85C2A70227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DEBF89-0288-4BC6-A1CB-D75044EE78C4}" type="datetime1">
              <a:rPr lang="en-CA" smtClean="0"/>
              <a:t>2024-03-24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E7B16F-0BC6-4755-AE4D-D83DDCEE11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58CB3D-3280-4AC7-BC7C-6342804477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E44507-0349-4A95-AE24-165510ACAF2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15521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D5DEAF8-9864-48E7-BEB7-CC8ADFC4310E}"/>
              </a:ext>
            </a:extLst>
          </p:cNvPr>
          <p:cNvSpPr txBox="1"/>
          <p:nvPr/>
        </p:nvSpPr>
        <p:spPr>
          <a:xfrm>
            <a:off x="1019175" y="323850"/>
            <a:ext cx="101536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#86A Hear Me, O LORD, and Answer Me</a:t>
            </a:r>
            <a:endParaRPr kumimoji="0" lang="en-CA" sz="4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86732A-100F-4925-8697-78808009BCD2}"/>
              </a:ext>
            </a:extLst>
          </p:cNvPr>
          <p:cNvSpPr txBox="1"/>
          <p:nvPr/>
        </p:nvSpPr>
        <p:spPr>
          <a:xfrm>
            <a:off x="2390775" y="2521059"/>
            <a:ext cx="74104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Hear me, O LORD, and answer me;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 I am needy, I am poor.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Safeguard your godly servant’s life;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Save me, my God, I trust in you.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92F458A-361A-2386-68E2-7DE9CF3ED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455727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5C6171-BCAB-470A-9DE0-7EFCF3D7098D}"/>
              </a:ext>
            </a:extLst>
          </p:cNvPr>
          <p:cNvSpPr txBox="1"/>
          <p:nvPr/>
        </p:nvSpPr>
        <p:spPr>
          <a:xfrm>
            <a:off x="2314575" y="2521059"/>
            <a:ext cx="75628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2</a:t>
            </a: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All day I cry to you, O Lord,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Show me your grace, be merciful.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Gladden your servant’s soul, O Lord,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For unto you I lift my soul.</a:t>
            </a:r>
            <a:endParaRPr lang="en-CA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AFCA96-ADA8-E441-1044-F27A6850F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06103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5C6171-BCAB-470A-9DE0-7EFCF3D7098D}"/>
              </a:ext>
            </a:extLst>
          </p:cNvPr>
          <p:cNvSpPr txBox="1"/>
          <p:nvPr/>
        </p:nvSpPr>
        <p:spPr>
          <a:xfrm>
            <a:off x="2314575" y="2521059"/>
            <a:ext cx="75628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3</a:t>
            </a: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For you, O Lord, alone are good;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Ready and willing to forgive.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All those who call upon your name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You will abundant mercy give.</a:t>
            </a:r>
            <a:endParaRPr lang="en-CA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E7CB9B-E39C-B16F-D741-8AB292A11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46756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5C6171-BCAB-470A-9DE0-7EFCF3D7098D}"/>
              </a:ext>
            </a:extLst>
          </p:cNvPr>
          <p:cNvSpPr txBox="1"/>
          <p:nvPr/>
        </p:nvSpPr>
        <p:spPr>
          <a:xfrm>
            <a:off x="2314575" y="2521059"/>
            <a:ext cx="75628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 Listen, O LORD, and heed my pray’r;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hear now my plea for grace, my cry.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my distress I call on you,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 in your mercy you reply.</a:t>
            </a:r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FF47C4-5A8C-6BBA-018F-0CBF0BC52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811822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352C27-3398-43E1-9D22-7F909A1F3C22}"/>
              </a:ext>
            </a:extLst>
          </p:cNvPr>
          <p:cNvSpPr txBox="1"/>
          <p:nvPr/>
        </p:nvSpPr>
        <p:spPr>
          <a:xfrm>
            <a:off x="2733675" y="2521059"/>
            <a:ext cx="67246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7. Teach me, O LORD, your way, that 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from your great truth may not depart;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 I might always fear your name,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give me an undivided heart.</a:t>
            </a:r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7EAE58-8EF2-48B9-3F35-53BEB77D2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72254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352C27-3398-43E1-9D22-7F909A1F3C22}"/>
              </a:ext>
            </a:extLst>
          </p:cNvPr>
          <p:cNvSpPr txBox="1"/>
          <p:nvPr/>
        </p:nvSpPr>
        <p:spPr>
          <a:xfrm>
            <a:off x="2733675" y="2521059"/>
            <a:ext cx="67246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8</a:t>
            </a: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I will, O Lord, with all my heart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Give you my thanks unceasingly.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Great is your steadfast love to me;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From </a:t>
            </a:r>
            <a:r>
              <a:rPr lang="en-CA" sz="2800" dirty="0" err="1">
                <a:solidFill>
                  <a:prstClr val="black"/>
                </a:solidFill>
                <a:latin typeface="Calibri" panose="020F0502020204030204"/>
              </a:rPr>
              <a:t>Sheol’s</a:t>
            </a: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 depths you rescue me.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A960E1-53FB-6632-C84B-608B866C8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882128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5422C5-F708-4A6F-BD0D-0715CABF656B}"/>
              </a:ext>
            </a:extLst>
          </p:cNvPr>
          <p:cNvSpPr txBox="1"/>
          <p:nvPr/>
        </p:nvSpPr>
        <p:spPr>
          <a:xfrm>
            <a:off x="1852612" y="2521059"/>
            <a:ext cx="848677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10. You, Lord, are merciful and kind,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slow to show anger, rich in grace;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you, God, abound in steadfast love;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great is your truth and faithfulness.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C0560A-3369-2B85-A7E7-488BB8E2F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539088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325</Words>
  <Application>Microsoft Office PowerPoint</Application>
  <PresentationFormat>Widescreen</PresentationFormat>
  <Paragraphs>36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Neil Tuininga</cp:lastModifiedBy>
  <cp:revision>2</cp:revision>
  <dcterms:created xsi:type="dcterms:W3CDTF">2021-04-24T18:09:31Z</dcterms:created>
  <dcterms:modified xsi:type="dcterms:W3CDTF">2024-03-24T15:42:51Z</dcterms:modified>
</cp:coreProperties>
</file>