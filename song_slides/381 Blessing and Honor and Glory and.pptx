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7" r:id="rId2"/>
    <p:sldId id="258" r:id="rId3"/>
    <p:sldId id="260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3E7A14-4CEE-4DFA-BC87-17EF6FE2BD04}" type="datetimeFigureOut">
              <a:rPr lang="en-US" smtClean="0"/>
              <a:t>8/23/2024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9F8D78-001E-4793-994A-9A62ED285E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99280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188A22-6C60-AA35-F859-8799C9C3A7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755E21-0BE9-A9CE-9575-C1D160CB3A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A3227C-C854-6EF2-0B8A-CD1EE6D6D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F06DB-CB33-47CC-8D35-D3CE8AB6B931}" type="datetime1">
              <a:rPr lang="en-US" smtClean="0"/>
              <a:t>8/23/2024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CC9089-F2DF-1535-933D-7CA4F1E37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70BD10-9303-4C7E-86D7-AAE607E701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33EAC-BD6C-45C3-87D7-B38765BBC6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83361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9EC55-B85D-77C9-1886-68E8ADCBA2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2F7AC8-ADD2-AFFE-D192-E4B1092744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869380-AD7A-EF88-D4AD-624FCA900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36C69-9DA3-4C9D-8FEC-0428E2F3A9B5}" type="datetime1">
              <a:rPr lang="en-US" smtClean="0"/>
              <a:t>8/23/2024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FC468-EE07-3633-6335-BC6859BC41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E828F4-8F0B-D45E-3263-D098A01E54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33EAC-BD6C-45C3-87D7-B38765BBC6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2433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26DC7-E20C-B57A-BCD8-FBADBFD657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1EDE21-A200-6BEC-1E51-49EA3524E9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F66FA1-C77F-C4E8-0C6C-BD8060C08D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D07DC4-AC46-479A-BF1B-38489A2A6306}" type="datetime1">
              <a:rPr lang="en-US" smtClean="0"/>
              <a:t>8/23/2024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979D3C-71A5-75BD-FD0E-4CC053E57E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2980DC-1214-7E04-1A02-9DEBCC822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33EAC-BD6C-45C3-87D7-B38765BBC6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4797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80EFD-465E-041C-D6DE-C0BF54500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FDEED1-A191-871F-77B4-5FBF9E3E49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6A924E-6A21-A06E-1CA8-7BC6E96872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3098AB-76BD-7A29-63A5-3551CD7DA1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033007-2639-4B81-BCA7-63EE95ED91E8}" type="datetime1">
              <a:rPr lang="en-US" smtClean="0"/>
              <a:t>8/23/2024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A81EA8-6C05-7E64-C0C5-F5504F4B6C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22CD7F-74F4-76A0-2949-ED24B29AF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33EAC-BD6C-45C3-87D7-B38765BBC6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3548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3CCE7-CF5C-D738-22C5-2E9A0DF1E8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21CA30-4D8F-68CB-6E25-D69B4B701C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2CAD8C-BBE9-4D9B-0B8E-1A347A97D7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020DA6-C8F0-AA52-6E07-6F89B67E50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5A8295E-DCE9-EFAA-1EA4-56716475FF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4BA271-19A0-1EFE-2092-70A0509600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D7E3B-74A6-4A59-96DD-6A72F67EF9B5}" type="datetime1">
              <a:rPr lang="en-US" smtClean="0"/>
              <a:t>8/23/2024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E060548-6C21-4639-6139-F03E256E5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Psalter Hymnal, 2018, used by permission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A9523B6-1BEA-19E5-1A6B-5F0BB8E2E7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33EAC-BD6C-45C3-87D7-B38765BBC6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8935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98768-FF82-DC3C-AD10-CC8C080AE6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64EEC5-772F-68EE-0A18-8962C4D5D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EF672-6907-4BBC-B93C-357FC2E5391A}" type="datetime1">
              <a:rPr lang="en-US" smtClean="0"/>
              <a:t>8/23/2024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7F3FD0-C181-B804-1F7F-CBA22E8719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Psalter Hymnal, 2018, used by permission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CB33D9-68A7-A7F3-DC05-00812089A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33EAC-BD6C-45C3-87D7-B38765BBC6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91373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B828E1B-71C3-41BF-C47C-48EBA75F88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BFC997-9EA3-4C3C-AF8D-01E8AEAFEB83}" type="datetime1">
              <a:rPr lang="en-US" smtClean="0"/>
              <a:t>8/23/2024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BAFC49-123D-467A-C9E9-5DD2F4B10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Psalter Hymnal, 2018, used by permission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349FBF-51F7-CBE5-44B7-59F48801B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33EAC-BD6C-45C3-87D7-B38765BBC6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66905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A850B-13D4-BDCC-8A55-F2E975C057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4B7A73-DD28-4508-3935-6F2E3A6065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3015AA-5A4E-7A86-3C43-2D02A707E8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FBA0D6-D6D7-C7A7-F40D-00A6B4E222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F9AFB-7F69-41CA-B5A0-9E212D42D59F}" type="datetime1">
              <a:rPr lang="en-US" smtClean="0"/>
              <a:t>8/23/2024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709E9D-3FD3-AC57-C60C-6AFF88F3D9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F58B29-0D22-2BCF-2857-6A127030D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33EAC-BD6C-45C3-87D7-B38765BBC6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07509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C13D6D-B978-4A44-406C-A4BC616FB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B6CF885-91FE-D5DF-7516-0A3C1F1A4A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EE4629-6C37-C424-48AC-F105E625FD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78826A-BD58-9F83-2FB1-498CE1806E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C4804-C987-4886-9C71-43339B5DC417}" type="datetime1">
              <a:rPr lang="en-US" smtClean="0"/>
              <a:t>8/23/2024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54CCB9-7B2D-7346-BB48-EDC1E7158E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892A0B-DEDB-BCF7-B804-76D2427E1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33EAC-BD6C-45C3-87D7-B38765BBC6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3281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7209F1-494B-C2E4-10AF-BFF94C667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6B7C25-9633-448C-3091-D2544A7145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EAC9C5-102D-2413-1287-FC32331281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8FAF7-0A5E-4942-98FD-44FCC8FC8C83}" type="datetime1">
              <a:rPr lang="en-US" smtClean="0"/>
              <a:t>8/23/2024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2EFCEC-07E1-FB0E-44CA-67B1C5486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EAA708-3C4C-13DB-25A3-B2CAAEEDA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33EAC-BD6C-45C3-87D7-B38765BBC6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7593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22DC678-B584-EC10-B943-20622218C07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5385D6-26EB-5F5F-5C3B-EE305ADE01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E5A946-57E8-46D1-81AD-EBB7DA25A2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D28446-49EA-41C1-BC43-B09AD58B1494}" type="datetime1">
              <a:rPr lang="en-US" smtClean="0"/>
              <a:t>8/23/2024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53607D-61D1-220D-59B9-485416179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00D1F6-C0D7-58F4-CCB1-4BD9A3C56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B33EAC-BD6C-45C3-87D7-B38765BBC6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4690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77C0155-3E68-A419-8F53-24D1B6A81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9CDF24-AB7F-3D93-9B84-7D3CD27CC5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F54610-2CDA-A711-F119-F115C39907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01D4BF-D47D-40DF-A892-89C444DAB4D8}" type="datetime1">
              <a:rPr lang="en-US" smtClean="0"/>
              <a:t>8/23/2024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4C184C-5200-BE36-3513-F3E0D9946A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6D2B13-8C23-2C60-CF63-33940E1EF8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B33EAC-BD6C-45C3-87D7-B38765BBC6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80395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C6547A-5EDF-4271-D8D3-7002E14FDA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928230" cy="1325563"/>
          </a:xfrm>
        </p:spPr>
        <p:txBody>
          <a:bodyPr/>
          <a:lstStyle/>
          <a:p>
            <a:r>
              <a:rPr lang="en-US" i="1" dirty="0"/>
              <a:t>#381 Blessing and Honor and Glory and Power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6A897C-FA9D-5081-8875-799DD6BCBA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</a:rPr>
              <a:t>1 Blessing and honor and glory and </a:t>
            </a:r>
            <a:r>
              <a:rPr lang="en-US" b="0" i="0" dirty="0" err="1">
                <a:solidFill>
                  <a:srgbClr val="222222"/>
                </a:solidFill>
                <a:effectLst/>
              </a:rPr>
              <a:t>pow'r</a:t>
            </a:r>
            <a:r>
              <a:rPr lang="en-US" b="0" i="0" dirty="0">
                <a:solidFill>
                  <a:srgbClr val="222222"/>
                </a:solidFill>
                <a:effectLst/>
              </a:rPr>
              <a:t>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wisdom and riches and strength evermore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give ye to him who our battle hath won,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whose are the kingdom, the crown, and the throne.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503CE3-4A9C-FDF7-4707-91FEE2212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17266974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38015-BB0C-94AF-FFC8-2282D7D00C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ECD901-5CA7-B820-FEA7-A470EE22FF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</a:rPr>
              <a:t>2 </a:t>
            </a:r>
            <a:r>
              <a:rPr lang="en-US" b="0" i="0" dirty="0" err="1">
                <a:solidFill>
                  <a:srgbClr val="222222"/>
                </a:solidFill>
                <a:effectLst/>
                <a:highlight>
                  <a:srgbClr val="FFFFFF"/>
                </a:highlight>
              </a:rPr>
              <a:t>Soundeth</a:t>
            </a: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</a:rPr>
              <a:t> the </a:t>
            </a:r>
            <a:r>
              <a:rPr lang="en-US" b="0" i="0" dirty="0" err="1">
                <a:solidFill>
                  <a:srgbClr val="222222"/>
                </a:solidFill>
                <a:effectLst/>
                <a:highlight>
                  <a:srgbClr val="FFFFFF"/>
                </a:highlight>
              </a:rPr>
              <a:t>heav'n</a:t>
            </a: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</a:rPr>
              <a:t> of the </a:t>
            </a:r>
            <a:r>
              <a:rPr lang="en-US" b="0" i="0" dirty="0" err="1">
                <a:solidFill>
                  <a:srgbClr val="222222"/>
                </a:solidFill>
                <a:effectLst/>
                <a:highlight>
                  <a:srgbClr val="FFFFFF"/>
                </a:highlight>
              </a:rPr>
              <a:t>heav'ns</a:t>
            </a: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</a:rPr>
              <a:t> with his name;</a:t>
            </a:r>
            <a:br>
              <a:rPr lang="en-US" dirty="0"/>
            </a:br>
            <a:r>
              <a:rPr lang="en-US" b="0" i="0" dirty="0" err="1">
                <a:solidFill>
                  <a:srgbClr val="222222"/>
                </a:solidFill>
                <a:effectLst/>
                <a:highlight>
                  <a:srgbClr val="FFFFFF"/>
                </a:highlight>
              </a:rPr>
              <a:t>ringeth</a:t>
            </a: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</a:rPr>
              <a:t> the earth with his glory and fame;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</a:rPr>
              <a:t>ocean and mountain, stream, forest, and </a:t>
            </a:r>
            <a:r>
              <a:rPr lang="en-US" b="0" i="0" dirty="0" err="1">
                <a:solidFill>
                  <a:srgbClr val="222222"/>
                </a:solidFill>
                <a:effectLst/>
                <a:highlight>
                  <a:srgbClr val="FFFFFF"/>
                </a:highlight>
              </a:rPr>
              <a:t>flow'r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</a:rPr>
              <a:t>echo his praises and tell of his </a:t>
            </a:r>
            <a:r>
              <a:rPr lang="en-US" b="0" i="0" dirty="0" err="1">
                <a:solidFill>
                  <a:srgbClr val="222222"/>
                </a:solidFill>
                <a:effectLst/>
                <a:highlight>
                  <a:srgbClr val="FFFFFF"/>
                </a:highlight>
              </a:rPr>
              <a:t>pow'r</a:t>
            </a: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</a:rPr>
              <a:t>.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E52E18-74A7-35B6-1216-AD599E6646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42391805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38015-BB0C-94AF-FFC8-2282D7D00C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ECD901-5CA7-B820-FEA7-A470EE22FF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</a:rPr>
              <a:t>3 Ever </a:t>
            </a:r>
            <a:r>
              <a:rPr lang="en-US" b="0" i="0" dirty="0" err="1">
                <a:solidFill>
                  <a:srgbClr val="222222"/>
                </a:solidFill>
                <a:effectLst/>
                <a:highlight>
                  <a:srgbClr val="FFFFFF"/>
                </a:highlight>
              </a:rPr>
              <a:t>ascendeth</a:t>
            </a: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</a:rPr>
              <a:t> the song and the joy;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</a:rPr>
              <a:t>ever </a:t>
            </a:r>
            <a:r>
              <a:rPr lang="en-US" b="0" i="0" dirty="0" err="1">
                <a:solidFill>
                  <a:srgbClr val="222222"/>
                </a:solidFill>
                <a:effectLst/>
                <a:highlight>
                  <a:srgbClr val="FFFFFF"/>
                </a:highlight>
              </a:rPr>
              <a:t>descendeth</a:t>
            </a: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</a:rPr>
              <a:t> the love from on high;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</a:rPr>
              <a:t>blessing and honor and glory and praise-—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  <a:highlight>
                  <a:srgbClr val="FFFFFF"/>
                </a:highlight>
              </a:rPr>
              <a:t>this is the theme of the hymns that we raise.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E52E18-74A7-35B6-1216-AD599E6646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37815920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38015-BB0C-94AF-FFC8-2282D7D00C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ECD901-5CA7-B820-FEA7-A470EE22FF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</a:rPr>
              <a:t>4 Give we the glory and praise to the Lamb;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take we the robe and the harp and the palm;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sing we the song of the Lamb that was slain,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dying in weakness, but rising to reign.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E52E18-74A7-35B6-1216-AD599E6646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2235899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211</Words>
  <Application>Microsoft Office PowerPoint</Application>
  <PresentationFormat>Widescreen</PresentationFormat>
  <Paragraphs>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#381 Blessing and Honor and Glory and Power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#381 Blessing and Honor and Glory and Power</dc:title>
  <dc:creator>Neil Tuininga</dc:creator>
  <cp:lastModifiedBy>Neil Tuininga</cp:lastModifiedBy>
  <cp:revision>3</cp:revision>
  <dcterms:created xsi:type="dcterms:W3CDTF">2024-01-21T03:28:51Z</dcterms:created>
  <dcterms:modified xsi:type="dcterms:W3CDTF">2024-08-23T15:52:50Z</dcterms:modified>
</cp:coreProperties>
</file>