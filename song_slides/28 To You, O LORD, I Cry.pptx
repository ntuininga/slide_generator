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11" r:id="rId2"/>
    <p:sldId id="512" r:id="rId3"/>
    <p:sldId id="513" r:id="rId4"/>
    <p:sldId id="514" r:id="rId5"/>
    <p:sldId id="541" r:id="rId6"/>
    <p:sldId id="542" r:id="rId7"/>
    <p:sldId id="543" r:id="rId8"/>
    <p:sldId id="54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7641443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1153046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378711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2021-12-31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0587848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2021-12-31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1842264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2021-12-31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1794318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2021-12-31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2074548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2021-12-31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307230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2021-12-31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520974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4422475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5005513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532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578803-52D9-409F-8FAC-84119386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B36C5-6E0F-4D7A-A694-BE9CE113C2E1}"/>
              </a:ext>
            </a:extLst>
          </p:cNvPr>
          <p:cNvSpPr txBox="1"/>
          <p:nvPr/>
        </p:nvSpPr>
        <p:spPr>
          <a:xfrm>
            <a:off x="904875" y="136525"/>
            <a:ext cx="10382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#28 To You, O LORD, I Cry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EA479-A592-4965-BBEE-1858D78EF6D5}"/>
              </a:ext>
            </a:extLst>
          </p:cNvPr>
          <p:cNvSpPr txBox="1"/>
          <p:nvPr/>
        </p:nvSpPr>
        <p:spPr>
          <a:xfrm>
            <a:off x="1976437" y="2521059"/>
            <a:ext cx="8239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you, O LORD, I cry; my Rock,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not be deaf to my lament.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you are silent I become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ike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those that to the pit descend.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47017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5AF48E-981A-43F3-B985-F6A64CA6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85440-1647-4320-9D7D-9CE5DE0826D4}"/>
              </a:ext>
            </a:extLst>
          </p:cNvPr>
          <p:cNvSpPr txBox="1"/>
          <p:nvPr/>
        </p:nvSpPr>
        <p:spPr>
          <a:xfrm>
            <a:off x="1862137" y="2521059"/>
            <a:ext cx="84677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Receive my plea for mercy,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now I call to you for grace;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lift my hands to you in prayer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look to your most holy place.</a:t>
            </a:r>
          </a:p>
        </p:txBody>
      </p:sp>
    </p:spTree>
    <p:extLst>
      <p:ext uri="{BB962C8B-B14F-4D97-AF65-F5344CB8AC3E}">
        <p14:creationId xmlns:p14="http://schemas.microsoft.com/office/powerpoint/2010/main" val="824803430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F3587B-80BB-4F63-B789-BFBED01A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4DB46-ECA2-4123-8732-BC834650BD55}"/>
              </a:ext>
            </a:extLst>
          </p:cNvPr>
          <p:cNvSpPr txBox="1"/>
          <p:nvPr/>
        </p:nvSpPr>
        <p:spPr>
          <a:xfrm>
            <a:off x="1666875" y="2521059"/>
            <a:ext cx="8858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drag me not away with those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practice wickedness and sin,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kindly to their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neighbours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speak,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harbour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malice deep within.</a:t>
            </a:r>
          </a:p>
        </p:txBody>
      </p:sp>
    </p:spTree>
    <p:extLst>
      <p:ext uri="{BB962C8B-B14F-4D97-AF65-F5344CB8AC3E}">
        <p14:creationId xmlns:p14="http://schemas.microsoft.com/office/powerpoint/2010/main" val="4127233102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0790C0-73DF-456F-8543-77904D9B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7CEB9-656F-4F55-9259-80FB9BC5DDE1}"/>
              </a:ext>
            </a:extLst>
          </p:cNvPr>
          <p:cNvSpPr txBox="1"/>
          <p:nvPr/>
        </p:nvSpPr>
        <p:spPr>
          <a:xfrm>
            <a:off x="1645443" y="2521059"/>
            <a:ext cx="89011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Repay them for their evil deeds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according to their wickedness;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 back on them their just reward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punish their unrighteousness.</a:t>
            </a:r>
          </a:p>
        </p:txBody>
      </p:sp>
    </p:spTree>
    <p:extLst>
      <p:ext uri="{BB962C8B-B14F-4D97-AF65-F5344CB8AC3E}">
        <p14:creationId xmlns:p14="http://schemas.microsoft.com/office/powerpoint/2010/main" val="85415518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ACC23D-DDAA-4A3B-9DB9-6CDA5CF88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C0FD84-E05F-4D3D-9DF6-5FF172301156}"/>
              </a:ext>
            </a:extLst>
          </p:cNvPr>
          <p:cNvSpPr txBox="1"/>
          <p:nvPr/>
        </p:nvSpPr>
        <p:spPr>
          <a:xfrm>
            <a:off x="1933575" y="2521059"/>
            <a:ext cx="8324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Because they slight the works of God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treat his actions with disdain,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justice he will tear them down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never build them up again.</a:t>
            </a:r>
          </a:p>
        </p:txBody>
      </p:sp>
    </p:spTree>
    <p:extLst>
      <p:ext uri="{BB962C8B-B14F-4D97-AF65-F5344CB8AC3E}">
        <p14:creationId xmlns:p14="http://schemas.microsoft.com/office/powerpoint/2010/main" val="4125323264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FAAA68-B089-44A3-80F2-5A120A27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8061F-133E-43C7-BB06-996A3D4811B2}"/>
              </a:ext>
            </a:extLst>
          </p:cNvPr>
          <p:cNvSpPr txBox="1"/>
          <p:nvPr/>
        </p:nvSpPr>
        <p:spPr>
          <a:xfrm>
            <a:off x="1662112" y="2521059"/>
            <a:ext cx="8867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Blest be the LORD, for he has heard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plea for mercy which I made.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God is my strength and shield;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trust in him who sends me aid.</a:t>
            </a:r>
          </a:p>
        </p:txBody>
      </p:sp>
    </p:spTree>
    <p:extLst>
      <p:ext uri="{BB962C8B-B14F-4D97-AF65-F5344CB8AC3E}">
        <p14:creationId xmlns:p14="http://schemas.microsoft.com/office/powerpoint/2010/main" val="2312478045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702158-A41C-4D9C-8F66-4AFA0CCB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93B84-1870-48DC-95FC-F33DC6162A9F}"/>
              </a:ext>
            </a:extLst>
          </p:cNvPr>
          <p:cNvSpPr txBox="1"/>
          <p:nvPr/>
        </p:nvSpPr>
        <p:spPr>
          <a:xfrm>
            <a:off x="1462087" y="2521059"/>
            <a:ext cx="9267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My heart uplifted leaps for joy;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thanks to him I gladly sing.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God is his people’s strength,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saving fortress for his king.</a:t>
            </a:r>
          </a:p>
        </p:txBody>
      </p:sp>
    </p:spTree>
    <p:extLst>
      <p:ext uri="{BB962C8B-B14F-4D97-AF65-F5344CB8AC3E}">
        <p14:creationId xmlns:p14="http://schemas.microsoft.com/office/powerpoint/2010/main" val="3732023665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E0CBA9-1C26-46E7-9A5B-7FC958DA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9040C-1979-4192-BBBE-195ABF109F35}"/>
              </a:ext>
            </a:extLst>
          </p:cNvPr>
          <p:cNvSpPr txBox="1"/>
          <p:nvPr/>
        </p:nvSpPr>
        <p:spPr>
          <a:xfrm>
            <a:off x="1733550" y="2521059"/>
            <a:ext cx="8724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O save your people, your own flock,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bless your heritage, dear LORD.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Attend them with a shepherd’s care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carry them forevermore.</a:t>
            </a:r>
          </a:p>
        </p:txBody>
      </p:sp>
    </p:spTree>
    <p:extLst>
      <p:ext uri="{BB962C8B-B14F-4D97-AF65-F5344CB8AC3E}">
        <p14:creationId xmlns:p14="http://schemas.microsoft.com/office/powerpoint/2010/main" val="1046898012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341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2021-12-31T18:38:06Z</dcterms:created>
  <dcterms:modified xsi:type="dcterms:W3CDTF">2021-12-31T18:39:15Z</dcterms:modified>
</cp:coreProperties>
</file>