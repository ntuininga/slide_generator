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8" r:id="rId2"/>
    <p:sldId id="369" r:id="rId3"/>
    <p:sldId id="370" r:id="rId4"/>
    <p:sldId id="396" r:id="rId5"/>
    <p:sldId id="397" r:id="rId6"/>
    <p:sldId id="39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0" autoAdjust="0"/>
    <p:restoredTop sz="94660"/>
  </p:normalViewPr>
  <p:slideViewPr>
    <p:cSldViewPr snapToGrid="0">
      <p:cViewPr varScale="1">
        <p:scale>
          <a:sx n="92" d="100"/>
          <a:sy n="92" d="100"/>
        </p:scale>
        <p:origin x="8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34C72-D250-4B97-9E28-3517BA767E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47B268-504A-466D-B527-ABAB6ED248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A1C6E-E3C6-4F15-9A4F-BD07278CF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D749-BFF4-428E-8E49-53B300D6EF76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9C751-1C8E-496F-AE8C-CB8119760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5E971-C31F-4F1F-BC53-2ED4EF525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815C0-E575-460A-9F90-8FA7EF8F6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1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23C99-B101-40F7-89E5-1BD36C61A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EECAB-F880-4779-88CC-6F3C6FC35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E78F9-3E13-4055-B3B1-A2445CF36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D749-BFF4-428E-8E49-53B300D6EF76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85DBB-24CB-45EA-9C8C-243B4D311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4E7B7-E067-485C-ACD4-897641B04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815C0-E575-460A-9F90-8FA7EF8F6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244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C74EB-AFA7-4E98-8ABE-C344EFB9E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8873B-9981-48BB-AB14-8DC05E54A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76C4F-5510-477E-8D18-08D9E33AC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D749-BFF4-428E-8E49-53B300D6EF76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24A94-0D6B-4982-A4E4-1D0FD8D29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B1659-8E6D-4E54-8E23-531005FDE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815C0-E575-460A-9F90-8FA7EF8F6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395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2294B-3901-4298-B230-B9D4BC3BB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4E370-DED4-4941-9A3C-3308356356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F9375-8FEF-4B1B-ACCE-4DB9F6DAE3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67D734-370F-4465-BFC2-83BFC5ABE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D749-BFF4-428E-8E49-53B300D6EF76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08F9FA-C59D-480F-A962-6AF2E5F40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F380C-74AE-45BA-8CAD-9095B7D3A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815C0-E575-460A-9F90-8FA7EF8F6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009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41D59-1137-4078-AAC6-A788F8A24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BC136-1C2E-4AEB-AC7D-D6DC221C2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C73D6B-17A5-4A7E-9279-8BD3401C45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A7FC75-F8C5-4309-A88C-6B06EF04CD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D7DA02-E01C-4111-9CB3-0BAEC207C2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55510B-D4A2-439E-B67E-FBE3115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D749-BFF4-428E-8E49-53B300D6EF76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60854C-EFA5-4000-BEBA-28C55C61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F308D4-752C-45AA-B4A7-7363349D1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815C0-E575-460A-9F90-8FA7EF8F6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55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243C2-9EAD-4EF6-AF0B-F12046BC2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58598-DC34-468F-822D-D87CABDBD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D749-BFF4-428E-8E49-53B300D6EF76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83AC31-6F05-4527-B410-F588C6CD6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189A76-BB52-453D-9A87-127875736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815C0-E575-460A-9F90-8FA7EF8F6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631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FEBC37-DC40-42DB-BB06-A74D6DC08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D749-BFF4-428E-8E49-53B300D6EF76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64EA7C-1306-49EC-9092-A21244843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FD261-771F-44F1-BF2E-D0D88DFCB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815C0-E575-460A-9F90-8FA7EF8F6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1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AFA7B-F3EA-4180-A040-85E4540C9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81955-9FD3-402D-B63A-46CFC6F7F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DB4116-577E-44BF-ABA9-A09390250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A9D54-854A-4BB0-84EF-70E3BC5D2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D749-BFF4-428E-8E49-53B300D6EF76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B84916-8226-40A8-B813-F6FFB5B5F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961378-9EF8-4DCE-B398-1A573F5D0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815C0-E575-460A-9F90-8FA7EF8F6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830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23711-6FD9-4E0C-A985-64C220A34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6A5E53-3F6F-453B-AFC6-9F264D573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F8EA12-239D-48F1-BAA8-21A589E3FC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423FE9-36ED-4DF8-A4C6-2B405681C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D749-BFF4-428E-8E49-53B300D6EF76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3764AE-CE3F-44EA-A13F-1F22C441D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DE40F-5009-4BF2-A3B8-697BD9FF4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815C0-E575-460A-9F90-8FA7EF8F6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667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8B816-E24B-4667-9FFF-692DF3F9B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95FA50-CB67-42BD-88A2-212E442ACB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E630F-96F3-42BF-869B-88EEE4E25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D749-BFF4-428E-8E49-53B300D6EF76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FC451-DDA9-4B5E-A0DC-6B260AC86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80574-919B-4AB2-9A3C-6DB43D3BC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815C0-E575-460A-9F90-8FA7EF8F6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908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AEAF9D-13B8-45E0-846B-F745439142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DD0C3D-9B48-4FF4-9811-22A7A8497A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E2540-6D2D-45AA-9854-D3DB86284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D749-BFF4-428E-8E49-53B300D6EF76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FBF69-1FCA-42E0-B709-514314186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C6B77-FC1D-408C-858E-E87D0D18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815C0-E575-460A-9F90-8FA7EF8F6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76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5A752A-F135-41E0-9F33-BE38313DC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93F1E6-F6CD-41A6-87BD-4DA282CF5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C1612-1D26-4613-A3D5-0B1C3AAFB1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9D749-BFF4-428E-8E49-53B300D6EF76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820BE-7693-4EF5-946E-8ED6A39707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E52B7-A653-45E9-8F3F-802DA4ED4B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815C0-E575-460A-9F90-8FA7EF8F6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350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#136 O Thank the LORD, for He Is Good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641684" y="1613118"/>
            <a:ext cx="109086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AutoNum type="arabicPeriod"/>
            </a:pPr>
            <a:r>
              <a:rPr lang="en-US" sz="2800" dirty="0">
                <a:solidFill>
                  <a:prstClr val="black"/>
                </a:solidFill>
              </a:rPr>
              <a:t>O thanks the LORD, for he is good,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his love endures forever!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Give thanks unto the God of gods,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his love endures forever!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Give thanks unto the Lord of lords.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his love endures forever!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To him alone who does great works,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his love endures forever!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292122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i="1" dirty="0">
                <a:solidFill>
                  <a:prstClr val="black"/>
                </a:solidFill>
              </a:rPr>
              <a:t>2. </a:t>
            </a:r>
            <a:r>
              <a:rPr lang="en-CA" dirty="0">
                <a:solidFill>
                  <a:prstClr val="black"/>
                </a:solidFill>
              </a:rPr>
              <a:t>Praise him whose wisdom made the </a:t>
            </a:r>
            <a:r>
              <a:rPr lang="en-CA" dirty="0" err="1">
                <a:solidFill>
                  <a:prstClr val="black"/>
                </a:solidFill>
              </a:rPr>
              <a:t>heav’ns</a:t>
            </a:r>
            <a:r>
              <a:rPr lang="en-CA" dirty="0">
                <a:solidFill>
                  <a:prstClr val="black"/>
                </a:solidFill>
              </a:rPr>
              <a:t>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his love endures forever!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Who o’er the seas the earth has spread,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his love endures forever!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Who made great lights for day and night,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his love endures forever!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The sun and moon and stars on high,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his love endures forever!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88351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i="1" dirty="0">
                <a:solidFill>
                  <a:prstClr val="black"/>
                </a:solidFill>
              </a:rPr>
              <a:t>3. </a:t>
            </a:r>
            <a:r>
              <a:rPr lang="en-CA" dirty="0">
                <a:solidFill>
                  <a:prstClr val="black"/>
                </a:solidFill>
              </a:rPr>
              <a:t>He struck down Egypt’s firstborn sons,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his love endures forever!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And brought out </a:t>
            </a:r>
            <a:r>
              <a:rPr lang="en-CA" dirty="0" err="1">
                <a:solidFill>
                  <a:prstClr val="black"/>
                </a:solidFill>
              </a:rPr>
              <a:t>Isr’el’s</a:t>
            </a:r>
            <a:r>
              <a:rPr lang="en-CA" dirty="0">
                <a:solidFill>
                  <a:prstClr val="black"/>
                </a:solidFill>
              </a:rPr>
              <a:t> chosen ones,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his love endures forever!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With outstretched arm and mighty hand,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his love endures forever!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Who split the Sea to form dry land,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his love endures forever!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63333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C49B82-2B24-46D8-B088-70035C14C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0678EB-B03F-4429-91E8-0E8C0C299CA2}"/>
              </a:ext>
            </a:extLst>
          </p:cNvPr>
          <p:cNvSpPr txBox="1"/>
          <p:nvPr/>
        </p:nvSpPr>
        <p:spPr>
          <a:xfrm>
            <a:off x="942975" y="1659285"/>
            <a:ext cx="103060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4. He brought all </a:t>
            </a:r>
            <a:r>
              <a:rPr lang="en-US" sz="2800" dirty="0" err="1"/>
              <a:t>Isr’el</a:t>
            </a:r>
            <a:r>
              <a:rPr lang="en-US" sz="2800" dirty="0"/>
              <a:t> through the Sea,</a:t>
            </a:r>
          </a:p>
          <a:p>
            <a:pPr algn="ctr"/>
            <a:r>
              <a:rPr lang="en-US" sz="2800" dirty="0"/>
              <a:t>his love endures forever!</a:t>
            </a:r>
          </a:p>
          <a:p>
            <a:pPr algn="ctr"/>
            <a:r>
              <a:rPr lang="en-US" sz="2800" dirty="0"/>
              <a:t>But drowned the Pharaoh’s company,</a:t>
            </a:r>
          </a:p>
          <a:p>
            <a:pPr algn="ctr"/>
            <a:r>
              <a:rPr lang="en-US" sz="2800" dirty="0"/>
              <a:t>his love endures forever!</a:t>
            </a:r>
          </a:p>
          <a:p>
            <a:pPr algn="ctr"/>
            <a:r>
              <a:rPr lang="en-US" sz="2800" dirty="0"/>
              <a:t>Who through the desert led his sons,</a:t>
            </a:r>
          </a:p>
          <a:p>
            <a:pPr algn="ctr"/>
            <a:r>
              <a:rPr lang="en-US" sz="2800" dirty="0"/>
              <a:t>his love endures forever!</a:t>
            </a:r>
          </a:p>
          <a:p>
            <a:pPr algn="ctr"/>
            <a:r>
              <a:rPr lang="en-US" sz="2800" dirty="0"/>
              <a:t>Who killed great kings, the mighty ones,</a:t>
            </a:r>
          </a:p>
          <a:p>
            <a:pPr algn="ctr"/>
            <a:r>
              <a:rPr lang="en-US" sz="2800" dirty="0"/>
              <a:t>his love endures forever!</a:t>
            </a:r>
          </a:p>
        </p:txBody>
      </p:sp>
    </p:spTree>
    <p:extLst>
      <p:ext uri="{BB962C8B-B14F-4D97-AF65-F5344CB8AC3E}">
        <p14:creationId xmlns:p14="http://schemas.microsoft.com/office/powerpoint/2010/main" val="3536897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BD7277-C6B3-4AD6-A2F6-3E5DC1FE2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81AC39-BB68-4815-8044-03E4E59116C5}"/>
              </a:ext>
            </a:extLst>
          </p:cNvPr>
          <p:cNvSpPr txBox="1"/>
          <p:nvPr/>
        </p:nvSpPr>
        <p:spPr>
          <a:xfrm>
            <a:off x="2214562" y="1247775"/>
            <a:ext cx="77628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5. King </a:t>
            </a:r>
            <a:r>
              <a:rPr lang="en-US" sz="2800" dirty="0" err="1"/>
              <a:t>Sihon</a:t>
            </a:r>
            <a:r>
              <a:rPr lang="en-US" sz="2800" dirty="0"/>
              <a:t> of the Amorites,</a:t>
            </a:r>
          </a:p>
          <a:p>
            <a:pPr algn="ctr"/>
            <a:r>
              <a:rPr lang="en-US" sz="2800" dirty="0"/>
              <a:t>his love endures forever!</a:t>
            </a:r>
          </a:p>
          <a:p>
            <a:pPr algn="ctr"/>
            <a:r>
              <a:rPr lang="en-US" sz="2800" dirty="0"/>
              <a:t>And </a:t>
            </a:r>
            <a:r>
              <a:rPr lang="en-US" sz="2800" dirty="0" err="1"/>
              <a:t>Og</a:t>
            </a:r>
            <a:r>
              <a:rPr lang="en-US" sz="2800" dirty="0"/>
              <a:t> who ruled the </a:t>
            </a:r>
            <a:r>
              <a:rPr lang="en-US" sz="2800" dirty="0" err="1"/>
              <a:t>Bashanites</a:t>
            </a:r>
            <a:r>
              <a:rPr lang="en-US" sz="2800" dirty="0"/>
              <a:t>,</a:t>
            </a:r>
          </a:p>
          <a:p>
            <a:pPr algn="ctr"/>
            <a:r>
              <a:rPr lang="en-US" sz="2800" dirty="0"/>
              <a:t>his love endures forever!</a:t>
            </a:r>
          </a:p>
          <a:p>
            <a:pPr algn="ctr"/>
            <a:r>
              <a:rPr lang="en-US" sz="2800" dirty="0"/>
              <a:t>On </a:t>
            </a:r>
            <a:r>
              <a:rPr lang="en-US" sz="2800" dirty="0" err="1"/>
              <a:t>Isr’el</a:t>
            </a:r>
            <a:r>
              <a:rPr lang="en-US" sz="2800" dirty="0"/>
              <a:t> he bestowed their lands,</a:t>
            </a:r>
          </a:p>
          <a:p>
            <a:pPr algn="ctr"/>
            <a:r>
              <a:rPr lang="en-US" sz="2800" dirty="0"/>
              <a:t>his love endures forever!</a:t>
            </a:r>
          </a:p>
          <a:p>
            <a:pPr algn="ctr"/>
            <a:r>
              <a:rPr lang="en-US" sz="2800" dirty="0"/>
              <a:t>His servant’s own inheritance,</a:t>
            </a:r>
          </a:p>
          <a:p>
            <a:pPr algn="ctr"/>
            <a:r>
              <a:rPr lang="en-US" sz="2800" dirty="0"/>
              <a:t>his love endures forever!</a:t>
            </a:r>
          </a:p>
        </p:txBody>
      </p:sp>
    </p:spTree>
    <p:extLst>
      <p:ext uri="{BB962C8B-B14F-4D97-AF65-F5344CB8AC3E}">
        <p14:creationId xmlns:p14="http://schemas.microsoft.com/office/powerpoint/2010/main" val="469473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B4C73CC-8BAC-4DCB-81F9-701A2270A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360C3C-DA61-44E4-81AD-A4DA91698483}"/>
              </a:ext>
            </a:extLst>
          </p:cNvPr>
          <p:cNvSpPr txBox="1"/>
          <p:nvPr/>
        </p:nvSpPr>
        <p:spPr>
          <a:xfrm>
            <a:off x="1804987" y="1304925"/>
            <a:ext cx="85820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6. He saw us in our low estate,</a:t>
            </a:r>
          </a:p>
          <a:p>
            <a:pPr algn="ctr"/>
            <a:r>
              <a:rPr lang="en-US" sz="2800" dirty="0"/>
              <a:t>his love endures forever!</a:t>
            </a:r>
          </a:p>
          <a:p>
            <a:pPr algn="ctr"/>
            <a:r>
              <a:rPr lang="en-US" sz="2800" dirty="0"/>
              <a:t>And saved us from our foes who hate,</a:t>
            </a:r>
          </a:p>
          <a:p>
            <a:pPr algn="ctr"/>
            <a:r>
              <a:rPr lang="en-US" sz="2800" dirty="0"/>
              <a:t>his love endures forever!</a:t>
            </a:r>
          </a:p>
          <a:p>
            <a:pPr algn="ctr"/>
            <a:r>
              <a:rPr lang="en-US" sz="2800" dirty="0"/>
              <a:t>Each creature’s food he does supply,</a:t>
            </a:r>
          </a:p>
          <a:p>
            <a:pPr algn="ctr"/>
            <a:r>
              <a:rPr lang="en-US" sz="2800" dirty="0"/>
              <a:t>his love endures forever!</a:t>
            </a:r>
          </a:p>
          <a:p>
            <a:pPr algn="ctr"/>
            <a:r>
              <a:rPr lang="en-US" sz="2800" dirty="0"/>
              <a:t>Give thanks to God enthroned on high,</a:t>
            </a:r>
          </a:p>
          <a:p>
            <a:pPr algn="ctr"/>
            <a:r>
              <a:rPr lang="en-US" sz="2800" dirty="0"/>
              <a:t>his love endures forever!</a:t>
            </a:r>
          </a:p>
        </p:txBody>
      </p:sp>
    </p:spTree>
    <p:extLst>
      <p:ext uri="{BB962C8B-B14F-4D97-AF65-F5344CB8AC3E}">
        <p14:creationId xmlns:p14="http://schemas.microsoft.com/office/powerpoint/2010/main" val="3468056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388</Words>
  <Application>Microsoft Office PowerPoint</Application>
  <PresentationFormat>Widescreen</PresentationFormat>
  <Paragraphs>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#136 O Thank the LORD, for He Is Good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#136 O Thank the LORD, for He Is Good</dc:title>
  <dc:creator>Eric Hoogendoorn</dc:creator>
  <cp:lastModifiedBy>Eric Hoogendoorn</cp:lastModifiedBy>
  <cp:revision>1</cp:revision>
  <dcterms:created xsi:type="dcterms:W3CDTF">2020-11-14T22:55:33Z</dcterms:created>
  <dcterms:modified xsi:type="dcterms:W3CDTF">2020-11-14T22:56:08Z</dcterms:modified>
</cp:coreProperties>
</file>