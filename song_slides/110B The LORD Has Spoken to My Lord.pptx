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842E20-B3BE-4847-8E50-5287E5057F40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313FF3-4E1B-410E-A5B2-A05CBFF138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145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BDE49-1385-464B-BF35-C27B7918C0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48A159-DE92-4DD3-8F39-EF041F0FAD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6C786-3FA2-4BF0-8802-76034CF2F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AE1AF-C9EB-415E-968A-40B2542F623E}" type="datetime1">
              <a:rPr lang="en-CA" smtClean="0"/>
              <a:t>2022-05-13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3D7AB-5B0E-4EBA-8A0E-2AC9E32FC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Book of Psalms for Worship, 2009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28C92-307E-4497-9FCF-8B9878F9A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4ACD7-EBCE-4750-9F5E-3FE992FEED6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18381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54983-496B-4030-BE2E-605A5DF99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914EB-7DA4-4176-B739-8347FCBA2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13AE3-5217-4232-A575-1322A861E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0849C-BAC7-4490-9532-DDF0B0584695}" type="datetime1">
              <a:rPr lang="en-CA" smtClean="0"/>
              <a:t>2022-05-13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B966F-B778-4410-8067-E24B69CF2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Book of Psalms for Worship, 2009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BCDA1-A725-4FF8-BEDF-0EEDB7DEB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4ACD7-EBCE-4750-9F5E-3FE992FEED6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81920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8D267-CB68-4292-A894-0A35785D9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876071-25E6-49B0-9C3E-BAA75770D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B38183-DB1A-41E1-B1E5-0A81A35AD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C59FF-10FD-48B7-8489-65F987BBD549}" type="datetime1">
              <a:rPr lang="en-CA" smtClean="0"/>
              <a:t>2022-05-13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4F793-4461-43A4-AB93-FF5C253A4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Book of Psalms for Worship, 2009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42828-ADE8-4AB6-BCF9-70D034602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4ACD7-EBCE-4750-9F5E-3FE992FEED6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3529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2B413-4478-4F6D-99E0-95B4B64A8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8EF84-72AB-43E9-B9E6-811373D0C3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8C89F9-81CA-4893-9C86-F32739212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785888-BC78-47EC-96FC-B814D0050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67974-6EB2-4CFC-B8AC-6B7FEC98D67C}" type="datetime1">
              <a:rPr lang="en-CA" smtClean="0"/>
              <a:t>2022-05-13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2E611C-165F-4E18-A6DA-3B4947FD0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Book of Psalms for Worship, 2009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7E690E-E366-4989-A0B6-540721593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4ACD7-EBCE-4750-9F5E-3FE992FEED6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44864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4425C-63B3-40AB-88E1-E944E48B5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00358C-35E3-4176-BA44-820AFCA390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E3B569-5255-46EC-85EF-A9A25895E7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694C3E-63E1-4D47-851A-2C6FB08E06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278AB5-B742-4A8F-8284-3740840F20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00EB81-FA7D-4DFE-90A1-FCED60B04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EBCE0-88FE-4B1C-A29C-824C6AE6F66E}" type="datetime1">
              <a:rPr lang="en-CA" smtClean="0"/>
              <a:t>2022-05-13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84728E-CC8F-4B23-99BC-2394A39EA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Book of Psalms for Worship, 2009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8BBA19-B62B-402B-91EB-B85C24F6A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4ACD7-EBCE-4750-9F5E-3FE992FEED6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02937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8D1C8-3325-4C32-B77B-66A802D53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52AC68-4433-4799-9A33-DD2A88B15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BC271-1833-422C-9492-105934FF6110}" type="datetime1">
              <a:rPr lang="en-CA" smtClean="0"/>
              <a:t>2022-05-13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D1D93-B3C3-4185-92DF-F9E3DD985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Book of Psalms for Worship, 2009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DAA99A-8306-44B0-8857-05040F108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4ACD7-EBCE-4750-9F5E-3FE992FEED6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18924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02E71D-FD33-42DA-9C14-A218D85AC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66D80-9278-44B1-8C6D-B287D5C084D5}" type="datetime1">
              <a:rPr lang="en-CA" smtClean="0"/>
              <a:t>2022-05-13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849EFB-6701-4129-A220-4539A00B7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Book of Psalms for Worship, 2009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79136E-4CCD-41FC-B773-F9A4FB6A4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4ACD7-EBCE-4750-9F5E-3FE992FEED6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7014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C1DE2-9DE1-4C2B-B470-9A7EBF25B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8F08F-873B-497B-BF94-81847DE7AB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5D7514-3B6D-49C3-92DF-0694538E58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944471-4A8C-4B9C-B4F9-4AE324A10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45686-FC5C-4EC2-AF58-7C579CBC8CCB}" type="datetime1">
              <a:rPr lang="en-CA" smtClean="0"/>
              <a:t>2022-05-13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A1121C-4A58-4A7F-9C97-DFC525A0A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Book of Psalms for Worship, 2009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52E61-B477-4BAD-A92B-E8ACF84CB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4ACD7-EBCE-4750-9F5E-3FE992FEED6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22184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3BC64-2971-4D14-B45C-DBE54B53F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109974-EBFD-4B58-9B29-3525D8C3A4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FE0025-16A0-4FAD-AAF1-1E475A52D1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BF6455-081B-4616-917A-09837365B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D52C3-3AAE-4AE2-B7BD-79BDA89B96B3}" type="datetime1">
              <a:rPr lang="en-CA" smtClean="0"/>
              <a:t>2022-05-13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E5575-AF57-42BA-B082-E9B9E081D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Book of Psalms for Worship, 2009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37B93D-2766-42D1-A201-18C779EFB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4ACD7-EBCE-4750-9F5E-3FE992FEED6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0374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D7B01-E249-4EED-856F-C0DA567F5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67AC09-5158-4B2B-A053-01F6473FD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79C3A-FED2-47A2-A010-1B8B3B84E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88F421-1855-466C-83AA-230C0EC3BC53}" type="datetime1">
              <a:rPr lang="en-CA" smtClean="0"/>
              <a:t>2022-05-13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AC4A3-5AC5-41B0-A39C-C00ABF515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Book of Psalms for Worship, 2009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84F4D-D742-4257-AEB8-CCD0007C3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4ACD7-EBCE-4750-9F5E-3FE992FEED6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26416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F245DE-15FC-4711-B94B-3ED26E82C4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6A7078-346B-43EB-91B1-DE0A212943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76D96-27BC-4B0A-B693-739739627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72527-7500-4E31-BB20-DDACEE9C35E4}" type="datetime1">
              <a:rPr lang="en-CA" smtClean="0"/>
              <a:t>2022-05-13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B18B6-02AB-435B-A4DD-0057D166F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Book of Psalms for Worship, 2009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B0755-E5D1-42CC-9BAC-E399500B7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4ACD7-EBCE-4750-9F5E-3FE992FEED6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98970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9C7A48-6F8C-4EDB-A0C8-B59AE0598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2895D4-A71D-4D28-AE96-B202DDFA82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FAB79-6CAD-4020-B366-851C394D59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56B6F-F362-41A7-A417-4E42662C0BBD}" type="datetime1">
              <a:rPr lang="en-CA" smtClean="0"/>
              <a:t>2022-05-13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34874-0A7A-486F-91A1-9650A5290B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The Book of Psalms for Worship, 2009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67CD0-69FF-41CE-BB8B-14BC855B75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B4ACD7-EBCE-4750-9F5E-3FE992FEED6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98258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E9FBC8-E2F6-4F07-AB05-B0D9F67A5276}"/>
              </a:ext>
            </a:extLst>
          </p:cNvPr>
          <p:cNvSpPr txBox="1"/>
          <p:nvPr/>
        </p:nvSpPr>
        <p:spPr>
          <a:xfrm>
            <a:off x="1119187" y="228600"/>
            <a:ext cx="99536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i="1" dirty="0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</a:rPr>
              <a:t>#110B The LORD Has Spoken to My Lord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1D22C7-A362-4A1B-B5DD-3E66C8AD53AB}"/>
              </a:ext>
            </a:extLst>
          </p:cNvPr>
          <p:cNvSpPr txBox="1"/>
          <p:nvPr/>
        </p:nvSpPr>
        <p:spPr>
          <a:xfrm>
            <a:off x="1852612" y="1666875"/>
            <a:ext cx="84867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buFontTx/>
              <a:buAutoNum type="arabicPeriod"/>
            </a:pPr>
            <a:r>
              <a:rPr lang="en-US" sz="2800" dirty="0">
                <a:solidFill>
                  <a:prstClr val="black"/>
                </a:solidFill>
              </a:rPr>
              <a:t>The LORD has spoken to my Lord: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“Sit here at my right hand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until I make your foes a stool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on which your feet may stand.”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The LORD from Zion shall extend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the scepter of your </a:t>
            </a:r>
            <a:r>
              <a:rPr lang="en-US" sz="2800" dirty="0" err="1">
                <a:solidFill>
                  <a:prstClr val="black"/>
                </a:solidFill>
              </a:rPr>
              <a:t>pow’r</a:t>
            </a:r>
            <a:r>
              <a:rPr lang="en-US" sz="2800" dirty="0">
                <a:solidFill>
                  <a:prstClr val="black"/>
                </a:solidFill>
              </a:rPr>
              <a:t>: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“Rule all surrounding enemies,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and be their conqueror.”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1026BF8-8C61-93B0-9BB5-B9D7F9DB0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Book of Psalms for Worship, 2009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2557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E6CDE3-A378-45F7-9483-4336D8987897}"/>
              </a:ext>
            </a:extLst>
          </p:cNvPr>
          <p:cNvSpPr txBox="1"/>
          <p:nvPr/>
        </p:nvSpPr>
        <p:spPr>
          <a:xfrm>
            <a:off x="1419225" y="1730394"/>
            <a:ext cx="9353550" cy="33972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80000"/>
              </a:lnSpc>
              <a:spcBef>
                <a:spcPts val="600"/>
              </a:spcBef>
            </a:pPr>
            <a:r>
              <a:rPr lang="en-US" sz="2800" i="1" dirty="0">
                <a:solidFill>
                  <a:prstClr val="black"/>
                </a:solidFill>
              </a:rPr>
              <a:t>2. </a:t>
            </a:r>
            <a:r>
              <a:rPr lang="en-US" sz="2800" dirty="0">
                <a:solidFill>
                  <a:prstClr val="black"/>
                </a:solidFill>
              </a:rPr>
              <a:t>When you display your mighty </a:t>
            </a:r>
            <a:r>
              <a:rPr lang="en-US" sz="2800" dirty="0" err="1">
                <a:solidFill>
                  <a:prstClr val="black"/>
                </a:solidFill>
              </a:rPr>
              <a:t>pow’r</a:t>
            </a:r>
            <a:r>
              <a:rPr lang="en-US" sz="2800" dirty="0">
                <a:solidFill>
                  <a:prstClr val="black"/>
                </a:solidFill>
              </a:rPr>
              <a:t>,</a:t>
            </a:r>
          </a:p>
          <a:p>
            <a:pPr lvl="0" algn="ctr">
              <a:lnSpc>
                <a:spcPct val="80000"/>
              </a:lnSpc>
              <a:spcBef>
                <a:spcPts val="600"/>
              </a:spcBef>
            </a:pPr>
            <a:r>
              <a:rPr lang="en-US" sz="2800" dirty="0">
                <a:solidFill>
                  <a:prstClr val="black"/>
                </a:solidFill>
              </a:rPr>
              <a:t>your people come to you;</a:t>
            </a:r>
          </a:p>
          <a:p>
            <a:pPr lvl="0" algn="ctr">
              <a:lnSpc>
                <a:spcPct val="80000"/>
              </a:lnSpc>
              <a:spcBef>
                <a:spcPts val="600"/>
              </a:spcBef>
            </a:pPr>
            <a:r>
              <a:rPr lang="en-US" sz="2800" dirty="0">
                <a:solidFill>
                  <a:prstClr val="black"/>
                </a:solidFill>
              </a:rPr>
              <a:t>at dawn, arrayed in holiness,</a:t>
            </a:r>
          </a:p>
          <a:p>
            <a:pPr lvl="0" algn="ctr">
              <a:lnSpc>
                <a:spcPct val="80000"/>
              </a:lnSpc>
              <a:spcBef>
                <a:spcPts val="600"/>
              </a:spcBef>
            </a:pPr>
            <a:r>
              <a:rPr lang="en-US" sz="2800" dirty="0">
                <a:solidFill>
                  <a:prstClr val="black"/>
                </a:solidFill>
              </a:rPr>
              <a:t>your youth appear like dew.</a:t>
            </a:r>
          </a:p>
          <a:p>
            <a:pPr lvl="0" algn="ctr">
              <a:lnSpc>
                <a:spcPct val="80000"/>
              </a:lnSpc>
              <a:spcBef>
                <a:spcPts val="600"/>
              </a:spcBef>
            </a:pPr>
            <a:r>
              <a:rPr lang="en-US" sz="2800" dirty="0">
                <a:solidFill>
                  <a:prstClr val="black"/>
                </a:solidFill>
              </a:rPr>
              <a:t>The LORD has sworn, and from his oath</a:t>
            </a:r>
          </a:p>
          <a:p>
            <a:pPr lvl="0" algn="ctr">
              <a:lnSpc>
                <a:spcPct val="80000"/>
              </a:lnSpc>
              <a:spcBef>
                <a:spcPts val="600"/>
              </a:spcBef>
            </a:pPr>
            <a:r>
              <a:rPr lang="en-US" sz="2800" dirty="0">
                <a:solidFill>
                  <a:prstClr val="black"/>
                </a:solidFill>
              </a:rPr>
              <a:t>he’ll never be released:</a:t>
            </a:r>
          </a:p>
          <a:p>
            <a:pPr lvl="0" algn="ctr">
              <a:lnSpc>
                <a:spcPct val="80000"/>
              </a:lnSpc>
              <a:spcBef>
                <a:spcPts val="600"/>
              </a:spcBef>
            </a:pPr>
            <a:r>
              <a:rPr lang="en-US" sz="2800" dirty="0">
                <a:solidFill>
                  <a:prstClr val="black"/>
                </a:solidFill>
              </a:rPr>
              <a:t>“Of </a:t>
            </a:r>
            <a:r>
              <a:rPr lang="en-US" sz="2800" dirty="0" err="1">
                <a:solidFill>
                  <a:prstClr val="black"/>
                </a:solidFill>
              </a:rPr>
              <a:t>th’order</a:t>
            </a:r>
            <a:r>
              <a:rPr lang="en-US" sz="2800" dirty="0">
                <a:solidFill>
                  <a:prstClr val="black"/>
                </a:solidFill>
              </a:rPr>
              <a:t> of Melchizedek,</a:t>
            </a:r>
          </a:p>
          <a:p>
            <a:pPr lvl="0" algn="ctr">
              <a:lnSpc>
                <a:spcPct val="80000"/>
              </a:lnSpc>
              <a:spcBef>
                <a:spcPts val="600"/>
              </a:spcBef>
            </a:pPr>
            <a:r>
              <a:rPr lang="en-US" sz="2800" dirty="0">
                <a:solidFill>
                  <a:prstClr val="black"/>
                </a:solidFill>
              </a:rPr>
              <a:t>you’ll always be a priest.”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419F2D-D847-FAE8-0FAD-8AF8654A5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Book of Psalms for Worship, 2009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59814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9612FE-11AA-4A81-B307-B34636E8ED09}"/>
              </a:ext>
            </a:extLst>
          </p:cNvPr>
          <p:cNvSpPr txBox="1"/>
          <p:nvPr/>
        </p:nvSpPr>
        <p:spPr>
          <a:xfrm>
            <a:off x="2195512" y="1295400"/>
            <a:ext cx="7800975" cy="33972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80000"/>
              </a:lnSpc>
              <a:spcBef>
                <a:spcPts val="600"/>
              </a:spcBef>
            </a:pPr>
            <a:r>
              <a:rPr lang="en-US" sz="2800" i="1" dirty="0">
                <a:solidFill>
                  <a:prstClr val="black"/>
                </a:solidFill>
              </a:rPr>
              <a:t>3. </a:t>
            </a:r>
            <a:r>
              <a:rPr lang="en-US" sz="2800" dirty="0">
                <a:solidFill>
                  <a:prstClr val="black"/>
                </a:solidFill>
              </a:rPr>
              <a:t>The Lord at your right hand will strike</a:t>
            </a:r>
          </a:p>
          <a:p>
            <a:pPr lvl="0" algn="ctr">
              <a:lnSpc>
                <a:spcPct val="80000"/>
              </a:lnSpc>
              <a:spcBef>
                <a:spcPts val="600"/>
              </a:spcBef>
            </a:pPr>
            <a:r>
              <a:rPr lang="en-US" sz="2800" dirty="0">
                <a:solidFill>
                  <a:prstClr val="black"/>
                </a:solidFill>
              </a:rPr>
              <a:t>earth’s rulers in his wrath.</a:t>
            </a:r>
          </a:p>
          <a:p>
            <a:pPr lvl="0" algn="ctr">
              <a:lnSpc>
                <a:spcPct val="80000"/>
              </a:lnSpc>
              <a:spcBef>
                <a:spcPts val="600"/>
              </a:spcBef>
            </a:pPr>
            <a:r>
              <a:rPr lang="en-US" sz="2800" dirty="0">
                <a:solidFill>
                  <a:prstClr val="black"/>
                </a:solidFill>
              </a:rPr>
              <a:t>Among the nations he will judge;</a:t>
            </a:r>
          </a:p>
          <a:p>
            <a:pPr lvl="0" algn="ctr">
              <a:lnSpc>
                <a:spcPct val="80000"/>
              </a:lnSpc>
              <a:spcBef>
                <a:spcPts val="600"/>
              </a:spcBef>
            </a:pPr>
            <a:r>
              <a:rPr lang="en-US" sz="2800" dirty="0">
                <a:solidFill>
                  <a:prstClr val="black"/>
                </a:solidFill>
              </a:rPr>
              <a:t>the slain will fill his path.</a:t>
            </a:r>
          </a:p>
          <a:p>
            <a:pPr lvl="0" algn="ctr">
              <a:lnSpc>
                <a:spcPct val="80000"/>
              </a:lnSpc>
              <a:spcBef>
                <a:spcPts val="600"/>
              </a:spcBef>
            </a:pPr>
            <a:r>
              <a:rPr lang="en-US" sz="2800" dirty="0">
                <a:solidFill>
                  <a:prstClr val="black"/>
                </a:solidFill>
              </a:rPr>
              <a:t>In many lands he’ll crush their kings,</a:t>
            </a:r>
          </a:p>
          <a:p>
            <a:pPr lvl="0" algn="ctr">
              <a:lnSpc>
                <a:spcPct val="80000"/>
              </a:lnSpc>
              <a:spcBef>
                <a:spcPts val="600"/>
              </a:spcBef>
            </a:pPr>
            <a:r>
              <a:rPr lang="en-US" sz="2800" dirty="0">
                <a:solidFill>
                  <a:prstClr val="black"/>
                </a:solidFill>
              </a:rPr>
              <a:t>his wrath will be their dread.</a:t>
            </a:r>
          </a:p>
          <a:p>
            <a:pPr lvl="0" algn="ctr">
              <a:lnSpc>
                <a:spcPct val="80000"/>
              </a:lnSpc>
              <a:spcBef>
                <a:spcPts val="600"/>
              </a:spcBef>
            </a:pPr>
            <a:r>
              <a:rPr lang="en-US" sz="2800" dirty="0">
                <a:solidFill>
                  <a:prstClr val="black"/>
                </a:solidFill>
              </a:rPr>
              <a:t>And from the wayside brook he’ll drink,</a:t>
            </a:r>
          </a:p>
          <a:p>
            <a:pPr lvl="0" algn="ctr">
              <a:lnSpc>
                <a:spcPct val="80000"/>
              </a:lnSpc>
              <a:spcBef>
                <a:spcPts val="600"/>
              </a:spcBef>
            </a:pPr>
            <a:r>
              <a:rPr lang="en-US" sz="2800" dirty="0">
                <a:solidFill>
                  <a:prstClr val="black"/>
                </a:solidFill>
              </a:rPr>
              <a:t>in </a:t>
            </a:r>
            <a:r>
              <a:rPr lang="en-US" sz="2800" dirty="0" err="1">
                <a:solidFill>
                  <a:prstClr val="black"/>
                </a:solidFill>
              </a:rPr>
              <a:t>vict’ry</a:t>
            </a:r>
            <a:r>
              <a:rPr lang="en-US" sz="2800" dirty="0">
                <a:solidFill>
                  <a:prstClr val="black"/>
                </a:solidFill>
              </a:rPr>
              <a:t> lift the head.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1729D5-6C9C-DC93-85F4-F258F537A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Book of Psalms for Worship, 2009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63985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198</Words>
  <Application>Microsoft Office PowerPoint</Application>
  <PresentationFormat>Widescreen</PresentationFormat>
  <Paragraphs>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Neil Tuininga</cp:lastModifiedBy>
  <cp:revision>2</cp:revision>
  <dcterms:created xsi:type="dcterms:W3CDTF">2021-01-15T23:52:31Z</dcterms:created>
  <dcterms:modified xsi:type="dcterms:W3CDTF">2022-05-13T16:35:03Z</dcterms:modified>
</cp:coreProperties>
</file>