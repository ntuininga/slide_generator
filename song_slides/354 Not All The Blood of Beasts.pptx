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28D4-8A27-4D61-AB7B-3FB08F089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346F5-89DB-496D-B2D8-15FB6E96F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098F2-294C-4A2E-B95F-B99FB8F65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3533D-C9B3-452F-83D3-4E322956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F081D-00A6-4946-AD5F-B25C9016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7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7F35-7071-454E-AB25-0E1715B1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1C3EC-CC51-4B4F-AEF1-7993A43C0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CE2D-4F1F-46A8-91BD-01E27877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79C24-4384-4739-9BC3-4AF6A1B4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2068D-88B4-4BCF-97C1-3712D937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5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D322-02BA-4E0F-8B04-DFDFBE36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B0251-F369-436E-9E23-DA00CCC8B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5C8F-32F6-46C2-B9D1-1249B974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6224-0555-4D99-9B28-03E5A4F8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407ED-1B92-48B2-9A61-EF508388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6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DB0D-28FF-4E49-AB30-7F75C542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ACBD0-E422-4882-A47A-A86C34FFB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7A867-67A7-4142-A0E0-685AE8AD3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031A8-916C-4E5B-8A48-06C01783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79E56-E92E-48C5-8C1C-0F4C0762A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CBE73-3BCE-4AA9-B002-8DDA67D2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0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C049-2288-4966-AC16-8792AA2B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19093-EF24-4993-B672-11C0CBF86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76B8B-6EBB-4C8D-9C23-CA3497084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F1E2B-CB31-4282-8867-8001369CD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19D6A-6465-474F-BF3A-4DFDB4439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7CC10-475C-41AD-8511-2BAD7035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CB531-684B-4A10-865D-76683F3A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F147A-BBDA-4E2F-8501-6B739C3C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CC65-50E1-4861-BA1F-BCCF908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CDBE5-A977-44C5-ABA7-D68792B0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6F1A3-781F-4EAA-94A3-0AA2ABCA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1F824-6A9F-49D6-8EF9-F02770E9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2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93AA4-B98E-414B-AC5A-E7521D79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14DA7-F7FA-4039-988A-984CD33D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A8A3A-3437-48BE-BB60-EED1BBFA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5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0841-BD65-44E5-B803-2BF0AFEA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8E62D-EED7-4EAE-A186-400218C02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F6566-9B7E-4940-B687-3427BDBEF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0B5F9-0AF2-40C9-84F4-4A14A18A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71E47-1024-4DA5-9955-93910BC50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0BE97-DA62-4016-9C8E-F5D95B3E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6D8E-505E-4E60-A775-3DF51065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5EE49-FF2A-40DC-9B65-3A0B8B0B5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F9822-ECDF-4C7D-BD40-DD002CF4E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37570-C244-4631-B2C0-0F0E64D3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85E68-8341-432A-B965-C5828699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BB093-7B6F-4FB4-A099-DEE85C53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AD7D-8C86-4E0F-B27E-1D4A2C4AE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40030-4D81-4146-B002-A3E1723D3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6F755-BD5B-4F0A-8510-4D8BF680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A95CC-61DD-44D7-851A-CF65957D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24371-310E-46B5-BE71-6474658E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05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60F03C-940D-47EF-9F2C-E7F5A7B76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1992F-F379-4A01-A0DA-DD856AF1C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5061D-40D1-4993-9735-3900EFD3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CF250-18A7-437E-8774-434E9EC7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EBF89-96E0-46FF-B35D-8220F26D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9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330A4-EAC8-4C59-B6CC-4EA0F16F3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54B4F-4EBB-4E37-97BE-7A24A6344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7EC5A-17ED-44B8-B0F3-641D503D0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312E4-6DB9-45FE-8AEB-416EA12853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6F17-2149-4C0F-9B63-C824E2562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074BC-F442-4543-957D-E9F2205FE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706C-ABFB-4167-94CC-55FFB2CD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6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#354 Not All The Blood of Beasts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210625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Not all the blood of beasts</a:t>
            </a:r>
            <a:br>
              <a:rPr lang="en-CA" sz="2800" dirty="0"/>
            </a:br>
            <a:r>
              <a:rPr lang="en-CA" sz="2800" dirty="0"/>
              <a:t>on Jewish altars slain,</a:t>
            </a:r>
            <a:br>
              <a:rPr lang="en-CA" sz="2800" dirty="0"/>
            </a:br>
            <a:r>
              <a:rPr lang="en-CA" sz="2800" dirty="0"/>
              <a:t>could give the guilty conscience peace,</a:t>
            </a:r>
            <a:br>
              <a:rPr lang="en-CA" sz="2800" dirty="0"/>
            </a:br>
            <a:r>
              <a:rPr lang="en-CA" sz="2800" dirty="0"/>
              <a:t>or wash away the stain.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But Christ, the </a:t>
            </a:r>
            <a:r>
              <a:rPr lang="en-CA" sz="2800" dirty="0" err="1"/>
              <a:t>heav'nly</a:t>
            </a:r>
            <a:r>
              <a:rPr lang="en-CA" sz="2800" dirty="0"/>
              <a:t> Lamb,</a:t>
            </a:r>
            <a:br>
              <a:rPr lang="en-CA" sz="2800" dirty="0"/>
            </a:br>
            <a:r>
              <a:rPr lang="en-CA" sz="2800" dirty="0"/>
              <a:t>takes all our sins away,</a:t>
            </a:r>
            <a:br>
              <a:rPr lang="en-CA" sz="2800" dirty="0"/>
            </a:br>
            <a:r>
              <a:rPr lang="en-CA" sz="2800" dirty="0"/>
              <a:t>a sacrifice of nobler name</a:t>
            </a:r>
            <a:br>
              <a:rPr lang="en-CA" sz="2800" dirty="0"/>
            </a:br>
            <a:r>
              <a:rPr lang="en-CA" sz="2800" dirty="0"/>
              <a:t>and richer blood than they.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4806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My faith would lay her hand</a:t>
            </a:r>
            <a:br>
              <a:rPr lang="en-CA" sz="2800" dirty="0"/>
            </a:br>
            <a:r>
              <a:rPr lang="en-CA" sz="2800" dirty="0"/>
              <a:t>on that dear head of thine,</a:t>
            </a:r>
            <a:br>
              <a:rPr lang="en-CA" sz="2800" dirty="0"/>
            </a:br>
            <a:r>
              <a:rPr lang="en-CA" sz="2800" dirty="0"/>
              <a:t>while like a penitent I stand,</a:t>
            </a:r>
            <a:br>
              <a:rPr lang="en-CA" sz="2800" dirty="0"/>
            </a:br>
            <a:r>
              <a:rPr lang="en-CA" sz="2800" dirty="0"/>
              <a:t>and there confess my sin.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My soul looks back to see</a:t>
            </a:r>
            <a:br>
              <a:rPr lang="en-CA" sz="2800" dirty="0"/>
            </a:br>
            <a:r>
              <a:rPr lang="en-CA" sz="2800" dirty="0"/>
              <a:t>the burdens thou didst bear,</a:t>
            </a:r>
            <a:br>
              <a:rPr lang="en-CA" sz="2800" dirty="0"/>
            </a:br>
            <a:r>
              <a:rPr lang="en-CA" sz="2800" dirty="0"/>
              <a:t>when hanging on the cursed tree,</a:t>
            </a:r>
            <a:br>
              <a:rPr lang="en-CA" sz="2800" dirty="0"/>
            </a:br>
            <a:r>
              <a:rPr lang="en-CA" sz="2800" dirty="0"/>
              <a:t>and knows her guilt was there.</a:t>
            </a:r>
          </a:p>
        </p:txBody>
      </p:sp>
    </p:spTree>
    <p:extLst>
      <p:ext uri="{BB962C8B-B14F-4D97-AF65-F5344CB8AC3E}">
        <p14:creationId xmlns:p14="http://schemas.microsoft.com/office/powerpoint/2010/main" val="156043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CA" sz="2800" dirty="0"/>
              <a:t>Believing, we rejoice</a:t>
            </a:r>
            <a:br>
              <a:rPr lang="en-CA" sz="2800" dirty="0"/>
            </a:br>
            <a:r>
              <a:rPr lang="en-CA" sz="2800" dirty="0"/>
              <a:t>to see the curse remove;</a:t>
            </a:r>
            <a:br>
              <a:rPr lang="en-CA" sz="2800" dirty="0"/>
            </a:br>
            <a:r>
              <a:rPr lang="en-CA" sz="2800" dirty="0"/>
              <a:t>we bless the Lamb with cheerful voice,</a:t>
            </a:r>
            <a:br>
              <a:rPr lang="en-CA" sz="2800" dirty="0"/>
            </a:br>
            <a:r>
              <a:rPr lang="en-CA" sz="2800" dirty="0"/>
              <a:t>and sing his bleeding love.</a:t>
            </a:r>
          </a:p>
        </p:txBody>
      </p:sp>
    </p:spTree>
    <p:extLst>
      <p:ext uri="{BB962C8B-B14F-4D97-AF65-F5344CB8AC3E}">
        <p14:creationId xmlns:p14="http://schemas.microsoft.com/office/powerpoint/2010/main" val="276336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#354 Not All The Blood of Beasts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#354 Not All The Blood of Beasts</dc:title>
  <dc:creator>Eric Hoogendoorn</dc:creator>
  <cp:lastModifiedBy>Eric Hoogendoorn</cp:lastModifiedBy>
  <cp:revision>1</cp:revision>
  <dcterms:created xsi:type="dcterms:W3CDTF">2020-04-25T02:29:46Z</dcterms:created>
  <dcterms:modified xsi:type="dcterms:W3CDTF">2020-04-25T02:30:19Z</dcterms:modified>
</cp:coreProperties>
</file>