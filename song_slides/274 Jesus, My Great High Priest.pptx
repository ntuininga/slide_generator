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0A6B-6742-88B9-450A-4A2F4C517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C48BD-5BB8-B331-AEA7-05E227B90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9921C-CA76-EE26-1202-0D408685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7AC32-6AA2-4BD3-0795-6F1F071D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E277-CBDB-E425-720E-D8F1586A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6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F479-1876-0717-0CD2-08EC4575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4347B-D499-2E50-1C1C-A3191741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0394-8775-9E49-E587-50783F5A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F4B7B-F6F2-3F71-B4AD-7B2996A1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5F07-BC95-8B11-BE59-5CFA8575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1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44B9-D57B-2BB4-8602-C3617DCE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2EE41-3430-2351-E0E1-3DBDD64A6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71934-804A-9B38-771F-E70C17CA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D33D-B9E1-2441-E24E-1BACE022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CED8-DFDC-7549-A458-CA023372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E15A-5B73-8A55-B7C3-2B37EF78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998D-EC9F-8158-882D-D927467BD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15E18-B6A5-B49C-DEFE-F8E75595D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F103B-98DE-40CB-6519-5A662F6C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02CD-DC29-3C54-096B-4A6FD45C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43F6F-8B6A-EB95-571E-8CC030E9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9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B6FF-1F68-B0E2-4AA4-91FF2429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68657-29B1-8CBA-D82E-E2180796A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2A32A-9A92-CCA3-9DC5-65E30975D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1EB89-4EBD-EE5F-62F6-7B124DB0B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D5FED-1A4E-B32D-8E31-603101EAC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15771-EBA3-4E80-1F33-6AFD3B34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3404E-F931-6AF9-CFB4-74D58B0C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511F1-0A20-4365-11F2-E0256BFE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544A-FFE0-6CA9-1F36-ED7C8260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35B96-A619-481D-F098-B616B5CF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39EC5-37A9-55AB-90DB-09B2F57F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B65E3-23A3-7520-B518-AA7E380E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5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7CF0F-6E76-6B8C-88D0-1E896C5F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A1A3C-1404-C82F-AD94-939C3719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5ABF5-DBD0-A89B-544B-5907FAC0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1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CCA0-E795-1130-9A01-243D0790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DB77-0631-2D78-5C7C-4087CAF98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E4002-0F0F-AF75-510D-410D31BBF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5803-C0D4-8EA3-2A12-1D0AD15AE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E3898-1365-0985-7C01-4B7813FB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AFE7F-6D81-34C5-FBD2-EA94D94D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1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21C1-4FB8-6A1A-2D92-D81B0E27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A58F6-7C7C-A932-1CEF-582B7F510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38646-02E1-A7BF-EAE0-E5BE4843C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00893-226B-7847-B129-CE02CDEE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DB589-D0BB-2EAF-030A-66244729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1B186-0C98-5474-318C-B2C62C1B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2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BB52-A24D-F66B-1498-8ADD0202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D6172-E8EB-EFE6-9B29-5174B06D2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DF406-98D6-F202-03ED-BDF868E5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C4E6F-E5D7-3B59-DD80-DC13E338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DA23-E9A0-8541-4EB8-041F93C7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2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37B26-0213-6676-0628-4C25DA789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6AAD3-6265-6F4B-B4B2-0C4EC921E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EEC0-5939-8ABF-06DD-4E0E83B1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4124-9466-0F38-0F7F-C98CDA2B3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6E2A3-C399-B4F3-A46E-B88F9351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4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E44AF-4A79-0076-A342-09661A6D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48D79-01AF-C155-0FCA-68A7C5085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27E34-4BC9-DFAB-CFDD-E31CF2DE4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48205-5F2C-4C5C-B2AE-E4A9B6F3EDB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5F89-0DD0-78F8-C34E-B91AA650B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1B9E-8106-34FF-EAA3-A8BDFCAFC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B64BA-D20E-4E08-BD19-D3F3581C4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639C-5DA8-20E1-B539-08EE1D11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#274 Jesus, My Great High Priest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EC24-2A77-BB30-084B-EAF6519CB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Jesus, my great High Priest,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offered his blood and died;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guilty conscience seeks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 sacrifice beside.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pow'rful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blood did once atone,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now it pleads before the throne.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17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7991E-3C8C-9611-2065-1BD31471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To this dear Surety's hand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will I commit my cause;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answers and fulfills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Father's broken laws.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Behold my soul at freedom set,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Surety paid the dreadful debt.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68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2F26-18C9-93CE-ECAC-94ADCF25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My Advocate appears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my defense on high;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Father bows his ears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lays his thunder by.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Not all that hell or sin can say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turn his heart, his love, away.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6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C7D1-23A9-3C9A-D3D5-BD29F392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Should all the hosts of death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of hell unknown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put their most dreadful forms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rage and mischief 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shall be safe, for Christ displays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conqu'ring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and guardian grace.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8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#274 Jesus, My Great High Priest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#274 Jesus, My Great High Priest</dc:title>
  <dc:creator>Neil Tuininga</dc:creator>
  <cp:lastModifiedBy>Neil Tuininga</cp:lastModifiedBy>
  <cp:revision>2</cp:revision>
  <dcterms:created xsi:type="dcterms:W3CDTF">2023-01-06T16:02:27Z</dcterms:created>
  <dcterms:modified xsi:type="dcterms:W3CDTF">2023-01-06T16:07:42Z</dcterms:modified>
</cp:coreProperties>
</file>