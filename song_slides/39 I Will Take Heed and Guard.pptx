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D4C39-EA77-4AAC-8A7D-721E565A91C5}" type="datetimeFigureOut">
              <a:rPr lang="en-US" smtClean="0"/>
              <a:t>4/14/2023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73FB0-042D-4DC9-A6E0-0FFB0D06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92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7EE5-1CFA-3E0B-059A-22EFD5FD9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E13BF-5BA9-36C6-8580-710E4307E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A0EA6-296B-5871-0A55-2F8DE71D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0E7F-789A-4EE9-BCF6-1B166B597804}" type="datetime1">
              <a:rPr lang="en-US" smtClean="0"/>
              <a:t>4/14/2023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1C74A-F458-8E43-D3CA-9C1FB2ED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E5483-DA25-8695-4091-09CEE904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8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CE8D-A0B1-1C4C-4B27-816BFB5C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D6E8-DBC1-FDEA-171D-62FD498B6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01562-C7DF-15E3-B896-11038B99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E843-8FCE-4B8E-846B-900FF6A59A68}" type="datetime1">
              <a:rPr lang="en-US" smtClean="0"/>
              <a:t>4/14/2023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9C295-CF76-E310-0808-6C4640C9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B632E-EFCF-348D-27A4-7B913617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1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80E9-3854-BF0E-8A25-E851714A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A980A-B580-2919-7532-50B6F38FA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F3EC-95C3-3049-4CB7-61378CA8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C13B-BF8B-46CB-AA27-B82E9103CC03}" type="datetime1">
              <a:rPr lang="en-US" smtClean="0"/>
              <a:t>4/14/2023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A7F9-14E3-55AB-7C8A-8C8BD6DC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CF92A-9492-DDBC-0F8C-E50209CD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9498-9A81-7DA4-D764-7875970A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62580-5C45-C414-5F20-CFEEACCC7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2FF2C-68DA-9050-F858-82AA72E5B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D179A-9E88-437C-A0D6-513159FA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C644-19B6-4BCB-86E5-886EC5758B2C}" type="datetime1">
              <a:rPr lang="en-US" smtClean="0"/>
              <a:t>4/14/2023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B0CFA-28AD-C166-B2D9-9622E546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2E875-F37C-171A-FB0C-22850876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4FDD3-8E3A-9F6A-96A7-5F4BD304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F40DB-7134-D5B5-094B-D0654631A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76B70-8C2D-B159-BC35-7972C1426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96451-7BD1-9132-2F87-68104FC0E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0A53D-2296-18D4-CBA1-4F994908A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81DC8-C491-DA16-075C-F12324E8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11C6-D138-4119-A2F8-6F1BD5B3A0B0}" type="datetime1">
              <a:rPr lang="en-US" smtClean="0"/>
              <a:t>4/14/2023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7199E-4B32-9E0D-559B-607D9075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8B8EB-0B97-0352-065A-23EAAF99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6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0C47-4A95-7D3F-DDB5-490EC2A8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63449-E019-95E2-40FF-ABDC1617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B914-A3FA-42C4-9721-15DAE7E7F6CE}" type="datetime1">
              <a:rPr lang="en-US" smtClean="0"/>
              <a:t>4/14/2023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A8653-A55C-6442-9D66-E397673D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39AF3-BA9A-3A0F-3839-FEBB571A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A07E0-9EB9-AF2A-F0AA-4BC14BDA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FD0BA-12F2-4AEC-9DE9-82921C5C0782}" type="datetime1">
              <a:rPr lang="en-US" smtClean="0"/>
              <a:t>4/14/2023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94141-051A-C447-624A-6566B2F2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5E8C2-8F1D-3693-2FDA-6394ED1FD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0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641C-BC24-0A2F-FDB2-309140BB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0DA76-9E66-9E26-96C2-15175E479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C9AA4-66CC-314F-2D98-BDA7702EF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C0C19-FFF9-BA76-E355-A8CB3ED6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6850-3C7C-4C96-BFA7-BDF81FD5B917}" type="datetime1">
              <a:rPr lang="en-US" smtClean="0"/>
              <a:t>4/14/2023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49A4A-3332-EFF9-E8D6-28FE72AE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97036-C44D-ACC8-3713-7ADEFDF1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4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47A3-CA7F-F44F-F83E-F94D5193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0F801-EECB-D6DE-9214-364397B0B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3D6D-A653-054B-85BA-C531BB750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8C802-4A2A-1615-3177-4BD93503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88B2-11F8-4B21-A257-C6DEEB4957F9}" type="datetime1">
              <a:rPr lang="en-US" smtClean="0"/>
              <a:t>4/14/2023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F7DDF-46BF-F01F-D722-A4CC417B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80F9E-634C-84AB-E55F-B858BA52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5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27C0-3DDC-B573-37C7-43EFC856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A4286-4CE8-5D7E-22D4-1F2923184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3673-395B-77EF-344C-91913CB2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58212-5DEC-40F4-A957-AFADF1D6521C}" type="datetime1">
              <a:rPr lang="en-US" smtClean="0"/>
              <a:t>4/14/2023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A4D71-3617-3D45-17DA-8C613674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E43D-3C67-DE07-B253-97E8D1A6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22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F5863D-BF44-3F60-61EE-72593E33B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78293-1C1C-554C-5D95-B8C5242AD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08140-CF4B-36AB-5AAD-85BED4E5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1CFA-6D7D-4A55-BBEE-BFC3966DBD32}" type="datetime1">
              <a:rPr lang="en-US" smtClean="0"/>
              <a:t>4/14/2023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3F86-3E03-2F36-DE37-B5795B92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A899-E4FE-D10A-4EFC-7DC8452B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3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2CA2F-E9B8-395F-7726-6177EE06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7C62B-0E5B-92A6-CA9D-2770BEA8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F912B-1786-321E-7B5B-D8680B6C5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41D9D-97B3-4CD4-8664-091BDA28651A}" type="datetime1">
              <a:rPr lang="en-US" smtClean="0"/>
              <a:t>4/14/2023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9ACC-8E16-6B6C-2C98-9CF0A3CA2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Copyright,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9C3E4-FFCD-CE34-791F-2159D6BDB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BA04C-76A5-46B1-ACEF-552A02F8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1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4BCC-6A24-F038-A49A-A5AA9FEE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#39 I Will Take Heed and Guard My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A215-75AA-60B5-9558-9CA1CC36D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“I will take heed and guard my ways,” I said,</a:t>
            </a:r>
          </a:p>
          <a:p>
            <a:pPr marL="0" indent="0" algn="ctr">
              <a:buNone/>
            </a:pPr>
            <a:r>
              <a:rPr lang="en-US" dirty="0"/>
              <a:t> “that I might keep my tongue away from sin;</a:t>
            </a:r>
          </a:p>
          <a:p>
            <a:pPr marL="0" indent="0" algn="ctr">
              <a:buNone/>
            </a:pPr>
            <a:r>
              <a:rPr lang="en-US" dirty="0"/>
              <a:t>I with a muzzle watch and guard my mouth,</a:t>
            </a:r>
          </a:p>
          <a:p>
            <a:pPr marL="0" indent="0" algn="ctr">
              <a:buNone/>
            </a:pPr>
            <a:r>
              <a:rPr lang="en-US" dirty="0"/>
              <a:t>When in the presence of the </a:t>
            </a:r>
            <a:r>
              <a:rPr lang="en-US" dirty="0" err="1"/>
              <a:t>wicken</a:t>
            </a:r>
            <a:r>
              <a:rPr lang="en-US" dirty="0"/>
              <a:t> men”.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F13C3-E5BC-8FCE-C581-3EC1BAF7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69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611A7-A35F-C095-B8EB-C06245385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“Lord make me know the end of all my days;</a:t>
            </a:r>
          </a:p>
          <a:p>
            <a:pPr marL="0" indent="0" algn="ctr">
              <a:buNone/>
            </a:pPr>
            <a:r>
              <a:rPr lang="en-US" dirty="0"/>
              <a:t>Teach me the measure of my fleeting life.</a:t>
            </a:r>
          </a:p>
          <a:p>
            <a:pPr marL="0" indent="0" algn="ctr">
              <a:buNone/>
            </a:pPr>
            <a:r>
              <a:rPr lang="en-US" dirty="0"/>
              <a:t>You made my days a meager </a:t>
            </a:r>
            <a:r>
              <a:rPr lang="en-US" dirty="0" err="1"/>
              <a:t>handbreath</a:t>
            </a:r>
            <a:r>
              <a:rPr lang="en-US" dirty="0"/>
              <a:t> long;</a:t>
            </a:r>
          </a:p>
          <a:p>
            <a:pPr marL="0" indent="0" algn="ctr">
              <a:buNone/>
            </a:pPr>
            <a:r>
              <a:rPr lang="en-US" dirty="0"/>
              <a:t>My lifetime is as nothing in your sight.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054E4-5AA0-CC84-C004-A345BFC7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48953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6084-A987-D3AF-0F82-85434E527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“Surely mankind stands as a fleeting breath!</a:t>
            </a:r>
          </a:p>
          <a:p>
            <a:pPr marL="0" indent="0" algn="ctr">
              <a:buNone/>
            </a:pPr>
            <a:r>
              <a:rPr lang="en-US" dirty="0"/>
              <a:t>“Surely a shadow, man walks to and </a:t>
            </a:r>
            <a:r>
              <a:rPr lang="en-US" dirty="0" err="1"/>
              <a:t>fro</a:t>
            </a:r>
            <a:r>
              <a:rPr lang="en-US" dirty="0"/>
              <a:t>!</a:t>
            </a:r>
          </a:p>
          <a:p>
            <a:pPr marL="0" indent="0" algn="ctr">
              <a:buNone/>
            </a:pPr>
            <a:r>
              <a:rPr lang="en-US" dirty="0"/>
              <a:t>Surely for naught he toils to gather wealth.</a:t>
            </a:r>
          </a:p>
          <a:p>
            <a:pPr marL="0" indent="0" algn="ctr">
              <a:buNone/>
            </a:pPr>
            <a:r>
              <a:rPr lang="en-US" dirty="0"/>
              <a:t>Who will inherit? He will never know.”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9A3BD-BED3-8CD4-D492-5C481E1B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9253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9AB1-5A30-6442-1064-FE3B8829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“And now, O Lord, what am I waiting for?</a:t>
            </a:r>
          </a:p>
          <a:p>
            <a:pPr marL="0" indent="0" algn="ctr">
              <a:buNone/>
            </a:pPr>
            <a:r>
              <a:rPr lang="en-US" dirty="0"/>
              <a:t>I put my hope and trust in you alone.</a:t>
            </a:r>
          </a:p>
          <a:p>
            <a:pPr marL="0" indent="0" algn="ctr">
              <a:buNone/>
            </a:pPr>
            <a:r>
              <a:rPr lang="en-US" dirty="0"/>
              <a:t>Save me from all my wickedness and sin.</a:t>
            </a:r>
          </a:p>
          <a:p>
            <a:pPr marL="0" indent="0" algn="ctr">
              <a:buNone/>
            </a:pPr>
            <a:r>
              <a:rPr lang="en-US" dirty="0"/>
              <a:t>O make me not the scorn </a:t>
            </a:r>
            <a:r>
              <a:rPr lang="en-US"/>
              <a:t>of foolish men.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082DE-C6CA-455F-7F40-172B27E8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Copyright,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6213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#39 I Will Take Heed and Guard My Ways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#39 I Will Take Heed and Guard My Ways</dc:title>
  <dc:creator>Neil</dc:creator>
  <cp:lastModifiedBy>Neil</cp:lastModifiedBy>
  <cp:revision>1</cp:revision>
  <dcterms:created xsi:type="dcterms:W3CDTF">2023-04-15T02:10:29Z</dcterms:created>
  <dcterms:modified xsi:type="dcterms:W3CDTF">2023-04-15T02:25:13Z</dcterms:modified>
</cp:coreProperties>
</file>