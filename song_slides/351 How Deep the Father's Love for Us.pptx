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5672D-392D-4945-8D39-038B187AFA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D6DE43-EACE-48CA-9A2E-46C39E1D8D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1C03A-E963-419A-B620-F15F42BCE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E9A9F-3918-49C1-9802-3F2ABE932FA1}" type="datetimeFigureOut">
              <a:rPr lang="en-CA" smtClean="0"/>
              <a:t>2021-06-05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1EFE7-2C67-45F9-B244-8DAFF98DF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1CE9D-4073-49F5-88C4-22C29814D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BD6-0560-45CF-A881-BE7A95A20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4553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F00A5-4709-4146-81C5-45AF7C24F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7BABC-1F75-4177-BA72-8A1337FA4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8A626-71C6-4118-B8DB-EED8E855F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E9A9F-3918-49C1-9802-3F2ABE932FA1}" type="datetimeFigureOut">
              <a:rPr lang="en-CA" smtClean="0"/>
              <a:t>2021-06-05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AA9C0-44B5-4BF5-910F-BC5E49043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AAFAC-A72F-42B7-A9C8-514E82497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BD6-0560-45CF-A881-BE7A95A20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2255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62891-7C40-4AD9-97D4-9723A8AF0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A039B2-4568-49A1-8B16-056AFA378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7326C-CD60-4124-83EB-2ED192744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E9A9F-3918-49C1-9802-3F2ABE932FA1}" type="datetimeFigureOut">
              <a:rPr lang="en-CA" smtClean="0"/>
              <a:t>2021-06-05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C29FF-0487-418F-87AC-F412D9599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3C25E-B94F-4653-BD7A-A7ECD0FA6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BD6-0560-45CF-A881-BE7A95A20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74706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B8969-1544-4E49-AE33-A7BB1B321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3C522-B9FF-40A0-93EE-19090A1B4F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D39BB3-F961-45C5-B146-2939F14F9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BDAB16-1937-4C0F-A905-4FC7B58F5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E9A9F-3918-49C1-9802-3F2ABE932FA1}" type="datetimeFigureOut">
              <a:rPr lang="en-CA" smtClean="0"/>
              <a:t>2021-06-05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CECF9-4742-447A-AFAF-787688456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A1A00A-69D5-4BF5-9BF6-A3A2EE957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BD6-0560-45CF-A881-BE7A95A20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91062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AD18-4DCC-49E9-8086-0A1EF6DE2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26F7BF-8A1A-4A70-9A74-5E6D9BED1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7F593-3345-4206-9597-635B45A66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91FDB8-CFE0-4F3E-945C-34B8703B1D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6D1A77-69B1-416F-B202-D69EB137F9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5783E7-D557-4F00-BC46-9C22B7795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E9A9F-3918-49C1-9802-3F2ABE932FA1}" type="datetimeFigureOut">
              <a:rPr lang="en-CA" smtClean="0"/>
              <a:t>2021-06-05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F3E30B-2A10-40FE-9584-31A865269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D083FE-1219-40B2-ADB0-5210A24A9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BD6-0560-45CF-A881-BE7A95A20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1932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EFAAF-0B3B-4927-B734-445938D47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8461B7-C665-4389-84C1-C4392182A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E9A9F-3918-49C1-9802-3F2ABE932FA1}" type="datetimeFigureOut">
              <a:rPr lang="en-CA" smtClean="0"/>
              <a:t>2021-06-05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2708BB-CAE1-49ED-A5EC-C0C0FA9A3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99D0A-B7E9-41E4-9D6D-97D8FA075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BD6-0560-45CF-A881-BE7A95A20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3385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21C9F3-251C-4D24-9BD2-7BB9BED97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E9A9F-3918-49C1-9802-3F2ABE932FA1}" type="datetimeFigureOut">
              <a:rPr lang="en-CA" smtClean="0"/>
              <a:t>2021-06-05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F09F3B-EED4-4CEF-9AD8-9A57DBEED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4E94A3-512E-4C7E-84B2-7F13346E0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BD6-0560-45CF-A881-BE7A95A20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1432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5913E-E2DE-46B4-81BB-3DBA23CCD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EDDEB-1D53-48A0-9EE8-162F76510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3D27F9-224B-4C71-A7BE-05ACF38F74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AB9D60-4FAA-43F9-BFD9-8B7E8FE50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E9A9F-3918-49C1-9802-3F2ABE932FA1}" type="datetimeFigureOut">
              <a:rPr lang="en-CA" smtClean="0"/>
              <a:t>2021-06-05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955E22-A85D-48B2-857E-6FFE06A7F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404D05-DCB2-46A7-9D41-D3A74FD4C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BD6-0560-45CF-A881-BE7A95A20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3665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29315-8EBF-4F4A-95D0-C45BA4386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DEA5A4-B671-4CC9-A92F-8D677A00D7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6708DB-1068-4C44-9078-D564F7EA1F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F0CAC8-F1C2-42BE-BC4F-DF41378B3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E9A9F-3918-49C1-9802-3F2ABE932FA1}" type="datetimeFigureOut">
              <a:rPr lang="en-CA" smtClean="0"/>
              <a:t>2021-06-05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65E008-A670-44E8-AB9D-F2D2C2658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588F62-8CEB-4880-8EA9-601692AC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BD6-0560-45CF-A881-BE7A95A20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35043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1623A-3D43-4867-B62B-AE184571D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004AA1-33D1-400E-AC89-6EF8B5B29F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8AB46-4A3E-42E3-B8D2-51B4F13A5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E9A9F-3918-49C1-9802-3F2ABE932FA1}" type="datetimeFigureOut">
              <a:rPr lang="en-CA" smtClean="0"/>
              <a:t>2021-06-05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0EB1A-AA75-4C46-A3AF-8110B33F2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D04F2-23D7-4F44-A984-75B6B9819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BD6-0560-45CF-A881-BE7A95A20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7634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F47E57-4E50-402A-9769-DA8DA9B496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903AD2-C880-4100-9D0B-E5B04FB8DF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B7E36-3971-4786-A96B-27886737E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E9A9F-3918-49C1-9802-3F2ABE932FA1}" type="datetimeFigureOut">
              <a:rPr lang="en-CA" smtClean="0"/>
              <a:t>2021-06-05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CA3EA-3EE8-473A-849C-1E4A898FB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1BBEE-1B03-46FE-9FDF-9123D9372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34BD6-0560-45CF-A881-BE7A95A20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1572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42F45D-C949-4347-A6A1-593FF7E39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C69DD4-3EED-48A7-8FF4-28E6EB66B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A6E17-C18B-43D9-B9CF-6BBDA95373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5E9A9F-3918-49C1-9802-3F2ABE932FA1}" type="datetimeFigureOut">
              <a:rPr lang="en-CA" smtClean="0"/>
              <a:t>2021-06-05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68B7A-9B7F-4A36-B0E0-96B8B738FA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7C59C-FEFB-450F-9659-41C1465AF3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A34BD6-0560-45CF-A881-BE7A95A20F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2712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AB0CF8-9D17-437C-BD1F-0EAA8A91A133}"/>
              </a:ext>
            </a:extLst>
          </p:cNvPr>
          <p:cNvSpPr txBox="1"/>
          <p:nvPr/>
        </p:nvSpPr>
        <p:spPr>
          <a:xfrm>
            <a:off x="647700" y="180975"/>
            <a:ext cx="10896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#351 How Deep the Father’s Love for Us 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B3B7F9-B045-4F03-9292-4535011E1034}"/>
              </a:ext>
            </a:extLst>
          </p:cNvPr>
          <p:cNvSpPr txBox="1"/>
          <p:nvPr/>
        </p:nvSpPr>
        <p:spPr>
          <a:xfrm>
            <a:off x="1995487" y="1659285"/>
            <a:ext cx="82010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deep the Father’s love for us,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vast beyond all measure,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 he should give his only Son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make a wretch his treasure.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great the pain of searing loss: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Father turns his face away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 wounds which mar the Chosen One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bring many sons to glory.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5533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BDCEE1-BFC7-49E7-A5FD-E0D4BE5F8358}"/>
              </a:ext>
            </a:extLst>
          </p:cNvPr>
          <p:cNvSpPr txBox="1"/>
          <p:nvPr/>
        </p:nvSpPr>
        <p:spPr>
          <a:xfrm>
            <a:off x="2152650" y="1659285"/>
            <a:ext cx="78867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Behold the man upon a cross,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sin upon his shoulders;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ashamed, I hear my mocking voice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call out among the scoffers.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 was my sin that held him there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until it was accomplished;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 dying breath has brought me life –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know that it is finished.</a:t>
            </a:r>
          </a:p>
        </p:txBody>
      </p:sp>
    </p:spTree>
    <p:extLst>
      <p:ext uri="{BB962C8B-B14F-4D97-AF65-F5344CB8AC3E}">
        <p14:creationId xmlns:p14="http://schemas.microsoft.com/office/powerpoint/2010/main" val="3034166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72E626-51A5-40EF-8563-74206CBAED93}"/>
              </a:ext>
            </a:extLst>
          </p:cNvPr>
          <p:cNvSpPr txBox="1"/>
          <p:nvPr/>
        </p:nvSpPr>
        <p:spPr>
          <a:xfrm>
            <a:off x="1966912" y="1659285"/>
            <a:ext cx="82581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I will not boast in anything,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gifts, no pow’r, no wisdom;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 I will boast in Jesus Christ,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 death and resurrection.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Why should I gain from his reward?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cannot give an answer,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 this I know with all my heart: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 wounds have paid my ransom.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5279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181</Words>
  <Application>Microsoft Office PowerPoint</Application>
  <PresentationFormat>Widescreen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2021-06-05T18:44:22Z</dcterms:created>
  <dcterms:modified xsi:type="dcterms:W3CDTF">2021-06-05T18:45:36Z</dcterms:modified>
</cp:coreProperties>
</file>