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94" r:id="rId2"/>
    <p:sldId id="495" r:id="rId3"/>
    <p:sldId id="502" r:id="rId4"/>
    <p:sldId id="503" r:id="rId5"/>
    <p:sldId id="504" r:id="rId6"/>
    <p:sldId id="50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2022-01-15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8888239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2022-01-15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685113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2022-01-15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2762847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2022-01-15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287494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2022-01-15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6168884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2022-01-15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8470208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2022-01-15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4783764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2022-01-15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6745330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2022-01-15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6282612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2022-01-15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7008457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2022-01-15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6544364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2022-01-15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038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8D98B7-FE0A-49CA-9C15-AF860096B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60AF2E-FEF2-4FE8-82AB-2641EFFE32E5}"/>
              </a:ext>
            </a:extLst>
          </p:cNvPr>
          <p:cNvSpPr txBox="1"/>
          <p:nvPr/>
        </p:nvSpPr>
        <p:spPr>
          <a:xfrm>
            <a:off x="2386010" y="2521059"/>
            <a:ext cx="74199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How sweet and awesome is the place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Christ within the doors,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while everlasting love displays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choicest of her stores.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454B4C-8657-4794-B24C-42428B1ABCD0}"/>
              </a:ext>
            </a:extLst>
          </p:cNvPr>
          <p:cNvSpPr txBox="1"/>
          <p:nvPr/>
        </p:nvSpPr>
        <p:spPr>
          <a:xfrm>
            <a:off x="1138236" y="0"/>
            <a:ext cx="99155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#425 How Sweet and Awesome Is the Place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6725740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ED5237-C477-41B0-B4CC-9645B6A02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835F22-888F-4AFF-B0C0-C971B48555EF}"/>
              </a:ext>
            </a:extLst>
          </p:cNvPr>
          <p:cNvSpPr txBox="1"/>
          <p:nvPr/>
        </p:nvSpPr>
        <p:spPr>
          <a:xfrm>
            <a:off x="1633537" y="2521059"/>
            <a:ext cx="89249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While all our hearts and all our songs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join to admire the feast,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of us cries, with thankful tongue,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"Lord, why was I a guest?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7405164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CDDFD8B-F900-465B-A871-F1F8A65B7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C1E715-C2C0-4AC2-B081-EA3343D40EF7}"/>
              </a:ext>
            </a:extLst>
          </p:cNvPr>
          <p:cNvSpPr txBox="1"/>
          <p:nvPr/>
        </p:nvSpPr>
        <p:spPr>
          <a:xfrm>
            <a:off x="1481137" y="2521059"/>
            <a:ext cx="92297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"Why was I made to hear your voice,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enter while there's room,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thousands make a wretched choice,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rather starve than come?"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836473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93E5847-4149-40FE-98B7-258221654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E3D924-6865-4B6D-8FA9-2424B4AC0B5E}"/>
              </a:ext>
            </a:extLst>
          </p:cNvPr>
          <p:cNvSpPr txBox="1"/>
          <p:nvPr/>
        </p:nvSpPr>
        <p:spPr>
          <a:xfrm>
            <a:off x="1938337" y="2521059"/>
            <a:ext cx="8315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'Twas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 same love that spread the feast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sweetly drew us in;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else we had still refused to taste,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perished in our sin.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855348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3EBD5-34A1-4359-AEC1-9AB6CE059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4DD043-BB0F-45C5-894B-9DE89170AD04}"/>
              </a:ext>
            </a:extLst>
          </p:cNvPr>
          <p:cNvSpPr txBox="1"/>
          <p:nvPr/>
        </p:nvSpPr>
        <p:spPr>
          <a:xfrm>
            <a:off x="2266950" y="2521059"/>
            <a:ext cx="7658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Pity the nations, O our God,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constrain the earth to come;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 your victorious Word abroad,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bring the strangers home.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4532601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72298E-6C71-43D7-9B1A-D8093F6C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8A293-3AC6-47AB-B41F-5B2E14703EDB}"/>
              </a:ext>
            </a:extLst>
          </p:cNvPr>
          <p:cNvSpPr txBox="1"/>
          <p:nvPr/>
        </p:nvSpPr>
        <p:spPr>
          <a:xfrm>
            <a:off x="2228850" y="2521059"/>
            <a:ext cx="77343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We long to see your churches full,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all the chosen race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may, with one voice and heart and soul,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 your redeeming grace.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4818983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247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2022-01-15T23:01:21Z</dcterms:created>
  <dcterms:modified xsi:type="dcterms:W3CDTF">2022-01-15T23:02:32Z</dcterms:modified>
</cp:coreProperties>
</file>