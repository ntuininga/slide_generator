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A325A-6487-4259-8BE3-C36273D74748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3F710-7735-43DE-924D-B6D0D54B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97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CEA0-62A8-EE11-0CDE-4DDA1CCED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5AC83-7A46-3285-CDC8-6D0F1CF03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328CE-BF34-57B0-9B50-833FD6DE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B90D5-8BAE-4B86-B42C-8AC436AFFC3E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9D1F8-949D-FB47-66C5-64EC9365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7056E-75D2-BBFA-8568-C44379E4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26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E90D-4487-1539-6A3A-A366DD34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A0E41-49C8-4C9C-2477-55A449733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6A171-4E55-C530-4A70-88432743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6339-A882-4A67-88AF-D1BA37D4D510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40E91-F894-4A09-DB79-5133AE7F6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C7578-979B-6891-C9EF-16847DAD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0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52C1-C348-3C72-060F-E44041B7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E685C-0338-C98C-39FA-C06BB46C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BCCB3-521C-095F-0D2D-7973DE27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11332-AF24-499D-A9E9-2E7F828DD227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1EF78-BD49-3D67-1345-C2E0E343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B87A0-BD3E-8AB6-352D-7535F47B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0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848B-A8F3-5FEB-6FEA-D62EE86D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22237-41D4-0BFD-4A0D-050898995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387D0-38FC-F7B7-6361-D0DFAA9C8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F5DDE-A639-25C8-35AA-BE480F26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527D9-C68F-4B08-B664-5589E1E2A42E}" type="datetime1">
              <a:rPr lang="en-US" smtClean="0"/>
              <a:t>3/18/2023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10C95-5201-0F0D-6FAE-2494AC58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8646D-5D93-29D3-C134-1E9F8BDC0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6C05-46AE-1389-4AED-24A5DB019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A44E2-D54B-EC61-4376-47FF2B221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3BAE0-0797-B7B7-DB26-A19C8E358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7076D-9FF9-C6E8-9873-09320A36B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B831D-C5F5-9A72-A658-1972ECC1A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49343-235B-9E61-9C78-187ED917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79A1-7977-43AA-9C9E-A1DF12C0B24C}" type="datetime1">
              <a:rPr lang="en-US" smtClean="0"/>
              <a:t>3/18/2023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871F4C-C245-34AC-2C5D-11EF2C66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AD3CB-9ED8-2A4B-0399-2DA8DDB9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9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5164-59F3-60A5-870A-D3798175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BE2C8-373F-DB0F-776F-D427A0ED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90593-5DF5-4252-BC3F-CB54836297E1}" type="datetime1">
              <a:rPr lang="en-US" smtClean="0"/>
              <a:t>3/18/2023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EA87B-AF4E-D122-E670-4C83F5F5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8F3BC-E240-8DD3-C751-61C0855E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7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4802C-94F0-F545-24A3-693CF8A4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0A70-DDC5-4DFC-8393-6C822B6E648D}" type="datetime1">
              <a:rPr lang="en-US" smtClean="0"/>
              <a:t>3/18/2023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5833D-1E98-535A-5709-C03D5913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FB8F0-7D46-673D-B365-B2C69778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2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4206-803D-7FF1-8496-76F4BA15A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8BCF6-DBDC-F9D6-D11A-F5CAB20A3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F73B2-6984-2BEC-1773-885085E43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28707-09A0-D8FB-6F04-ED87263F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1BD9-22BF-4F02-BECA-CC65EEF4CAE6}" type="datetime1">
              <a:rPr lang="en-US" smtClean="0"/>
              <a:t>3/18/2023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05BBA-C2BB-7058-FAC1-057AF1FE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BB5A1-3DB4-2238-FC03-F920B5DE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2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9C92-34FF-BAE8-DBEB-1B8FCD2C7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F24C7-6F5A-0544-4893-0BDB6E9C64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33196-A7FF-3A0E-8FED-BF8B63072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C0BBB-0910-51E8-4935-2E207656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2721-C5D9-4C84-BEB4-CD1CB213F0CB}" type="datetime1">
              <a:rPr lang="en-US" smtClean="0"/>
              <a:t>3/18/2023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BB3CD-D072-AC4F-73DC-833E47A6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157B3-2D99-56FA-6A1A-0D108EA5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84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360D9-FFA8-972E-C4DC-164F543A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39206-1482-220B-09EF-8544EABC7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05FC6-4281-A966-E8F8-11EA25A9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138B8-B3F1-4DE2-BE89-5CEA62CE0E7B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D7A6-CB31-7926-A11E-C5270A3D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AE4FB-EA4C-C91C-C4F1-EC01DBBF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3F3BE-C6B7-B521-947D-0CFD82043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22BAA-1D3B-670E-1FFE-DD038D7B8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7E8D5-D2D7-814E-B9C1-846DA0277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E1212-686E-4479-B717-03B332F51979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392ED-DD42-31FD-3139-9880AF216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071F8-3A06-D33B-9D09-032E1853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A6B3BD-E690-13A0-E6E4-3B8BC91E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03C9-7276-0938-F1D2-829AE62DA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BC9F6-D9E8-9C4F-6568-DD9B21299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65899-B9C6-4C76-9594-6D6B70C715EE}" type="datetime1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D4D2F-16AD-7B91-03DD-0C85F9E84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D05B7-4CC2-D2B4-C41B-E26F1FC22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19B6A-9558-4826-9B57-36BBC70F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7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9273-1781-1567-95E4-0628F113F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#530 Teach Me Thy Way, O Lord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164E4-CA8D-636C-267E-EC1200627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Teach me thy way, O Lord; teach me thy way!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Thy guiding grace afford; teach me thy way!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Help me to walk aright, more by faith, less by sight;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lead me with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heav’nly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light; teach me thy way!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306C7-2FB7-9CE1-6568-D139B19C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33423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FB79E-19C8-FC33-A907-A358A2F95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When I am sad at heart, teach me thy way!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When earthly joys depart, teach me thy way!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hours of loneliness, in times of dire distress,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failure or success, teach me thy way!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5ED0E-FFD3-22B4-0EBF-978A323B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9947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0AF89-29FE-8171-DF25-E2E0D7CE7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When doubts and fears arise, teach me thy way!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When storms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o'erspread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the skies, teach me thy way!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Shine thro' the cloud and rain, thro' sorrow, toil, and pain;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make thou my pathway plain; teach me thy way!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4EB0F-3310-4EBA-C30E-30630AEA0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1684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ECA5F-00FD-15D5-2671-0F5A234EB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Long as my life shall last, teach me thy way!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</a:rPr>
              <a:t>Where’er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my lot be cast, teach me thy way!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Until the race is run, until the journey’s done,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until the crown is won, teach me thy way!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65948-23AC-A17C-967E-EEB76682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19939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#530 Teach Me Thy Way, O Lord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#530 Teach Me Thy Way, O Lord</dc:title>
  <dc:creator>Neil</dc:creator>
  <cp:lastModifiedBy>Neil</cp:lastModifiedBy>
  <cp:revision>1</cp:revision>
  <dcterms:created xsi:type="dcterms:W3CDTF">2023-03-18T16:56:03Z</dcterms:created>
  <dcterms:modified xsi:type="dcterms:W3CDTF">2023-03-18T16:59:25Z</dcterms:modified>
</cp:coreProperties>
</file>