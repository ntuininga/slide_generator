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9E491-2F72-4DCA-BFFB-7EFB956EF492}" type="datetimeFigureOut">
              <a:rPr lang="en-US" smtClean="0"/>
              <a:t>7/8/2022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58BD7-0425-45C1-BDE5-742D6F35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9128-7F18-EC6E-5D05-3CDA929EF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2831A-AC0F-1CB0-DBBD-E1607184C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6236-D7A4-7173-275C-BEF3BB05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81E3-FCC9-4EA7-AEB4-00805BE4088E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1472-5138-24F9-0E30-EC85A5F3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F9014-73A0-916B-7163-9376288F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1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B265-C157-13B2-25C3-9D9C5B87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5442C-E536-AD07-6F0A-D6ADDA820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EA28B-85E5-07EA-EF64-36B8C072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1273F-B4F7-44C8-B805-AFD05A391E0C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B54D5-BEB9-74AB-9EA5-D1B0155C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063C3-BFCD-7694-AAE4-67204D85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9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EEF36-975D-79B5-07B4-C0CEF0328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11CD-D55E-8795-8BA0-C630B326F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FE4F-0E34-38ED-D830-C417A033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1FDC-18B8-418A-BA3C-0DC4231FF8A0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E631B-D1EC-CC89-A995-7166FDDB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74A0F-1E33-7765-2F21-AD218484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6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4E11-B8E4-0C85-7156-7837C195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F044D-0DFD-B1F0-38D9-65648EDE5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21916-A0B2-0425-81C3-ED4913773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4188-62AF-455A-6FA2-BAE70D0C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0474F-E397-43A0-8C56-B80787E6AE51}" type="datetime1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3F8E1-4CB1-A942-E0FC-C38BBE5C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1D577-F613-E593-C8F1-6DDA65EB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5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40FC-BF90-0272-2657-5DB019FD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5FAE4-43B0-B7B0-9F3A-572227F95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B4794-2977-536C-2E8B-739704214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7750DE-AB0D-B7F1-A5FD-B9D9445C7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75B695-438E-6FB2-9A36-9BE870CF6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E0820-6329-FD37-2674-19D1A7B8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53658-2F19-4E87-99ED-407E0EACFF4A}" type="datetime1">
              <a:rPr lang="en-US" smtClean="0"/>
              <a:t>7/8/2022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A1D74-8916-0DC3-7A57-D3E05209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ABEC9-1CAA-60E5-6FA3-86C8ED2E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8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B92F-2FA5-53D2-07DD-B821C752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C4EFE-38F2-CECB-B43C-9F50711A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0590-2E27-4A49-8D33-A1D938970D10}" type="datetime1">
              <a:rPr lang="en-US" smtClean="0"/>
              <a:t>7/8/2022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E9602-4800-11DE-5501-6E4B1402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33A93-D230-1BF4-3383-C087C3E1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6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7A562B-3368-4EB3-A162-D40205B6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545DB-771B-4A53-8267-0EE1066CD411}" type="datetime1">
              <a:rPr lang="en-US" smtClean="0"/>
              <a:t>7/8/2022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B03C7-3981-8BD5-7695-F407E439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2672-4B38-24DF-B9A9-1ED3DFA1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7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78BA-C555-5CA7-6EFE-D2733A2F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9BC6-6529-C796-5CA7-2CA4CB217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1D2B5-7264-B554-100B-7D9DA75A7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EC0A1-0731-D763-F708-F04037FD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9000-41DE-4BAE-8398-0CE4B30CE189}" type="datetime1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72D52-85D6-0734-77BE-196DBBEB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6343B-5069-ED72-62AD-03F7FA6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7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50C1-A64C-345D-3136-D8CB8F8F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D2BEBA-6F64-5E67-08F2-2AB5A8932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3C906-4A58-A7DF-148F-4B2239D1F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D260C-A685-F08F-89BF-FBD3E350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86D7-2E52-4124-B63D-974CFBE018D4}" type="datetime1">
              <a:rPr lang="en-US" smtClean="0"/>
              <a:t>7/8/2022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CCEB9-D3C0-1312-91AA-E8ACF567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381E6-512E-83F4-8D7F-1CDEAE02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6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336D-48F4-9C8D-849B-CCDA91F8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EEF44-BE67-44E6-70CD-068449370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61FD-9B29-C46A-B783-C201DBA9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1DAD-6037-4F4A-8CCC-BB933A44CC22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A1060-A2DA-2F8E-695A-74E43EBE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42281-C23A-B541-F47B-C5E3147F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B25FC-13DD-3711-CA9A-6C8E90B6E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20032-3B44-092F-8331-319C50514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8C9A1-2D5D-CE6F-9C15-1603E8F7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CEC6-63E5-49FF-8881-8B09F42D431B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19C67-D18C-B598-7881-E15DC8E2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3B66-0AA8-C852-9087-374210BF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8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461E8-D799-6FFA-F24E-F514A7F0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86DC4-9AA1-BD0C-B2FC-0A833CAB1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0D79-91DF-4949-8862-E7AB5E003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9FE09-981D-4069-B4A3-DF8A563F41BB}" type="datetime1">
              <a:rPr lang="en-US" smtClean="0"/>
              <a:t>7/8/2022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8FD9E-3699-260C-5652-1E64613A5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6DCC5-1ABB-8C9D-EC43-429C592C2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0F128-8C08-4BDF-AAE9-523538573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EB84-2EA1-A237-70C0-7F7C8315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49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#119M O How I Love Your Holy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843C-EF3E-29A2-DDAE-AB25915E0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how I love your holy law, O Lord!</a:t>
            </a:r>
          </a:p>
          <a:p>
            <a:pPr marL="0" indent="0" algn="ctr">
              <a:buNone/>
            </a:pPr>
            <a:r>
              <a:rPr lang="en-US" dirty="0"/>
              <a:t>All day I meditate upon your word;</a:t>
            </a:r>
          </a:p>
          <a:p>
            <a:pPr marL="0" indent="0" algn="ctr">
              <a:buNone/>
            </a:pPr>
            <a:r>
              <a:rPr lang="en-US" dirty="0"/>
              <a:t>It makes me wiser than my enemies,</a:t>
            </a:r>
          </a:p>
          <a:p>
            <a:pPr marL="0" indent="0" algn="ctr">
              <a:buNone/>
            </a:pPr>
            <a:r>
              <a:rPr lang="en-US" dirty="0"/>
              <a:t>For your commands are ever with me, Lord. 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C5F6B-BCE8-415E-8538-C4F85E4B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7773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B262-E96D-44AF-6B57-B7B55C02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2.</a:t>
            </a:r>
            <a:r>
              <a:rPr lang="en-US" dirty="0"/>
              <a:t> I have more wisdom than my teachers, Lord,</a:t>
            </a:r>
          </a:p>
          <a:p>
            <a:pPr marL="0" indent="0" algn="ctr">
              <a:buNone/>
            </a:pPr>
            <a:r>
              <a:rPr lang="en-US" dirty="0"/>
              <a:t>for on your laws I meditate each day.</a:t>
            </a:r>
          </a:p>
          <a:p>
            <a:pPr marL="0" indent="0" algn="ctr">
              <a:buNone/>
            </a:pPr>
            <a:r>
              <a:rPr lang="en-US" dirty="0"/>
              <a:t>I have more insight than the aged ones,</a:t>
            </a:r>
          </a:p>
          <a:p>
            <a:pPr marL="0" indent="0" algn="ctr">
              <a:buNone/>
            </a:pPr>
            <a:r>
              <a:rPr lang="en-US" dirty="0"/>
              <a:t>For all your testimonies I obey.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AC4BB-E8B4-36E7-C4C5-AFCE1565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3561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E46DB-4710-95B8-2F74-D09EDD105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3.</a:t>
            </a:r>
            <a:r>
              <a:rPr lang="en-US" dirty="0"/>
              <a:t> I keep my feet from </a:t>
            </a:r>
            <a:r>
              <a:rPr lang="en-US" dirty="0" err="1"/>
              <a:t>ev’ry</a:t>
            </a:r>
            <a:r>
              <a:rPr lang="en-US" dirty="0"/>
              <a:t> evil path,</a:t>
            </a:r>
          </a:p>
          <a:p>
            <a:pPr marL="0" indent="0" algn="ctr">
              <a:buNone/>
            </a:pPr>
            <a:r>
              <a:rPr lang="en-US" dirty="0"/>
              <a:t>For I desire to follow all your word;</a:t>
            </a:r>
          </a:p>
          <a:p>
            <a:pPr marL="0" indent="0" algn="ctr">
              <a:buNone/>
            </a:pPr>
            <a:r>
              <a:rPr lang="en-US" dirty="0"/>
              <a:t>Since you have taught me all your wise decrees,</a:t>
            </a:r>
          </a:p>
          <a:p>
            <a:pPr marL="0" indent="0" algn="ctr">
              <a:buNone/>
            </a:pPr>
            <a:r>
              <a:rPr lang="en-US" dirty="0"/>
              <a:t>From them I do not turn aside, O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00936-1706-1FE5-5689-92C13D64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4094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31C6-6556-4DB0-BBBF-91BC576A3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4.</a:t>
            </a:r>
            <a:r>
              <a:rPr lang="en-US" dirty="0"/>
              <a:t> How sweet your words are, Lord, unto my taste –</a:t>
            </a:r>
          </a:p>
          <a:p>
            <a:pPr marL="0" indent="0" algn="ctr">
              <a:buNone/>
            </a:pPr>
            <a:r>
              <a:rPr lang="en-US" dirty="0"/>
              <a:t>Sweeter than honey is upon my tongue</a:t>
            </a:r>
          </a:p>
          <a:p>
            <a:pPr marL="0" indent="0" algn="ctr">
              <a:buNone/>
            </a:pPr>
            <a:r>
              <a:rPr lang="en-US" dirty="0"/>
              <a:t>Through your commandments I will understand,</a:t>
            </a:r>
          </a:p>
          <a:p>
            <a:pPr marL="0" indent="0" algn="ctr">
              <a:buNone/>
            </a:pPr>
            <a:r>
              <a:rPr lang="en-US" dirty="0"/>
              <a:t>Therefore, O LORD, I hate each path that’s wrong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A5E5E-A142-2BE9-528A-463F85FC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32080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#119M O How I Love Your Holy Law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#119M O How I Love Your Holy Law</dc:title>
  <dc:creator>Neil Tuininga</dc:creator>
  <cp:lastModifiedBy>Neil Tuininga</cp:lastModifiedBy>
  <cp:revision>1</cp:revision>
  <dcterms:created xsi:type="dcterms:W3CDTF">2022-07-08T15:39:07Z</dcterms:created>
  <dcterms:modified xsi:type="dcterms:W3CDTF">2022-07-08T15:44:04Z</dcterms:modified>
</cp:coreProperties>
</file>