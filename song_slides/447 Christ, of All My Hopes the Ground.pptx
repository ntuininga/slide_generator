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612D8-AE96-46F3-8E09-CDE5AD2449EF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3E3A5F-ECBD-4534-AB23-889267DB60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8635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1DC2A-0D1B-48C5-A7FB-28BC0CD0E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51FF60-BA77-4054-9CB5-8A85E70540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7C07D-EF7D-4944-A77E-7F7C99B2E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2DB3-375F-48DF-BBEB-29CFDD32D364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9E033-8471-4024-9739-1268BD5EE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B44C5-A29B-423C-97C3-6CF5EB074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1EFC-836E-490D-AA42-7EA15E38021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0937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018-FCD8-4633-B2B8-E59611405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70525-2DE4-4823-A5DA-33E73D9B9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F10BA-BED6-4DA0-AA12-57453610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2DB3-375F-48DF-BBEB-29CFDD32D364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8D870-F2C8-49A0-B799-736D89009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0404A-7426-4F8A-9BA0-759CEB83C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1EFC-836E-490D-AA42-7EA15E38021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0570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42A54-0DA0-4463-BE34-A7CC81C27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04BEF-BFAC-4A50-98D8-D690BB159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B3563-8C20-4A0E-8D04-48E742AFE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2DB3-375F-48DF-BBEB-29CFDD32D364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A414C-8148-46C8-9605-95CF97331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71D44-FF8D-493C-8BE4-B1A648DFC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1EFC-836E-490D-AA42-7EA15E38021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799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11775-5920-4345-9220-5585BA05E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58865-A72F-415C-9064-7503A3D3BD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288514-464C-4802-8304-7B131634D6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11580-974C-4172-8488-F6404A718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2DB3-375F-48DF-BBEB-29CFDD32D364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58685-2B82-4E7A-AFF5-91028ACFE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BAEA3-C31C-42ED-814B-6A0455E8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1EFC-836E-490D-AA42-7EA15E38021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2395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ACDB8-78DA-494D-8020-CAAD51F93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10DBAA-872E-4F60-9CB1-C770FC3A3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C4D2C0-BC0E-441C-8292-3588ED120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37A17C-4E74-46CA-821A-7BCD08912B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1C1CCD-B4EC-483D-8A87-91CA02E659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298282-B6F8-44AB-A3AF-6D21E36EF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2DB3-375F-48DF-BBEB-29CFDD32D364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DC2B2F-9FB3-43A4-BBC2-D8F8DFF4C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2FA412-2293-41E7-9D75-04858F5D8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1EFC-836E-490D-AA42-7EA15E38021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5881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75E5E-3747-4AAD-9ED0-BEBE34103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A02680-4665-4315-A3AC-6E35D8E24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2DB3-375F-48DF-BBEB-29CFDD32D364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694280-42BA-4185-91D6-B4BB1D4F8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730523-A32A-4CAA-A5B9-5658F06E9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1EFC-836E-490D-AA42-7EA15E38021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3610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D9052F-0B8D-4EDB-ADA7-36B5CB379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2DB3-375F-48DF-BBEB-29CFDD32D364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B05C5B-1203-43D3-8ACB-DFFA55C96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BDFAA-3E78-4FCD-8459-819113154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1EFC-836E-490D-AA42-7EA15E38021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8779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E2F95-17AF-41CB-86E7-9BB7C1D92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A4408-7609-46A2-86CA-2DDA72014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24611C-813D-4226-98C0-87A6B9EDF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C7B7C6-8251-40EC-A8B6-6EF7DA63C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2DB3-375F-48DF-BBEB-29CFDD32D364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B17AB-1F4E-4480-9338-79164F2E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B7C9C8-5C8C-4341-BC37-EBB33E956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1EFC-836E-490D-AA42-7EA15E38021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2087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0046B-D153-4E94-AD28-E8F72A08D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7E733-54FA-476B-AD4D-724C772562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89E610-FE33-4BBB-BF83-EC8BE0D8F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466DE-0300-4D75-A40B-74C405814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2DB3-375F-48DF-BBEB-29CFDD32D364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0141F-4DF0-4956-82DC-407B5D954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3A24E2-F21D-4D58-A307-4BF94D5A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1EFC-836E-490D-AA42-7EA15E38021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5601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6CCA5-41C4-4A42-93FD-E9C018D69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98C61D-EC7F-4DDA-9A00-67C947B5B6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DED31-5CDE-417F-8BFD-3C5CF3F24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2DB3-375F-48DF-BBEB-29CFDD32D364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C0C19-B515-4F82-8AD9-568D8468C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96EEA-15B0-4951-83F5-119F0FCA0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1EFC-836E-490D-AA42-7EA15E38021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6966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C95A30-B84E-4D2C-93C6-EDB03053A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8B9012-9E37-4867-B27F-02D712BB7F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4A050-AA0D-435B-AF2B-1B6AF7221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2DB3-375F-48DF-BBEB-29CFDD32D364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B1E3B-EB36-48FF-8C08-C354212D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B8BD7-95CA-4941-B5D0-9C956965D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1EFC-836E-490D-AA42-7EA15E38021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0902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3CB1B6-E00F-4DE5-89E7-9A8B9A473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A45F3-5F3B-499E-9B4B-7ADA7E368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6E0AA-1AEA-462C-9B0E-7A00B9CA09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D22DB3-375F-48DF-BBEB-29CFDD32D364}" type="datetimeFigureOut">
              <a:rPr lang="en-CA" smtClean="0"/>
              <a:t>2021-05-07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90C9B-18E0-42F7-BB45-B941F2CC5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3275F-46A3-4D56-89E4-750DF9D66F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61EFC-836E-490D-AA42-7EA15E38021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285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B7DD38-1B98-44A1-A679-1948A6091F84}"/>
              </a:ext>
            </a:extLst>
          </p:cNvPr>
          <p:cNvSpPr txBox="1"/>
          <p:nvPr/>
        </p:nvSpPr>
        <p:spPr>
          <a:xfrm>
            <a:off x="1504950" y="95250"/>
            <a:ext cx="91821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#447 Christ, of All My Hopes the Ground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46B234-2337-4CC2-8B10-181FFB3DC39F}"/>
              </a:ext>
            </a:extLst>
          </p:cNvPr>
          <p:cNvSpPr txBox="1"/>
          <p:nvPr/>
        </p:nvSpPr>
        <p:spPr>
          <a:xfrm>
            <a:off x="2514600" y="2305615"/>
            <a:ext cx="7162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Christ, of all my hopes the ground,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Christ, the spring of all my joy,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still in you may I be found,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still for you my pow'rs employ,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still for you my pow'rs employ.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8952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7D4D47-D67F-4F43-89FB-7B41E5277F92}"/>
              </a:ext>
            </a:extLst>
          </p:cNvPr>
          <p:cNvSpPr txBox="1"/>
          <p:nvPr/>
        </p:nvSpPr>
        <p:spPr>
          <a:xfrm>
            <a:off x="2581275" y="2305615"/>
            <a:ext cx="70294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Let your love my heart inflame;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keep your fear before my sight;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 your praise my highest aim;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 your smile my chief delight,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 your smile my chief delight.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6880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C50C22-5FB8-45B1-BBF2-9DB789E17C7C}"/>
              </a:ext>
            </a:extLst>
          </p:cNvPr>
          <p:cNvSpPr txBox="1"/>
          <p:nvPr/>
        </p:nvSpPr>
        <p:spPr>
          <a:xfrm>
            <a:off x="1866900" y="2305615"/>
            <a:ext cx="8458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Fountain of o'erflowing grace,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freely from your fullness give;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'til I close my earthly race,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may I prove it "Christ to live,"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may I prove it "Christ to live."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6349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F387E9-39A0-43D7-AB7A-D53CD47A42D9}"/>
              </a:ext>
            </a:extLst>
          </p:cNvPr>
          <p:cNvSpPr txBox="1"/>
          <p:nvPr/>
        </p:nvSpPr>
        <p:spPr>
          <a:xfrm>
            <a:off x="2362200" y="2305615"/>
            <a:ext cx="7467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Firmly trusting in your blood,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nothing shall my heart confound;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safely I shall pass the flood,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safely reach Immanuel's ground,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safely reach Immanuel's ground.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0350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07CEF2-4E40-4782-8553-AF22FCA6A114}"/>
              </a:ext>
            </a:extLst>
          </p:cNvPr>
          <p:cNvSpPr txBox="1"/>
          <p:nvPr/>
        </p:nvSpPr>
        <p:spPr>
          <a:xfrm>
            <a:off x="2138362" y="2305615"/>
            <a:ext cx="79152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Thus, O thus, an entrance give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the land of cloudless sky;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having known it "Christ to live,"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me know it "gain to die,"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me know it "gain to die."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5670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221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2021-05-07T18:04:26Z</dcterms:created>
  <dcterms:modified xsi:type="dcterms:W3CDTF">2021-05-07T18:06:27Z</dcterms:modified>
</cp:coreProperties>
</file>