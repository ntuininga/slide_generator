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81" r:id="rId3"/>
    <p:sldId id="27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D3E28-6B90-48A3-A0D0-9BB5E38A01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1A9966-2DFC-4442-8541-AF032E007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20F52-3FC5-428A-9B96-2A181B25B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C2FA-64A2-4A16-8AD0-6CBBC8128F3F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0CBE3-030D-45CB-93EE-87AE83A7D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3AAD1-7AAF-4D5F-BA9C-3FE9A3190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9199-4912-4AB8-9F96-38C0BFE38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031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78C7E-309A-40B0-A4DC-F1D2EF043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652A2-3CCB-4F27-85CB-7F4F7C972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B8621-9945-4685-93A7-C71253847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C2FA-64A2-4A16-8AD0-6CBBC8128F3F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D92AD-854D-4E31-BE20-520B6D751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E73C0-D8F9-49DB-A736-43F48BE42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9199-4912-4AB8-9F96-38C0BFE38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152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4A4BE-9D48-4B8A-961B-EE4D864F6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DC21D-2AA7-43E9-91AD-FF9803B9C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F90ED-087A-4A18-8A44-F14EBFC96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C2FA-64A2-4A16-8AD0-6CBBC8128F3F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82196-1A1A-474B-8FE4-E142B9010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91BFE-6786-4F1E-BB89-AFE7BBE4D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9199-4912-4AB8-9F96-38C0BFE38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720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10329-43A4-4031-80AC-657AEED8C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0B693-0833-4170-ABE8-9AAE68D1A6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5E0397-9483-46E7-B995-447453627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992156-60C0-4BE2-9F8E-CB61BA312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C2FA-64A2-4A16-8AD0-6CBBC8128F3F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4DBEA-832D-44A3-965E-285542C79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57B09-7106-4D95-A034-F188119C7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9199-4912-4AB8-9F96-38C0BFE38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32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20D55-8768-4AA3-9FE5-6947DEF26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B8E74-A913-43D2-ABC7-165E488F7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B0831-3927-4096-B0EC-B697B4381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7E1C45-D0BA-4CF0-B0C2-237B5963F4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40E9C4-9754-45D7-B28E-05CF653DBD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ACDE7A-93F0-489B-9ACE-15A099901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C2FA-64A2-4A16-8AD0-6CBBC8128F3F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E74B13-C55A-4531-A065-E97C2F210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4DEF57-CE01-4F77-9054-33070BD34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9199-4912-4AB8-9F96-38C0BFE38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597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CCFF4-4668-4D62-A0E7-E3436FC19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C59F8E-AE9A-4EEF-ABD4-71E43AAA3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C2FA-64A2-4A16-8AD0-6CBBC8128F3F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BB7318-5F9B-41AB-A33F-E04FCDC9E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9B8FAD-2915-4F67-817C-59D871A15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9199-4912-4AB8-9F96-38C0BFE38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649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651BD7-A214-4790-956E-309A5CBFB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C2FA-64A2-4A16-8AD0-6CBBC8128F3F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F60B91-8A73-4584-BC29-B60003A83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FD8B6-63DB-41CD-BCF7-B2A3DC766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9199-4912-4AB8-9F96-38C0BFE38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09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EAB9-46C7-43EC-BC32-3FB982406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E6719-2FCB-44BD-9699-F8209EA82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AEC3B-904B-4DD9-8099-02009354D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B37042-36EA-420A-9DD7-926823FFA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C2FA-64A2-4A16-8AD0-6CBBC8128F3F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C82EF-DD02-4E60-AC81-866BDF941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0CFE6F-E52B-44E8-806C-A6F17952F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9199-4912-4AB8-9F96-38C0BFE38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572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1323-756F-4C65-8A1C-5D52BD804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9F828C-219C-4136-93BE-F230EB42E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B316CF-DDC3-4B6C-B4F8-99D020AC8B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B56AB-BE37-41DD-B964-18C9F9A04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C2FA-64A2-4A16-8AD0-6CBBC8128F3F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23607-A116-4021-AC8A-56AE22391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E6B143-81C7-4C04-9E3E-585EE8966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9199-4912-4AB8-9F96-38C0BFE38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822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A6FA3-33AD-4195-A4E7-21970675B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D9C8D9-CC47-4415-9C2A-C4B370205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D39D9-EEC6-4702-802E-250865941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C2FA-64A2-4A16-8AD0-6CBBC8128F3F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0E74B-264F-49FD-ABB3-E34B86AE5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35EC5-B536-46AE-96B9-B64D86CB9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9199-4912-4AB8-9F96-38C0BFE38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933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8BD8BF-0BD8-4871-8A86-39F7498071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7CBFB3-E12F-421E-82B8-761D71790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4CCB7-E674-4DC1-8564-CD67A3058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C2FA-64A2-4A16-8AD0-6CBBC8128F3F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D2488-9E4F-4F19-903B-597B8EEE6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25770-ABB3-4E26-82D7-DCB882181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9199-4912-4AB8-9F96-38C0BFE38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086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111F27-03E1-47AF-B9C1-1988D7787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699B9-FB9E-41FD-B08C-EB556A306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3F716-DB09-4F10-89E8-C6F56DFBB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1C2FA-64A2-4A16-8AD0-6CBBC8128F3F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3C31C-9473-4FB4-B453-D0511EF6D0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BD1B4-9650-4B36-A546-C964C91B6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559199-4912-4AB8-9F96-38C0BFE38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#325 All Glory, Laud and Honor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</a:t>
            </a:r>
            <a:r>
              <a:rPr lang="en-CA" sz="2800" dirty="0"/>
              <a:t>All glory, laud, and honor</a:t>
            </a:r>
            <a:br>
              <a:rPr lang="en-CA" sz="2800" dirty="0"/>
            </a:br>
            <a:r>
              <a:rPr lang="en-CA" sz="2800" dirty="0"/>
              <a:t>to thee, Redeemer, King,</a:t>
            </a:r>
            <a:br>
              <a:rPr lang="en-CA" sz="2800" dirty="0"/>
            </a:br>
            <a:r>
              <a:rPr lang="en-CA" sz="2800" dirty="0"/>
              <a:t>to whom the lips of children</a:t>
            </a:r>
            <a:br>
              <a:rPr lang="en-CA" sz="2800" dirty="0"/>
            </a:br>
            <a:r>
              <a:rPr lang="en-CA" sz="2800" dirty="0"/>
              <a:t>made sweet hosannas ring.</a:t>
            </a:r>
            <a:br>
              <a:rPr lang="en-CA" sz="2800" dirty="0"/>
            </a:br>
            <a:r>
              <a:rPr lang="en-CA" sz="2800" dirty="0"/>
              <a:t>Thou art the King of Israel,</a:t>
            </a:r>
            <a:br>
              <a:rPr lang="en-CA" sz="2800" dirty="0"/>
            </a:br>
            <a:r>
              <a:rPr lang="en-CA" sz="2800" dirty="0"/>
              <a:t>thou David's royal Son,</a:t>
            </a:r>
            <a:br>
              <a:rPr lang="en-CA" sz="2800" dirty="0"/>
            </a:br>
            <a:r>
              <a:rPr lang="en-CA" sz="2800" dirty="0"/>
              <a:t>who in the Lord's name </a:t>
            </a:r>
            <a:r>
              <a:rPr lang="en-CA" sz="2800" dirty="0" err="1"/>
              <a:t>comest</a:t>
            </a:r>
            <a:r>
              <a:rPr lang="en-CA" sz="2800" dirty="0"/>
              <a:t>,</a:t>
            </a:r>
            <a:br>
              <a:rPr lang="en-CA" sz="2800" dirty="0"/>
            </a:br>
            <a:r>
              <a:rPr lang="en-CA" sz="2800" dirty="0"/>
              <a:t>the King and Blessed One.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573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The company of angels</a:t>
            </a:r>
            <a:br>
              <a:rPr lang="en-CA" sz="2800" dirty="0"/>
            </a:br>
            <a:r>
              <a:rPr lang="en-CA" sz="2800" dirty="0"/>
              <a:t>are praising thee on high;</a:t>
            </a:r>
            <a:br>
              <a:rPr lang="en-CA" sz="2800" dirty="0"/>
            </a:br>
            <a:r>
              <a:rPr lang="en-CA" sz="2800" dirty="0"/>
              <a:t>and mortal men, and all things</a:t>
            </a:r>
            <a:br>
              <a:rPr lang="en-CA" sz="2800" dirty="0"/>
            </a:br>
            <a:r>
              <a:rPr lang="en-CA" sz="2800" dirty="0"/>
              <a:t>created, make reply.</a:t>
            </a:r>
            <a:br>
              <a:rPr lang="en-CA" sz="2800" dirty="0"/>
            </a:br>
            <a:r>
              <a:rPr lang="en-CA" sz="2800" dirty="0"/>
              <a:t>The people of the Hebrews</a:t>
            </a:r>
            <a:br>
              <a:rPr lang="en-CA" sz="2800" dirty="0"/>
            </a:br>
            <a:r>
              <a:rPr lang="en-CA" sz="2800" dirty="0"/>
              <a:t>with palms before thee went;</a:t>
            </a:r>
            <a:br>
              <a:rPr lang="en-CA" sz="2800" dirty="0"/>
            </a:br>
            <a:r>
              <a:rPr lang="en-CA" sz="2800" dirty="0"/>
              <a:t>our praise and prayer and anthems</a:t>
            </a:r>
            <a:br>
              <a:rPr lang="en-CA" sz="2800" dirty="0"/>
            </a:br>
            <a:r>
              <a:rPr lang="en-CA" sz="2800" dirty="0"/>
              <a:t>before thee we present.</a:t>
            </a:r>
          </a:p>
        </p:txBody>
      </p:sp>
    </p:spTree>
    <p:extLst>
      <p:ext uri="{BB962C8B-B14F-4D97-AF65-F5344CB8AC3E}">
        <p14:creationId xmlns:p14="http://schemas.microsoft.com/office/powerpoint/2010/main" val="35180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To thee before thy passion</a:t>
            </a:r>
            <a:br>
              <a:rPr lang="en-CA" sz="2800" dirty="0"/>
            </a:br>
            <a:r>
              <a:rPr lang="en-CA" sz="2800" dirty="0"/>
              <a:t>they sang their hymns of praise;</a:t>
            </a:r>
            <a:br>
              <a:rPr lang="en-CA" sz="2800" dirty="0"/>
            </a:br>
            <a:r>
              <a:rPr lang="en-CA" sz="2800" dirty="0"/>
              <a:t>to thee, now high exalted,</a:t>
            </a:r>
            <a:br>
              <a:rPr lang="en-CA" sz="2800" dirty="0"/>
            </a:br>
            <a:r>
              <a:rPr lang="en-CA" sz="2800" dirty="0"/>
              <a:t>our melody we raise.</a:t>
            </a:r>
            <a:br>
              <a:rPr lang="en-CA" sz="2800" dirty="0"/>
            </a:br>
            <a:r>
              <a:rPr lang="en-CA" sz="2800" dirty="0"/>
              <a:t>Thou didst accept their praises;</a:t>
            </a:r>
            <a:br>
              <a:rPr lang="en-CA" sz="2800" dirty="0"/>
            </a:br>
            <a:r>
              <a:rPr lang="en-CA" sz="2800" dirty="0"/>
              <a:t>accept the prayers we bring,</a:t>
            </a:r>
            <a:br>
              <a:rPr lang="en-CA" sz="2800" dirty="0"/>
            </a:br>
            <a:r>
              <a:rPr lang="en-CA" sz="2800" dirty="0"/>
              <a:t>who in all good </a:t>
            </a:r>
            <a:r>
              <a:rPr lang="en-CA" sz="2800" dirty="0" err="1"/>
              <a:t>delightest</a:t>
            </a:r>
            <a:r>
              <a:rPr lang="en-CA" sz="2800" dirty="0"/>
              <a:t>,</a:t>
            </a:r>
            <a:br>
              <a:rPr lang="en-CA" sz="2800" dirty="0"/>
            </a:br>
            <a:r>
              <a:rPr lang="en-CA" sz="2800" dirty="0"/>
              <a:t>thou good and gracious King.</a:t>
            </a:r>
          </a:p>
        </p:txBody>
      </p:sp>
    </p:spTree>
    <p:extLst>
      <p:ext uri="{BB962C8B-B14F-4D97-AF65-F5344CB8AC3E}">
        <p14:creationId xmlns:p14="http://schemas.microsoft.com/office/powerpoint/2010/main" val="3977713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#325 All Glory, Laud and Honor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#325 All Glory, Laud and Honor</dc:title>
  <dc:creator>Eric Hoogendoorn</dc:creator>
  <cp:lastModifiedBy>Eric Hoogendoorn</cp:lastModifiedBy>
  <cp:revision>1</cp:revision>
  <dcterms:created xsi:type="dcterms:W3CDTF">2020-04-25T02:36:51Z</dcterms:created>
  <dcterms:modified xsi:type="dcterms:W3CDTF">2020-04-25T02:37:09Z</dcterms:modified>
</cp:coreProperties>
</file>