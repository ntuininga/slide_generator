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5FFA5-FB74-4C82-91EB-C0C57130CBC3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22D3B-4E47-46D4-95DE-8D49635BE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8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6FA3-B4A5-A452-90B6-0CB372F0E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179FB-344F-CAEE-57BD-775CFCE8A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D2317-7452-CA4B-EED7-A1B50844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D32-1E40-4C96-9F25-0525508F04DB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FE32-3794-E282-508F-B22403A5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8FD67-F4F5-4DA4-C3F6-9F6C5CE3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0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D05C-3BD9-4DF1-6C68-070AB7D7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17441-D508-2017-484D-C1D1A3D9C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A251B-DAAC-DCA1-0F62-C8745531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1780-D75E-4C7F-9665-06A6C17470A4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EBFE-E7CF-B214-4B44-82821923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4C6F-124B-3A1F-892C-E64F554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3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C34C-700E-D9C7-4194-DC7B5DE3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DD15-97DE-6FD9-077F-2BA5FD342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FEEB6-A977-7936-6DAC-8C2E19B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988F-8C29-4798-B59D-9FC2D24E04ED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FE8C-8864-3AAC-E09E-FEFC9D3E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E1FA2-0542-6465-30CC-8814D655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9D99-0B55-3E50-5715-DA465C80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E119-CEA7-78B7-2DAD-1A553EFDC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B668D-6B02-D596-75E9-AE6369F06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4107A-E992-5C15-961E-D1CF8171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111F-BFEF-47A4-9AED-3B9E95BA6440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434B9-F23C-48C0-BCAF-4DF9BDBF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23256-16D7-5D40-4A25-D04FAE63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8706-F266-B62B-83EB-67ECA3B0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077E5-FA33-5DA3-9A72-68D84E5C9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8763-405E-EDA3-E332-81F2DC6C0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D32FD-6D5E-C75B-3AD0-8C0F9EBE4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462BF-A0C0-0B03-3350-751407431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D4598-FB1A-09EB-BA25-9076477E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F2F6-B8CE-4945-895C-B9F7BC84CD3D}" type="datetime1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7C0CD-ACEE-F1CE-FAB3-B758349B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A25B2-4D14-D807-AF91-9556A244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2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B367-900A-F583-B415-DD21A0A4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D7422-B8AF-01E6-3AD9-31290B75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A5DA-4F28-43F6-83FF-3C1EB91F21A6}" type="datetime1">
              <a:rPr lang="en-US" smtClean="0"/>
              <a:t>9/3/2022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BF397-85B9-4409-09DA-1B968BDC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81839-D917-4D59-923E-0CC571E2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6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8FF6B-AA34-E8A8-6B91-3B0F79F2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05AC2-08BA-42A4-9F86-B4520D33C578}" type="datetime1">
              <a:rPr lang="en-US" smtClean="0"/>
              <a:t>9/3/2022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4EC2A-D9F2-1901-184E-29521A6D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FBA8D-F404-B0FA-E0AE-2F2D8E04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0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054F-0D19-8977-71A5-79FA322E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277A3-AD23-1286-922F-6D28182E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6DE8-AA9E-86BF-00FB-3B801AC6B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476EA-2091-B130-F969-85B2E7A1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D778-D81E-46D4-992D-8F70A037D656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72CBF-A9BD-CCCD-A7F7-26423091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D5-9A9F-3AE0-82B6-F781A0C1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1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E22B-89B7-E23E-3F63-5D295598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FDA86-918C-3D29-7ACE-747A1B2FE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24CB0-E543-70EE-B1CB-42765D5F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D80DE-91CA-4CD1-63FD-235ED33E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CED0-B234-4780-BC09-B7D9EDCAA4B7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7CCC3-1AF5-5D89-4F9E-B0CF7613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79217-1114-AC28-BD97-1286103F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0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52D1-4FBC-07F7-B3D2-208CCD9E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52E69-C8E2-5C56-7949-FB3F9AD29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1044-2B54-1AB1-22EA-55F7C4B30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333E-2A3A-41B5-A53A-319C798FB151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55E7-7D78-56C5-2B86-A9B1AD8E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D7A40-3FE8-DFB2-E770-C0235203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2A394-9C6E-7D25-3E10-FE6E7462E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37851-ED02-207F-A69D-76BB1611A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C559-ABD7-0619-E7B8-CE351A24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3C9F-E63C-4AFA-A975-D9DA7EE39B39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D70A-5D15-A6B6-EF2B-BC3F06F9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71FE-31BC-D889-1350-364D72D7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1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5F3A4-4928-427A-33A1-FA1D06D25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93C3C-3AD9-AE38-BF03-9AFF9908C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0663A-BD09-B90E-7180-43A6D419B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B537A-2F04-4BDC-9755-DEB7CDCFBA0A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F2055-37CD-BDD0-0470-D50FDA721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F937-9032-24D0-1F02-65F5D55D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5A61F-12A1-4CC2-904C-0665668A7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38E0-BB37-AC8F-2C90-75645FA1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 199 Zion, to Thy Savior Singing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98D1-6389-6AAC-4DE6-7D41A94A1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Zion, to thy Savior singing,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thy Prince and Shepherd bringing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sweetest hymns of love and praise,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wilt never reach the measure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his worth, by all the treasure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thy most ecstatic lays.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55223-29E6-7E6D-E423-F691BF57F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239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4BC8-B448-F7E5-E9E9-DE63B4C11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Of all wonders that can thrill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with adoration fill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what than this can greater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himself to thee he giveth?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that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eateth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ever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liveth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the Bread of Life is he.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05481-8B3C-9501-F05E-33E1E5A4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1992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050D-4D7B-BDB5-0AF9-DF0F724E2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O Good Shepherd, Bread life giving,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us, thy grace and life receiving,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feed and shelter evermore;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on earth our weakness guiding,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in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with thee abiding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all saints will thee adore.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51CE3-1EEA-4646-A522-1BB27F11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2925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 199 Zion, to Thy Savior Singing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 199 Zion, to Thy Savior Singing</dc:title>
  <dc:creator>Neil Tuininga</dc:creator>
  <cp:lastModifiedBy>Neil Tuininga</cp:lastModifiedBy>
  <cp:revision>1</cp:revision>
  <dcterms:created xsi:type="dcterms:W3CDTF">2022-09-03T16:56:06Z</dcterms:created>
  <dcterms:modified xsi:type="dcterms:W3CDTF">2022-09-03T16:59:22Z</dcterms:modified>
</cp:coreProperties>
</file>