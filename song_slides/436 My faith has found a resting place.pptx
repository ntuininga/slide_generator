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0169-3C6B-4A1B-83B5-62598F85C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36828-3BCB-4DF1-BC91-37756E67E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FE875-420B-4AC5-AD4B-9DBB904E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914D1-C9BA-4FC4-8C0A-2F9640EF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EFCF5-8371-4EB7-9718-20C2D916D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6431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F9122-4CAD-4702-AF04-41F14F93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DCF1D-20C0-417E-92E3-5574CFFD9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D7201-9161-46E9-83E5-92B4BD30C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17535-ACC5-4747-9B1A-AF2ECFC2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5035E-970B-4924-A8F3-EF0CFE3A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130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B06E8-EB32-4C52-833E-4E6CC7334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9391B-C3EF-4BDB-9D89-473F2C3B3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EA7C6-C4AA-4367-B67E-AE255D88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074C5-7C92-41E2-A7C4-E5356E263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401A9-4C9F-4570-B410-13D8AD519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7022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B0EE4-BF61-4808-95D8-C690D2E3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257F6-704D-4BE1-B905-92D7E3E9E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B2B2A-C75F-42C3-A56D-5B1389287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37B8A-98AC-4019-9085-9AE28B18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DF3C5-FF08-4A00-9917-5E1BAAAA7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ED6BC-FBF8-4351-95CB-6BA62A19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854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100F-5523-40AA-98F9-2A1FC646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6FD1F-7541-4530-8DCC-ACF8090D9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2A17D-08C3-4F31-B10E-B8F8F19E2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B2ADE1-724A-4DF0-B63A-3BF900D8C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DDEF9-02D4-4B25-B009-C8F2C249A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4AA26D-DB67-40AD-BE66-E2486CA6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539F35-90C4-4546-A12E-0210444EE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03BE5-6137-40D0-AC2E-11F898A37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680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90DF8-4676-439D-A7D0-36E465194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595A82-85B7-451D-A20C-FCB9E84B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D2C67-00C6-4412-90B2-D6D8E360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523DD-171A-4198-ADAA-398E92D1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6802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9EC98-D8C1-450D-9E79-267BB435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640110-95B8-4278-A570-C78812D8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58736-4A61-4B67-8F2D-1E60EF2C4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48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A753-5D0E-482C-AF2A-7F28A8A5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6BB6A-1D7A-4938-AED4-81C242E35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6EE19-201E-40B7-A82A-2D1163973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70D5E-6971-4117-B331-16CD029F4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F0442-71E9-41E9-B1ED-82DA9D1F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04E7F-5C8E-4601-B813-D6F9E4F53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1732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66164-0B3F-4A3F-8827-F3DAFC42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131B28-1678-478A-BC0E-523CA985E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17AB5-9E68-4488-AC88-B2657C5EF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6922D-B841-44EB-86BE-5C20F69A7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4DD67-4531-4CFB-8E88-3FC90DCD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1F89F-9333-4110-B784-6CB06CCCE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0640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8429-D5A5-4B76-976B-E7CD9CD9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3E191-B7E9-442F-BEC6-E82F265E9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D06F8-CB0D-4BD4-8E2A-C31847D9B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5D281-8D5E-4D8B-8D87-C20DB11D5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4D816-AAAF-4F56-B36E-10917638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786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391D9-0BF2-4839-A78A-252F93160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A2D19-D0E5-458E-AFC8-1DE249F8E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6F0E0-EE20-4836-B733-E7D59381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9DE97-B68B-4BD3-B415-C5DC9C06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53238-15CD-4411-A533-0CBFDCB4B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36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4F3B05-7386-4B68-AECF-57F1A222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082A0-4FE4-439D-A5DF-6E88EEE3A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C0C2-FB74-457E-BCCD-E9637C0A9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F894A-E50C-43BE-A829-7C1F9A1AF322}" type="datetimeFigureOut">
              <a:rPr lang="en-CA" smtClean="0"/>
              <a:t>2021-08-20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C54FA-3FAE-417F-8048-482FB7FC1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749AD-D9AC-44E8-8207-332587EB9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00E53-DDCA-4898-B3D5-13AB8CEED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378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8A0BDF-100F-4D7C-9C99-BEBD2DDE2B19}"/>
              </a:ext>
            </a:extLst>
          </p:cNvPr>
          <p:cNvSpPr txBox="1"/>
          <p:nvPr/>
        </p:nvSpPr>
        <p:spPr>
          <a:xfrm>
            <a:off x="814387" y="257175"/>
            <a:ext cx="10563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</a:rPr>
              <a:t>#436 My Faith Has Found a Resting Place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4D073-DCF7-4DA3-ACBF-FF93303D7F33}"/>
              </a:ext>
            </a:extLst>
          </p:cNvPr>
          <p:cNvSpPr txBox="1"/>
          <p:nvPr/>
        </p:nvSpPr>
        <p:spPr>
          <a:xfrm>
            <a:off x="1581149" y="1447800"/>
            <a:ext cx="90297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My faith has found a resting place,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from guilt my soul is freed;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trust the ever-living One,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his wounds for me shall plead.</a:t>
            </a:r>
          </a:p>
          <a:p>
            <a:pPr marL="514350" lvl="0" indent="-514350" algn="ctr">
              <a:buFontTx/>
              <a:buAutoNum type="arabicPeriod"/>
            </a:pPr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need no other argument,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need no other plea,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it is enough that Jesus died,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that he died for 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042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7F9DF5-25A4-4FE3-A8D4-F1F7ED50440B}"/>
              </a:ext>
            </a:extLst>
          </p:cNvPr>
          <p:cNvSpPr txBox="1"/>
          <p:nvPr/>
        </p:nvSpPr>
        <p:spPr>
          <a:xfrm>
            <a:off x="1800225" y="1028700"/>
            <a:ext cx="85915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Enough for me that Jesus saves,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this ends my fear and doubt;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 sinful soul, I come to him,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he’ll never cast me out.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need no other argument,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need no other plea,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it is enough that Jesus died,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that he died for 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5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C55D40-1AAF-44DE-8610-44AEE51BF1E5}"/>
              </a:ext>
            </a:extLst>
          </p:cNvPr>
          <p:cNvSpPr txBox="1"/>
          <p:nvPr/>
        </p:nvSpPr>
        <p:spPr>
          <a:xfrm>
            <a:off x="1323975" y="1014412"/>
            <a:ext cx="95440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My heart is leaning on the Word,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written Word of God,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salvation by my Savior’s name,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salvation thro' his blood.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need no other argument,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need no other plea,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it is enough that Jesus died,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that he died for 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635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3F7E7B-AEFF-45D7-B33A-243B08C3DF2A}"/>
              </a:ext>
            </a:extLst>
          </p:cNvPr>
          <p:cNvSpPr txBox="1"/>
          <p:nvPr/>
        </p:nvSpPr>
        <p:spPr>
          <a:xfrm>
            <a:off x="1543050" y="1023937"/>
            <a:ext cx="91059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My great Physician heals the sick,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lost he came to save;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for me his precious blood he shed,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for me his life he gave.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need no other argument,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need no other plea,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it is enough that Jesus died,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that he died for 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12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267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2021-01-21T20:56:12Z</dcterms:created>
  <dcterms:modified xsi:type="dcterms:W3CDTF">2021-08-20T22:53:04Z</dcterms:modified>
</cp:coreProperties>
</file>