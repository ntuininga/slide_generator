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76" r:id="rId3"/>
    <p:sldId id="377" r:id="rId4"/>
    <p:sldId id="39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D845C-9398-416D-B01F-CA0F44264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11B61A-66DF-4391-8F01-2D282690D1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71F8F-69ED-45BC-863F-2FA8CC582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653D-F131-43A2-89C6-D3B77DB9C10E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6C148-83A6-46C2-9898-96079858D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4048A-5B7A-4A61-8437-D0283738E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DFCD-0616-4785-B338-B60FA7D8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354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63494-24A4-4F76-98DD-48E18E083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8D3EC-91EB-48A4-B868-BE6882D2F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DABD8-F895-4260-9C82-C999117F0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653D-F131-43A2-89C6-D3B77DB9C10E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89175-C692-4C71-96CC-0E49C35EB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BD4EA-E9CA-4E1F-8ECB-FC674DFB7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DFCD-0616-4785-B338-B60FA7D8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521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EE2B5-8BD9-4443-8F2C-3B76F8216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46156A-9839-460C-B3F6-9945BD323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8B19E-B616-4C8E-AF89-F79581CAE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653D-F131-43A2-89C6-D3B77DB9C10E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BE7E9-0B11-4BCF-B5EC-292E938AC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7312D-64AA-48FB-9753-C1A6B62B6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DFCD-0616-4785-B338-B60FA7D8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212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7A890-FE0B-475E-844E-02C99F5FC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20E22-FA87-4EC8-BD53-D97B348022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990D92-A0DD-4EBD-81CE-CC7AEC7B5C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36FF46-EC7F-4206-8A68-DF7941FFB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653D-F131-43A2-89C6-D3B77DB9C10E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00F633-698B-4510-A93F-B7F852550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5A6EC0-3248-424B-95DD-48B81B91E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DFCD-0616-4785-B338-B60FA7D8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052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DE91B-B57D-4B7E-9BDB-4A64627F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3DBD23-782F-4C92-84DF-621BEAE8D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E84AFB-CEF9-4538-8B16-348371ED12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495A2A-8E66-4614-BBD2-42FC8CD8AA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AF39A3-46D1-4278-B3E9-A5949458E9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253AA3-324D-4998-8733-6ADD7D29C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653D-F131-43A2-89C6-D3B77DB9C10E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E11B49-E1D2-4883-A6DD-6EFE9DF9D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E803F2-D383-4F0A-B8DE-67F81E376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DFCD-0616-4785-B338-B60FA7D8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417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EFF57-2F30-4A8B-9834-CA03FCEC4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BFE7AD-4C95-406B-910F-7B76EE3C5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653D-F131-43A2-89C6-D3B77DB9C10E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523DEC-1209-4114-A1F9-BFA7EA706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44EB9C-8B98-461E-BEFE-864E6717B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DFCD-0616-4785-B338-B60FA7D8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994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884EA2-65C4-47C2-97C4-9C1897253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653D-F131-43A2-89C6-D3B77DB9C10E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066A10-3CA6-4EC5-8222-972F85FA7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EF367-3AD9-4934-92C5-8E3B759E8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DFCD-0616-4785-B338-B60FA7D8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17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E269B-DEF8-4C7C-96F7-EF5D16E90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5AE11-81D7-4C1A-B731-698612709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8F7E34-5F43-4492-9543-41F39C1102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557D5F-6C05-4BF8-AC1C-6ECB810F3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653D-F131-43A2-89C6-D3B77DB9C10E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8854D7-C534-4050-A4A3-C131D3F52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C7F9C0-A868-4481-9B72-D84516368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DFCD-0616-4785-B338-B60FA7D8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652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1F66C-079D-4B37-B27F-8558FDFF8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B7C58F-0D4D-4881-8734-FD3DAEF697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8CAE5F-834C-49A8-8FEA-4C9E021C53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7420A6-C6CB-476F-A9E7-D9AE54186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653D-F131-43A2-89C6-D3B77DB9C10E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B8D47-BF17-4810-B9C4-151EFE1D3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BA6E7B-149B-4C66-A8C2-7F635A98B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DFCD-0616-4785-B338-B60FA7D8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305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1D010-6E4E-4D87-B463-D9AF2CE09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1AF8BC-0E97-4195-813B-3466058034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2014D-A4E8-42ED-9A61-D5387DFFB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653D-F131-43A2-89C6-D3B77DB9C10E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E565B-C8C2-42B7-B93D-95D650D0C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7C567-26E4-4892-BBC7-DB7B3A735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DFCD-0616-4785-B338-B60FA7D8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092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A4BAA3-735C-4652-8BF4-81D4C48BC5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E65668-0524-4A46-85C9-B6DDDC110B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C0DA0-5E2B-469C-B546-5E2664D14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B653D-F131-43A2-89C6-D3B77DB9C10E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29C54-03CD-46A5-980C-5706C744A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9C1F9-C5A3-40E7-9B05-EDA6281A7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CDFCD-0616-4785-B338-B60FA7D8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886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171C4B-E8EF-4029-8B45-B9180775F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D026A-7916-479D-917D-80045FE4B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27DB7-2EFF-4530-B56D-53A3550F7E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8B653D-F131-43A2-89C6-D3B77DB9C10E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36D2C-AC19-4615-B9EA-26F8C644C0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ECB5F-73F0-497C-86E4-47EEA15615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CDFCD-0616-4785-B338-B60FA7D89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935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2CD1AC-1686-4B85-9427-4E49F37C9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21A8D7-36D6-47B7-B2A5-946430D58AA3}"/>
              </a:ext>
            </a:extLst>
          </p:cNvPr>
          <p:cNvSpPr txBox="1"/>
          <p:nvPr/>
        </p:nvSpPr>
        <p:spPr>
          <a:xfrm>
            <a:off x="-42862" y="136525"/>
            <a:ext cx="122777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i="1" dirty="0">
                <a:latin typeface="+mj-lt"/>
              </a:rPr>
              <a:t>#498 I Will Sing of My Redeemer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A3FDDE-D0C7-49B4-8498-33CAD77D0B37}"/>
              </a:ext>
            </a:extLst>
          </p:cNvPr>
          <p:cNvSpPr txBox="1"/>
          <p:nvPr/>
        </p:nvSpPr>
        <p:spPr>
          <a:xfrm>
            <a:off x="2181225" y="1524258"/>
            <a:ext cx="782955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222222"/>
                </a:solidFill>
              </a:rPr>
              <a:t>1. I will sing of my Redeemer</a:t>
            </a:r>
            <a:br>
              <a:rPr lang="en-US" sz="2800" dirty="0">
                <a:solidFill>
                  <a:srgbClr val="222222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and his wondrous love to me:</a:t>
            </a:r>
            <a:br>
              <a:rPr lang="en-US" sz="2800" dirty="0">
                <a:solidFill>
                  <a:srgbClr val="222222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on the cruel cross he suffered,</a:t>
            </a:r>
            <a:br>
              <a:rPr lang="en-US" sz="2800" dirty="0">
                <a:solidFill>
                  <a:srgbClr val="222222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from the curse to set me free.</a:t>
            </a:r>
            <a:br>
              <a:rPr lang="en-US" sz="2800" dirty="0">
                <a:solidFill>
                  <a:srgbClr val="222222"/>
                </a:solidFill>
              </a:rPr>
            </a:br>
            <a:endParaRPr lang="en-US" sz="2800" dirty="0">
              <a:solidFill>
                <a:srgbClr val="222222"/>
              </a:solidFill>
            </a:endParaRPr>
          </a:p>
          <a:p>
            <a:pPr algn="ctr"/>
            <a:r>
              <a:rPr lang="en-US" sz="2800" dirty="0">
                <a:solidFill>
                  <a:srgbClr val="222222"/>
                </a:solidFill>
              </a:rPr>
              <a:t>Refrain:</a:t>
            </a:r>
            <a:br>
              <a:rPr lang="en-US" sz="2800" dirty="0">
                <a:solidFill>
                  <a:srgbClr val="222222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Sing, O sing of my Redeemer!</a:t>
            </a:r>
            <a:br>
              <a:rPr lang="en-US" sz="2800" dirty="0">
                <a:solidFill>
                  <a:srgbClr val="222222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With his blood he purchased me;</a:t>
            </a:r>
            <a:br>
              <a:rPr lang="en-US" sz="2800" dirty="0">
                <a:solidFill>
                  <a:srgbClr val="222222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on the cross he sealed my pardon,</a:t>
            </a:r>
            <a:br>
              <a:rPr lang="en-US" sz="2800" dirty="0">
                <a:solidFill>
                  <a:srgbClr val="222222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paid the debt, and made me free.</a:t>
            </a:r>
          </a:p>
          <a:p>
            <a:pPr marL="514350" lvl="0" indent="-514350" algn="ctr">
              <a:buFontTx/>
              <a:buAutoNum type="arabicPeriod"/>
            </a:pP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6948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4F8AED2-8B7F-424C-A966-8E05F4918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18250"/>
            <a:ext cx="4114800" cy="365125"/>
          </a:xfrm>
        </p:spPr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4C9E6E-A11F-4605-99F7-C2A354755955}"/>
              </a:ext>
            </a:extLst>
          </p:cNvPr>
          <p:cNvSpPr txBox="1"/>
          <p:nvPr/>
        </p:nvSpPr>
        <p:spPr>
          <a:xfrm>
            <a:off x="2119312" y="1139825"/>
            <a:ext cx="795337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222222"/>
                </a:solidFill>
              </a:rPr>
              <a:t>2. I will tell the wondrous story,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how my lost estate to save,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in his boundless love and mercy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he the ransom freely gave.</a:t>
            </a:r>
          </a:p>
          <a:p>
            <a:pPr algn="ctr"/>
            <a:endParaRPr lang="en-US" sz="2800" dirty="0">
              <a:solidFill>
                <a:srgbClr val="222222"/>
              </a:solidFill>
            </a:endParaRPr>
          </a:p>
          <a:p>
            <a:pPr algn="ctr"/>
            <a:r>
              <a:rPr lang="en-US" sz="2800" dirty="0">
                <a:solidFill>
                  <a:srgbClr val="222222"/>
                </a:solidFill>
              </a:rPr>
              <a:t>Refrain:</a:t>
            </a:r>
          </a:p>
          <a:p>
            <a:pPr algn="ctr"/>
            <a:r>
              <a:rPr lang="en-US" sz="2800" dirty="0">
                <a:solidFill>
                  <a:srgbClr val="222222"/>
                </a:solidFill>
              </a:rPr>
              <a:t>Sing, O sing of my Redeemer!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With his blood he purchased me;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on the cross he sealed my pardon,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paid the debt, and made me free.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2759061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35D2673-FEA7-40B7-8C00-069A5DBFD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445181-28DC-4E1D-80AE-274F09A57412}"/>
              </a:ext>
            </a:extLst>
          </p:cNvPr>
          <p:cNvSpPr txBox="1"/>
          <p:nvPr/>
        </p:nvSpPr>
        <p:spPr>
          <a:xfrm>
            <a:off x="2305050" y="1228397"/>
            <a:ext cx="75819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3. I will praise my dear Redeemer,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his triumphant </a:t>
            </a:r>
            <a:r>
              <a:rPr lang="en-US" sz="2800" dirty="0" err="1">
                <a:solidFill>
                  <a:srgbClr val="222222"/>
                </a:solidFill>
              </a:rPr>
              <a:t>pow'r</a:t>
            </a:r>
            <a:r>
              <a:rPr lang="en-US" sz="2800" dirty="0">
                <a:solidFill>
                  <a:srgbClr val="222222"/>
                </a:solidFill>
              </a:rPr>
              <a:t> I'll tell,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how the victory he giveth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over sin and death and hell.</a:t>
            </a:r>
          </a:p>
          <a:p>
            <a:pPr lvl="0" algn="ctr"/>
            <a:endParaRPr lang="en-US" sz="2800" dirty="0">
              <a:solidFill>
                <a:srgbClr val="222222"/>
              </a:solidFill>
            </a:endParaRP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Refrain: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Sing, O sing of my Redeemer!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With his blood he purchased me;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on the cross he sealed my pardon,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paid the debt, and made me free.</a:t>
            </a:r>
          </a:p>
        </p:txBody>
      </p:sp>
    </p:spTree>
    <p:extLst>
      <p:ext uri="{BB962C8B-B14F-4D97-AF65-F5344CB8AC3E}">
        <p14:creationId xmlns:p14="http://schemas.microsoft.com/office/powerpoint/2010/main" val="3225325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D3CE3B-6050-424E-A2D4-6CFC99283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  <a:endParaRPr lang="en-CA" dirty="0">
              <a:solidFill>
                <a:prstClr val="black">
                  <a:tint val="75000"/>
                </a:prstClr>
              </a:solidFill>
            </a:endParaRPr>
          </a:p>
          <a:p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400AEB-154A-40E2-B6C7-13AFE8EDEA35}"/>
              </a:ext>
            </a:extLst>
          </p:cNvPr>
          <p:cNvSpPr txBox="1"/>
          <p:nvPr/>
        </p:nvSpPr>
        <p:spPr>
          <a:xfrm>
            <a:off x="2381250" y="1228397"/>
            <a:ext cx="74295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4. I will sing of my Redeemer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and his </a:t>
            </a:r>
            <a:r>
              <a:rPr lang="en-US" sz="2800" dirty="0" err="1">
                <a:solidFill>
                  <a:srgbClr val="222222"/>
                </a:solidFill>
              </a:rPr>
              <a:t>heav'nly</a:t>
            </a:r>
            <a:r>
              <a:rPr lang="en-US" sz="2800" dirty="0">
                <a:solidFill>
                  <a:srgbClr val="222222"/>
                </a:solidFill>
              </a:rPr>
              <a:t> love to me;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he from death to life has brought me,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Son of God, with him to be.</a:t>
            </a:r>
          </a:p>
          <a:p>
            <a:pPr lvl="0" algn="ctr"/>
            <a:endParaRPr lang="en-US" sz="2800" dirty="0">
              <a:solidFill>
                <a:srgbClr val="222222"/>
              </a:solidFill>
            </a:endParaRP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Refrain:</a:t>
            </a: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Sing, O sing of my Redeemer!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With his blood he purchased me;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on the cross he sealed my pardon,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paid the debt, and made me free.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736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328</Words>
  <Application>Microsoft Office PowerPoint</Application>
  <PresentationFormat>Widescreen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2020-12-24T00:14:49Z</dcterms:created>
  <dcterms:modified xsi:type="dcterms:W3CDTF">2020-12-24T00:20:26Z</dcterms:modified>
</cp:coreProperties>
</file>