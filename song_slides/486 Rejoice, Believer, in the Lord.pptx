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97" r:id="rId2"/>
    <p:sldId id="598" r:id="rId3"/>
    <p:sldId id="599" r:id="rId4"/>
    <p:sldId id="600" r:id="rId5"/>
    <p:sldId id="60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E0EAB-86C8-4F6E-AD2F-F6F06F1A5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7485B-10F8-4ACB-B5C4-2260E6D96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7740B-4193-47C1-81F8-263E56CD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AEEEF-0815-4A0A-A078-2E59FE15C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4481B-7A9B-4900-9978-CAEBC7CC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2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B47F-EA98-4A35-8064-F8F6605B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C42D-F2F6-4E7B-AE7F-A3D4B049A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8A922-F4DE-4F97-9D69-0080C1C3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7FA89-66C6-48FB-A8F8-E98437A78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9D44D-775C-466E-8D36-B71CFB03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13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114A-039B-4F52-877F-6288EA203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9787A-5D22-412D-8A50-A5F0E4AD3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489C9-8CBE-4BDD-94A7-299187C7D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2EA5-921E-4E01-BB7F-05D28AC4A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322DD-36F5-460E-89E6-A2A724D5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3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EC677-F975-4734-BF5D-69822AFB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B0B19-6782-4CB8-ADEA-BDD28A2B5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FB10B-D190-43FC-8E5F-8AAC27BED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2879E-ADD0-4A03-B623-C280F75D9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18DC5-5B68-4C88-A0DC-C5A20B335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583E2-42CD-41C4-B64A-67A5625A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0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400B-3599-4EEF-8D4C-93BC79EB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8B60A-24ED-45D3-9F25-C79B353E2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68CDF-E271-4A3F-A26C-C57BDD87A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70055-E577-4C48-B6C1-0F1EA6F7D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1606E-80A7-4E55-82DD-E16DDDD76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55380-7B9D-46AF-9EC0-85BB4E60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7EBDB-9302-432F-9AFA-23009306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FB793-583D-40BC-A092-B1881335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6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B7A7-983F-40E5-B556-58B959DD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39E3F4-3299-4CCE-A5D9-C99A33295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D5246-F49B-4467-9464-6D92834A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0736D-570A-4B45-9D20-047FB7B8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4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FCCBA6-8710-42C6-9522-D54C3E3A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C8FC7-B601-4E6E-B8FD-80A22A40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9F184-3B61-4A65-85A7-583A5A3C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1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9E16F-231A-40EE-8F90-4FF99EAC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BFBAF-1E2B-4811-8E01-1AFC53752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113B1-CFBC-404C-8465-46779A78A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ED866-D0A2-4DFA-B23F-5025A83B3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1AE71-37D5-44FC-A286-B0B6288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E9C92-A8A6-4364-8E6A-34A26351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7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30D2-24D4-47C4-9C73-FCFE060D0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3E7855-051E-4F90-BC1B-950DB1C86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91868-3E05-425E-8205-2FA819D64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10F70-45C4-4D8B-AA22-641608327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EAE5E-82B6-47BF-8D4C-3B39C1614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06594-E574-4070-8A98-F8F99FA5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DFB9-04A9-4E0F-82DD-553CE102C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B0085-D8B5-4409-A04E-A8D897B39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AC125-9E26-424B-BFE2-D21F2CE47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3E1C8-42E2-42D9-8FF7-1C5D21EAD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27961-18CB-4D2C-B2A0-64C08B35E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5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BFF9C-2F33-4C6E-B82F-2474E7B6A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7F6F8-C1F0-4EA1-BBC5-6BB6D9FB8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7E96F-1B8B-43E1-A8D2-ADECF792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1457C-6EFC-4430-9B23-A257AA933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5F7E1-AA0F-4CB3-803D-0E710AEE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4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14E3F-9BF1-48C7-ADFB-24A88BA3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99E48-F9FD-4FEA-BDA0-166634C68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9C44E-6025-4B33-9A47-C67E90729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30BD2-14F4-465E-83AC-AF6CB39A9D7C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438B3-F009-4EF7-82CD-D52AF08C3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E095C-9F72-4162-871A-2F60168EA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A33CB-B2EE-464C-B857-167B66105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6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4DF4F1-589A-40DF-84C6-D5E242EC4471}"/>
              </a:ext>
            </a:extLst>
          </p:cNvPr>
          <p:cNvSpPr txBox="1"/>
          <p:nvPr/>
        </p:nvSpPr>
        <p:spPr>
          <a:xfrm>
            <a:off x="1143000" y="276225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#486 Rejoice, Believer, in the Lord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EBE3A-33D0-4731-847F-35DEB56EDCC5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800" dirty="0"/>
              <a:t>Rejoice, believer, in the Lord,</a:t>
            </a:r>
            <a:br>
              <a:rPr lang="en-US" sz="2800" dirty="0"/>
            </a:br>
            <a:r>
              <a:rPr lang="en-US" sz="2800" dirty="0"/>
              <a:t>who makes your cause his own;</a:t>
            </a:r>
            <a:br>
              <a:rPr lang="en-US" sz="2800" dirty="0"/>
            </a:br>
            <a:r>
              <a:rPr lang="en-US" sz="2800" dirty="0"/>
              <a:t>the hope that's built upon his word</a:t>
            </a:r>
            <a:br>
              <a:rPr lang="en-US" sz="2800" dirty="0"/>
            </a:br>
            <a:r>
              <a:rPr lang="en-US" sz="2800" dirty="0"/>
              <a:t>shall ne'er be overthrown.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794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9D0AF-226C-40CF-8523-04970010E9C8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lang="en-US" sz="2800" dirty="0"/>
              <a:t>Though many foes beset your road,</a:t>
            </a:r>
            <a:br>
              <a:rPr lang="en-US" sz="2800" dirty="0"/>
            </a:br>
            <a:r>
              <a:rPr lang="en-US" sz="2800" dirty="0"/>
              <a:t>and feeble is your arm,</a:t>
            </a:r>
            <a:br>
              <a:rPr lang="en-US" sz="2800" dirty="0"/>
            </a:br>
            <a:r>
              <a:rPr lang="en-US" sz="2800" dirty="0"/>
              <a:t>your life is hid with Christ in God</a:t>
            </a:r>
            <a:br>
              <a:rPr lang="en-US" sz="2800" dirty="0"/>
            </a:br>
            <a:r>
              <a:rPr lang="en-US" sz="2800" dirty="0"/>
              <a:t>beyond the reach of harm.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00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9D0AF-226C-40CF-8523-04970010E9C8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lang="en-US" sz="2800" dirty="0"/>
              <a:t>Weak as you are, you shall not faint</a:t>
            </a:r>
            <a:br>
              <a:rPr lang="en-US" sz="2800" dirty="0"/>
            </a:br>
            <a:r>
              <a:rPr lang="en-US" sz="2800" dirty="0"/>
              <a:t>or fainting shall not die!</a:t>
            </a:r>
            <a:br>
              <a:rPr lang="en-US" sz="2800" dirty="0"/>
            </a:br>
            <a:r>
              <a:rPr lang="en-US" sz="2800" dirty="0"/>
              <a:t>For Jesus, strength of </a:t>
            </a:r>
            <a:r>
              <a:rPr lang="en-US" sz="2800" dirty="0" err="1"/>
              <a:t>ev'ry</a:t>
            </a:r>
            <a:r>
              <a:rPr lang="en-US" sz="2800" dirty="0"/>
              <a:t> saint,</a:t>
            </a:r>
            <a:br>
              <a:rPr lang="en-US" sz="2800" dirty="0"/>
            </a:br>
            <a:r>
              <a:rPr lang="en-US" sz="2800" dirty="0"/>
              <a:t>will aid you from on high.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94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9D0AF-226C-40CF-8523-04970010E9C8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lang="en-US" sz="2800" dirty="0"/>
              <a:t>Though unperceived by mortal sense,</a:t>
            </a:r>
            <a:br>
              <a:rPr lang="en-US" sz="2800" dirty="0"/>
            </a:br>
            <a:r>
              <a:rPr lang="en-US" sz="2800" dirty="0"/>
              <a:t>faith sees him always near!</a:t>
            </a:r>
            <a:br>
              <a:rPr lang="en-US" sz="2800" dirty="0"/>
            </a:br>
            <a:r>
              <a:rPr lang="en-US" sz="2800" dirty="0"/>
              <a:t>a guide, a glory, sure defense;</a:t>
            </a:r>
            <a:br>
              <a:rPr lang="en-US" sz="2800" dirty="0"/>
            </a:br>
            <a:r>
              <a:rPr lang="en-US" sz="2800" dirty="0"/>
              <a:t>then what have you to fear?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273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9D0AF-226C-40CF-8523-04970010E9C8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lang="en-US" sz="2800" dirty="0"/>
              <a:t>As surely as he overcame</a:t>
            </a:r>
            <a:br>
              <a:rPr lang="en-US" sz="2800" dirty="0"/>
            </a:br>
            <a:r>
              <a:rPr lang="en-US" sz="2800" dirty="0"/>
              <a:t>and triumphed once for you,</a:t>
            </a:r>
            <a:br>
              <a:rPr lang="en-US" sz="2800" dirty="0"/>
            </a:br>
            <a:r>
              <a:rPr lang="en-US" sz="2800" dirty="0"/>
              <a:t>so surely you that love his name</a:t>
            </a:r>
            <a:br>
              <a:rPr lang="en-US" sz="2800" dirty="0"/>
            </a:br>
            <a:r>
              <a:rPr lang="en-US" sz="2800" dirty="0"/>
              <a:t>shall in him triumph too.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591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2022-04-23T13:41:48Z</dcterms:created>
  <dcterms:modified xsi:type="dcterms:W3CDTF">2022-04-23T13:42:11Z</dcterms:modified>
</cp:coreProperties>
</file>