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F3AE9-48AF-4F05-B640-10F4AC78D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8B7A0E-60BD-4617-A260-B9ADA7EDBF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F4FF7-3B50-45B3-852D-50C82F829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9E32-39D8-4C50-9DFD-4DF1AE6E2DA0}" type="datetimeFigureOut">
              <a:rPr lang="en-US" smtClean="0"/>
              <a:t>7/8/2022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30399-5FE1-43D8-980B-96AB5AA6D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DEE50-56E5-48DA-94C9-E427CDCB6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DCD6-85F5-4255-AA69-E2076EAF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6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15DEC-55B7-4CED-B5C3-3A55C55E4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2276A-F7FE-4378-BE39-BF027C1C7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D424F-6639-4A3F-98D0-A59D05BDB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9E32-39D8-4C50-9DFD-4DF1AE6E2DA0}" type="datetimeFigureOut">
              <a:rPr lang="en-US" smtClean="0"/>
              <a:t>7/8/2022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45B98-04BF-4795-B196-87038FC30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64035-4F85-429E-9F06-6067B4F91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DCD6-85F5-4255-AA69-E2076EAF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740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907FC-4A56-475C-9B97-307E9CEAF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37159-D2A2-40BA-80AF-2EE429833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6ADCA-AC40-4C97-A04F-7A2FB5FA6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9E32-39D8-4C50-9DFD-4DF1AE6E2DA0}" type="datetimeFigureOut">
              <a:rPr lang="en-US" smtClean="0"/>
              <a:t>7/8/2022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16D84-B444-427B-924E-59E3FC394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CFCD9-BAEA-477D-98DB-26E86B53F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DCD6-85F5-4255-AA69-E2076EAF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962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EF3A8-44D9-4C2B-B269-8391D9718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47EBC-01FF-4DD2-850D-9945137FD6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579FF4-6327-43FF-8A21-AF5277231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DEAE2-8376-4906-AC5C-101A1A34E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9E32-39D8-4C50-9DFD-4DF1AE6E2DA0}" type="datetimeFigureOut">
              <a:rPr lang="en-US" smtClean="0"/>
              <a:t>7/8/2022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36F1D-8803-4941-9961-757CE4D8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05A6F-E61C-4BD5-B394-640FE736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DCD6-85F5-4255-AA69-E2076EAF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056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86A7C-D63B-4A56-902C-0DF302199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ED312-38C3-4B6D-9B18-85E2860FA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92171-4F53-46C2-A620-E16F3545E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E8EA57-14B6-4FC0-BAB6-294EB6203D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389405-F8F6-479F-BC3D-17CF107E6D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02A923-0F86-4315-AEFB-0058BA1D8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9E32-39D8-4C50-9DFD-4DF1AE6E2DA0}" type="datetimeFigureOut">
              <a:rPr lang="en-US" smtClean="0"/>
              <a:t>7/8/2022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6F2477-B79A-4F16-B337-B14520CB9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B20056-773E-4BFB-8109-AAC652D32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DCD6-85F5-4255-AA69-E2076EAF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38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311D0-41D5-4F9E-AD3F-1008DA038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FA79C-41A0-4BC5-B9A6-8D44E0E96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9E32-39D8-4C50-9DFD-4DF1AE6E2DA0}" type="datetimeFigureOut">
              <a:rPr lang="en-US" smtClean="0"/>
              <a:t>7/8/2022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3B104D-9424-40DD-8079-4774CDFE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0022A2-22E0-45CF-A98C-D093F1A95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DCD6-85F5-4255-AA69-E2076EAF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040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535A29-E035-4C80-8D30-472C8C8B9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9E32-39D8-4C50-9DFD-4DF1AE6E2DA0}" type="datetimeFigureOut">
              <a:rPr lang="en-US" smtClean="0"/>
              <a:t>7/8/2022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746690-C4A6-404E-BE63-1A7D7585A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77C48-F668-4477-8586-12D11AC4A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DCD6-85F5-4255-AA69-E2076EAF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37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A8B9B-A19B-4F7F-B200-FBBC91116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CAB02-BDE1-4E96-AE5E-2305947AC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2885B-6782-4EED-B3B2-B29D01EAD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DA2547-C81E-4BCB-B34C-9E000E5E2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9E32-39D8-4C50-9DFD-4DF1AE6E2DA0}" type="datetimeFigureOut">
              <a:rPr lang="en-US" smtClean="0"/>
              <a:t>7/8/2022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3DF0D-BB00-45FC-A3B9-FC479D679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88C24-9529-4B5D-8B6F-EF31232B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DCD6-85F5-4255-AA69-E2076EAF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41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A5854-355B-42E0-B123-8C150775A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C0F7A-8BBA-4684-8931-32505C192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BF2208-DF8D-401E-B86E-EC3E4BEE6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809D6-9659-4433-96FB-7BB1C290D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9E32-39D8-4C50-9DFD-4DF1AE6E2DA0}" type="datetimeFigureOut">
              <a:rPr lang="en-US" smtClean="0"/>
              <a:t>7/8/2022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7E248-B80E-4815-8B83-205C6DA9C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D8524-DF53-4D01-895A-82912DE96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DCD6-85F5-4255-AA69-E2076EAF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7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3F0DD-479A-4D22-A42D-1B966BD84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324A0-2274-4F12-A38F-3CFEE6513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1D500-5B28-49AA-AA89-938B5E8EA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9E32-39D8-4C50-9DFD-4DF1AE6E2DA0}" type="datetimeFigureOut">
              <a:rPr lang="en-US" smtClean="0"/>
              <a:t>7/8/2022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0EE37-0532-4B73-9363-0089D331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10334-B949-4805-B846-F51B07506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DCD6-85F5-4255-AA69-E2076EAF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55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07B70-25EC-4812-A72D-EE6118EDE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25051-5292-4D7F-A29D-9E3B06BCA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7186D-EDD8-4D7B-9131-672E8E4EC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9E32-39D8-4C50-9DFD-4DF1AE6E2DA0}" type="datetimeFigureOut">
              <a:rPr lang="en-US" smtClean="0"/>
              <a:t>7/8/2022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8E621-6B62-40E6-8681-9B24EAFFA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103E0-9FFC-4327-B5E6-DD71E9906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DCD6-85F5-4255-AA69-E2076EAF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56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0C92FF-A75C-468C-89BE-820439E17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47AF1-F3A4-4ED6-9291-45DA5FAE3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70EF4-700E-4274-B629-C41109A1F7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A9E32-39D8-4C50-9DFD-4DF1AE6E2DA0}" type="datetimeFigureOut">
              <a:rPr lang="en-US" smtClean="0"/>
              <a:t>7/8/2022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F17DD-6063-45A0-A55C-507477B83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0FC77-8727-43A5-99C9-65FDE4373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1DCD6-85F5-4255-AA69-E2076EAF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555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#570 Doxology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/>
              <a:t>Praise God from whom all blessings flow;</a:t>
            </a:r>
            <a:br>
              <a:rPr lang="en-US" sz="2800" dirty="0"/>
            </a:br>
            <a:r>
              <a:rPr lang="en-US" sz="2800" dirty="0"/>
              <a:t>praise him, all creatures here below:</a:t>
            </a:r>
            <a:br>
              <a:rPr lang="en-US" sz="2800" dirty="0"/>
            </a:br>
            <a:r>
              <a:rPr lang="en-US" sz="2800" dirty="0"/>
              <a:t>alleluia, alleluia!</a:t>
            </a:r>
            <a:br>
              <a:rPr lang="en-US" sz="2800" dirty="0"/>
            </a:br>
            <a:r>
              <a:rPr lang="en-US" sz="2800" dirty="0"/>
              <a:t>Praise him above, ye </a:t>
            </a:r>
            <a:r>
              <a:rPr lang="en-US" sz="2800" dirty="0" err="1"/>
              <a:t>heav'nly</a:t>
            </a:r>
            <a:r>
              <a:rPr lang="en-US" sz="2800" dirty="0"/>
              <a:t> host;</a:t>
            </a:r>
            <a:br>
              <a:rPr lang="en-US" sz="2800" dirty="0"/>
            </a:br>
            <a:r>
              <a:rPr lang="en-US" sz="2800" dirty="0"/>
              <a:t>praise Father, Son, and Holy Ghost:</a:t>
            </a:r>
            <a:br>
              <a:rPr lang="en-US" sz="2800" dirty="0"/>
            </a:br>
            <a:r>
              <a:rPr lang="en-US" sz="2800" dirty="0"/>
              <a:t>alleluia, alleluia, alleluia,</a:t>
            </a:r>
            <a:br>
              <a:rPr lang="en-US" sz="2800" dirty="0"/>
            </a:br>
            <a:r>
              <a:rPr lang="en-US" sz="2800" dirty="0"/>
              <a:t>alleluia, alleluia!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421104-3B5E-44FB-A97C-F19111D8B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05239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#570 Doxology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#570 Doxology</dc:title>
  <dc:creator>Eric Hoogendoorn</dc:creator>
  <cp:lastModifiedBy>Neil Tuininga</cp:lastModifiedBy>
  <cp:revision>2</cp:revision>
  <dcterms:created xsi:type="dcterms:W3CDTF">2020-06-13T02:15:48Z</dcterms:created>
  <dcterms:modified xsi:type="dcterms:W3CDTF">2022-07-08T15:31:33Z</dcterms:modified>
</cp:coreProperties>
</file>