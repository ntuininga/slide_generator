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61286168-83E7-47E5-967A-0351FA55C4F8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8/5/23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CA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3AD42303-670A-4058-BBEC-60997089A37C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20A1AAE4-D574-4ADE-8305-A09DB0DC7D6A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8/5/23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CA" sz="2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3F6BBB0E-2E79-407C-8E98-C128FFB516A0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0" y="664560"/>
            <a:ext cx="12191760" cy="805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i="1" lang="en-CA" sz="4400" spc="-1" strike="noStrike">
                <a:solidFill>
                  <a:srgbClr val="000000"/>
                </a:solidFill>
                <a:latin typeface="Calibri Light"/>
              </a:rPr>
              <a:t>#119K My Soul for Your Salvation Yearns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360" y="1875240"/>
            <a:ext cx="12191760" cy="179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</a:rPr>
              <a:t>1.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My soul for your salvation yearns and faints,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but I have set my hope upon your word.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My eyes with longing seek your promised help;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 say, “When will you comfort me, O Lord?”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84" name="TextShape 3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CA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0" y="1584720"/>
            <a:ext cx="12191760" cy="179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</a:rPr>
              <a:t>2.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I’m shriveled like a wineskin in the smoke,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yet I do not forget all your decrees.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O how much longer must your servant wait?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O when, Lord, will you judge my enemies?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86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CA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0" y="1584720"/>
            <a:ext cx="12191760" cy="179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</a:rPr>
              <a:t>3.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The proud have hidden pitfalls in my way;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their minds are fixed against your holy laws.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Your precepts all remain forever sure;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Lord, help me! for they hound me without cause.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88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CA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ustomShape 1"/>
          <p:cNvSpPr/>
          <p:nvPr/>
        </p:nvSpPr>
        <p:spPr>
          <a:xfrm>
            <a:off x="0" y="1584720"/>
            <a:ext cx="12191760" cy="179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</a:rPr>
              <a:t>4.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They almost made an end of me on earth,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but I have not forsaken your decree.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Preserve my life according to your love;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that all the words your mouth speaks I may keep.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90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CA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LibreOffice/7.0.4.2$Linux_X86_64 LibreOffice_project/00$Build-2</Application>
  <AppVersion>15.0000</AppVersion>
  <Words>199</Words>
  <Paragraphs>21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2020-08-22T14:41:54Z</dcterms:created>
  <dc:creator>Eric Hoogendoorn</dc:creator>
  <dc:description/>
  <dc:language>en-CA</dc:language>
  <cp:lastModifiedBy/>
  <dcterms:modified xsi:type="dcterms:W3CDTF">2023-08-05T17:43:45Z</dcterms:modified>
  <cp:revision>4</cp:revision>
  <dc:subject/>
  <dc:title>#119J Give Me Insight to Learn Your Commands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4</vt:i4>
  </property>
</Properties>
</file>