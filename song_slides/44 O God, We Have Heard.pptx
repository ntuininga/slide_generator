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82D66C-1E77-4139-9FF7-E2A46F21E389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4F03F-C6AD-4B9C-8DF0-699D5F3B5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10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C9E9F-C697-459F-8F44-E247CE6EC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A442E-4488-4A68-BEBA-888BADC97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4DCF2-906F-4DC4-A1FE-2560FB5A0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EBF7-6682-47C1-8BE1-C3843B1AC996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1B020-86FA-4093-BC5B-BD63D8BA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AE20D-6881-467B-A8C1-00D03023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32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39387-78A1-402E-B47C-8F7360CD2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B9490-67F0-4453-91E1-74C265C0A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59DF7-671D-4A1E-BEB6-22E71D3C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A27AA-70DB-4790-BCD4-B88FB5C63E56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4E34A-67BD-42D9-B70B-5082BC32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CF7D4-68B9-411B-8FE5-6D614728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60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15DFB-8AD0-445A-845C-0A733AE4B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1C45E-B374-47E7-ABA6-290D6C65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93D04-B804-405B-8D99-6ECAAE2E2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BC975-AA78-45BC-8731-3C1A36B688E6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60F37-C4FE-4C9B-B56A-32CEE781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76A9C-C408-4A85-AECA-CF0A5FAC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9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6EFC-7F66-41A6-96C0-C267937A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C19C8-2E78-4259-A4A3-EE860DD06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6C441C-37EA-4342-B391-64EC04FC5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F326D-161D-405F-97A8-787626D0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D2AC-74BA-4B5D-88A4-CB0001D950A1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FA335-0250-4AF8-9CED-95384ABD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78A46-5ABF-4D27-89FC-757531EF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00D33-59E6-4E5F-8E40-3C12D9E0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0B6E1-E864-4C6B-A079-99378AF31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BC01F-D61D-47FB-ACE5-A8F0D3743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36F70-B2DF-49AA-BC05-7DA5A1F79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38098E-7E30-4B59-A5C7-975E1E2AF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85842-ADD7-4259-BFEC-A82CC2A3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9CD7B-2CE3-4480-9690-7325E0AADE9D}" type="datetime1">
              <a:rPr lang="en-US" smtClean="0"/>
              <a:t>5/6/2022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687C2-926A-4AE7-B48B-EA51E8AA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C16A2-AA05-4663-A524-4BD671CF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94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31A2-E1BB-49ED-9206-F13FA080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DD681-365B-4269-BF7D-FD82B15A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F3D4-863A-45CA-929F-ECFE0EA45DF9}" type="datetime1">
              <a:rPr lang="en-US" smtClean="0"/>
              <a:t>5/6/2022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7BA2E-D2D1-45DE-BCF1-514E31B5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097DB-9B2F-482C-B50A-5E8B4392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6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D710F5-7F16-4BC7-BAB7-4C4910C6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BAF63-1085-4F24-8F77-B15E6B4D5AF1}" type="datetime1">
              <a:rPr lang="en-US" smtClean="0"/>
              <a:t>5/6/2022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BECF5-DB40-406A-A48D-C14FB907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E465E-8C52-40DC-B7A3-0B9A20D12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0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A376-B3E4-44B9-BDEF-C265F500D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DA380-D2AB-4620-A653-E684B6EFD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AADC7-57CE-44C3-860D-9CACD2DCB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37B5E-44E3-463C-903D-CD53471A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E3638-3119-4EC0-86C7-95232AFDC729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0F9A8-9831-4708-9D70-7048A360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2B348-A4A8-4438-9C7A-912A492B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49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59D3-0F9F-49FD-B759-F1B3776F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6F422B-846F-4862-9B7F-08F321528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6CCED-DE95-4115-9CC7-ED140C603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EBDBD-A41D-4A95-B1BA-465165A5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E7AC-F04F-4524-B35C-F73853ADA5F6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7EF88-8502-40C2-B608-AB68842A7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A07B9-EE86-4258-AFB5-5C4FB92A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8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5828-A097-498C-A775-E59D2E1BD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AB851-2B9C-4E2B-AC41-04F9EFD53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7709-4D98-4343-A775-84CC2F8A2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0C03F-0EB3-4EF8-B36A-5A0CD668B789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031FF-7039-491D-B3B4-EA5EF6A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E134F-1BD8-4A4D-8C78-535F7659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19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8256B-5C63-4FC1-B576-5B9340DC5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31F80-367E-469C-AA63-D91E1CCB5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09012-B092-464A-9A6E-03DCFBFF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6F0CE-4FB8-40A0-AFDB-D36D3D444FA2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44EC5-D665-4C48-BC72-EFFBDCBD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4B278-9304-47E2-8D3A-0A5F2333A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0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BF61E-582C-457B-8469-56F5B5CF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7301A-5DC2-4803-AEAB-1E6031E4E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69703-2424-4930-AFBD-A53B6AC7C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91287-0E10-4B1C-A318-82921F21C4EC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0E6D2-DE67-40CB-B060-744A56AD1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Complete Book of Psalms for Singing, 1991; alt.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8EC5C-2CFF-4D30-A96D-36140BD5C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ECCD7-A468-4E51-85FD-94621B4D3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3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634ED-368A-47D6-B71F-7F8E7F71C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God, we have heard, and our fathers have told,</a:t>
            </a:r>
          </a:p>
          <a:p>
            <a:pPr marL="0" indent="0" algn="ctr">
              <a:buNone/>
            </a:pPr>
            <a:r>
              <a:rPr lang="en-US" dirty="0"/>
              <a:t>What wonders you did in the great days of old. </a:t>
            </a:r>
          </a:p>
          <a:p>
            <a:pPr marL="0" indent="0" algn="ctr">
              <a:buNone/>
            </a:pPr>
            <a:r>
              <a:rPr lang="en-US" dirty="0"/>
              <a:t>The nations were crushed and expelled by your hand;</a:t>
            </a:r>
          </a:p>
          <a:p>
            <a:pPr marL="0" indent="0" algn="ctr">
              <a:buNone/>
            </a:pPr>
            <a:r>
              <a:rPr lang="en-US" dirty="0"/>
              <a:t>You planted our fathers to dwell in the land.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E9791A-3ECF-4007-A04D-AFD6F38D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#</a:t>
            </a:r>
            <a:r>
              <a:rPr lang="en-US"/>
              <a:t>44 </a:t>
            </a:r>
            <a:r>
              <a:rPr lang="en-US" dirty="0"/>
              <a:t>O God, We Have Heard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43883-D24F-4E9B-B3DA-B16D2125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</p:spTree>
    <p:extLst>
      <p:ext uri="{BB962C8B-B14F-4D97-AF65-F5344CB8AC3E}">
        <p14:creationId xmlns:p14="http://schemas.microsoft.com/office/powerpoint/2010/main" val="91573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7C0CB-C977-4B4D-9916-2849FD602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They gained not the land by the sword of their might;</a:t>
            </a:r>
          </a:p>
          <a:p>
            <a:pPr marL="0" indent="0" algn="ctr">
              <a:buNone/>
            </a:pPr>
            <a:r>
              <a:rPr lang="en-US" dirty="0"/>
              <a:t>Nor by their own arm were they saved in the fights,</a:t>
            </a:r>
          </a:p>
          <a:p>
            <a:pPr marL="0" indent="0" algn="ctr">
              <a:buNone/>
            </a:pPr>
            <a:r>
              <a:rPr lang="en-US" dirty="0"/>
              <a:t>But ‘twas by the </a:t>
            </a:r>
            <a:r>
              <a:rPr lang="en-US" dirty="0" err="1"/>
              <a:t>pow’r</a:t>
            </a:r>
            <a:r>
              <a:rPr lang="en-US" dirty="0"/>
              <a:t> of your wonderful grace; </a:t>
            </a:r>
          </a:p>
          <a:p>
            <a:pPr marL="0" indent="0" algn="ctr">
              <a:buNone/>
            </a:pPr>
            <a:r>
              <a:rPr lang="en-US" dirty="0"/>
              <a:t>Your right hand, your arm, and the light of your face.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10454-074C-48D7-B027-EE4C1639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</p:spTree>
    <p:extLst>
      <p:ext uri="{BB962C8B-B14F-4D97-AF65-F5344CB8AC3E}">
        <p14:creationId xmlns:p14="http://schemas.microsoft.com/office/powerpoint/2010/main" val="1412593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155EB-6414-4ECA-AC86-EEEE7553F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O God, you alone are my God and my king,</a:t>
            </a:r>
          </a:p>
          <a:p>
            <a:pPr marL="0" indent="0" algn="ctr">
              <a:buNone/>
            </a:pPr>
            <a:r>
              <a:rPr lang="en-US" dirty="0"/>
              <a:t>Now give your command; Jacob’s victory bring.</a:t>
            </a:r>
          </a:p>
          <a:p>
            <a:pPr marL="0" indent="0" algn="ctr">
              <a:buNone/>
            </a:pPr>
            <a:r>
              <a:rPr lang="en-US" dirty="0"/>
              <a:t>Through you we will surely put down all our foes, </a:t>
            </a:r>
          </a:p>
          <a:p>
            <a:pPr marL="0" indent="0" algn="ctr">
              <a:buNone/>
            </a:pPr>
            <a:r>
              <a:rPr lang="en-US" dirty="0"/>
              <a:t>And crush in your name all who rise to oppose.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7D0DB-A527-4411-BFAD-59B448CEE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</p:spTree>
    <p:extLst>
      <p:ext uri="{BB962C8B-B14F-4D97-AF65-F5344CB8AC3E}">
        <p14:creationId xmlns:p14="http://schemas.microsoft.com/office/powerpoint/2010/main" val="3977238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D0203-70B4-4BFA-86D9-5114A90D0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No trust will I place in my sword or my bow, </a:t>
            </a:r>
          </a:p>
          <a:p>
            <a:pPr marL="0" indent="0" algn="ctr">
              <a:buNone/>
            </a:pPr>
            <a:r>
              <a:rPr lang="en-US" dirty="0"/>
              <a:t>For you are my Savior from hater and foe.</a:t>
            </a:r>
          </a:p>
          <a:p>
            <a:pPr marL="0" indent="0" algn="ctr">
              <a:buNone/>
            </a:pPr>
            <a:r>
              <a:rPr lang="en-US" dirty="0"/>
              <a:t>In God we will boast, For you put them to shame,</a:t>
            </a:r>
          </a:p>
          <a:p>
            <a:pPr marL="0" indent="0" algn="ctr">
              <a:buNone/>
            </a:pPr>
            <a:r>
              <a:rPr lang="en-US" dirty="0"/>
              <a:t>All day and forever we praise your great name.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732C6-4788-4DDE-ACBD-5333ED83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Complete Book of Psalms for Singing, 1991; alt.</a:t>
            </a:r>
          </a:p>
        </p:txBody>
      </p:sp>
    </p:spTree>
    <p:extLst>
      <p:ext uri="{BB962C8B-B14F-4D97-AF65-F5344CB8AC3E}">
        <p14:creationId xmlns:p14="http://schemas.microsoft.com/office/powerpoint/2010/main" val="2636660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#44 O God, We Have Heard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#44 O God, We Have Heard</dc:title>
  <dc:creator>Neil Tuininga</dc:creator>
  <cp:lastModifiedBy>Neil Tuininga</cp:lastModifiedBy>
  <cp:revision>4</cp:revision>
  <dcterms:created xsi:type="dcterms:W3CDTF">2022-04-30T04:00:44Z</dcterms:created>
  <dcterms:modified xsi:type="dcterms:W3CDTF">2022-05-06T16:18:00Z</dcterms:modified>
</cp:coreProperties>
</file>