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493" r:id="rId3"/>
    <p:sldId id="496" r:id="rId4"/>
    <p:sldId id="497" r:id="rId5"/>
    <p:sldId id="498" r:id="rId6"/>
    <p:sldId id="499" r:id="rId7"/>
    <p:sldId id="5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855981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638141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502011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4241086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520455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62825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600642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492625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1445678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575944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2386846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08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A7DCE-2F5E-4F2C-9762-A3EC8B1BE505}"/>
              </a:ext>
            </a:extLst>
          </p:cNvPr>
          <p:cNvSpPr txBox="1"/>
          <p:nvPr/>
        </p:nvSpPr>
        <p:spPr>
          <a:xfrm>
            <a:off x="1364450" y="2497975"/>
            <a:ext cx="94630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The people that in darkness sat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glorious light have seen;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light has shined on them who long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shades of death have been,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shades of death have been.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D2854-2887-499D-BFFD-286A34F5CF97}"/>
              </a:ext>
            </a:extLst>
          </p:cNvPr>
          <p:cNvSpPr txBox="1"/>
          <p:nvPr/>
        </p:nvSpPr>
        <p:spPr>
          <a:xfrm>
            <a:off x="814384" y="116929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#269 The People That in Darkness Sat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5467F-E82E-45D3-84C5-18A5F560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0A90-4289-4BED-9D00-9A7CAA588903}"/>
              </a:ext>
            </a:extLst>
          </p:cNvPr>
          <p:cNvSpPr txBox="1"/>
          <p:nvPr/>
        </p:nvSpPr>
        <p:spPr>
          <a:xfrm>
            <a:off x="1419225" y="2305615"/>
            <a:ext cx="93535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To hail thee, Sun of Righteousness,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gath'ring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nations come;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joy as when the reapers beat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harvest treasures home,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harvest treasures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201738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943F31-9B1A-4DC7-8A87-F7CE81F0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DE677-7E96-45E4-A8F7-E44E431D8CD1}"/>
              </a:ext>
            </a:extLst>
          </p:cNvPr>
          <p:cNvSpPr txBox="1"/>
          <p:nvPr/>
        </p:nvSpPr>
        <p:spPr>
          <a:xfrm>
            <a:off x="2120766" y="2305615"/>
            <a:ext cx="79504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For thou their burden dost remove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break the tyrant's rod,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in the day when Midian fell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sword of God,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sword of God.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377394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8BF0C8-CDA1-401F-8E71-ED653108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C6615-0A71-4396-BBA6-4115E851C4E7}"/>
              </a:ext>
            </a:extLst>
          </p:cNvPr>
          <p:cNvSpPr txBox="1"/>
          <p:nvPr/>
        </p:nvSpPr>
        <p:spPr>
          <a:xfrm>
            <a:off x="2192956" y="2305615"/>
            <a:ext cx="7806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To us a Child of hope is born,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us a Son 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on his shoulder ever rests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earth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earth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871800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65672A-2CA5-446D-8B6D-CBFDF3B9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ACE9A-B650-47FF-B92D-1526C7981C2C}"/>
              </a:ext>
            </a:extLst>
          </p:cNvPr>
          <p:cNvSpPr txBox="1"/>
          <p:nvPr/>
        </p:nvSpPr>
        <p:spPr>
          <a:xfrm>
            <a:off x="2188143" y="2305615"/>
            <a:ext cx="7815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His name shall be the Prince of Peace,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Everlasting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Wonderful, the Counsellor,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 by all adored,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 by all adored.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867339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FC4A45-B8A3-4D05-A71C-3C20C955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F822F-6558-4A5C-9ADF-884461C66423}"/>
              </a:ext>
            </a:extLst>
          </p:cNvPr>
          <p:cNvSpPr txBox="1"/>
          <p:nvPr/>
        </p:nvSpPr>
        <p:spPr>
          <a:xfrm>
            <a:off x="1981200" y="2305615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His righteous government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over all extend;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judgment and on justice based,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reign shall have no end,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reign shall have no end.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019571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9EC238-FCE5-4145-B15D-A639CF33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7F213-5A1D-483E-8D76-A49E85A57733}"/>
              </a:ext>
            </a:extLst>
          </p:cNvPr>
          <p:cNvSpPr txBox="1"/>
          <p:nvPr/>
        </p:nvSpPr>
        <p:spPr>
          <a:xfrm>
            <a:off x="1966762" y="2305615"/>
            <a:ext cx="82584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Lord Jesus, reign in us, we pray,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make us thine alone,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with the Father ever 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Holy Spirit, one;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Holy Spirit, 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98285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2021-12-31T18:35:31Z</dcterms:created>
  <dcterms:modified xsi:type="dcterms:W3CDTF">2021-12-31T18:36:40Z</dcterms:modified>
</cp:coreProperties>
</file>