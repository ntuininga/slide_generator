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35" r:id="rId4"/>
    <p:sldId id="344" r:id="rId5"/>
    <p:sldId id="34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4858-6276-40E2-BD69-E7CB04D6F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9ED03-B47D-4ACC-92C9-C4339B5B2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0E942-F144-4297-AC03-ABFC8D4A1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CA2D-B0AF-4844-9E8C-A721A2A9B7B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24A73-F8C7-4286-B732-B870DC1DB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2CD47-C145-4D00-ADF9-DAF2155E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35D3-ECCE-476D-9430-685C1DA0B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5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3567-8F3B-4D31-BFAE-73A0279BE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3A294-84B4-4D2E-8459-6E49C6638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4372D-D163-49DE-8AF7-E277C074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CA2D-B0AF-4844-9E8C-A721A2A9B7B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151E4-2741-418E-99E1-11DFB8766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D01E2-82EC-470F-A9A8-F8E558CD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35D3-ECCE-476D-9430-685C1DA0B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16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6854E-9161-469B-BB0E-D95ACE07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7E369-0E30-4361-BB4B-03531B18C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ECE50-97C8-415A-951A-B02202AC8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CA2D-B0AF-4844-9E8C-A721A2A9B7B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E7228-BE19-4832-8022-3098EDD2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4F403-EADE-48E9-818D-CCE5D5C2B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35D3-ECCE-476D-9430-685C1DA0B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83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02E57-84D4-4BA1-82A2-EF5F63AE8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D3298-C1A8-4A9D-98D2-63D213E85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EF429-6C4F-48FF-B32E-EEEEADEED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212FF-30A3-4984-9744-C5E3A7552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CA2D-B0AF-4844-9E8C-A721A2A9B7B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41C0F-BAAA-4BBC-B3A0-55771EEA3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20D9B-1428-4BAF-B01C-6FD9BD521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35D3-ECCE-476D-9430-685C1DA0B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892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F9D45-41B9-4A2D-93BB-5AA143561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D237A-90CB-439D-837F-E4ED3794D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712A8-AC5D-43B3-88DE-72D29117D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53D9A0-C76C-4E21-B2C0-EA29E31A50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CA9F8F-7CD0-4093-B639-318D4A922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BB567E-B6BE-4B39-AB90-1B12DA85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CA2D-B0AF-4844-9E8C-A721A2A9B7B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02335-2B6D-4D8B-B8AF-4B67FA89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4F71E4-020D-42E5-BC86-9E91B8CE8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35D3-ECCE-476D-9430-685C1DA0B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0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A381-2052-4D8F-A9EA-A1AC3207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7DDE83-B991-4627-A418-E1317FFA4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CA2D-B0AF-4844-9E8C-A721A2A9B7B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83EDCC-E3E9-4D32-AEA7-8D1D5A0E6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AA062-45E9-4ED6-A046-FB75B780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35D3-ECCE-476D-9430-685C1DA0B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97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7802B7-26A4-45CB-8B5C-67B8ACFDF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CA2D-B0AF-4844-9E8C-A721A2A9B7B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618F8-51BC-4991-AA3F-6D17B3F12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9BB6E-84C1-4C13-86E1-A7595D69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35D3-ECCE-476D-9430-685C1DA0B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05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A4455-B63D-4530-931E-A6ED61CF0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1DC0A-AA76-45D7-B8AA-ABBEBA1FF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9A707-10CD-4DF7-9049-9D26A5ADB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0D756-75F8-4AE9-8964-6305930A0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CA2D-B0AF-4844-9E8C-A721A2A9B7B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5AA6F-EF71-418A-952D-CC61981EA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B8AEF-13CC-48AE-A371-3BF49244B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35D3-ECCE-476D-9430-685C1DA0B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54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502B7-A2BB-4D72-AE9B-9533CB7DA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906730-19CF-4387-9318-9BBAE8FA4A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B82023-9770-4010-BCBA-E3572683A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4F917-B7A2-415D-B8DD-6BD454252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CA2D-B0AF-4844-9E8C-A721A2A9B7B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6739-AF7B-418F-A274-7B5D63D16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3E355-07B0-42C3-9F8E-963ADF757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35D3-ECCE-476D-9430-685C1DA0B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47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CA756-D41E-491F-AA83-44962A544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F1796-6B08-4E2A-8901-A6EC49269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24A47-164A-4639-950A-43D3F1609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CA2D-B0AF-4844-9E8C-A721A2A9B7B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67F7F-71B8-4D03-9241-0FB6C416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95AA5-46D1-444E-B026-160F54FD6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35D3-ECCE-476D-9430-685C1DA0B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8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58BFE7-0A7B-4F8F-B963-E365308D4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E983F-EF58-49F9-AC08-40143118D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1886C-C34C-422B-8F7E-35BCCDAC4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CA2D-B0AF-4844-9E8C-A721A2A9B7B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09FAA-AB4B-4223-913B-4D7004AD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E127B-034C-4804-B69C-0FB010521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635D3-ECCE-476D-9430-685C1DA0B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97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B246DD-61ED-4694-8F09-CD7A52AF7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FD334-865C-46FF-9ABE-9607511FD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10115-599A-4108-BA47-E556789BCD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ACA2D-B0AF-4844-9E8C-A721A2A9B7B8}" type="datetimeFigureOut">
              <a:rPr lang="en-US" smtClean="0"/>
              <a:t>8/6/2020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AE09C-8BD4-4A0D-B440-CC21004A2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3EC0A-4A48-41A8-AEBE-7E9A63328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635D3-ECCE-476D-9430-685C1DA0B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83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#93 The Lord Reigns Over 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19326" y="1537704"/>
            <a:ext cx="109086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1. </a:t>
            </a:r>
            <a:r>
              <a:rPr lang="en-US" sz="2800" dirty="0"/>
              <a:t>The Lord reigns over all;</a:t>
            </a:r>
          </a:p>
          <a:p>
            <a:pPr algn="ctr"/>
            <a:r>
              <a:rPr lang="en-US" sz="2800" dirty="0"/>
              <a:t>He’s robed in majesty.</a:t>
            </a:r>
          </a:p>
          <a:p>
            <a:pPr algn="ctr"/>
            <a:r>
              <a:rPr lang="en-US" sz="2800" dirty="0"/>
              <a:t>The Lord is robed and wears his belt</a:t>
            </a:r>
          </a:p>
          <a:p>
            <a:pPr algn="ctr"/>
            <a:r>
              <a:rPr lang="en-US" sz="2800" dirty="0"/>
              <a:t>Of strength and dignity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2. </a:t>
            </a:r>
            <a:r>
              <a:rPr lang="en-US" dirty="0"/>
              <a:t>The world established stands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Unmoved, it shall endure.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From everlasting you are God,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Your throne is ever sure.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3. </a:t>
            </a:r>
            <a:r>
              <a:rPr lang="en-US" dirty="0"/>
              <a:t>The floods have lifted up,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Lord, lifted up their voice;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 floods have lifted up their waves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And made a mighty noise.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25523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4. </a:t>
            </a:r>
            <a:r>
              <a:rPr lang="en-US" dirty="0"/>
              <a:t>The Lord enthroned on high,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More powerful is he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Than thunder of the ocean’s waves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Or breakers of the sea.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95438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5. </a:t>
            </a:r>
            <a:r>
              <a:rPr lang="en-US" dirty="0"/>
              <a:t>Your statutes, Lord, stand firm;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Unchanging is your word.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And holiness adorns your house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Forevermore, O Lord.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44899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#93 The Lord Reigns Over All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#93 The Lord Reigns Over All</dc:title>
  <dc:creator>Eric Hoogendoorn</dc:creator>
  <cp:lastModifiedBy>Eric Hoogendoorn</cp:lastModifiedBy>
  <cp:revision>1</cp:revision>
  <dcterms:created xsi:type="dcterms:W3CDTF">2020-08-07T02:12:57Z</dcterms:created>
  <dcterms:modified xsi:type="dcterms:W3CDTF">2020-08-07T02:13:20Z</dcterms:modified>
</cp:coreProperties>
</file>