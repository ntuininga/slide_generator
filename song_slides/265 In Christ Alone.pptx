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5" r:id="rId3"/>
    <p:sldId id="296" r:id="rId4"/>
    <p:sldId id="29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38AA6-6A81-4C7D-8A42-E1DAA9D49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0D9F6-7C06-460A-9DE2-EA18E4F12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3722A-9C68-43C1-A604-4BD2DC270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846E-5A0C-414C-B275-282A55C96FE1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CFAF6-0F0F-4361-A914-3985620F6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1C521-9DA6-44DA-8E18-D0E899FE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BD13-9110-4459-9EC6-2679B7837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21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5604-DF29-4B81-A8DE-9DF12066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BCE2A-69F5-4F05-9B36-F136E671F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A8727-4111-4B74-A4EE-D40B578AC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846E-5A0C-414C-B275-282A55C96FE1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CCAF1-EC37-4673-90AB-F1ED2D048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BF016-76B1-4321-8865-623C182E0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BD13-9110-4459-9EC6-2679B7837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21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B2F1-7422-4E0A-BF13-49B97902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0BCD9-0F1D-477A-BC6C-A20F4E3C3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E90CC-81CB-4DC2-8EC1-5BF0E1CC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846E-5A0C-414C-B275-282A55C96FE1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BB091-5BCA-418A-8E93-5C1DAE3C8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0B222-A504-446C-8A70-DA679795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BD13-9110-4459-9EC6-2679B7837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02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BA65-5B24-4A4B-91CB-31D5A948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45210-6286-4B56-B5D9-045DA3010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DE502-71D6-4DBD-B369-177D87859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84F34-0874-48CF-BA43-D0C4B25D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846E-5A0C-414C-B275-282A55C96FE1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2D697-E4C2-4310-A71D-78615900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D0510-8FE6-4D4D-935E-5D8BAB0B0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BD13-9110-4459-9EC6-2679B7837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0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1F22-71C3-4997-B22F-2E29ADE43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C417B-7BA1-4DF3-ABBC-BCE5355F1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E264D-F4CA-4007-B63B-EEE1C9022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D37EB-A0B6-492E-99B8-F39212FD6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F34904-4306-412D-912E-92B5399BD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56C82C-94C8-459E-AC5C-57DF7D63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846E-5A0C-414C-B275-282A55C96FE1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437BC-237A-4AA5-ABEA-A965366FD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F4BDD-A175-4758-BAA9-39EAC4E8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BD13-9110-4459-9EC6-2679B7837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59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D17F4-6379-41FF-A03C-C677C8914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BE068-1154-4745-AAD9-8FB426A6C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846E-5A0C-414C-B275-282A55C96FE1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C49C3-2FF7-475B-83C2-6529C0BA1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3845A-BA95-4E8E-A6C2-2AC30AEBD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BD13-9110-4459-9EC6-2679B7837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6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DC5EC7-19D2-464B-8487-521253C29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846E-5A0C-414C-B275-282A55C96FE1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A15EF9-E4BE-4FF2-986D-CAC2B7B4E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F79E8-07F7-43AF-ABE8-55DCF48A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BD13-9110-4459-9EC6-2679B7837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685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C4E1F-FD68-48BE-8F1F-65138A4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56A9E-70C3-4129-AFF2-A04EEAAAA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D5072-BF54-4F10-8E22-891809099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C2AE0-9C01-4BD8-9118-E189723B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846E-5A0C-414C-B275-282A55C96FE1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C7229-67A6-4BA9-B02E-1ED2D4F7F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0F1AA-CFEC-47EC-85DA-2442E9AF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BD13-9110-4459-9EC6-2679B7837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89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5C0E-7215-41C9-8211-A8F16937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B3AB1-6E60-477C-9DD0-779E341FDE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28C27-4FAD-44F7-848F-C2898BA9D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285B1-E2CB-4FE8-B2A9-1A7166B77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846E-5A0C-414C-B275-282A55C96FE1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B7DDA-BEE7-45D0-A949-7FB858D6A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6100-DFC1-47D0-BA33-719783C0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BD13-9110-4459-9EC6-2679B7837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50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E48C1-1469-4495-8217-3BF47A82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7FBC7-B0E1-45A5-A532-443B34724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6DB21-BFA9-4B90-8E00-63B43CBBA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846E-5A0C-414C-B275-282A55C96FE1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352B4-FB53-42F5-A99E-7CDC0B593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53DEA-2574-46F1-8846-E4452CCE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BD13-9110-4459-9EC6-2679B7837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6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8412C-C1AD-4CF8-A62B-5EA8DD01D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B80F8-8F8E-4E3C-BF5F-CC2944592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01172-32A3-454D-A4C2-41E72385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846E-5A0C-414C-B275-282A55C96FE1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EC40B-E933-43CA-A409-3D84C90C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FA450-4A6C-479E-8E49-646760A01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0BD13-9110-4459-9EC6-2679B7837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95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55069-CC0B-4639-84E4-AB1690A1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22466-2283-43E4-8486-3542770ED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5EEBE-1A92-4CF1-B460-5A78E65C9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3846E-5A0C-414C-B275-282A55C96FE1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D52CD-EA0F-48D7-AE9B-946900DD2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07160-A869-4D45-B259-1E1F222B5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0BD13-9110-4459-9EC6-2679B7837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0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7056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#265 In Christ Alone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In Christ alone, my hope is found, </a:t>
            </a:r>
          </a:p>
          <a:p>
            <a:pPr algn="ctr"/>
            <a:r>
              <a:rPr lang="en-US" sz="2800" dirty="0"/>
              <a:t>He is my light, my strength, my song;</a:t>
            </a:r>
          </a:p>
          <a:p>
            <a:pPr algn="ctr"/>
            <a:r>
              <a:rPr lang="en-US" sz="2800" dirty="0"/>
              <a:t>This cornerstone, this solid ground,</a:t>
            </a:r>
          </a:p>
          <a:p>
            <a:pPr algn="ctr"/>
            <a:r>
              <a:rPr lang="en-US" sz="2800" dirty="0"/>
              <a:t>Firm through the fiercest drought and storm.</a:t>
            </a:r>
          </a:p>
          <a:p>
            <a:pPr algn="ctr"/>
            <a:r>
              <a:rPr lang="en-US" sz="2800" dirty="0"/>
              <a:t>What heights of love, what depths of peace,</a:t>
            </a:r>
          </a:p>
          <a:p>
            <a:pPr algn="ctr"/>
            <a:r>
              <a:rPr lang="en-US" sz="2800" dirty="0"/>
              <a:t>When fears are stilled, when strivings cease!</a:t>
            </a:r>
          </a:p>
          <a:p>
            <a:pPr algn="ctr"/>
            <a:r>
              <a:rPr lang="en-US" sz="2800" dirty="0"/>
              <a:t>My comforter, my all in all</a:t>
            </a:r>
          </a:p>
          <a:p>
            <a:pPr algn="ctr"/>
            <a:r>
              <a:rPr lang="en-US" sz="2800" dirty="0"/>
              <a:t>Here in the love of Christ I stand.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8C8E0B-0245-41F7-94EC-FD4913A1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Copyright: 2002 Thankyou Music</a:t>
            </a:r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</a:t>
            </a:r>
            <a:r>
              <a:rPr lang="en-US" sz="2800" dirty="0"/>
              <a:t>In Christ alone! Who took on flesh,</a:t>
            </a:r>
          </a:p>
          <a:p>
            <a:pPr algn="ctr"/>
            <a:r>
              <a:rPr lang="en-US" sz="2800" dirty="0"/>
              <a:t>Fullness of God in helpless babe!</a:t>
            </a:r>
          </a:p>
          <a:p>
            <a:pPr algn="ctr"/>
            <a:r>
              <a:rPr lang="en-US" sz="2800" dirty="0"/>
              <a:t>This gift of love and righteousness,</a:t>
            </a:r>
          </a:p>
          <a:p>
            <a:pPr algn="ctr"/>
            <a:r>
              <a:rPr lang="en-US" sz="2800" dirty="0"/>
              <a:t>Scorned by the ones he came to save.</a:t>
            </a:r>
          </a:p>
          <a:p>
            <a:pPr algn="ctr"/>
            <a:r>
              <a:rPr lang="en-US" sz="2800" dirty="0" err="1"/>
              <a:t>‘Til</a:t>
            </a:r>
            <a:r>
              <a:rPr lang="en-US" sz="2800" dirty="0"/>
              <a:t> on that cross as Jesus died,</a:t>
            </a:r>
          </a:p>
          <a:p>
            <a:pPr algn="ctr"/>
            <a:r>
              <a:rPr lang="en-US" sz="2800" dirty="0"/>
              <a:t>The wrath of God was satisfied;</a:t>
            </a:r>
          </a:p>
          <a:p>
            <a:pPr algn="ctr"/>
            <a:r>
              <a:rPr lang="en-US" sz="2800" dirty="0"/>
              <a:t>For </a:t>
            </a:r>
            <a:r>
              <a:rPr lang="en-US" sz="2800" dirty="0" err="1"/>
              <a:t>ev’ry</a:t>
            </a:r>
            <a:r>
              <a:rPr lang="en-US" sz="2800" dirty="0"/>
              <a:t> sin on him was laid</a:t>
            </a:r>
          </a:p>
          <a:p>
            <a:pPr algn="ctr"/>
            <a:r>
              <a:rPr lang="en-US" sz="2800" dirty="0"/>
              <a:t>Here in the death of Christ I live.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8C8E0B-0245-41F7-94EC-FD4913A1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Copyright: 2002 Thankyou Music</a:t>
            </a:r>
          </a:p>
        </p:txBody>
      </p:sp>
    </p:spTree>
    <p:extLst>
      <p:ext uri="{BB962C8B-B14F-4D97-AF65-F5344CB8AC3E}">
        <p14:creationId xmlns:p14="http://schemas.microsoft.com/office/powerpoint/2010/main" val="3701529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</a:t>
            </a:r>
            <a:r>
              <a:rPr lang="en-US" sz="2800" dirty="0"/>
              <a:t>There in the ground his body lay,</a:t>
            </a:r>
          </a:p>
          <a:p>
            <a:pPr algn="ctr"/>
            <a:r>
              <a:rPr lang="en-US" sz="2800" dirty="0"/>
              <a:t>Light of the world by darkness slain;</a:t>
            </a:r>
          </a:p>
          <a:p>
            <a:pPr algn="ctr"/>
            <a:r>
              <a:rPr lang="en-US" sz="2800" dirty="0"/>
              <a:t>Then bursting forth in glorious day,</a:t>
            </a:r>
          </a:p>
          <a:p>
            <a:pPr algn="ctr"/>
            <a:r>
              <a:rPr lang="en-US" sz="2800" dirty="0"/>
              <a:t>Up from the grave he rose again!</a:t>
            </a:r>
          </a:p>
          <a:p>
            <a:pPr algn="ctr"/>
            <a:r>
              <a:rPr lang="en-US" sz="2800" dirty="0"/>
              <a:t>And as he stands in victory,</a:t>
            </a:r>
          </a:p>
          <a:p>
            <a:pPr algn="ctr"/>
            <a:r>
              <a:rPr lang="en-US" sz="2800" dirty="0"/>
              <a:t>Sin’s curse has lost its grip on me;</a:t>
            </a:r>
          </a:p>
          <a:p>
            <a:pPr algn="ctr"/>
            <a:r>
              <a:rPr lang="en-US" sz="2800" dirty="0"/>
              <a:t>For I am his and he is mine</a:t>
            </a:r>
          </a:p>
          <a:p>
            <a:pPr algn="ctr"/>
            <a:r>
              <a:rPr lang="en-US" sz="2800" dirty="0"/>
              <a:t>Bought with the precious blood of Christ.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8C8E0B-0245-41F7-94EC-FD4913A1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Copyright: 2002 Thankyou Music</a:t>
            </a:r>
          </a:p>
        </p:txBody>
      </p:sp>
    </p:spTree>
    <p:extLst>
      <p:ext uri="{BB962C8B-B14F-4D97-AF65-F5344CB8AC3E}">
        <p14:creationId xmlns:p14="http://schemas.microsoft.com/office/powerpoint/2010/main" val="2726249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</a:t>
            </a:r>
            <a:r>
              <a:rPr lang="en-US" sz="2800" dirty="0"/>
              <a:t>No guilt in life, no fear in death:</a:t>
            </a:r>
          </a:p>
          <a:p>
            <a:pPr algn="ctr"/>
            <a:r>
              <a:rPr lang="en-US" sz="2800" dirty="0"/>
              <a:t>This the </a:t>
            </a:r>
            <a:r>
              <a:rPr lang="en-US" sz="2800" dirty="0" err="1"/>
              <a:t>pow’r</a:t>
            </a:r>
            <a:r>
              <a:rPr lang="en-US" sz="2800" dirty="0"/>
              <a:t> of Christ in me.</a:t>
            </a:r>
          </a:p>
          <a:p>
            <a:pPr algn="ctr"/>
            <a:r>
              <a:rPr lang="en-US" sz="2800" dirty="0"/>
              <a:t>From life’s first cry to final breath,</a:t>
            </a:r>
          </a:p>
          <a:p>
            <a:pPr algn="ctr"/>
            <a:r>
              <a:rPr lang="en-US" sz="2800" dirty="0"/>
              <a:t>Jesus commands my destiny.</a:t>
            </a:r>
          </a:p>
          <a:p>
            <a:pPr algn="ctr"/>
            <a:r>
              <a:rPr lang="en-US" sz="2800" dirty="0"/>
              <a:t>No </a:t>
            </a:r>
            <a:r>
              <a:rPr lang="en-US" sz="2800" dirty="0" err="1"/>
              <a:t>pow’r</a:t>
            </a:r>
            <a:r>
              <a:rPr lang="en-US" sz="2800" dirty="0"/>
              <a:t> of hell, no scheme of man,</a:t>
            </a:r>
          </a:p>
          <a:p>
            <a:pPr algn="ctr"/>
            <a:r>
              <a:rPr lang="en-US" sz="2800" dirty="0"/>
              <a:t>Can ever pluck me from his hand;</a:t>
            </a:r>
          </a:p>
          <a:p>
            <a:pPr algn="ctr"/>
            <a:r>
              <a:rPr lang="en-US" sz="2800" dirty="0"/>
              <a:t>‘til he returns or calls me home</a:t>
            </a:r>
          </a:p>
          <a:p>
            <a:pPr algn="ctr"/>
            <a:r>
              <a:rPr lang="en-US" sz="2800" dirty="0"/>
              <a:t>Here in the </a:t>
            </a:r>
            <a:r>
              <a:rPr lang="en-US" sz="2800" dirty="0" err="1"/>
              <a:t>pow’r</a:t>
            </a:r>
            <a:r>
              <a:rPr lang="en-US" sz="2800" dirty="0"/>
              <a:t> of Christ I’ll stand.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8C8E0B-0245-41F7-94EC-FD4913A1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Copyright: 2002 Thankyou Music</a:t>
            </a:r>
          </a:p>
        </p:txBody>
      </p:sp>
    </p:spTree>
    <p:extLst>
      <p:ext uri="{BB962C8B-B14F-4D97-AF65-F5344CB8AC3E}">
        <p14:creationId xmlns:p14="http://schemas.microsoft.com/office/powerpoint/2010/main" val="27702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296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#265 In Christ Alone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#265 In Christ Alone</dc:title>
  <dc:creator>Eric Hoogendoorn</dc:creator>
  <cp:lastModifiedBy>Eric Hoogendoorn</cp:lastModifiedBy>
  <cp:revision>2</cp:revision>
  <dcterms:created xsi:type="dcterms:W3CDTF">2020-05-16T03:02:26Z</dcterms:created>
  <dcterms:modified xsi:type="dcterms:W3CDTF">2020-05-21T02:47:22Z</dcterms:modified>
</cp:coreProperties>
</file>