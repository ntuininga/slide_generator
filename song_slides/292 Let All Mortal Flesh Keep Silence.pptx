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  <p:sldId id="410" r:id="rId4"/>
    <p:sldId id="41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B0D2-D049-4671-A5F5-A1BFA52A0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4C9B3-CA03-4BD7-84C0-D127B7E3A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3F108-9F2A-4A69-85BC-61FC9BE6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C594-D311-46B0-B073-28410B6A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57A66-C7D4-43E6-BAE5-272E41BC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5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E1A5-5313-45B9-A584-D0AF233C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5B5A-DF92-4757-A2C9-7C8AE3301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C2F7-990E-4774-9A2B-EE6F12DA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A1A9F-6DD9-42A4-9D47-D0F71DBC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3BF32-3DD4-4306-B31A-A70C1CD8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2EF6-9ADB-4A61-8119-2F716B98C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AB008-7F89-4FA5-8522-3EE8C77E3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6456-50D9-4696-AB49-2F0CE4D5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28417-6FE8-43B8-A836-4B9B721A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0AD4-6F55-4A3B-8FFF-B88DDA33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3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0AD4-45FC-4013-8FAE-C9F24317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1A34-60C6-475E-9B0C-C34EE1A5F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4D8C0-B35F-4E53-B922-FA61712CB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E2C18-D622-4980-A623-B486BB19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CEE05-4B88-4B5A-84FE-2BBBE6C3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D21CE-D3F8-4B7C-9E5D-6B349CCA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6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D690-9CC1-4207-B58D-D62CF177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A2A33-5933-4C41-8814-F20ECE4D3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4FABE-A6B0-492F-B82F-D5D4293EA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B4BA5-E9B4-4349-8E2D-3D85ABF73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020A7-23C0-4381-B058-B6FCA3369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BA573-7C76-4FCB-9DF9-C2CB29F9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59DF1-7356-4899-BF8D-439649F4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57AF2-4160-4CDF-B7F3-5295AA00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2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D9174-6368-4BFC-9584-D9CF96CB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17CDF-0728-4B3C-A002-D9E6C770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81C81-EFBC-4AD9-B92F-B11E9B21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C47B0-C0AB-4200-BE57-397113AF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E0B27-63D9-4038-8FE1-C3419741D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15B38-4250-4DB6-B546-E47CD83C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81CA4-2480-40F5-8B0D-566D5E6F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2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9F9C-029D-4EDF-BD1D-2B7710704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D7BC7-2D7B-4749-B687-A87C51165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03AD5-4F8F-4693-8891-5EC1A50BE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C0207-2344-4550-BF37-6CC6D9181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B5095-54C0-4510-B11C-25F47D0A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C7BFD-0334-4706-98AC-55DB6B73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5D15-2D03-468C-BA7D-626E203F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E0AD3-F3A8-4D7E-B4F6-FE4AA56BC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3014F-BE4E-4D71-B823-FFE96F018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2D582-DA2D-46DB-B5F9-C7CD167E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0EF1E-EE7B-467A-9756-881AC9D0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BA96B-7B3D-4517-877B-D9397E4B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3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77A4-1BB4-41DA-8C2E-27847431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AEDB8-5952-4DDF-80B3-722988FE6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CD8F-CCEA-49C0-A202-B16FDEF7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5EC5-53B7-45F4-B213-E7BEF0C8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CEA11-677E-481F-B0E7-A4CED4B5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3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B9782-58E7-4298-BC9B-FBE9BF9DF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7AC80-EABA-4FB1-9F05-FDD2BB26E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7EB9B-643D-425D-930F-5C2FF2D2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9231E-D594-4362-A81D-F678F55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9F703-5FEF-49B9-8263-ECEFBA6A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1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4F052-456B-47BE-90E1-54275EC6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7CD7C-3F68-42A4-AD1F-2EA44DEE8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1C92-4818-4011-AD73-B0F0D413F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02836-5A10-4AEE-9394-68F94187349B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47AF7-CFB0-4D12-93E3-5BCC03461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3EB5E-A8BB-4C7F-B0DE-00C653732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40771-22D4-4CD0-9217-31C53A17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#292 Let All Mortal Flesh Keep Silence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891729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</a:t>
            </a:r>
            <a:r>
              <a:rPr lang="en-US" sz="2800" dirty="0">
                <a:solidFill>
                  <a:srgbClr val="222222"/>
                </a:solidFill>
                <a:latin typeface="Verdana" panose="020B0604030504040204" pitchFamily="34" charset="0"/>
              </a:rPr>
              <a:t> </a:t>
            </a:r>
            <a:r>
              <a:rPr lang="en-US" sz="2800" dirty="0">
                <a:solidFill>
                  <a:srgbClr val="222222"/>
                </a:solidFill>
              </a:rPr>
              <a:t>Let all mortal flesh keep silence,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with fear and trembling stand;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ponder nothing earthly-minded,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with blessing in his hand,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Christ our God to earth </a:t>
            </a:r>
            <a:r>
              <a:rPr lang="en-US" sz="2800" dirty="0" err="1">
                <a:solidFill>
                  <a:srgbClr val="222222"/>
                </a:solidFill>
              </a:rPr>
              <a:t>descendeth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our full homage to demand.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210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22222"/>
                </a:solidFill>
              </a:rPr>
              <a:t>2. King of kings, yet born of Mary,</a:t>
            </a:r>
            <a:br>
              <a:rPr lang="en-US" dirty="0"/>
            </a:br>
            <a:r>
              <a:rPr lang="en-US" dirty="0">
                <a:solidFill>
                  <a:srgbClr val="222222"/>
                </a:solidFill>
              </a:rPr>
              <a:t>as of old on earth he stood,</a:t>
            </a:r>
            <a:br>
              <a:rPr lang="en-US" dirty="0"/>
            </a:br>
            <a:r>
              <a:rPr lang="en-US" dirty="0">
                <a:solidFill>
                  <a:srgbClr val="222222"/>
                </a:solidFill>
              </a:rPr>
              <a:t>Lord of lords, in human vesture,</a:t>
            </a:r>
            <a:br>
              <a:rPr lang="en-US" dirty="0"/>
            </a:br>
            <a:r>
              <a:rPr lang="en-US" dirty="0">
                <a:solidFill>
                  <a:srgbClr val="222222"/>
                </a:solidFill>
              </a:rPr>
              <a:t>in the body and the blood,</a:t>
            </a:r>
            <a:br>
              <a:rPr lang="en-US" dirty="0"/>
            </a:br>
            <a:r>
              <a:rPr lang="en-US" dirty="0">
                <a:solidFill>
                  <a:srgbClr val="222222"/>
                </a:solidFill>
              </a:rPr>
              <a:t>he will give to all the faithful</a:t>
            </a:r>
            <a:br>
              <a:rPr lang="en-US" dirty="0"/>
            </a:br>
            <a:r>
              <a:rPr lang="en-US" dirty="0">
                <a:solidFill>
                  <a:srgbClr val="222222"/>
                </a:solidFill>
              </a:rPr>
              <a:t>his own self for </a:t>
            </a:r>
            <a:r>
              <a:rPr lang="en-US" dirty="0" err="1">
                <a:solidFill>
                  <a:srgbClr val="222222"/>
                </a:solidFill>
              </a:rPr>
              <a:t>heav'nly</a:t>
            </a:r>
            <a:r>
              <a:rPr lang="en-US" dirty="0">
                <a:solidFill>
                  <a:srgbClr val="222222"/>
                </a:solidFill>
              </a:rPr>
              <a:t> food.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1380D7-483B-40D1-9AB0-14FA7EA6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F9DD0-D47F-4491-8236-ACB4C19E7EC9}"/>
              </a:ext>
            </a:extLst>
          </p:cNvPr>
          <p:cNvSpPr txBox="1"/>
          <p:nvPr/>
        </p:nvSpPr>
        <p:spPr>
          <a:xfrm>
            <a:off x="2576512" y="1752600"/>
            <a:ext cx="703897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3. Rank on rank the host of heaven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spreads its vanguard on the way,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the Light of light </a:t>
            </a:r>
            <a:r>
              <a:rPr lang="en-US" sz="2800" dirty="0" err="1">
                <a:solidFill>
                  <a:srgbClr val="222222"/>
                </a:solidFill>
              </a:rPr>
              <a:t>descendeth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from the realms of endless day,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that the </a:t>
            </a:r>
            <a:r>
              <a:rPr lang="en-US" sz="2800" dirty="0" err="1">
                <a:solidFill>
                  <a:srgbClr val="222222"/>
                </a:solidFill>
              </a:rPr>
              <a:t>pow'rs</a:t>
            </a:r>
            <a:r>
              <a:rPr lang="en-US" sz="2800" dirty="0">
                <a:solidFill>
                  <a:srgbClr val="222222"/>
                </a:solidFill>
              </a:rPr>
              <a:t> of hell may vanish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the darkness clears away.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br>
              <a:rPr lang="en-US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672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E5D89F-1535-4A3C-B6FB-48042084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6A58-4E17-489F-A527-32B8A74901B0}"/>
              </a:ext>
            </a:extLst>
          </p:cNvPr>
          <p:cNvSpPr txBox="1"/>
          <p:nvPr/>
        </p:nvSpPr>
        <p:spPr>
          <a:xfrm>
            <a:off x="2486025" y="1885949"/>
            <a:ext cx="7219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At his feet the six-winged seraph,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cherubim, with sleepless eye,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veil their faces to the presence,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as with ceaseless voice they cry,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"Alleluia, alleluia,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alleluia, Lord Most High!"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3372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#292 Let All Mortal Flesh Keep Silence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#292 Let All Mortal Flesh Keep Silence</dc:title>
  <dc:creator>Eric Hoogendoorn</dc:creator>
  <cp:lastModifiedBy>Eric Hoogendoorn</cp:lastModifiedBy>
  <cp:revision>1</cp:revision>
  <dcterms:created xsi:type="dcterms:W3CDTF">2020-12-20T00:14:54Z</dcterms:created>
  <dcterms:modified xsi:type="dcterms:W3CDTF">2020-12-20T00:15:20Z</dcterms:modified>
</cp:coreProperties>
</file>