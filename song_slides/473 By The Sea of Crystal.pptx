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97" r:id="rId2"/>
    <p:sldId id="298" r:id="rId3"/>
    <p:sldId id="29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3599F-D2E9-4E4B-B4A2-7D81A602E67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B84B1-07A7-4916-9540-1D30FF8C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18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3CC3-5949-46CE-AD8D-A95A813CC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21F88-6612-4F9A-8F55-E2423DB1C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E005D-FE9D-4CAD-968A-8EC8952A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4B7B-2CBB-4F47-BE5E-5D4F23915509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A6C55-9AEA-43D8-8F60-C24226C8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8DF41-28F3-479A-9D00-A385D2D7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2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AD3A-D250-424D-BC78-BD3C4A79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34D4B-6A7A-4E06-9957-98AC8FA18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4ED16-1F67-4A55-A51F-DA9A9338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3D37-3505-451C-B68B-EC2D12A59890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D47A6-9444-43B6-978D-2D1A1A74B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83C80-B942-454D-BFB0-6ACEB765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23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C552C-00E8-4987-9994-B71C3F9F9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8986F-FFDB-45B4-B280-0404C472B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C2EF0-C7F1-46CB-904B-5530D806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467B-1AB6-45F3-A1AC-1E7DF6F77830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3E784-51ED-4C9C-AEAE-F961BDE2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77A4D-D17D-44EA-ACCA-02943A09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42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B82D-6B95-4C69-A06C-57649610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FABF5-F762-4E23-B6C8-7ED11EF19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DE490-F2F3-409A-99A5-A97BC2BD4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401A0-F167-42A1-AB2B-B68D886D6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7A91-E66C-487B-8C7E-E810EA6CC755}" type="datetime1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9A8E9-3D7F-4401-A1A7-3D0E2E49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780BD-7998-48A4-BCF8-17898319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0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6BFE-D48C-403D-80B6-C579B9E22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9E7A9-70C9-4565-91D4-DB37F68A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D3E13-0EFF-4009-B7F5-5D0A6293E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CBA73A-4986-494A-83ED-35CF393CF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10E5BF-EDE2-46BD-9069-AEAE1FA8C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FAE4C2-866C-425F-9131-2C2199DD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2DC3A-E153-4049-9920-5AD1A57F09AD}" type="datetime1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9C8E6B-FF44-4F23-B5CD-40324680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5AE01-7E4A-482B-901F-2A6701E1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8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FF39-9103-4EA3-88A2-A6CD4EC9D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B62F6-F62D-4C15-BFBD-9D271F58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BE3BF-5FF5-454B-9919-8AD74F5163F3}" type="datetime1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74FF5-4883-4B1B-98CD-58DD1702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72453-AF0F-4011-9017-7B4EAE5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8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B8EDB-037C-4851-A843-2D5CCE6D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97177-7EB6-42CF-ACB6-6CD59BD5A1FB}" type="datetime1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23A14-6F92-4A6B-BF9F-8EEAA44B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2CE43-37A4-4DD1-BE74-DF9FEFA2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1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07D6-3A41-4ACC-8D19-2599F601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DB901-CF05-474F-96D0-B7F2BD533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9DC4C-6AAE-44A2-A4E9-5025AC60A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BD59F-54EB-4C83-9574-538DCBE2B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885B-A9F6-41E6-9885-81DBC31D59ED}" type="datetime1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9B3E5-A6DF-4E8A-B0A4-BF1924A3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D90B6-5C2A-4F66-97D3-906D7E67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380E-5390-4BE7-9232-27A128520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7E8DC4-5605-4689-94BE-D61FAB983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40C8F-2313-4C12-BADF-2205E5FCD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E610E-675B-4F11-8FE6-3F5C0EA7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5F54B-028B-406A-8EAE-B6B109977195}" type="datetime1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234A0-097D-4E8E-A944-9EB756F1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3E12F-4853-4C9E-BDCB-F460C343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2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3DF1-4820-4AAC-A42A-A2EEAEFF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4D8F8-7692-4774-BE0C-028017848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244A4-F085-4E1F-B9B9-3C593A86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6EFD8-BDDA-4FD4-95B6-C9DAB23CE13B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EF1A3-5ABB-47D5-A7F8-7F7E4D8D0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6458-8248-43B4-95A3-87FD9556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91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F029AE-5482-4E59-8767-EB4F58DCD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3418A-C4E0-41B6-BAE9-369C980F6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732D7-A831-44F5-8361-701D2952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601C-7518-4EF3-8B63-73F5B9BAFBEF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813FC-EDE2-4DEC-B6F1-ACF22838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2C5EF-E1A6-48B2-A398-D96FA43F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7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EAE33E-250A-4F95-AD32-D29AF091E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B6079-DED0-48B9-88D5-40EAEB8FA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3A009-8245-49CE-B33C-F27CCA9FD3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07690-6D57-4F46-907D-973CD33BD0FE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E1CBC-1B25-4076-88E2-72839DA85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1956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F4AD2-ABB0-4103-A86D-6E73F70BC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478A7-6046-43A7-8C12-2A89A4B7D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7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By the sea of crystal,</a:t>
            </a:r>
          </a:p>
          <a:p>
            <a:pPr algn="ctr"/>
            <a:r>
              <a:rPr lang="en-US" sz="2800" dirty="0"/>
              <a:t>Saints in glory stand,</a:t>
            </a:r>
          </a:p>
          <a:p>
            <a:pPr algn="ctr"/>
            <a:r>
              <a:rPr lang="en-US" sz="2800" dirty="0"/>
              <a:t>Myriads in number,</a:t>
            </a:r>
          </a:p>
          <a:p>
            <a:pPr algn="ctr"/>
            <a:r>
              <a:rPr lang="en-US" sz="2800" dirty="0"/>
              <a:t>Drawn from every land.</a:t>
            </a:r>
          </a:p>
          <a:p>
            <a:pPr algn="ctr"/>
            <a:r>
              <a:rPr lang="en-US" sz="2800" dirty="0"/>
              <a:t>Robed in white apparel,</a:t>
            </a:r>
          </a:p>
          <a:p>
            <a:pPr algn="ctr"/>
            <a:r>
              <a:rPr lang="en-US" sz="2800" dirty="0"/>
              <a:t>Washed in Jesus’ blood,</a:t>
            </a:r>
          </a:p>
          <a:p>
            <a:pPr algn="ctr"/>
            <a:r>
              <a:rPr lang="en-US" sz="2800" dirty="0"/>
              <a:t>They now reign in heaven</a:t>
            </a:r>
          </a:p>
          <a:p>
            <a:pPr algn="ctr"/>
            <a:r>
              <a:rPr lang="en-US" sz="2800" dirty="0"/>
              <a:t>With the Lamb of God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#473 By The Sea of Crystal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Out of tribulation,</a:t>
            </a:r>
          </a:p>
          <a:p>
            <a:pPr algn="ctr"/>
            <a:r>
              <a:rPr lang="en-US" sz="2800" dirty="0"/>
              <a:t>Death and Satan’s hand,</a:t>
            </a:r>
          </a:p>
          <a:p>
            <a:pPr algn="ctr"/>
            <a:r>
              <a:rPr lang="en-US" sz="2800" dirty="0"/>
              <a:t>They have been translated</a:t>
            </a:r>
          </a:p>
          <a:p>
            <a:pPr algn="ctr"/>
            <a:r>
              <a:rPr lang="en-US" sz="2800" dirty="0"/>
              <a:t>At the Lord’s command.</a:t>
            </a:r>
          </a:p>
          <a:p>
            <a:pPr algn="ctr"/>
            <a:r>
              <a:rPr lang="en-US" sz="2800" dirty="0"/>
              <a:t>In their hands they’re holding</a:t>
            </a:r>
          </a:p>
          <a:p>
            <a:pPr algn="ctr"/>
            <a:r>
              <a:rPr lang="en-US" sz="2800" dirty="0"/>
              <a:t>Palms of victory;</a:t>
            </a:r>
          </a:p>
          <a:p>
            <a:pPr algn="ctr"/>
            <a:r>
              <a:rPr lang="en-US" sz="2800" dirty="0"/>
              <a:t>Hark! The </a:t>
            </a:r>
            <a:r>
              <a:rPr lang="en-US" sz="2800" dirty="0" err="1"/>
              <a:t>jub’lant</a:t>
            </a:r>
            <a:r>
              <a:rPr lang="en-US" sz="2800" dirty="0"/>
              <a:t> chorus</a:t>
            </a:r>
          </a:p>
          <a:p>
            <a:pPr algn="ctr"/>
            <a:r>
              <a:rPr lang="en-US" sz="2800" dirty="0"/>
              <a:t>Shouts triumphantly.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“Unto God Almighty,</a:t>
            </a:r>
          </a:p>
          <a:p>
            <a:pPr algn="ctr"/>
            <a:r>
              <a:rPr lang="en-US" sz="2800" dirty="0"/>
              <a:t>Sitting on the throne,</a:t>
            </a:r>
          </a:p>
          <a:p>
            <a:pPr algn="ctr"/>
            <a:r>
              <a:rPr lang="en-US" sz="2800" dirty="0"/>
              <a:t>And the Lamb, victorious,</a:t>
            </a:r>
          </a:p>
          <a:p>
            <a:pPr algn="ctr"/>
            <a:r>
              <a:rPr lang="en-US" sz="2800" dirty="0"/>
              <a:t>Be the praise alone.</a:t>
            </a:r>
          </a:p>
          <a:p>
            <a:pPr algn="ctr"/>
            <a:r>
              <a:rPr lang="en-US" sz="2800" dirty="0"/>
              <a:t>God has wrought salvation,</a:t>
            </a:r>
          </a:p>
          <a:p>
            <a:pPr algn="ctr"/>
            <a:r>
              <a:rPr lang="en-US" sz="2800" dirty="0"/>
              <a:t>He did wondrous things;</a:t>
            </a:r>
          </a:p>
          <a:p>
            <a:pPr algn="ctr"/>
            <a:r>
              <a:rPr lang="en-US" sz="2800" dirty="0"/>
              <a:t>Who shall not extol you,</a:t>
            </a:r>
          </a:p>
          <a:p>
            <a:pPr algn="ctr"/>
            <a:r>
              <a:rPr lang="en-US" sz="2800" dirty="0"/>
              <a:t>Holy King of kings?”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1956 CRC Publications/Faith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2026799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155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2020-08-22T14:05:57Z</dcterms:created>
  <dcterms:modified xsi:type="dcterms:W3CDTF">2020-08-22T14:17:32Z</dcterms:modified>
</cp:coreProperties>
</file>