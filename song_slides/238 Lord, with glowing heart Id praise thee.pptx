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FA4E9B-C3F5-48E2-BA66-C7F3AB80CE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72CCC3-1F8A-45AF-8606-3EAAB1AC99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220628-BE15-4AD7-A051-63241894B3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4F7E1-5CF2-4D01-A82D-770613EFE2D4}" type="datetimeFigureOut">
              <a:rPr lang="en-CA" smtClean="0"/>
              <a:t>2020-11-21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99BD2E-C4F7-4CB0-9711-41FF340126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21F49B-333D-4A40-8029-BC2D520A42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7EAC6-DED3-4022-BEBF-CD71EED659A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914936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BCA74-1BC7-4D9B-9A0A-C4FD9A55B2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75259A-DC74-412E-B74F-EB12E87EA5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316FB0-02E4-4359-A0EE-8EF76BE097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4F7E1-5CF2-4D01-A82D-770613EFE2D4}" type="datetimeFigureOut">
              <a:rPr lang="en-CA" smtClean="0"/>
              <a:t>2020-11-21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CE0BC3-C2DB-4A90-8C7F-5121007D6A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C48BB4-1013-4E36-8BC2-5B017DB02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7EAC6-DED3-4022-BEBF-CD71EED659A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517113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034AFB-B87D-47B5-AFB1-AA95EEE4D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DE4716-5C06-4E1A-8C9F-03056E4EEF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048824-15A9-4777-BA71-2F1018B6BD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4F7E1-5CF2-4D01-A82D-770613EFE2D4}" type="datetimeFigureOut">
              <a:rPr lang="en-CA" smtClean="0"/>
              <a:t>2020-11-21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1A4256-FBD7-48C7-8F96-7377CB61FE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7918CD-2DC6-4655-82F9-D648D2E27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7EAC6-DED3-4022-BEBF-CD71EED659A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585903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3EC95C-FE35-4903-8F9B-6F0D42FD92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251EFF-1901-42D3-81F5-1C547B4809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491588-AD83-4F64-8FAA-9E9AB985C3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257E0A-988E-4026-AC3C-3118764D6E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4F7E1-5CF2-4D01-A82D-770613EFE2D4}" type="datetimeFigureOut">
              <a:rPr lang="en-CA" smtClean="0"/>
              <a:t>2020-11-21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C65035-4358-4E18-8F82-5BF56D481C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684811-48A1-4D41-9645-9ABE797506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7EAC6-DED3-4022-BEBF-CD71EED659A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397717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5C93A5-0DE8-4F24-9D3C-56F10DD5A4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F2A042-2990-4F33-A259-BCEE2CF75D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15A946-8EFF-41B1-BC41-00EB55F874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11D6BDB-D6DE-4873-81BE-E4A509681D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0BA3218-D276-499D-A112-5C06E3D4AD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CBB038F-9CFD-4790-B8CB-DFE1B0166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4F7E1-5CF2-4D01-A82D-770613EFE2D4}" type="datetimeFigureOut">
              <a:rPr lang="en-CA" smtClean="0"/>
              <a:t>2020-11-21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A002471-49D1-439D-8F0C-A882F5DC26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BF387A7-700B-48F4-A744-A8A978E51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7EAC6-DED3-4022-BEBF-CD71EED659A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87696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19D4D9-300C-4527-A809-3BBD3B18E7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4868F02-532B-4AB5-B0EA-BBAC004FC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4F7E1-5CF2-4D01-A82D-770613EFE2D4}" type="datetimeFigureOut">
              <a:rPr lang="en-CA" smtClean="0"/>
              <a:t>2020-11-21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D4998F-AAC5-4822-9D42-B766FD22AB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EB8185-EFCB-43D6-80A4-6BB2B597C7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7EAC6-DED3-4022-BEBF-CD71EED659A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065693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AF84B5E-09D6-4196-B152-F5A9AAEE72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4F7E1-5CF2-4D01-A82D-770613EFE2D4}" type="datetimeFigureOut">
              <a:rPr lang="en-CA" smtClean="0"/>
              <a:t>2020-11-21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7EF0F6-45F6-408B-821C-22D8B47578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251987-8D8C-4292-B124-B2FAE33B6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7EAC6-DED3-4022-BEBF-CD71EED659A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144603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60152B-1B3F-446C-B8CF-104A6D4651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300437-4194-4910-9030-B788BEDEB8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158BFA-5AB9-4B54-9372-2D3668C570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5E5EAD-6C9B-4BDA-8470-D15CD3C789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4F7E1-5CF2-4D01-A82D-770613EFE2D4}" type="datetimeFigureOut">
              <a:rPr lang="en-CA" smtClean="0"/>
              <a:t>2020-11-21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65B495-0E6B-4106-90C1-25F65C064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8212F0-5FBE-4C80-8450-330DA7EBD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7EAC6-DED3-4022-BEBF-CD71EED659A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8463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7B659D-E2F0-47CC-A30B-9F06488C7D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993CB6F-86D9-47F9-8249-3BEAA40929B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DA624E-9355-4EC6-BB39-15E4D96D03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124C47-BBDD-4A6C-A023-8C664DEE04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4F7E1-5CF2-4D01-A82D-770613EFE2D4}" type="datetimeFigureOut">
              <a:rPr lang="en-CA" smtClean="0"/>
              <a:t>2020-11-21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3632C3-A773-4AB9-A6A4-8E52558060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4AD0B4-A709-45B1-A85A-16513C7C1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7EAC6-DED3-4022-BEBF-CD71EED659A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441127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E723E3-D414-4150-A4A8-ACD9BACED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41221F-D731-46A6-827F-A88FAB696E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E946D4-EB17-4716-BEF1-51DDA03E80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4F7E1-5CF2-4D01-A82D-770613EFE2D4}" type="datetimeFigureOut">
              <a:rPr lang="en-CA" smtClean="0"/>
              <a:t>2020-11-21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BD188D-5576-4369-9E24-900FB42B81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8A5EEE-D9A0-4A96-80F3-131E9885C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7EAC6-DED3-4022-BEBF-CD71EED659A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568148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3D3628-8DE6-4E29-87B1-10F2B6B5677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016B13-04F1-4BEA-9F76-DDDC3DF1FE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0986F7-6B68-4177-B17D-44E56688CF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4F7E1-5CF2-4D01-A82D-770613EFE2D4}" type="datetimeFigureOut">
              <a:rPr lang="en-CA" smtClean="0"/>
              <a:t>2020-11-21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14743-B293-4CCB-8451-7F82E58596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67BB8E-3939-47E6-B569-6DBC43FC09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7EAC6-DED3-4022-BEBF-CD71EED659A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253724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E4C0BBB-107F-46C2-9572-44959089CD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708EFB-51D1-4D0B-8880-7B1F7A1F0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EDBBBC-30BA-4379-A5E1-5C88DB6ECA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64F7E1-5CF2-4D01-A82D-770613EFE2D4}" type="datetimeFigureOut">
              <a:rPr lang="en-CA" smtClean="0"/>
              <a:t>2020-11-21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CED8EF-2AEF-44E2-A816-D17C5095EF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A13D3F-33BF-4A9F-A757-0136F1AD8B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97EAC6-DED3-4022-BEBF-CD71EED659A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59311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7A84CEA-8477-41C4-8958-2824D5A56B2B}"/>
              </a:ext>
            </a:extLst>
          </p:cNvPr>
          <p:cNvSpPr txBox="1"/>
          <p:nvPr/>
        </p:nvSpPr>
        <p:spPr>
          <a:xfrm>
            <a:off x="783431" y="390525"/>
            <a:ext cx="1062513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4400" i="1" dirty="0">
                <a:latin typeface="+mj-lt"/>
              </a:rPr>
              <a:t>#238 Lord, With Glowing Heart I’d Praise Thee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0D1925-84C8-4F7A-8861-5F6D9E3FFF8F}"/>
              </a:ext>
            </a:extLst>
          </p:cNvPr>
          <p:cNvSpPr txBox="1"/>
          <p:nvPr/>
        </p:nvSpPr>
        <p:spPr>
          <a:xfrm>
            <a:off x="1576387" y="1933574"/>
            <a:ext cx="9039225" cy="36671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>
                <a:solidFill>
                  <a:srgbClr val="222222"/>
                </a:solidFill>
              </a:rPr>
              <a:t>1. Lord, with glowing heart I'd praise thee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for the bliss thy love bestows,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for the pard'ning grace that saves me,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and the peace that from it flows.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Help, O God, my weak endeavor;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this dull soul to rapture raise;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thou must light the flame, or never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can my love be warmed to praise.</a:t>
            </a:r>
            <a:endParaRPr lang="en-CA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29208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4557367-B8BE-44F4-A274-74E489A74F32}"/>
              </a:ext>
            </a:extLst>
          </p:cNvPr>
          <p:cNvSpPr txBox="1"/>
          <p:nvPr/>
        </p:nvSpPr>
        <p:spPr>
          <a:xfrm>
            <a:off x="2166937" y="1171575"/>
            <a:ext cx="7858125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>
                <a:solidFill>
                  <a:srgbClr val="222222"/>
                </a:solidFill>
              </a:rPr>
              <a:t>2. Praise, my soul, the God that sought thee,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wretched wand'rer far astray;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found thee lost, and kindly brought thee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from the paths of death away.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Praise, with love's devoutest feeling,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him who saw thy guilt-born fear,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and, the light of hope revealing,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bade the blood-stained cross appear.</a:t>
            </a:r>
            <a:endParaRPr lang="en-US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92843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3FE5E46-E322-4742-95C8-744772785E7F}"/>
              </a:ext>
            </a:extLst>
          </p:cNvPr>
          <p:cNvSpPr txBox="1"/>
          <p:nvPr/>
        </p:nvSpPr>
        <p:spPr>
          <a:xfrm>
            <a:off x="1738312" y="1276350"/>
            <a:ext cx="8715375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>
                <a:solidFill>
                  <a:srgbClr val="222222"/>
                </a:solidFill>
              </a:rPr>
              <a:t>3. Praise thy Savior God that drew thee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to that cross, new life to give,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held a blood sealed pardon to thee,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bade thee look to him and live.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Praise the grace whose threats alarmed thee,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roused thee from thy fatal ease;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praise the grace whose promise warmed thee,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praise the grace that whispered peace.</a:t>
            </a:r>
            <a:endParaRPr lang="en-US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21518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9D9704A-3D22-4639-BCAF-4D9AE6AABF82}"/>
              </a:ext>
            </a:extLst>
          </p:cNvPr>
          <p:cNvSpPr txBox="1"/>
          <p:nvPr/>
        </p:nvSpPr>
        <p:spPr>
          <a:xfrm>
            <a:off x="1938337" y="1009650"/>
            <a:ext cx="8315325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>
                <a:solidFill>
                  <a:srgbClr val="222222"/>
                </a:solidFill>
              </a:rPr>
              <a:t>4. Lord, this bosom's ardent feeling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vainly would my lips express: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low before thy footstool kneeling,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deign thy suppliant's pray'r to bless.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Let thy love, my soul's chief treasure,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love's pure flame within me raise;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and, since words can never measure,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let my life show forth thy praise.</a:t>
            </a:r>
            <a:endParaRPr lang="en-CA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73933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287</Words>
  <Application>Microsoft Office PowerPoint</Application>
  <PresentationFormat>Widescreen</PresentationFormat>
  <Paragraphs>5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Anya Hoogendoorn</dc:creator>
  <cp:lastModifiedBy>Anya Hoogendoorn</cp:lastModifiedBy>
  <cp:revision>1</cp:revision>
  <dcterms:created xsi:type="dcterms:W3CDTF">2020-11-21T21:44:44Z</dcterms:created>
  <dcterms:modified xsi:type="dcterms:W3CDTF">2020-11-21T21:44:44Z</dcterms:modified>
</cp:coreProperties>
</file>