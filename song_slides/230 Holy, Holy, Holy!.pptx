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57" r:id="rId4"/>
    <p:sldId id="3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4E19-0519-40E3-ACB3-DB65F066F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A19FD-C433-44B3-A580-10FC40721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0629E-E77B-4A31-82CD-C8CA0663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562CF-1B7B-4EED-9E79-7AA9431B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44625-6BC6-40E1-B581-266A4287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3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521D-50B3-4D01-95D5-164197C0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BF393-91AE-4F01-B78D-14BF63CBD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F54C1-9FEC-470C-A85F-5D58CCB01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4413C-AC33-40C0-B083-1A472961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98098-9983-4521-BFE3-C2F8A2DA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3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5534-C8B8-43D0-97AA-BB41CE91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E87A6-F713-49BA-B6AB-B414F09BB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3F391-F857-4097-9192-46D09F6A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4125B-7343-480D-B8BC-E17688AB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D8E0D-3FE2-4EC7-9135-D8385718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1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0011D-EB2B-4911-9D00-A6BA6814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E349A-4EB2-4BFE-B45B-26398CB98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9A7E5-9F90-44BC-96B2-20E29003B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23993-EB70-4852-A073-0646CF91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900FC-86DD-44D0-897E-F036AB06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BBB05-E7D0-4574-8974-E39E5312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0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4C33-96DA-4F91-A361-ED10AA48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1D534-E10A-43F6-AF6F-590788F4D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444F5-4375-42D9-9B5C-B2F330E74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674D9-D437-42FD-8312-955BB6A5E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C00DC-1901-4E38-97A2-102732F25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C50DF-360D-419C-A200-C6AAE33A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2F91F-3C67-41B5-9FCD-0F194469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31BB-6B39-4BA8-B40D-782A9DAF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4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422B-D5BE-48A7-87C0-02F5B222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C33B3-BF60-4F48-8F9A-6B7D2A44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D71E1-6E0B-4FDD-8EE0-424C8D2E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ABA85-67CC-4F45-A871-2D352781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4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00A44-3E31-416C-9A17-17552707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44E50-2F9C-4C1A-A88D-8DFD2438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DFB92-2348-4900-A810-6673F26A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2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4A31D-1A31-407D-BAA1-A2A0E53A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0D07-191C-4582-BE17-C1CEE4B6E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C873F-CF38-4906-9E46-F9C9C2113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4D8CA-B712-4012-A263-6433121C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DAD83-01DA-431E-9674-36553E06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359A8-4EAC-443D-A377-405242AA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6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C0C0-D252-4561-8E70-4C27C1EC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6CE8A1-B474-4F8A-9D12-9EF86A97F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B2665-590A-4BEA-883A-D6C973B0B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42A56-158B-4B57-916F-FED2F899B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D7109-0BBD-4D26-A55A-9A0FFD50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0D82F-7113-461B-B268-C9DC0F74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7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C76C-E04A-4969-A80F-5050A3C2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2619B-4472-4B24-98E5-3C247EDEC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BE44E-9D16-4398-A284-1AF42AE9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CCFDE-2D6C-49D4-94BC-BA5CC6C9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62C3D-B4AE-46C0-ADA1-B3686698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9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D6E22-2F3E-424A-8B3F-B2CD371E54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E9626-D57D-4ADC-A344-B5C50AD30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C01F6-CD0C-4C84-A247-979883E8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91C86-BB77-4EC9-BDFE-8FCD29BE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032E7-B4E3-430C-B3A2-C6503113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1AD85-395D-413E-B7D3-D34E343C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5E35C-FC2D-4E99-B58F-3D7E955EE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9ABC9-B640-432C-B7CF-72047974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6F454-8F07-493C-89D8-732D02887135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75706-DE5D-41A4-B972-6AB7D72E2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98D73-15A7-42D8-96EF-2F6AA7C36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8FC72-76FD-4B20-B9F2-E3F93D5C5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4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Holy, holy, holy! Lord God Almighty!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Early in the morning our song shall rise to thee.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Holy, holy, holy! Merciful and mighty!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God in three Persons, blessed Trinity!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#230 Holy, Holy, Holy!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9301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2. </a:t>
            </a:r>
            <a:r>
              <a:rPr lang="en-CA" sz="2800" dirty="0">
                <a:solidFill>
                  <a:prstClr val="black"/>
                </a:solidFill>
              </a:rPr>
              <a:t>Holy, holy, holy! All the saints adore thee,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casting down their golden crowns around the glassy sea;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cherubim and seraphim falling down before thee,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who wert, and art, and evermore shalt be.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825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Holy, holy, holy! Though the darkness hide thee,</a:t>
            </a:r>
          </a:p>
          <a:p>
            <a:pPr algn="ctr"/>
            <a:r>
              <a:rPr lang="en-CA" sz="2800" dirty="0"/>
              <a:t>though the eye of sinful man thy glory may not see,</a:t>
            </a:r>
          </a:p>
          <a:p>
            <a:pPr algn="ctr"/>
            <a:r>
              <a:rPr lang="en-CA" sz="2800" dirty="0"/>
              <a:t>only thou art holy; there is none beside thee</a:t>
            </a:r>
          </a:p>
          <a:p>
            <a:pPr algn="ctr"/>
            <a:r>
              <a:rPr lang="en-CA" sz="2800" dirty="0"/>
              <a:t>perfect in </a:t>
            </a:r>
            <a:r>
              <a:rPr lang="en-CA" sz="2800" dirty="0" err="1"/>
              <a:t>pow’r</a:t>
            </a:r>
            <a:r>
              <a:rPr lang="en-CA" sz="2800" dirty="0"/>
              <a:t>, in love, and purity.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9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0BF088-8D66-4A47-BA40-E11CFC32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 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C67D3-3C0F-4028-B33B-8D7732F933B1}"/>
              </a:ext>
            </a:extLst>
          </p:cNvPr>
          <p:cNvSpPr txBox="1"/>
          <p:nvPr/>
        </p:nvSpPr>
        <p:spPr>
          <a:xfrm>
            <a:off x="1604962" y="2133600"/>
            <a:ext cx="89820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4. </a:t>
            </a:r>
            <a:r>
              <a:rPr lang="en-CA" sz="2800" dirty="0">
                <a:solidFill>
                  <a:prstClr val="black"/>
                </a:solidFill>
              </a:rPr>
              <a:t>Holy, holy, holy! Lord God Almighty!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All thy works shall praise thy name in earth and sky and sea.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Holy, holy, holy! Merciful and mighty!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God in three Persons, blessed Trinity!</a:t>
            </a:r>
          </a:p>
        </p:txBody>
      </p:sp>
    </p:spTree>
    <p:extLst>
      <p:ext uri="{BB962C8B-B14F-4D97-AF65-F5344CB8AC3E}">
        <p14:creationId xmlns:p14="http://schemas.microsoft.com/office/powerpoint/2010/main" val="395012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2020-11-06T15:26:36Z</dcterms:created>
  <dcterms:modified xsi:type="dcterms:W3CDTF">2020-11-06T15:26:50Z</dcterms:modified>
</cp:coreProperties>
</file>