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376" r:id="rId4"/>
    <p:sldId id="3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D0FA-6213-4348-95AE-8CA7455B9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D6A01-B4E7-46E7-8E3D-6223747B4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207CC-0227-4B41-A86A-AC106A15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145B-9747-4511-AEA2-0D8D0623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DBCA1-2F21-4909-A273-800485E6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1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A47E-A246-4287-99D6-75CE8074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19C45-C7C9-4C13-8F66-BEC7DF354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A0983-26A5-4D51-A5E7-3D6224A2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5B348-931B-445F-9B38-2E58812F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AB52D-A3F9-4939-97BF-5EADEFEA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2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20AC-C8D1-490C-8E45-D83CADD0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2C2F-E66B-47F5-976F-49543F802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2B6B0-381E-499D-B9CD-2B408B85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DF1E-F4BC-433C-BB71-2DAA8D64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FF29E-2BFA-436E-B5AA-44CBBF18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1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F2C9-FA51-447E-A0CB-808CD2F9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75EB-6290-4D20-B275-BB52BCD5E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2EDFD-56D7-4F6A-8939-2FA0C68A3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103AE-93FD-433F-A784-6A5ECB04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7AA69-8773-4C09-97E7-6F71A7EF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47C95-1CC8-4DAB-ADAE-F73058F3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9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A1C5-76E1-4824-9A78-63D963CD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4A74D-D2A3-47FF-80D3-BCA3CC08D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45414-9F46-461D-9400-6E577A9BD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43696-9163-4641-917F-8AFE820A8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4D05F-0B34-43C5-8FA5-0BBB4A50A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3FEF1-7D74-4D56-BE23-7DCC7288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AC9C3-72E8-4487-BB8D-EFFCFAC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EA1A8-1411-46B4-8D2C-312A037C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D9E19-1F72-47F7-984E-FE5414BA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7FF80-EB15-48B3-A07A-83855B73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20DFA-8469-4335-9168-31CF4095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B1F83-FA9A-4B85-B4C3-37249731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5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D8277-8B1D-4657-B22C-0C8F8501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3C8DD-ED41-4239-8162-F862880E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0E1B6-4B28-4607-A910-0C2D7A06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8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6C78-4E68-4DE6-9548-A4F14B06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39F3-4D95-451A-AF47-8F4167731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91A4A-CB82-44FF-A8F8-8D5A47312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9A0A2-4F3C-42BA-ABB8-9E27D809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5E34C-4BBA-4195-B567-B077966B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297CD-16BC-472F-968B-894A7D1F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4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0CC0-A826-45E9-B591-FD1F105A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4EFEA3-50F1-4E88-AF83-6653169F9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F3729-F873-4BE9-B970-4978300B3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324EA-606D-4FF4-B640-FDCB34EA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15828-5ACE-495C-AF45-01315772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970F6-BB54-4DBF-B322-23BA1E6A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6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513D-0ABA-4133-8920-906382EC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DFA6B-1B85-4401-AA39-792697138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CF660-0B3C-47B3-B100-42899587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EA804-38B8-47B4-B79E-46A6E7B6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932D1-7EB7-48F3-A89F-ABCC4194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4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ADCE8-DA9F-4ECA-9189-092291F2B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D486C-2FA2-43CC-A348-D81F253D2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6E2EE-5389-4D81-843B-216E8473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5E891-DC4A-4777-9938-1B6FF46E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B4153-B59E-4A7D-AAFC-DDB2EFE4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A3987-95CE-413A-BAA6-04D0C399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01021-468A-4E84-920D-51CBD3BC1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410E-307F-4569-B741-7FBA14CD7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25437-F998-42B0-8552-B8B723BAC073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445F-0D11-44C5-BF23-20A7A8EE6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781-8CBD-4462-836B-1E1FE3DB7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01C51-FA29-4374-A152-D12A53E5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9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#61A God, Hear My Prayer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God, hear my prayer, my voice attend.</a:t>
            </a:r>
          </a:p>
          <a:p>
            <a:pPr algn="ctr"/>
            <a:r>
              <a:rPr lang="en-US" sz="2800" dirty="0"/>
              <a:t>From ends of earth to you I send</a:t>
            </a:r>
          </a:p>
          <a:p>
            <a:pPr algn="ctr"/>
            <a:r>
              <a:rPr lang="en-US" sz="2800" dirty="0"/>
              <a:t>my supplicating cry,</a:t>
            </a:r>
          </a:p>
          <a:p>
            <a:pPr algn="ctr"/>
            <a:r>
              <a:rPr lang="en-US" sz="2800" dirty="0"/>
              <a:t>when troubles overwhelm my breast;</a:t>
            </a:r>
          </a:p>
          <a:p>
            <a:pPr algn="ctr"/>
            <a:r>
              <a:rPr lang="en-US" sz="2800" dirty="0"/>
              <a:t>then lead me to the rock to rest</a:t>
            </a:r>
          </a:p>
          <a:p>
            <a:pPr algn="ctr"/>
            <a:r>
              <a:rPr lang="en-US" sz="2800" dirty="0"/>
              <a:t>that’s higher far than I.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by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A refuge you have been for me,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 </a:t>
            </a:r>
            <a:r>
              <a:rPr lang="en-US" dirty="0" err="1"/>
              <a:t>tow’r</a:t>
            </a:r>
            <a:r>
              <a:rPr lang="en-US" dirty="0"/>
              <a:t> against the enemy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fortress strong and true.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Within your house I will abide,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underneath you wings will hide;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forever safe in you.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by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For you, O God, my vows have  heard;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 gave to me the heritage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of those who fear your name.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 long life for the king secure,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may his years </a:t>
            </a:r>
            <a:r>
              <a:rPr lang="en-US" dirty="0" err="1"/>
              <a:t>fore’er</a:t>
            </a:r>
            <a:r>
              <a:rPr lang="en-US" dirty="0"/>
              <a:t> endure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from age to age the same.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by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4. </a:t>
            </a:r>
            <a:r>
              <a:rPr lang="en-US" dirty="0"/>
              <a:t>Enthroned </a:t>
            </a:r>
            <a:r>
              <a:rPr lang="en-US" dirty="0" err="1"/>
              <a:t>fore’er</a:t>
            </a:r>
            <a:r>
              <a:rPr lang="en-US" dirty="0"/>
              <a:t> before his God,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send love and truth to be his guard,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preserving him each day.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So I will ever sing your name,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 song of praise from day to day,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that I my vows may pay.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by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9647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#61A God, Hear My Prayer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#61A God, Hear My Prayer</dc:title>
  <dc:creator>Eric Hoogendoorn</dc:creator>
  <cp:lastModifiedBy>Eric Hoogendoorn</cp:lastModifiedBy>
  <cp:revision>1</cp:revision>
  <dcterms:created xsi:type="dcterms:W3CDTF">2020-09-04T03:36:17Z</dcterms:created>
  <dcterms:modified xsi:type="dcterms:W3CDTF">2020-09-04T03:36:37Z</dcterms:modified>
</cp:coreProperties>
</file>