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376" r:id="rId4"/>
    <p:sldId id="3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245A-D94D-458F-A8D1-C9FB38D8D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B41E2-3834-4DA7-B097-D07BE9FA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5DF9-7296-406B-BEF1-8D0B34BF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9EE2-6032-4D7E-9381-77CC2B31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D3D0F-3FFB-466E-86F9-CC5B590F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224C-7773-4D30-8FB6-3E8A7CF2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8508-CBE6-4C59-B3EA-A82AD306C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51596-2B06-4EAC-8F91-4F85BA5F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BCABB-B343-4927-AA10-2FE8D9DA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864DB-F15D-44C9-89BE-22ACF725C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4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3D30-AEDA-4E1C-BCFA-D7E41F45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312B-D5BF-4FEF-9921-5EBA62EEB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3C52-799F-46A1-87E9-315B928F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E4E54-4CFB-4782-9790-E77DCF13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C7805-7CDE-4BF2-B77E-95BAD205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2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26E9-3593-4B17-87A4-FA80355D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55397-1EDA-4F97-8DE7-C61D6858E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9D2FA-1B48-4AA1-83FD-73E7DE26A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F06CF-D2FE-4719-9C92-291D7907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B0B73-5704-4495-B104-338EA618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773F5-F027-4E32-B1B1-5163B47B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6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64A3D-6575-4131-B3A9-A76F97A7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D68B-7B9D-4367-A050-FEF5C01FA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55A93-F28E-4CC0-AD97-559B10562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7BACF-3AE7-4AFB-A5FC-9BA6D1344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D5908-B73F-4F6D-8849-38F78FEE3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DBB642-FFE0-4C7A-B874-A298454D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9E4F9-4619-4F61-8812-F106B123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0FA3D-E763-4319-B382-50B3CBFB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1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7F85-BE0C-4CE5-BB9B-55D4015D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946D65-7895-4800-A186-EBD7A18A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4657F-8366-4D38-A8AD-F478BC2E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4B093-129C-48D1-8624-83FBD11E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CDFCC-3EBB-4DA5-81BF-229AFB35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CC517-A734-4A98-9393-83B57E18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8C2DD-B02B-45AE-91BB-8E615CCA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62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F4B0-3D86-47AE-BE8B-FFB284BD3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1B35-3CE2-49F4-9F27-ADAAB9B88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6CA5F-5538-4B00-BD49-D03BC04ED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FE189-059A-4480-B61D-6B628B33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E5D4-24B3-44F3-8CB1-207D7612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05A8A-D35F-45DD-8A87-B5BB530C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7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5276-6B26-4E6B-9CB8-5D2E92E7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5C7E61-92D2-48CA-871E-96447D015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CEB7C-7ACE-420C-AE9A-7B052D5D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C2C66-C10F-4307-9296-BBCD82B6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4814D-088D-4B01-8786-BBD5398C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A9C51-F196-45E4-841A-5158F003B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3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F981-5672-4C8A-9CEA-452F1DB5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EE8E5-928A-4F8C-A9AC-9F2D0889D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95BE-23E8-40F7-9F6B-C674C7D2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21C9B-B426-49EE-9A6E-DA7D93161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71DE1-E37F-4D2F-9EA1-40FA72A5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5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B26EF-AFE2-428E-A40A-1061FAECC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6232F-90CF-44EB-BF10-FD737A2A8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DFE2C-7FEF-439F-9451-E1550D9C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C8416-132E-4BC9-A2B7-4B9716B6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4F1C3-D685-430F-9E66-3AFFC28D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2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1FF1C-F09D-44D1-8C88-D72907289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62007-D394-4AE2-B45B-97FF93D6F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6294-2569-4C3C-B572-924BEA5D5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89BC6-29F2-45E9-959A-2E7682E9809F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4023F-A7B3-49F8-A572-67167DAE0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E8ED4-3BE9-42FE-A03A-0C4268B46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7AEB9-A460-476F-8753-C24245EC2D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#31A In You, O LORD, I Put My Trust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 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FAEC3-71B2-4598-9F91-41CB79090F7F}"/>
              </a:ext>
            </a:extLst>
          </p:cNvPr>
          <p:cNvSpPr txBox="1"/>
          <p:nvPr/>
        </p:nvSpPr>
        <p:spPr>
          <a:xfrm>
            <a:off x="1824037" y="1874728"/>
            <a:ext cx="8543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In you, O LORD, I put my trust,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take my refuge in your name;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redeem me in your righteousness,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let me not be put to shame.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LORD, turn your ear to hear my cry;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come quickly to deliver me,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be my rock and firm defense,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stronghold and security.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492"/>
            <a:ext cx="10515600" cy="2119765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2</a:t>
            </a:r>
            <a:r>
              <a:rPr lang="en-CA" dirty="0">
                <a:solidFill>
                  <a:prstClr val="black"/>
                </a:solidFill>
              </a:rPr>
              <a:t>. You are my fortress and my rock,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and for your name’s sake be my guide.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Preserve me from the trap they set;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in you, my refuge, LORD, I hide.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Redeem me, LORD, O God of truth;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my spirit I commit to you.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I hate those trusting worthless gods;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I trust the LORD, for he is true.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0631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3. I take delight and I rejoice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in all the love that you have shown,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my affliction you have seen;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to you my soul’s distress is known.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you’ve not left me to my foe,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nor put me in the enemy’s hand,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but you have set my feet within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 spacious place where I may stand.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1EF6-26F6-DFDA-8788-0B501D79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FDDB2-E660-3E61-3B25-23081CEF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0631"/>
            <a:ext cx="105156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4. Be gracious, Lord, in my distress;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eye is wasted in my grief.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life is spent with sorrow’s sighs;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strength is sapped by sin’s deceit.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Because of all my enemies,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</a:t>
            </a:r>
            <a:r>
              <a:rPr lang="en-US" dirty="0" err="1"/>
              <a:t>neigbours</a:t>
            </a:r>
            <a:r>
              <a:rPr lang="en-US" dirty="0"/>
              <a:t> treat me scornfully;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I’m view with dread by all my friends-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They see me coming and they flee.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E64BB9-F4AA-4830-1CDF-A3D33F1C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89933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315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#31A In You, O LORD, I Put My Trust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#31A In You, O LORD, I Put My Trust</dc:title>
  <dc:creator>Eric Hoogendoorn</dc:creator>
  <cp:lastModifiedBy>Neil Tuininga</cp:lastModifiedBy>
  <cp:revision>2</cp:revision>
  <dcterms:created xsi:type="dcterms:W3CDTF">2020-12-20T00:08:07Z</dcterms:created>
  <dcterms:modified xsi:type="dcterms:W3CDTF">2025-03-15T14:35:06Z</dcterms:modified>
</cp:coreProperties>
</file>