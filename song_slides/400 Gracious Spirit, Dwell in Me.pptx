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ACF7E5-3DDC-44C8-9CBE-5FE3567017BE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CE86D0-B76B-405F-A56F-ABF8CCD40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0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6791E-E400-EB4B-389F-FDEAA4C3C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7F218-76B1-9CF1-C29E-54BBDAAF2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7F6D5-835A-20A2-02FB-D664E7D7D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7722-5410-4E72-B492-0A4BC63380A4}" type="datetime1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EBD32-6037-D709-27EA-BEFE4526C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Hope Publishing Company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4A62F-8018-7965-31EC-9430D9FF6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DEAC-E5E3-4A75-B337-35F95913F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DBA17-D93B-F749-DB71-0B3D9A9DC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89117-DCC4-C1DA-6ECE-1873726F0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2DBAA-A677-B482-9DD2-D4CE6B403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CCD5-43FA-4F96-BAC3-8A49007DF0A3}" type="datetime1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A4E9D-3824-1711-A602-CB0155D00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Hope Publishing Company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FEC73-A350-C4ED-C18B-BCCAB88C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DEAC-E5E3-4A75-B337-35F95913F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4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A1F5-7BEF-4F3A-96B3-F0B59ECD5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59232-6D45-4D68-B527-0EB69818F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1CB2B-0B1B-DBDE-458D-A63EC0258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96F1-9FE4-425F-92CD-CA304CEC21D2}" type="datetime1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9BC26-450E-43BB-DD92-6F713C137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Hope Publishing Company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F0BB7-B0A6-FAF3-35CF-B1C25EEE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DEAC-E5E3-4A75-B337-35F95913F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87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C0DDF-2D0A-101C-5513-99DC2F6B8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4DE83-AD0A-89AE-76DA-47908E1ABB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226F5-9D0B-9E80-E3CE-38F93F2D9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91516-A77C-CC0A-4294-F442E6579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290C-E1DA-4042-BDD9-684410BF824D}" type="datetime1">
              <a:rPr lang="en-US" smtClean="0"/>
              <a:t>2/10/2023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98BCB-E761-1FCA-215D-B9185BAE8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Hope Publishing Company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60C96-0C32-37F7-6794-D430D240F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DEAC-E5E3-4A75-B337-35F95913F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6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A2B3F-8301-BFB0-8E0F-44AD8F68A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9230E-A93E-DCC0-D564-A6F634D6C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7C8A0-B7FA-3644-F987-D121BA7C0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434F0-3B20-CD06-C60F-024C64529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414069-7388-F54C-9852-A92C2EC0D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94FEB-8D07-1ABE-1E76-9E8DF31B6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EE08-A544-43AC-8E1C-ED24542C8C9A}" type="datetime1">
              <a:rPr lang="en-US" smtClean="0"/>
              <a:t>2/10/2023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BD0FED-4E63-DE6C-BC97-BB58FA89D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Hope Publishing Company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444668-6257-DAA4-5AE2-31A401343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DEAC-E5E3-4A75-B337-35F95913F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17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ACC-D8BF-C3E6-36F3-F591610C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CDE43C-3D0B-1D7D-131F-3759530AC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27405-68EE-4411-B00A-D0780B1E62D5}" type="datetime1">
              <a:rPr lang="en-US" smtClean="0"/>
              <a:t>2/10/2023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8C6243-1DAA-89EA-495E-BFAC69E0B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Hope Publishing Company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6A60B-DF0D-0851-31C8-610CEF31D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DEAC-E5E3-4A75-B337-35F95913F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2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C296CE-C1CD-3417-207B-877654B2F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10E2-4113-48F8-9935-083C91ED6E97}" type="datetime1">
              <a:rPr lang="en-US" smtClean="0"/>
              <a:t>2/10/2023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63280-4650-88F0-43F0-E4B5BB0C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Hope Publishing Company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E90D1-43D6-A12A-6428-D2484CB2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DEAC-E5E3-4A75-B337-35F95913F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26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E4776-A25F-65B7-3B4B-67D225397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29754-8830-897A-76EB-71071B5C8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F0B9D6-C92A-0228-D930-EFEC13D98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464DC-D5A3-F40F-028D-F680AB03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718AF-DE87-4335-BBC3-F4CB468170B7}" type="datetime1">
              <a:rPr lang="en-US" smtClean="0"/>
              <a:t>2/10/2023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8E8E2-E1B9-2CBB-129C-B328ECBA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Hope Publishing Company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34BC5-5F69-569D-E4D0-368A9A6A6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DEAC-E5E3-4A75-B337-35F95913F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20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5B023-F5AB-BF62-70E6-B1C4CBD88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C5BA8D-A251-8D9D-7420-CCFC13BFE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3BBDF-1592-C24D-CC8A-D777B16C5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98219-679A-64E3-A6AA-FA41518EE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993A5-FE19-4446-83CA-2078BA2EC8D2}" type="datetime1">
              <a:rPr lang="en-US" smtClean="0"/>
              <a:t>2/10/2023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2E5AA-87D7-C4BE-3239-E8A56916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Hope Publishing Company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03791-1CCC-27B2-ED12-624F994FE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DEAC-E5E3-4A75-B337-35F95913F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8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2D7C7-6B97-B794-ADFE-A117FCEB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3322C-AE00-C7AE-9842-66759E191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29A9B-9558-EA22-3541-9D4989BD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66BFF-51F7-490C-8844-8CE2055135C2}" type="datetime1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55924-6E12-5515-B0CB-67997F31C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Hope Publishing Company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7145B-EA74-0C65-9861-DEB82C48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DEAC-E5E3-4A75-B337-35F95913F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A47790-68CE-FF8F-53BC-6EBC80B65D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B5498-ED39-D53F-1A0A-0BF75E6CF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F54F8-6729-20F8-39B3-1BF00E8C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3FE9-9986-44F6-874D-920F53B5FCFD}" type="datetime1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295EA-23A3-40EA-A78F-056677663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Hope Publishing Company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21513-657B-FE1F-5BA7-1134C110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DEAC-E5E3-4A75-B337-35F95913F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27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21DEC2-9B43-17B5-1E70-09F6A50D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2861A-A129-1985-A81F-2505069E0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27A76-614C-01F6-6EB6-8E0ED0787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515CB-374F-4B28-8AB9-AF8820CE4BEB}" type="datetime1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BBEC2-ED63-476E-9D6A-8E2E473A9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Hope Publishing Company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727AC-4D9E-AA6B-8C93-AC18D54249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3DEAC-E5E3-4A75-B337-35F95913F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9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7492-4C5E-C255-5EFE-D502490E6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#400 </a:t>
            </a:r>
            <a:r>
              <a:rPr lang="en-US" dirty="0"/>
              <a:t> Gracious Spirit, Dwell in Me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22688-B9BA-F0E0-F4FF-D8D2DA938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</a:rPr>
              <a:t>1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Gracious Spirit, dwell with me: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myself would gracious be;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with words that help and heal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would thy life in mine reveal;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with actions bold and meek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would for Christ my Savior speak.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9F525-2697-276F-72C3-80F9A64ED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Hope Publishing Company</a:t>
            </a:r>
          </a:p>
        </p:txBody>
      </p:sp>
    </p:spTree>
    <p:extLst>
      <p:ext uri="{BB962C8B-B14F-4D97-AF65-F5344CB8AC3E}">
        <p14:creationId xmlns:p14="http://schemas.microsoft.com/office/powerpoint/2010/main" val="3974197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6F1F3-D94C-A60D-7E20-51044568E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</a:rPr>
              <a:t>2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Truthful Spirit, dwell with me: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myself would truthful be;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with wisdom kind and clear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thy life in mine appear;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with actions brotherly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speak my Lord’s sincerity.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566F-E373-DB50-CD9C-54CD1E54F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Hope Publishing Company</a:t>
            </a:r>
          </a:p>
        </p:txBody>
      </p:sp>
    </p:spTree>
    <p:extLst>
      <p:ext uri="{BB962C8B-B14F-4D97-AF65-F5344CB8AC3E}">
        <p14:creationId xmlns:p14="http://schemas.microsoft.com/office/powerpoint/2010/main" val="1629373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F4530-5467-3A7B-0090-784F726E3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</a:rPr>
              <a:t>3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Mighty Spirit, dwell with me: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myself would mighty be;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mighty so as to prevail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where unaided man must fail;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ever by a mighty hope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pressing on and bearing up.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845CE3-5571-3E4C-3D76-7F206FF39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Hope Publishing Company</a:t>
            </a:r>
          </a:p>
        </p:txBody>
      </p:sp>
    </p:spTree>
    <p:extLst>
      <p:ext uri="{BB962C8B-B14F-4D97-AF65-F5344CB8AC3E}">
        <p14:creationId xmlns:p14="http://schemas.microsoft.com/office/powerpoint/2010/main" val="129553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AFDF4-A998-2164-F12A-5558913F1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</a:rPr>
              <a:t>4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Holy Spirit, dwell with me: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myself would holy be;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separate from sin, I would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choose and cherish all things good,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whatever I can be,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give to him who gave me thee!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E7E01-F098-B74E-7409-22106A8A2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Hope Publishing Company</a:t>
            </a:r>
          </a:p>
        </p:txBody>
      </p:sp>
    </p:spTree>
    <p:extLst>
      <p:ext uri="{BB962C8B-B14F-4D97-AF65-F5344CB8AC3E}">
        <p14:creationId xmlns:p14="http://schemas.microsoft.com/office/powerpoint/2010/main" val="2236165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194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#400  Gracious Spirit, Dwell in 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Neil</dc:creator>
  <cp:lastModifiedBy>Neil</cp:lastModifiedBy>
  <cp:revision>2</cp:revision>
  <dcterms:created xsi:type="dcterms:W3CDTF">2023-02-10T17:55:31Z</dcterms:created>
  <dcterms:modified xsi:type="dcterms:W3CDTF">2023-02-10T17:59:20Z</dcterms:modified>
</cp:coreProperties>
</file>