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2" r:id="rId2"/>
    <p:sldId id="363" r:id="rId3"/>
    <p:sldId id="364" r:id="rId4"/>
    <p:sldId id="36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E3C8E-10F3-4B13-A4F7-1F872E12A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185FE-6C6F-4834-9B89-12216E4CD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07B51-4A63-495B-A347-0044B6690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E762-328C-4649-B7BC-E7D1FC274600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D4758-AC9F-4C39-8576-E91980F75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69DD1-F7D5-4982-B9B6-A3AB47B94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D3F7-829A-4A12-932D-B313844A2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941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36D9-DACC-4C47-A306-47E96E688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55485-051E-423C-8732-A291CF31B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FF57A-66FF-4E10-BE06-6493D1B36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E762-328C-4649-B7BC-E7D1FC274600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C4A7A-687B-4182-9633-3AF2B66DC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C927E-5097-4E8B-9D3A-43683D126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D3F7-829A-4A12-932D-B313844A2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22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1933C-AEFE-419D-9F52-F235DE7D0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5B9FE-9123-4F9B-ACE2-171722162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49278-8872-4010-B9CA-B3601394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E762-328C-4649-B7BC-E7D1FC274600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0B55B-F6C5-4AA7-ACE8-2BDD09B85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E1446-F207-4DB6-8A23-359800A8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D3F7-829A-4A12-932D-B313844A2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934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98165-8372-46F2-A929-40EF690B4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7CB5C-9F04-448F-AB68-13957EAC9D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0DFD8-88D7-4316-94E1-CEDC1C251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A0F1C-ABA4-446E-B892-260D4A76C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E762-328C-4649-B7BC-E7D1FC274600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E9744-19D8-4E7A-9DB5-27FAD0604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55A81-6B1E-4F0B-9DD2-A8A9B1209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D3F7-829A-4A12-932D-B313844A2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02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8BC1B-E50D-49EE-AEC4-32E2DE23B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3556B-990D-4AA0-83B0-63983A889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590291-FA69-4457-8FE2-83EAAED6B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FA2C1F-B15B-448D-AFE3-E866E0D2E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327B7E-22C0-4C73-BD2D-E60DADEEBE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FB0204-A4D4-40BA-B65D-66A74F768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E762-328C-4649-B7BC-E7D1FC274600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D332DD-82C1-4DAB-B383-B17AF4F5F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7574E-1256-4572-9FBB-0F40D3524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D3F7-829A-4A12-932D-B313844A2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81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18584-CEF6-4C1B-836E-DB2FEC236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5AD6B0-4871-470B-8BC3-E03977BB2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E762-328C-4649-B7BC-E7D1FC274600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DEE9F-BF07-43B1-83C0-C87750FB8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1766E-46E5-4BD2-9BCE-167F3BB9E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D3F7-829A-4A12-932D-B313844A2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955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4EE38E-48FD-41D2-92FD-AAA97651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E762-328C-4649-B7BC-E7D1FC274600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D6959-191D-4EE1-9B63-A60A24887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B3FB8-B95A-472A-86E7-B4E7A841A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D3F7-829A-4A12-932D-B313844A2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691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492C6-A41C-4D21-B6C9-BE50933F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414D4-9ACD-4662-9419-62677AD63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6BA3DC-005E-4FAF-B836-E205ED629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E58599-F08F-4C16-BBAD-E91CC7D2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E762-328C-4649-B7BC-E7D1FC274600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09007-CAB8-475C-B5B0-EDF417E22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7D0F0-2365-4275-95A0-74ACC8087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D3F7-829A-4A12-932D-B313844A2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666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1FE4D-5CAF-45BF-B2B5-14F87E37E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D41E0B-FCE8-4408-8433-B54AC56CC1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BDC2C5-7C22-434A-B128-ED13781BC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0624F-04AF-464B-8CC5-E00F8A09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E762-328C-4649-B7BC-E7D1FC274600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D9B3D-F787-427D-AC8F-B23CAB23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C6114-B3F7-4924-A4EB-3A8833CCF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D3F7-829A-4A12-932D-B313844A2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592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D9EAF-5D7A-4DFA-A59D-9FBC2A303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64C59B-8908-48BC-8A30-E1B29DDCD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05D88-FA30-46D1-9D16-FFDCF2110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E762-328C-4649-B7BC-E7D1FC274600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B13EB-AA53-4BC2-9CD4-D782D4B07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73029-F98B-4CC2-AB67-7C755D50B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D3F7-829A-4A12-932D-B313844A2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625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836112-06B7-4255-BF33-899D44FCBE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5206A4-893E-4CE0-9AF2-B27B2C723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B134D-C1EF-4B7E-8D55-6BFD3128A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E762-328C-4649-B7BC-E7D1FC274600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04CFE-523C-4FC9-B0FA-E3D984FBF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B8089-4837-4010-8AD4-41EF717D8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D3F7-829A-4A12-932D-B313844A2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931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331B13-AD8D-47B6-8BAB-E8CFE5C80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604F9-6B3D-4781-BB51-29011B619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EE387-0CE7-4071-9E03-07DDE21776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60E762-328C-4649-B7BC-E7D1FC274600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26E53-DAB3-4B02-BF57-CD7A0FE87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11F05-8738-4AD0-AA5C-9E095B1ACB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1D3F7-829A-4A12-932D-B313844A2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58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en-US" sz="2800" dirty="0"/>
              <a:t>LORD, let my cry before you come;</a:t>
            </a:r>
          </a:p>
          <a:p>
            <a:pPr algn="ctr"/>
            <a:r>
              <a:rPr lang="en-US" sz="2800" dirty="0"/>
              <a:t>      give understanding through your word.</a:t>
            </a:r>
          </a:p>
          <a:p>
            <a:pPr algn="ctr"/>
            <a:r>
              <a:rPr lang="en-US" sz="2800" dirty="0"/>
              <a:t>    And let my plea before you come;</a:t>
            </a:r>
          </a:p>
          <a:p>
            <a:pPr algn="ctr"/>
            <a:r>
              <a:rPr lang="en-US" sz="2800" dirty="0"/>
              <a:t>    as you have spoken, save me, LORD.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#119V LORD, Let My Cry before You Come</a:t>
            </a:r>
          </a:p>
        </p:txBody>
      </p:sp>
    </p:spTree>
    <p:extLst>
      <p:ext uri="{BB962C8B-B14F-4D97-AF65-F5344CB8AC3E}">
        <p14:creationId xmlns:p14="http://schemas.microsoft.com/office/powerpoint/2010/main" val="640980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CA" sz="2800" dirty="0"/>
              <a:t>Praises will pour forth from my lips;</a:t>
            </a:r>
          </a:p>
          <a:p>
            <a:pPr algn="ctr"/>
            <a:r>
              <a:rPr lang="en-CA" sz="2800" dirty="0"/>
              <a:t>    you teach me all your statutes, LORD.</a:t>
            </a:r>
          </a:p>
          <a:p>
            <a:pPr algn="ctr"/>
            <a:r>
              <a:rPr lang="en-CA" sz="2800" dirty="0"/>
              <a:t>       Since your commandments all are right,</a:t>
            </a:r>
          </a:p>
          <a:p>
            <a:pPr algn="ctr"/>
            <a:r>
              <a:rPr lang="en-CA" sz="2800" dirty="0"/>
              <a:t>      joyful, my tongue will sing your word.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4391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CA" sz="2800" dirty="0"/>
              <a:t>LORD, let your hand be near to help;</a:t>
            </a:r>
          </a:p>
          <a:p>
            <a:pPr algn="ctr"/>
            <a:r>
              <a:rPr lang="en-CA" sz="2800" dirty="0"/>
              <a:t>     for your commandments are my choice.</a:t>
            </a:r>
          </a:p>
          <a:p>
            <a:pPr algn="ctr"/>
            <a:r>
              <a:rPr lang="en-CA" sz="2800" dirty="0"/>
              <a:t> I long for your salvation, LORD,</a:t>
            </a:r>
          </a:p>
          <a:p>
            <a:pPr algn="ctr"/>
            <a:r>
              <a:rPr lang="en-CA" sz="2800" dirty="0"/>
              <a:t>and in your precepts I rejoice.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116142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4. </a:t>
            </a:r>
            <a:r>
              <a:rPr lang="en-US" sz="2800" dirty="0"/>
              <a:t>Let my soul live and boast in you;</a:t>
            </a:r>
          </a:p>
          <a:p>
            <a:pPr algn="ctr"/>
            <a:r>
              <a:rPr lang="en-US" sz="2800" dirty="0"/>
              <a:t>    let your commandments help me, LORD.</a:t>
            </a:r>
          </a:p>
          <a:p>
            <a:pPr algn="ctr"/>
            <a:r>
              <a:rPr lang="en-US" sz="2800" dirty="0"/>
              <a:t>    Seek me, your sheep who’s gone astray,</a:t>
            </a:r>
          </a:p>
          <a:p>
            <a:pPr algn="ctr"/>
            <a:r>
              <a:rPr lang="en-US" sz="2800" dirty="0"/>
              <a:t>  for I, your servant, know your word.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124694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2020-10-09T14:22:20Z</dcterms:created>
  <dcterms:modified xsi:type="dcterms:W3CDTF">2020-10-09T14:22:41Z</dcterms:modified>
</cp:coreProperties>
</file>