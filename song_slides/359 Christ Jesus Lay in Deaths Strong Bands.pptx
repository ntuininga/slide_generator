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94" r:id="rId2"/>
    <p:sldId id="595" r:id="rId3"/>
    <p:sldId id="596" r:id="rId4"/>
    <p:sldId id="597" r:id="rId5"/>
    <p:sldId id="59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3252B-12AB-404B-BD97-B8E915607C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0F8ADF-1BD9-44E6-B9AC-BAD58C2EFB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4063A-011B-4A67-819A-5D21D3C48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7A9F-BD15-41CB-9013-AD9B1AFDF433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A6C5D-1ECB-46E8-966D-CA61AA0AB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7A6B5-3687-49FC-BDE7-D0E9077A6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8FB65-B651-4089-A18C-12D37FC7D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288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98C94-787E-4F9A-91C4-00481085B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6BBDF-FEB6-4E05-9946-1DAF891F5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9713E-3745-4E20-AD06-C4ED641FC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7A9F-BD15-41CB-9013-AD9B1AFDF433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3F1E3-9820-4420-A931-BC88CC9FE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B7211-575A-4345-92B2-BCE423239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8FB65-B651-4089-A18C-12D37FC7D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072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41C47-9DE5-4B19-A3B7-AC305827B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5A4870-155C-4CC1-A626-7D117C7A2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CF048-E827-45CD-A7AB-F0A9FF212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7A9F-BD15-41CB-9013-AD9B1AFDF433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EB67B-61AF-4317-95A1-ECEC361E3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B53C6-8F5B-4DD0-A03B-298BF8B56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8FB65-B651-4089-A18C-12D37FC7D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84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5B92E-D943-426C-9B9B-8D5847E31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6CEDE-E149-4B56-B9F5-BFCC34D618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C3199F-AD80-4517-BC9E-D3822203C4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B93A37-4A47-4B30-96B4-46927E77E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7A9F-BD15-41CB-9013-AD9B1AFDF433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A08E9-83EE-42D1-B37D-FC9BFD246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E381D7-F913-41A9-B116-35C3127C8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8FB65-B651-4089-A18C-12D37FC7D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226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D6369-D4B9-4A99-8083-5CE48E8BB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7ECAC-537C-4C49-AFDC-D9DD7E58EA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65DB98-E45A-4741-96D2-0AC20A1B6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07951D-381A-4689-BD0F-C01597E324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0F895B-F37A-4C9E-A86E-11A055E940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5EDE98-40B9-43EF-B85B-04DE5F9B5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7A9F-BD15-41CB-9013-AD9B1AFDF433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646CDA-D981-4707-AC8D-77BFCC624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6562E2-AA8A-4DBC-A236-FF01F236D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8FB65-B651-4089-A18C-12D37FC7D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657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60942-0AAA-4F23-B62D-9389619D8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9494BB-5028-4B3E-B603-6244A9EBC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7A9F-BD15-41CB-9013-AD9B1AFDF433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B88D71-F73F-42D9-A700-D07082BEF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42CE84-8D43-4143-A3E2-CCFDEA1C1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8FB65-B651-4089-A18C-12D37FC7D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794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FB9320-ABDB-4F51-9373-3CF044783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7A9F-BD15-41CB-9013-AD9B1AFDF433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5AB53C-76B7-4B79-923C-CA12E14F3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A129B-0AE9-4C8C-A77B-2CEA5F258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8FB65-B651-4089-A18C-12D37FC7D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646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64897-C4A7-4890-95A3-3F21C5457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6993A-234A-481F-94B9-53ACFC3B4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49A7C9-A1BF-4979-8812-490D97C80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D50750-584D-445B-BADE-C9079664E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7A9F-BD15-41CB-9013-AD9B1AFDF433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3DE22D-7302-4E4D-9522-CB93A62C4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882E09-89F5-41F2-AD77-800E0C111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8FB65-B651-4089-A18C-12D37FC7D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761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DEEBE-6CEE-4E49-BBF7-7E27D151E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62A1C2-039B-40E2-BA70-9FA0E8D161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857F6D-76D8-4433-B0B8-69675CDEF2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B4113-0C9C-4B07-922B-AF7297226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7A9F-BD15-41CB-9013-AD9B1AFDF433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0FE56-C571-40DD-A5D6-06A715C4F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8ACC1-87E8-489B-B668-0CD22AD1E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8FB65-B651-4089-A18C-12D37FC7D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141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45BB6-1D89-4E39-9541-564A4C512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0446E9-DE48-4A63-B93F-5A0C2142B7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272EB-7C4C-473D-96DF-616730000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7A9F-BD15-41CB-9013-AD9B1AFDF433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68BCA-92AD-4BDF-A6D6-DACF3218F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AC606-DE3E-4D49-BC2E-9163DF31B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8FB65-B651-4089-A18C-12D37FC7D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147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2FB7CE-7D38-4D89-9A41-6F2B5769D2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CF1EEC-B503-4E8A-A894-34E13C0461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60BF8-07F1-4E02-BFC7-8EC37220C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7A9F-BD15-41CB-9013-AD9B1AFDF433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4BB4E-7D8F-4C85-BEBA-E7628C6C1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49367-3DDB-4EE1-A790-E934F8E59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8FB65-B651-4089-A18C-12D37FC7D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810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B7E8CB-6C61-418C-A20D-4F0E278EE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8EF46-5AEA-4D52-90EF-6CA8DE64F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EC0CD-E5F0-46CF-845A-3247331AAE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9C7A9F-BD15-41CB-9013-AD9B1AFDF433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BA46B-2481-43F2-87E3-3752F45CBE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6BC97-BDAD-49FD-B238-89F28A5C8C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58FB65-B651-4089-A18C-12D37FC7D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691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3F20CD-86C4-421C-B390-D5530BB2F2C4}"/>
              </a:ext>
            </a:extLst>
          </p:cNvPr>
          <p:cNvSpPr txBox="1"/>
          <p:nvPr/>
        </p:nvSpPr>
        <p:spPr>
          <a:xfrm>
            <a:off x="852487" y="523874"/>
            <a:ext cx="104870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i="1" dirty="0">
                <a:latin typeface="+mj-lt"/>
              </a:rPr>
              <a:t>#359 Christ Jesus Lay in Death’s Strong Bands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34143-B9D6-4F36-BEDA-8BBB67D43DCC}"/>
              </a:ext>
            </a:extLst>
          </p:cNvPr>
          <p:cNvSpPr txBox="1"/>
          <p:nvPr/>
        </p:nvSpPr>
        <p:spPr>
          <a:xfrm>
            <a:off x="1" y="1584067"/>
            <a:ext cx="1219199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1. </a:t>
            </a:r>
            <a:r>
              <a:rPr lang="en-US" sz="2800" dirty="0"/>
              <a:t>Christ Jesus lay in death's strong bands,</a:t>
            </a:r>
            <a:br>
              <a:rPr lang="en-US" sz="2800" dirty="0"/>
            </a:br>
            <a:r>
              <a:rPr lang="en-US" sz="2800" dirty="0"/>
              <a:t>for our offenses given;</a:t>
            </a:r>
            <a:br>
              <a:rPr lang="en-US" sz="2800" dirty="0"/>
            </a:br>
            <a:r>
              <a:rPr lang="en-US" sz="2800" dirty="0"/>
              <a:t>but now at God's right hand he stands</a:t>
            </a:r>
            <a:br>
              <a:rPr lang="en-US" sz="2800" dirty="0"/>
            </a:br>
            <a:r>
              <a:rPr lang="en-US" sz="2800" dirty="0"/>
              <a:t>and brings us life from heaven;</a:t>
            </a:r>
            <a:br>
              <a:rPr lang="en-US" sz="2800" dirty="0"/>
            </a:br>
            <a:r>
              <a:rPr lang="en-US" sz="2800" dirty="0"/>
              <a:t>therefore let us joyful be</a:t>
            </a:r>
            <a:br>
              <a:rPr lang="en-US" sz="2800" dirty="0"/>
            </a:br>
            <a:r>
              <a:rPr lang="en-US" sz="2800" dirty="0"/>
              <a:t>and sing to God right thankfully</a:t>
            </a:r>
            <a:br>
              <a:rPr lang="en-US" sz="2800" dirty="0"/>
            </a:br>
            <a:r>
              <a:rPr lang="en-US" sz="2800" dirty="0"/>
              <a:t>loud songs of hallelujah. Hallelujah!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0666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1553AA-975F-4F2F-97A6-87F0CE7AFEDC}"/>
              </a:ext>
            </a:extLst>
          </p:cNvPr>
          <p:cNvSpPr txBox="1"/>
          <p:nvPr/>
        </p:nvSpPr>
        <p:spPr>
          <a:xfrm>
            <a:off x="0" y="1613238"/>
            <a:ext cx="12192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2. </a:t>
            </a:r>
            <a:r>
              <a:rPr lang="en-US" sz="2800" dirty="0"/>
              <a:t>It was a strange and dreadful strife</a:t>
            </a:r>
            <a:br>
              <a:rPr lang="en-US" sz="2800" dirty="0"/>
            </a:br>
            <a:r>
              <a:rPr lang="en-US" sz="2800" dirty="0"/>
              <a:t>when life and death contended;</a:t>
            </a:r>
            <a:br>
              <a:rPr lang="en-US" sz="2800" dirty="0"/>
            </a:br>
            <a:r>
              <a:rPr lang="en-US" sz="2800" dirty="0"/>
              <a:t>the victory remained with life,</a:t>
            </a:r>
            <a:br>
              <a:rPr lang="en-US" sz="2800" dirty="0"/>
            </a:br>
            <a:r>
              <a:rPr lang="en-US" sz="2800" dirty="0"/>
              <a:t>the reign of death was ended;</a:t>
            </a:r>
            <a:br>
              <a:rPr lang="en-US" sz="2800" dirty="0"/>
            </a:br>
            <a:r>
              <a:rPr lang="en-US" sz="2800" dirty="0"/>
              <a:t>Holy Scripture plainly saith</a:t>
            </a:r>
            <a:br>
              <a:rPr lang="en-US" sz="2800" dirty="0"/>
            </a:br>
            <a:r>
              <a:rPr lang="en-US" sz="2800" dirty="0"/>
              <a:t>that death is swallowed up by death,</a:t>
            </a:r>
            <a:br>
              <a:rPr lang="en-US" sz="2800" dirty="0"/>
            </a:br>
            <a:r>
              <a:rPr lang="en-US" sz="2800" dirty="0"/>
              <a:t>his sting is lost forever. Hallelujah!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5871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1553AA-975F-4F2F-97A6-87F0CE7AFEDC}"/>
              </a:ext>
            </a:extLst>
          </p:cNvPr>
          <p:cNvSpPr txBox="1"/>
          <p:nvPr/>
        </p:nvSpPr>
        <p:spPr>
          <a:xfrm>
            <a:off x="0" y="1613238"/>
            <a:ext cx="12192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3. </a:t>
            </a:r>
            <a:r>
              <a:rPr lang="en-US" sz="2800" dirty="0"/>
              <a:t>Here the true Paschal Lamb we see,</a:t>
            </a:r>
            <a:br>
              <a:rPr lang="en-US" sz="2800" dirty="0"/>
            </a:br>
            <a:r>
              <a:rPr lang="en-US" sz="2800" dirty="0"/>
              <a:t>whom God so freely gave us;</a:t>
            </a:r>
            <a:br>
              <a:rPr lang="en-US" sz="2800" dirty="0"/>
            </a:br>
            <a:r>
              <a:rPr lang="en-US" sz="2800" dirty="0"/>
              <a:t>he died on the accursed tree--</a:t>
            </a:r>
            <a:br>
              <a:rPr lang="en-US" sz="2800" dirty="0"/>
            </a:br>
            <a:r>
              <a:rPr lang="en-US" sz="2800" dirty="0"/>
              <a:t>so strong his love!-—to save us.</a:t>
            </a:r>
            <a:br>
              <a:rPr lang="en-US" sz="2800" dirty="0"/>
            </a:br>
            <a:r>
              <a:rPr lang="en-US" sz="2800" dirty="0"/>
              <a:t>See, his blood doth mark our door;</a:t>
            </a:r>
            <a:br>
              <a:rPr lang="en-US" sz="2800" dirty="0"/>
            </a:br>
            <a:r>
              <a:rPr lang="en-US" sz="2800" dirty="0"/>
              <a:t>faith points to it, death passes o'er,</a:t>
            </a:r>
            <a:br>
              <a:rPr lang="en-US" sz="2800" dirty="0"/>
            </a:br>
            <a:r>
              <a:rPr lang="en-US" sz="2800" dirty="0"/>
              <a:t>and Satan cannot harm us. Hallelujah!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4679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1553AA-975F-4F2F-97A6-87F0CE7AFEDC}"/>
              </a:ext>
            </a:extLst>
          </p:cNvPr>
          <p:cNvSpPr txBox="1"/>
          <p:nvPr/>
        </p:nvSpPr>
        <p:spPr>
          <a:xfrm>
            <a:off x="0" y="1613238"/>
            <a:ext cx="12192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4. </a:t>
            </a:r>
            <a:r>
              <a:rPr lang="en-US" sz="2800" dirty="0"/>
              <a:t>So let us keep the festival</a:t>
            </a:r>
            <a:br>
              <a:rPr lang="en-US" sz="2800" dirty="0"/>
            </a:br>
            <a:r>
              <a:rPr lang="en-US" sz="2800" dirty="0"/>
              <a:t>whereto the Lord invites us;</a:t>
            </a:r>
            <a:br>
              <a:rPr lang="en-US" sz="2800" dirty="0"/>
            </a:br>
            <a:r>
              <a:rPr lang="en-US" sz="2800" dirty="0"/>
              <a:t>Christ is himself the Joy of all,</a:t>
            </a:r>
            <a:br>
              <a:rPr lang="en-US" sz="2800" dirty="0"/>
            </a:br>
            <a:r>
              <a:rPr lang="en-US" sz="2800" dirty="0"/>
              <a:t>the Sun that warms and lights us.</a:t>
            </a:r>
            <a:br>
              <a:rPr lang="en-US" sz="2800" dirty="0"/>
            </a:br>
            <a:r>
              <a:rPr lang="en-US" sz="2800" dirty="0"/>
              <a:t>By his grace he doth impart</a:t>
            </a:r>
            <a:br>
              <a:rPr lang="en-US" sz="2800" dirty="0"/>
            </a:br>
            <a:r>
              <a:rPr lang="en-US" sz="2800" dirty="0"/>
              <a:t>eternal sunshine to the heart;</a:t>
            </a:r>
            <a:br>
              <a:rPr lang="en-US" sz="2800" dirty="0"/>
            </a:br>
            <a:r>
              <a:rPr lang="en-US" sz="2800" dirty="0"/>
              <a:t>the night of sin is ended. Hallelujah!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4416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1553AA-975F-4F2F-97A6-87F0CE7AFEDC}"/>
              </a:ext>
            </a:extLst>
          </p:cNvPr>
          <p:cNvSpPr txBox="1"/>
          <p:nvPr/>
        </p:nvSpPr>
        <p:spPr>
          <a:xfrm>
            <a:off x="0" y="1613238"/>
            <a:ext cx="12192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5. </a:t>
            </a:r>
            <a:r>
              <a:rPr lang="en-US" sz="2800" dirty="0"/>
              <a:t>Then let us feast this joyful day</a:t>
            </a:r>
            <a:br>
              <a:rPr lang="en-US" sz="2800" dirty="0"/>
            </a:br>
            <a:r>
              <a:rPr lang="en-US" sz="2800" dirty="0"/>
              <a:t>on Christ, the bread of heaven;</a:t>
            </a:r>
            <a:br>
              <a:rPr lang="en-US" sz="2800" dirty="0"/>
            </a:br>
            <a:r>
              <a:rPr lang="en-US" sz="2800" dirty="0"/>
              <a:t>the Word of grace hath purged away</a:t>
            </a:r>
            <a:br>
              <a:rPr lang="en-US" sz="2800" dirty="0"/>
            </a:br>
            <a:r>
              <a:rPr lang="en-US" sz="2800" dirty="0"/>
              <a:t>the old and evil leaven.</a:t>
            </a:r>
            <a:br>
              <a:rPr lang="en-US" sz="2800" dirty="0"/>
            </a:br>
            <a:r>
              <a:rPr lang="en-US" sz="2800" dirty="0"/>
              <a:t>Christ alone our souls will feed,</a:t>
            </a:r>
            <a:br>
              <a:rPr lang="en-US" sz="2800" dirty="0"/>
            </a:br>
            <a:r>
              <a:rPr lang="en-US" sz="2800" dirty="0"/>
              <a:t>he is our meat and drink indeed;</a:t>
            </a:r>
            <a:br>
              <a:rPr lang="en-US" sz="2800" dirty="0"/>
            </a:br>
            <a:r>
              <a:rPr lang="en-US" sz="2800" dirty="0"/>
              <a:t>faith lives upon no other. Hallelujah!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4551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298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2022-04-15T03:24:35Z</dcterms:created>
  <dcterms:modified xsi:type="dcterms:W3CDTF">2022-04-15T03:24:55Z</dcterms:modified>
</cp:coreProperties>
</file>