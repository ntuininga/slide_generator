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5" r:id="rId2"/>
    <p:sldId id="336" r:id="rId3"/>
    <p:sldId id="337" r:id="rId4"/>
    <p:sldId id="33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553FA-7B9F-42C2-8022-43CB586BB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A72D5-BEED-4A6A-9B0A-2FE9D00B5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5CC7-B544-4276-9CEF-B2590A8B3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06434-8193-44BD-BE12-0CE8A159423E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3C631-9D1A-412B-9742-D485E7C9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3B2BB-D2DA-4B40-827B-4793ABD74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691EF-41B6-46AE-9638-766EEBEF2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05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63700-6126-4477-B103-52F320FA4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F453E-5F6A-4EFF-B762-7F182186C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4779C-2A36-4F78-8730-BC195D546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06434-8193-44BD-BE12-0CE8A159423E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7DE41-0516-4019-A7BA-4A2FE98DA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A60F8-83E3-4B6B-AE6C-372315382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691EF-41B6-46AE-9638-766EEBEF2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18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BF6F8-D48D-4512-B912-F7A80EE0B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7D373-F64D-44B5-A92E-318FF525C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18F7F-7A9D-4511-BA02-0CF2FDA78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06434-8193-44BD-BE12-0CE8A159423E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F3DD5-C491-49E9-9700-E3236A6F5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B7133-F91B-446E-9A91-3CD800A67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691EF-41B6-46AE-9638-766EEBEF2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11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9A421-B987-479B-A2E0-D76FFE43F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C8356-08B4-4398-974F-DAA37E29A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FC92F-3E62-4C7B-A657-6D25B856F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AC436-DA68-457A-933E-EFFD92F8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06434-8193-44BD-BE12-0CE8A159423E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7731C-0445-49B0-A8D9-B7C03B347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D7A9A-9D5F-4A68-9096-D275A6EC2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691EF-41B6-46AE-9638-766EEBEF2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05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7217C-599A-4AEE-8241-D4FF5AA0D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13C15-3F0D-4808-84B1-45F287B9D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47AFE-20AE-46A9-816C-1147AC2F9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D4803-24D4-4EF6-8A56-5445041DC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28901-8E40-49CD-8C9E-0C12443232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B53FF4-A186-45F8-8B8E-EA6B2386F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06434-8193-44BD-BE12-0CE8A159423E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25E062-0E63-494E-997F-DADBE8BCE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02CB07-A700-47BD-AE99-50E32A32B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691EF-41B6-46AE-9638-766EEBEF2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345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65DBB-5186-4EDF-92F9-B7D197C3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3E22D-CD90-4B2D-858B-43A61DB13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06434-8193-44BD-BE12-0CE8A159423E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78949-A0C4-4E16-906E-71572CF17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A4075-A5C3-456F-A15A-553373D4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691EF-41B6-46AE-9638-766EEBEF2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22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EAB316-83BD-4519-8341-15912BC25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06434-8193-44BD-BE12-0CE8A159423E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C4E52-1A76-478E-B0F8-FE9CD4675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7DAB1-9D8E-43DC-A07E-FD0A4ADC0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691EF-41B6-46AE-9638-766EEBEF2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6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C1BE5-EE91-4CA6-868E-E466E7E06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B1A38-FAE7-46F7-9EB7-17AD027EF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8F844-3219-405A-8AAE-BB846EC3B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A9321-911D-46BB-8D90-550B45C4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06434-8193-44BD-BE12-0CE8A159423E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DCA27-8DF4-4352-A2FE-EA1E6D4C9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92BBA-3F47-48C3-B97C-A3A6DE953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691EF-41B6-46AE-9638-766EEBEF2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29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A158-173F-4F27-BD42-2C1BF0F47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D69055-E797-4896-B6FC-42C7008F2D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B90EC-37AE-4F21-A458-0B36D5D83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A6C60-02D8-42AD-905C-C1EB4AD47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06434-8193-44BD-BE12-0CE8A159423E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DA9709-F44C-4287-BF81-1E7F6E6FB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C4681A-DCE6-4959-9C31-65837FDED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691EF-41B6-46AE-9638-766EEBEF2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221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C221F-9742-471E-B0BC-870543F82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A856AD-6CC9-4A18-A642-C986E613A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FCEA1-C98A-4457-83E0-E20BBF52E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06434-8193-44BD-BE12-0CE8A159423E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820B9-BD1F-4995-8C6D-7A7C04A47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BE950-66F4-42FE-BD86-067758F53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691EF-41B6-46AE-9638-766EEBEF2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13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DD4090-434D-4652-A530-7DC936D40D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9F9B6-4B52-4D84-8E82-C45C5C3ED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33A02-A1D3-4C33-9DA1-6190AF3A4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06434-8193-44BD-BE12-0CE8A159423E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6BE81-21B2-4D87-BBD9-D3ABCBA86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AF3BC-6E53-4A51-A640-DD28806FF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691EF-41B6-46AE-9638-766EEBEF2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6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D0F980-ACE0-474B-90FA-3E29D803D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7A234-13D8-4612-A536-3E85C39E8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8BC9E-AD1C-40E4-9B0B-B5708C310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06434-8193-44BD-BE12-0CE8A159423E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BC2A9-6178-4561-ABC6-EFB081766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CBDB8-E591-444B-93B0-D692007C6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691EF-41B6-46AE-9638-766EEBEF2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58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C9F5BA-D85B-4254-BEDE-6380D9C6EFC6}"/>
              </a:ext>
            </a:extLst>
          </p:cNvPr>
          <p:cNvSpPr txBox="1"/>
          <p:nvPr/>
        </p:nvSpPr>
        <p:spPr>
          <a:xfrm>
            <a:off x="0" y="20955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#21B O Lord In Your Great Strength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845EF-EC38-416A-B32E-956B7271BA8A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O Lord, in your great strength the king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has joy abundantly;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he exults exceedingly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in your great victory.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he desired within his heart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you fully have supplied;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he requested with his lips;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you never have denied.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822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9C1227-56D2-4C08-8B78-D2F84339955A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With gifts, O Lord, you welcomed him,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with blessings manifold;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you have place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d upon his head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crown of purest gold.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When he requested life from you,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life to him did give;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such length of days you have to him: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forever he will live.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23989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9C1227-56D2-4C08-8B78-D2F84339955A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Your victory has made him great,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his glory does excel;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splendor and with majesty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you have endowed him well.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you will ever set on him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 blessings of your grace;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make him glad eternally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with joy before your face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60018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9C1227-56D2-4C08-8B78-D2F84339955A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The king upon the Lord relies;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his confidence is sure;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through the love of God Most High,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 king is kept secure.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hand will search for enemies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and find out all your foes,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all who harbor hate for you,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your right hand will oppose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81983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2022-04-15T03:11:59Z</dcterms:created>
  <dcterms:modified xsi:type="dcterms:W3CDTF">2022-04-15T03:12:26Z</dcterms:modified>
</cp:coreProperties>
</file>