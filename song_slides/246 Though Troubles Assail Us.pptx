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A147-BE0D-44B5-BF6E-023DCBD7A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3755C-F301-49E9-8AE9-987AECBCA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C2BF4-1E68-4AB5-B209-0794909F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AA43A-31F1-424B-8FC1-E0CFE9D8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DC9C4-50F0-4E92-8C84-C186CA0A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6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F682-D0F0-4414-9DDE-D4E34066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033-B0D8-4DA5-ACA0-446711883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C8D72-3BBB-42D5-A830-495D2B03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605B8-A7D9-4B28-BF43-B5CED383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1B7F5-F474-46F4-9AC1-793E44E3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01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F95-01ED-4E7A-A58F-838349D8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E6CE5-0C3F-4003-A7DA-555129298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F78F7-C048-4646-9CFE-F5E989A9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131CD-3D12-4A6C-A2AA-49DD1D2F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CC665-3979-4865-BF1E-AFE5BD09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2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169F-29D2-4288-90DC-32921952B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AABC4-A956-4250-9489-F69E713BC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F7E58-8248-436C-A010-9A57FAE62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59A9E-A1D9-4327-8E84-C6816C3E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AC5E5-7A15-4E1E-96C8-E26298B6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44AD7-A1EB-40CD-B788-BDD14461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4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09AA-18B3-4203-B292-808A9C76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44065-624F-40A0-BE25-19EF014E5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30D24-71B2-41A2-8A36-9467464A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4303D-2DE2-4F85-866B-662D92220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788D4-8CFC-4B36-911F-47953F753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0F565-9719-45C1-8D6E-25ADB4D01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C39687-A2E1-416F-A812-238B9235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DD31B-6967-4D79-A2E0-5F5C157C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6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A2E6-78D9-4E64-8305-DCF74625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3C267-AB8F-4152-987A-B4F8AE557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16200-0D50-4D6A-A78C-5F24E8C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5F0FF-6894-41E4-A6DD-AB32F9DD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4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15061D-7C3A-4CAF-BCCC-D3F59813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7AF62-8FC2-4958-A74B-94AD5A87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5CCEB-E43D-468D-9700-B415BA35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3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6B26-FB70-4301-8B85-AAF6A6619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155BC-310B-42A9-9098-8D7B10A3C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4EAD4-5816-45AC-9D39-E896CFF1A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8AD8D-2B40-4F66-AC87-D0BDB175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F3C-FBFB-47CC-B770-DEF1EEBA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25C94-9480-45F8-B13D-C70F6044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8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70D9-01CE-4F5B-8303-64828830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2107E-6109-4AA0-894A-622320A96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63A27-2907-4543-8D1F-85B5E7121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EB452-F1BD-4687-999C-E8138719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717CE-C4F5-4CC9-A3FE-68D6086E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3A15B-29F1-4188-A114-CFB5925C7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6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4234-5018-49A8-8FA5-B098BD7C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4000-BD98-4B16-90AC-5EEAAEE65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53DEE-A419-4D24-AE2B-4AA840F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2191B-B786-4263-AEF7-52606014F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B8D3-1588-498C-BCD7-C9E3A85A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2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17458-E419-4B0C-8F5C-654B91524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D05DE-9EBC-4D81-AB0A-5BE3F05E4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D511D-D49F-42C4-B6CC-8D1D5C5C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809F7-5E47-4793-B86D-657E19F7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94F3A-0B43-496E-8EBB-F96E92EE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5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B7F5B-E7C8-4F22-9D5A-DA7A7F48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BD0CE-2530-4C82-BC62-15D0316B2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4ACBA-E7DE-4833-9C98-A60B67E62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A6BB0-B7DA-4477-8308-8EF450C1580B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272A6-BA87-4CCE-B039-76FB031B2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668DA-DC51-4728-B4E8-93A4D873B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EECF3-1EDB-49B8-BFDF-79BEA3898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Though troubles assail us and dangers affright,</a:t>
            </a:r>
            <a:br>
              <a:rPr lang="en-US" sz="2800" dirty="0"/>
            </a:br>
            <a:r>
              <a:rPr lang="en-US" sz="2800" dirty="0"/>
              <a:t>though friends should all fail us and foes all unite,</a:t>
            </a:r>
            <a:br>
              <a:rPr lang="en-US" sz="2800" dirty="0"/>
            </a:br>
            <a:r>
              <a:rPr lang="en-US" sz="2800" dirty="0"/>
              <a:t>yet one thing secures us, whatever betide,</a:t>
            </a:r>
            <a:br>
              <a:rPr lang="en-US" sz="2800" dirty="0"/>
            </a:br>
            <a:r>
              <a:rPr lang="en-US" sz="2800" dirty="0"/>
              <a:t>the promise assures us, "The Lord will provide."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57841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#246 Though Troubles Assail Us</a:t>
            </a:r>
          </a:p>
        </p:txBody>
      </p:sp>
    </p:spTree>
    <p:extLst>
      <p:ext uri="{BB962C8B-B14F-4D97-AF65-F5344CB8AC3E}">
        <p14:creationId xmlns:p14="http://schemas.microsoft.com/office/powerpoint/2010/main" val="122013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The birds, without garner or storehouse, are fed;</a:t>
            </a:r>
            <a:br>
              <a:rPr lang="en-US" sz="2800" dirty="0"/>
            </a:br>
            <a:r>
              <a:rPr lang="en-US" sz="2800" dirty="0"/>
              <a:t>from them let us learn to trust God for our bread.</a:t>
            </a:r>
            <a:br>
              <a:rPr lang="en-US" sz="2800" dirty="0"/>
            </a:br>
            <a:r>
              <a:rPr lang="en-US" sz="2800" dirty="0"/>
              <a:t>His saints what is fitting shall ne'er be denied</a:t>
            </a:r>
            <a:br>
              <a:rPr lang="en-US" sz="2800" dirty="0"/>
            </a:br>
            <a:r>
              <a:rPr lang="en-US" sz="2800" dirty="0"/>
              <a:t>so long as 'tis written, "The Lord will provide.”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4727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When Satan assails us to stop up our path,</a:t>
            </a:r>
            <a:br>
              <a:rPr lang="en-US" sz="2800" dirty="0"/>
            </a:br>
            <a:r>
              <a:rPr lang="en-US" sz="2800" dirty="0"/>
              <a:t>and courage all fails us, we triumph by faith.</a:t>
            </a:r>
            <a:br>
              <a:rPr lang="en-US" sz="2800" dirty="0"/>
            </a:br>
            <a:r>
              <a:rPr lang="en-US" sz="2800" dirty="0"/>
              <a:t>He cannot take from us, though oft he has tried,</a:t>
            </a:r>
            <a:br>
              <a:rPr lang="en-US" sz="2800" dirty="0"/>
            </a:br>
            <a:r>
              <a:rPr lang="en-US" sz="2800" dirty="0"/>
              <a:t>this heart-cheering promise, "The Lord will provide."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3871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No strength of our own and no goodness we claim;</a:t>
            </a:r>
            <a:br>
              <a:rPr lang="en-US" sz="2800" dirty="0"/>
            </a:br>
            <a:r>
              <a:rPr lang="en-US" sz="2800" dirty="0"/>
              <a:t>yet, since we have known of the Savior's great name,</a:t>
            </a:r>
            <a:br>
              <a:rPr lang="en-US" sz="2800" dirty="0"/>
            </a:br>
            <a:r>
              <a:rPr lang="en-US" sz="2800" dirty="0"/>
              <a:t>in this our strong tower for safety we hide:</a:t>
            </a:r>
            <a:br>
              <a:rPr lang="en-US" sz="2800" dirty="0"/>
            </a:br>
            <a:r>
              <a:rPr lang="en-US" sz="2800" dirty="0"/>
              <a:t>the Lord is our power, "The Lord will provide."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6625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1</cp:revision>
  <dcterms:created xsi:type="dcterms:W3CDTF">2020-05-23T00:50:42Z</dcterms:created>
  <dcterms:modified xsi:type="dcterms:W3CDTF">2022-08-05T21:15:34Z</dcterms:modified>
</cp:coreProperties>
</file>