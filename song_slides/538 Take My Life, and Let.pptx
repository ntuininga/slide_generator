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4CDB5-112A-4C2A-85BA-8B307143D3FB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3267F-BB5E-45D9-8D86-CD7A318BD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3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5C4E-44E8-C090-5868-4DBEDD076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EED2E-D693-EFDD-ACF5-4B39ED8E3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34F85-D69D-1D0E-7609-32890FAFA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119E-E393-4587-8047-E72B9800CD7D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8DD23-CBBF-E93B-BF67-07CCEA71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F4251-08FC-895B-18B9-7A7E5449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3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0734-A662-058F-3634-582E4747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77C78-2751-1F57-0E99-577F1EC3A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8BCF-572E-5228-B2EE-019CDAE5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21242-D942-4D6E-A05C-14D6219F9026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720EF-AA77-CCC9-F69C-A4953F0B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D7E4-8EB3-5609-F0AC-E54DC89A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3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4BFB-C657-A3B5-F36A-628E5996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3E229-2AAB-B530-D84C-7B015A75D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BA253-443A-AF8E-5A70-FC0C866D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357E-A687-4CAA-88B4-5AC7C28F0DD3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5C58E-A97A-DEF0-8BE2-659C8E05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2ABB-B787-5B07-69BF-51D8A38D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1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E848-E5C5-30E4-F8AA-9426BC41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EABFA-4296-D600-098E-3A279EFFD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7396E-3C05-5B5F-53D9-D6E70F416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3F9D7-A9F4-1044-3C70-2CCD7529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9B38-55BF-46C0-BECB-B75233AAEAD6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B351A-8B1C-515D-C63C-9389C9FF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71D06-71C9-32B2-D49E-6401C107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4C27-D953-E92D-9688-91A4F2CD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89B08-6CD7-313F-FB91-57DB55CE3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8AE13-8656-355D-15DC-DCB23941B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4FB64-0F5A-7CDB-EE8C-C06FA2302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6FA44-6D66-3F5B-038D-8438AFD5A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255B3-A2AF-9B59-A06B-57012D3B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0ACC-4E69-4FA2-B2CD-D6AC03D1F6B2}" type="datetime1">
              <a:rPr lang="en-US" smtClean="0"/>
              <a:t>9/9/2022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22D938-C7AD-B82D-A470-4E8E28C3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B880D-AC3A-ED38-59B5-A42CA5ED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1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3B81-B036-9AAB-E389-E9377936C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14B04-D742-156A-8E50-8019807D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B4A-6F74-437C-B46C-790E3A488D29}" type="datetime1">
              <a:rPr lang="en-US" smtClean="0"/>
              <a:t>9/9/2022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CF728-31ED-F791-522B-C95E63E0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CF03B-7676-13B7-AB43-2D7123A8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3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D9530-30A4-5EAC-7210-F5364F06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ADB2-4E86-4FF5-8A10-4A2DA514F7AC}" type="datetime1">
              <a:rPr lang="en-US" smtClean="0"/>
              <a:t>9/9/2022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CFE7A-FA44-55B8-3AD2-BAB7BCF9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B91DD-6526-7218-96B5-5C231FB1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9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558B-B339-2220-3111-99F89884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7A6DE-B1C6-556F-06FA-0AEDD23B3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14BA6-EF5F-888F-133C-C965398D1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4C90A-9728-CABE-117A-5994E9D5A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BF741-FD9A-4447-9746-CAE42F162E6B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2AE72-7308-7CBD-95A4-38E8069A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21750-4B79-2C8E-894F-A67DB5AC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6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84A8-161F-95DC-F46D-6AA9F83C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F020BC-82F6-D68F-14C6-434FA1C5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280D6-AF6D-55C7-2C72-C9EB48B84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FCFA9-B8CB-515F-5192-85A31533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C742-D21C-47BD-A185-BC190C7D06B8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2A97A-532C-BDBE-AC41-3067B72A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033F7-8AD3-0E48-26E6-01ED0BB2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4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F136-D023-1807-01C1-531BE68B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D014B-DBBB-075B-988B-8F27F3BF6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690C-4B18-2CDA-BFAA-E4ABFA17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2C3E-6751-41D1-9EA2-5E72C4C16BB2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447A2-F068-5928-80F1-B7ADA525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26DF8-C601-06E2-7D1D-FE438CD2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1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E91A1-113B-F885-D1C7-E225E59F1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61131-1071-20D6-3C62-832B4B6EB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B77EA-C784-4519-7CE7-47E6B7AE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6475-A0C2-4345-808A-2E3CF9164EA2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F7B94-C539-DF44-B557-2CAC89E1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A4D-EF9A-C7D1-4DF9-A3B774B3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8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7EC3D3-F6CA-D94A-551A-4C76A4E43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D0268-1066-B614-3861-90C3BFF5C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48A10-D573-5193-985E-AF31D6E18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6703C-0F2E-4C92-A902-422B2C56F086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ACA27-CBC9-4A16-0B53-A817C2F40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7291B-6104-B438-539F-97CC2AA83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C2B9F-A2F5-41A0-BE13-CE71981B6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8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AD99-C262-EC8B-5BA2-0708A9B0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#538 Take My Life, and Let It 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55FF7-51E8-5520-063C-D41D22DFC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Take my life, and let it be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consecrated, Lord, to thee.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my moments and my days;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them flow in ceaseless praise,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them flow in ceaseless praise.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F7D10-6FC9-0A8B-A7FD-2B5B9096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0970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41391-C1C1-D2A4-3A42-7B6C0431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Take my hands, and let them move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at the impulse of thy love.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my feet, and let them be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swift and beautiful for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swift and beautiful for thee.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631B8-D444-F522-84E0-56D423FE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56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53AA4-F65A-03FC-E07F-713D97334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Take my voice, and let me sing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always, only, for my King.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my lips, and let them be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filled with messages from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filled with messages from thee.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2CDAE-2C3E-7CC3-E46E-094E4802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9666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84F1-8DDF-F6E0-8EBB-F5BF44E6A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Take my silver and my gold;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not a mite would I withhold.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my intellect and use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as thou shalt choose,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as thou shalt choose.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10186-7480-B170-635A-9997FBAC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6015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D8CA5-7E64-CD92-63EB-F7E84D84B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Take my will and make it thine;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shall be no longer mine.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my heart, it is thine own;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shall be thy royal throne,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shall be thy royal throne.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EE336-C94C-3A24-2D41-98A09EBF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1926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6C16-ED72-C63F-2003-0DFD7E547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6 Take my love; my Lord, I pour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at thy feet its treasure-store.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my self, and I will be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ever, only, all for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ever, only, all for thee.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84F12-2B19-1562-15B2-CEB56DAB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81777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317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#538 Take My Life, and Let It Be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#538 Take My Life, and Let It Be</dc:title>
  <dc:creator>Neil Tuininga</dc:creator>
  <cp:lastModifiedBy>Neil Tuininga</cp:lastModifiedBy>
  <cp:revision>1</cp:revision>
  <dcterms:created xsi:type="dcterms:W3CDTF">2022-09-09T22:59:11Z</dcterms:created>
  <dcterms:modified xsi:type="dcterms:W3CDTF">2022-09-09T23:03:21Z</dcterms:modified>
</cp:coreProperties>
</file>