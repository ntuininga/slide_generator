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3C5FC-3BF5-49DC-B3A9-35D5AD18E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D4763-0634-418D-B319-D443CDF8D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471D4-74B2-4672-A303-37567331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5CFD-D2AD-4851-B3B3-6C050E4E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1577-29FB-484A-960C-91BDD452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A212-46B3-4E48-91F5-FE2046E0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0B80D-579D-495D-915D-193D50661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D785A-3408-4391-88E0-960133BB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FA260-7FC2-4419-A8BC-CC971315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D477-1792-4A25-B036-9443CB79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40E8-F186-4800-8576-20F624F47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D268-CDBA-4144-BE80-FAA0C3E9C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86F14-C6DB-4493-9C7E-48E28B4C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7B37E-80C4-4578-8E70-CFF90C7A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99429-62FD-4A3D-A280-377BB62D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0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634A-336A-4E33-92D4-E703D869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5E04-57FE-46F9-81AB-0A082B422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D0436-DAB3-4FC8-AD2B-20DFF9685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E3C8A-80F2-4429-8D11-013EC634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B3F3-DDD7-4F20-80B5-37CF5C9F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8758-4500-4653-B308-1A8D60CB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4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7ADB-BB29-4774-812C-DAC73D54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034C1-68AB-423C-B782-F32953D78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34F3-2D9B-4D99-98AC-86C16007F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20EB9-83B8-427A-B781-7D495EEF2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35BD1-F1A5-4D35-B8D4-F47E34332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21276-6E8A-4C2B-9ABF-E173105B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42498-35D3-41F6-9400-E2424107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E8094-AF98-4C4A-B218-99A0DD18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E539-CD5D-4378-B3A2-EDB5A548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3FAC2-0EC6-4E88-92AB-697BF42C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C7564-13E4-4314-956A-AA13314D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D398A-FE4F-4155-A298-37EE651C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5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CABCE-7B2B-4840-B7B8-5F1A3208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67797-94C4-4F6E-A7E4-22F86DEC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C70CB-27DD-458F-A7C8-DEF56AA7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6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E3CD-2752-4A65-99D0-0500E95D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E367E-9028-4560-80B6-1458DA00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0EB04-4D96-4F59-8199-A6E87F2BC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6595F-CD81-4FB2-A44D-68BC0C65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11808-5587-478C-92F8-BD9A0ACE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1AD3-4938-4487-B33D-7E07AF3B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92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5A43-1237-4A7C-89CB-32422596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B254A-71E6-48AD-9E67-FF58213E9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99038-E1DF-494E-9AE1-4FCD8D09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55CB1-5231-498F-A0C8-0C21C450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E794-4026-4F07-B261-51818A08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6B9B3-51A0-4D95-850C-7928BE4B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AAC8-A99F-4011-B47F-BF740169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74312-69FF-41A3-A26F-092353541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FDB4-FD99-4BF0-8238-481BFF81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71DBE-4F29-46A5-90E0-06B32B59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7335E-C4A0-4300-A1E4-8DDCF19B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3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1926F-B186-4AB6-818F-4B54C9B3B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2F8E4-607A-43E0-ACCA-0E4D35AC5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2BBA-5FA7-411D-9DF3-F14FCCC8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20CC9-14BF-43E6-B7DB-C7A18FDB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51485-ED83-41A8-BDC4-F1FC7BC7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04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53FD4-A71A-4116-8D14-9A44F784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0EBE6-E3D8-41F5-99A3-9E8FE189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E4CDE-2940-4D6A-807C-D2576030D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C9F85-6003-4100-9906-2C58AA973157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BF765-A78A-4FA7-8B61-87B93CB2E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3225F-E9F8-4C64-9C50-E6DEE599A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3CDB0-4BDB-4ED9-9AB8-084C3805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0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#224 Immortal, Invisible, God Only Wise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Immortal, invisible, God only wise,</a:t>
            </a:r>
            <a:br>
              <a:rPr lang="en-US" sz="2800" dirty="0"/>
            </a:br>
            <a:r>
              <a:rPr lang="en-US" sz="2800" dirty="0"/>
              <a:t>in light inaccessible hid from our eyes,</a:t>
            </a:r>
            <a:br>
              <a:rPr lang="en-US" sz="2800" dirty="0"/>
            </a:br>
            <a:r>
              <a:rPr lang="en-US" sz="2800" dirty="0"/>
              <a:t>most blessed, most glorious, the Ancient of Days,</a:t>
            </a:r>
            <a:br>
              <a:rPr lang="en-US" sz="2800" dirty="0"/>
            </a:br>
            <a:r>
              <a:rPr lang="en-US" sz="2800" dirty="0"/>
              <a:t>almighty, victorious, thy great name we praise.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 err="1"/>
              <a:t>Unresting</a:t>
            </a:r>
            <a:r>
              <a:rPr lang="en-US" dirty="0"/>
              <a:t>, </a:t>
            </a:r>
            <a:r>
              <a:rPr lang="en-US" dirty="0" err="1"/>
              <a:t>unhasting</a:t>
            </a:r>
            <a:r>
              <a:rPr lang="en-US" dirty="0"/>
              <a:t>, and silent as light,</a:t>
            </a:r>
            <a:br>
              <a:rPr lang="en-US" dirty="0"/>
            </a:br>
            <a:r>
              <a:rPr lang="en-US" dirty="0"/>
              <a:t>nor wanting, nor wasting, thou </a:t>
            </a:r>
            <a:r>
              <a:rPr lang="en-US" dirty="0" err="1"/>
              <a:t>rulest</a:t>
            </a:r>
            <a:r>
              <a:rPr lang="en-US" dirty="0"/>
              <a:t> in might;</a:t>
            </a:r>
            <a:br>
              <a:rPr lang="en-US" dirty="0"/>
            </a:br>
            <a:r>
              <a:rPr lang="en-US" dirty="0"/>
              <a:t>thy justice like mountains high soaring above</a:t>
            </a:r>
            <a:br>
              <a:rPr lang="en-US" dirty="0"/>
            </a:br>
            <a:r>
              <a:rPr lang="en-US" dirty="0"/>
              <a:t>thy clouds which are fountains of goodness and love.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Great Father of glory, pure Father of light,</a:t>
            </a:r>
            <a:br>
              <a:rPr lang="en-US" dirty="0"/>
            </a:br>
            <a:r>
              <a:rPr lang="en-US" dirty="0"/>
              <a:t>thine angels adore thee, all veiling their sight;</a:t>
            </a:r>
            <a:br>
              <a:rPr lang="en-US" dirty="0"/>
            </a:br>
            <a:r>
              <a:rPr lang="en-US" dirty="0"/>
              <a:t>all praise we would render; O help us to see</a:t>
            </a:r>
            <a:br>
              <a:rPr lang="en-US" dirty="0"/>
            </a:br>
            <a:r>
              <a:rPr lang="en-US" dirty="0"/>
              <a:t>'tis only the splendor of light </a:t>
            </a:r>
            <a:r>
              <a:rPr lang="en-US" dirty="0" err="1"/>
              <a:t>hideth</a:t>
            </a:r>
            <a:r>
              <a:rPr lang="en-US" dirty="0"/>
              <a:t> thee!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#224 Immortal, Invisible, God Only Wise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#224 Immortal, Invisible, God Only Wise</dc:title>
  <dc:creator>Eric Hoogendoorn</dc:creator>
  <cp:lastModifiedBy>Eric Hoogendoorn</cp:lastModifiedBy>
  <cp:revision>1</cp:revision>
  <dcterms:created xsi:type="dcterms:W3CDTF">2020-08-14T01:55:37Z</dcterms:created>
  <dcterms:modified xsi:type="dcterms:W3CDTF">2020-08-14T01:55:59Z</dcterms:modified>
</cp:coreProperties>
</file>