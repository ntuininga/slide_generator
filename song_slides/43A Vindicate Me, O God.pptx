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9" r:id="rId2"/>
    <p:sldId id="291" r:id="rId3"/>
    <p:sldId id="424" r:id="rId4"/>
    <p:sldId id="477" r:id="rId5"/>
    <p:sldId id="47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3F81-8C6E-498E-9649-09043466C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F0068-53E9-4F2D-8D21-99641AE3B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D2D0A-771E-4CC9-B2FA-F6127BDC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FFA1D-783B-4664-9DF0-5BD0AD81B165}" type="datetime1">
              <a:rPr lang="en-CA" smtClean="0"/>
              <a:t>2021-10-29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9DFAC-1345-417F-8539-E4324C81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3D83-791B-47CD-81CF-7D0A9FCA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8426657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59B6-A8C4-4BD2-8934-6F84F7C0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02D0-5733-4252-B437-489ECF6B5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1EDB0-38CD-4C6B-9628-84DF4CE8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CCEB-571F-48EB-8E4C-843450E759B1}" type="datetime1">
              <a:rPr lang="en-CA" smtClean="0"/>
              <a:t>2021-10-29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8243-47CE-4C03-BDD1-36230335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34CD2-9685-4F76-8F3F-33E4A3B2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98940038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7283-3370-49FB-AEB1-0A5CFABD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235D4-2806-4E89-A73E-F076F1BBD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2556A-3EA0-4836-B714-E493A165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42311-1E2F-4BBB-86CB-5AD6F516A782}" type="datetime1">
              <a:rPr lang="en-CA" smtClean="0"/>
              <a:t>2021-10-29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DEDFC-4DCE-4843-923F-5E0631A1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340F-5A1D-4186-B93E-B622C410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5473043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8AE2-42A1-494E-941B-AE44CEB0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DC52F-BCE1-4A63-940A-86256ED8B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959C4-EEE3-48E0-874C-56B0A6F61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1B415-31D4-4C9E-B4B8-64D2B819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1BF6F-07C0-483B-8476-1E72B96DFE6D}" type="datetime1">
              <a:rPr lang="en-CA" smtClean="0"/>
              <a:t>2021-10-29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0BE1-A0C2-4581-B074-4D1A4620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2CEFF-4BB8-467D-8892-6859D1F3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5728209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21E5-2561-49AB-B15D-B509394E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7E1B2-450C-4836-AD59-ED26CCDD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CA549-09E0-497E-8F9D-92AF95722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49C70-5DCE-459B-99A1-A945ED9F4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0D7DA-6490-4041-9CAA-F9506A263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1B6F8-4D8A-4901-8AC4-15274A9B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03D06-C06C-48F6-8833-BFF26E772B7D}" type="datetime1">
              <a:rPr lang="en-CA" smtClean="0"/>
              <a:t>2021-10-29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D9A69C-C9D5-4D48-BCF9-E2C9C511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207ED-8ECF-4AE7-AC15-F6591497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9027193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DBBA-429F-48BC-9BD0-8CC73139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F03E4-E9DF-4B65-A8A1-AB73B348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3B655-23EE-4727-8F4E-DBDA13E04637}" type="datetime1">
              <a:rPr lang="en-CA" smtClean="0"/>
              <a:t>2021-10-29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1896C-0A5B-4D03-AAC2-E47106F6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05712-8EB3-4388-BC97-8D073ECC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8657383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C3D7A-A77C-4F15-8B6A-51F226D8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21968-EC3B-4C5D-8ACA-87B1BF03FB3B}" type="datetime1">
              <a:rPr lang="en-CA" smtClean="0"/>
              <a:t>2021-10-29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A3F68-70CD-490D-81A9-79A5C61E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4333-8A4B-4B06-93F3-2A739206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9811738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BFAB-4CAA-42A5-86A2-A23F9D10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FE904-CB59-43EE-B394-127D740E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D4B69-E074-41BB-8AED-BD480B635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796B5-4998-4DEC-86F3-9C577203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11EA-BF13-47A4-B6B3-3AEB2F1D0EBF}" type="datetime1">
              <a:rPr lang="en-CA" smtClean="0"/>
              <a:t>2021-10-29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5FE8-5CDD-41FF-9717-96222C90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234F7-F04A-457B-BA1E-C5FDD8DE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94211675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690B-A750-4EE8-A5BE-42978A2F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3259D-344E-4A5A-A2B8-9782BB6AD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ACB6E-5700-4FFB-A38A-31A09B3FF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0D13E-3095-49A3-8259-20598BD0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A55E7-A42D-4A8A-B210-051E7F71C343}" type="datetime1">
              <a:rPr lang="en-CA" smtClean="0"/>
              <a:t>2021-10-29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4EBAD-9D18-4FDE-B110-21B70AA8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DB5AA-4521-445E-8F4E-92BEA57B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9383229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EC80-7D37-499D-8B5B-F87EE989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1B4BF-9618-4E8C-9F57-4B3AFD298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52BD8-EDCF-444C-8E43-1AB4F90F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0389-3EAB-479F-AD2D-640A9813E39B}" type="datetime1">
              <a:rPr lang="en-CA" smtClean="0"/>
              <a:t>2021-10-29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51757-D618-483B-A799-9AF641FB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C2110-00E6-426D-9403-73A44AA6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10152702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0FC2A-E5D4-49F7-8CEF-A5633124E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3C582-CC05-415E-AD6D-16BDB63CD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9EB80-F242-4A79-BA29-4169C19B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C2FB-E7D8-4CBB-B93B-C1B76345B23F}" type="datetime1">
              <a:rPr lang="en-CA" smtClean="0"/>
              <a:t>2021-10-29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B16DA-1AF6-4BB5-8E0E-84E24E67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E04F-7FF9-4276-ADF9-0A5ECD48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0672211"/>
      </p:ext>
    </p:extLst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DE32D0-68A2-4614-B084-C54207BA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939CB-1483-41EF-B590-4DEE1051C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A011-39F8-4DD9-AEDE-5AE92776C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7F326-1753-4386-A291-4EFD98739302}" type="datetime1">
              <a:rPr lang="en-CA" smtClean="0"/>
              <a:t>2021-10-29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C6A29-01B5-4EA9-ABF1-586FE4A87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E2A65-7454-483F-8B4F-A3B644D62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5649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ll/>
  </p:transition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-2" y="2521059"/>
            <a:ext cx="12192000" cy="181588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Vindicate me, O God, my God;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plead for my cause against the vile.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Save me from godless, cruel men;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save from the man of sin and guile.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32453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304799" y="122488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91CE57-E5F2-4112-A910-2963F6BB103E}"/>
              </a:ext>
            </a:extLst>
          </p:cNvPr>
          <p:cNvSpPr txBox="1"/>
          <p:nvPr/>
        </p:nvSpPr>
        <p:spPr>
          <a:xfrm>
            <a:off x="209548" y="122488"/>
            <a:ext cx="117729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#43A Vindicate Me, O God</a:t>
            </a:r>
          </a:p>
        </p:txBody>
      </p:sp>
    </p:spTree>
    <p:extLst>
      <p:ext uri="{BB962C8B-B14F-4D97-AF65-F5344CB8AC3E}">
        <p14:creationId xmlns:p14="http://schemas.microsoft.com/office/powerpoint/2010/main" val="2460431132"/>
      </p:ext>
    </p:extLst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521059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You are my God and strong defense;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have you then rejected me?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Why must I go about in grief,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hile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foes oppress me constantly?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64275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4067454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0A18E37-0540-4E0B-B04E-FE4702DA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7F6EE1-0F8A-435C-9CD4-503EEDBF6772}"/>
              </a:ext>
            </a:extLst>
          </p:cNvPr>
          <p:cNvSpPr txBox="1"/>
          <p:nvPr/>
        </p:nvSpPr>
        <p:spPr>
          <a:xfrm>
            <a:off x="1612106" y="2521059"/>
            <a:ext cx="896778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Send out your light; O send your truth!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Let them direct and lead the way;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let them bring me to your hill,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nto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your holy dwelling place.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5976980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2AE68E3-1E77-40F8-B27A-41F82DB2B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D0FB61-00D0-4447-B57D-0514CB2436EC}"/>
              </a:ext>
            </a:extLst>
          </p:cNvPr>
          <p:cNvSpPr txBox="1"/>
          <p:nvPr/>
        </p:nvSpPr>
        <p:spPr>
          <a:xfrm>
            <a:off x="1828800" y="2521059"/>
            <a:ext cx="8534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Then to God’s altar I will go,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God my joy, my great delight;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for your praise, O God, my God,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 will make music with the lyre.</a:t>
            </a:r>
          </a:p>
        </p:txBody>
      </p:sp>
    </p:spTree>
    <p:extLst>
      <p:ext uri="{BB962C8B-B14F-4D97-AF65-F5344CB8AC3E}">
        <p14:creationId xmlns:p14="http://schemas.microsoft.com/office/powerpoint/2010/main" val="662144795"/>
      </p:ext>
    </p:extLst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ECF9024-7F5D-44DE-A72E-449A0F20F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798EE6-62F3-4899-B405-EE09BDE09B36}"/>
              </a:ext>
            </a:extLst>
          </p:cNvPr>
          <p:cNvSpPr txBox="1"/>
          <p:nvPr/>
        </p:nvSpPr>
        <p:spPr>
          <a:xfrm>
            <a:off x="1738312" y="2521059"/>
            <a:ext cx="87153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Why are you downcast, O my soul?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Why are you so disturbed in me?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Trust God, for I will praise him yet;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saving help, my God is he.</a:t>
            </a:r>
          </a:p>
        </p:txBody>
      </p:sp>
    </p:spTree>
    <p:extLst>
      <p:ext uri="{BB962C8B-B14F-4D97-AF65-F5344CB8AC3E}">
        <p14:creationId xmlns:p14="http://schemas.microsoft.com/office/powerpoint/2010/main" val="1466482313"/>
      </p:ext>
    </p:extLst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233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2021-10-29T15:50:43Z</dcterms:created>
  <dcterms:modified xsi:type="dcterms:W3CDTF">2021-10-29T15:52:03Z</dcterms:modified>
</cp:coreProperties>
</file>