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74BFB-880D-4F39-B2CA-483E5C5BC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491D6-D0BD-4DB7-B91A-966E020DA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12FD1-A3A1-4103-9210-4C73A306D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ED3E-3790-416A-9313-1E8EFFAB2249}" type="datetimeFigureOut">
              <a:rPr lang="en-CA" smtClean="0"/>
              <a:t>2022-08-27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CA1B5-AAEE-4880-B6CD-EFFCCFA2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D89B8-8488-470B-92A5-64679711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1CB2-22FD-43B2-BB9E-89E3ADCF27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6452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E8B27-500B-41EB-8684-2300286F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BB48F-DDFB-443D-B656-1489F3DC5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800BB-3C48-495B-BD41-4DC3BF528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ED3E-3790-416A-9313-1E8EFFAB2249}" type="datetimeFigureOut">
              <a:rPr lang="en-CA" smtClean="0"/>
              <a:t>2022-08-27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DFB77-7BF0-4D33-B13D-82B3F52E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CA508-A9EF-41BA-8206-6DCCBE60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1CB2-22FD-43B2-BB9E-89E3ADCF27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4610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74F12-83C8-4BB9-8566-681FEE5E7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CAA09-2D51-4E79-8EE5-67E67DE73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CFF4E-D3ED-4776-81CD-44D44706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ED3E-3790-416A-9313-1E8EFFAB2249}" type="datetimeFigureOut">
              <a:rPr lang="en-CA" smtClean="0"/>
              <a:t>2022-08-27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9E8B0-4355-4001-9A39-26EF24C9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D5FF5-C2E6-4E03-970F-62C2E3B25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1CB2-22FD-43B2-BB9E-89E3ADCF27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899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0962B-CBFC-4E3F-A6F7-E2C381085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56679-8588-4D1B-AF21-24D1A8A3E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36C71-8A73-4DCE-80CF-9FEFA6E31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DC51C-CA9B-4A9E-BD3E-AD589FAE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ED3E-3790-416A-9313-1E8EFFAB2249}" type="datetimeFigureOut">
              <a:rPr lang="en-CA" smtClean="0"/>
              <a:t>2022-08-27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4FC07-3727-4D63-A912-088EED9F8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438C7-ACB7-4831-8877-9618E6F8F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1CB2-22FD-43B2-BB9E-89E3ADCF27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651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4D5E-A1C1-4524-80AE-4362175B1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DE8DE-D78C-46E3-B4C8-0136CADA8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9A088-6C53-4E51-8C36-1D3F7325C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1D5B96-8AFC-402A-93F9-15992FC5C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4D716-EB8A-41C5-9588-E516BFC2C8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55518-E728-4DB3-8DCF-5C647A9F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ED3E-3790-416A-9313-1E8EFFAB2249}" type="datetimeFigureOut">
              <a:rPr lang="en-CA" smtClean="0"/>
              <a:t>2022-08-27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3266FB-E7B0-4004-BF27-9E68F8AE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F6C3F0-B867-4291-A267-3275DC5C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1CB2-22FD-43B2-BB9E-89E3ADCF27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268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D4E8C-4CFB-47C5-AD5B-185051670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38483D-B82B-4571-B995-9088361E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ED3E-3790-416A-9313-1E8EFFAB2249}" type="datetimeFigureOut">
              <a:rPr lang="en-CA" smtClean="0"/>
              <a:t>2022-08-27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1C5A2-0749-4E6F-A190-6467E86C1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3ED20-CA73-407B-B69D-ED14F0C5F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1CB2-22FD-43B2-BB9E-89E3ADCF27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518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6F1EA2-08B7-4AAB-9DE7-240876405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ED3E-3790-416A-9313-1E8EFFAB2249}" type="datetimeFigureOut">
              <a:rPr lang="en-CA" smtClean="0"/>
              <a:t>2022-08-27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8ABB8B-4FC0-46FD-A62A-B315EC5D8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F9246-EC27-4B78-B831-668C0053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1CB2-22FD-43B2-BB9E-89E3ADCF27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8363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11E4-377E-481B-9E60-B00C9E2D4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06E41-B5C5-417D-84CA-EF8C9086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CF30-43FB-4B46-97FB-DF0E1E23C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1B1E1-91BD-4CEC-AF44-F7E5E6FA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ED3E-3790-416A-9313-1E8EFFAB2249}" type="datetimeFigureOut">
              <a:rPr lang="en-CA" smtClean="0"/>
              <a:t>2022-08-27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8A520-5BD5-46AE-B0E8-2A65306E7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38331-A293-4803-8DBC-F0529D97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1CB2-22FD-43B2-BB9E-89E3ADCF27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740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7FD2-D99F-4D42-95F7-CD20EE31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8A71BF-91F8-480F-BAC1-DAB708F2D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887A1-F145-4CEA-B301-2CB086F00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C6AB9-C972-4E78-83FB-3F26A92DA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ED3E-3790-416A-9313-1E8EFFAB2249}" type="datetimeFigureOut">
              <a:rPr lang="en-CA" smtClean="0"/>
              <a:t>2022-08-27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7A2BA-588F-44A7-A80F-11FB6BB1E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4A311-AAFD-453F-B37B-ADD5E178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1CB2-22FD-43B2-BB9E-89E3ADCF27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4709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E5F87-271C-42CE-B5FF-93F9B4234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556F4-E04C-4E59-BA8E-BCC0D1A92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48871-2A74-4837-AA68-D86377FB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ED3E-3790-416A-9313-1E8EFFAB2249}" type="datetimeFigureOut">
              <a:rPr lang="en-CA" smtClean="0"/>
              <a:t>2022-08-27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8401A-D7E8-492B-9E4B-7F746BB5D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F4494-4345-4F95-959C-1776CD6C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1CB2-22FD-43B2-BB9E-89E3ADCF27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5885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EACFC3-5734-42D8-BBD9-1728B5308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93FEC-B1D1-4270-82E3-F678F03B3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09874-513A-4A16-81E0-5BD1BF14F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ED3E-3790-416A-9313-1E8EFFAB2249}" type="datetimeFigureOut">
              <a:rPr lang="en-CA" smtClean="0"/>
              <a:t>2022-08-27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CE998-B18E-43A4-B7FB-BF6D96C5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45E7E-4409-4230-AFBD-C758EA059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01CB2-22FD-43B2-BB9E-89E3ADCF27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1563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70BBB-EED8-4B06-A75E-C3A9857A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54122-5B59-4772-8271-5FB42E8D8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0761C-819E-400E-88D8-3917BCD66A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FED3E-3790-416A-9313-1E8EFFAB2249}" type="datetimeFigureOut">
              <a:rPr lang="en-CA" smtClean="0"/>
              <a:t>2022-08-27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0A7DB-6433-4467-9AD5-54DA48A24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2B328-53A2-4441-AE43-0187C783C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01CB2-22FD-43B2-BB9E-89E3ADCF27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681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531793-9C31-4946-9921-E13C578B2F96}"/>
              </a:ext>
            </a:extLst>
          </p:cNvPr>
          <p:cNvSpPr txBox="1"/>
          <p:nvPr/>
        </p:nvSpPr>
        <p:spPr>
          <a:xfrm>
            <a:off x="1338262" y="247650"/>
            <a:ext cx="9515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#108 My Heart Is Steadfast, God!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C1C78-583D-405F-919D-070E8F0171C6}"/>
              </a:ext>
            </a:extLst>
          </p:cNvPr>
          <p:cNvSpPr txBox="1"/>
          <p:nvPr/>
        </p:nvSpPr>
        <p:spPr>
          <a:xfrm>
            <a:off x="2195511" y="2521059"/>
            <a:ext cx="78009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heart is steadfast, God!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soul its song will raise!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Awake, O harp and lyre, to play!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Awake the dawn to praise!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874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80794-E180-435E-92E8-0BFEC3D9428D}"/>
              </a:ext>
            </a:extLst>
          </p:cNvPr>
          <p:cNvSpPr txBox="1"/>
          <p:nvPr/>
        </p:nvSpPr>
        <p:spPr>
          <a:xfrm>
            <a:off x="2466975" y="2521059"/>
            <a:ext cx="72580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</a:t>
            </a: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Among the nations,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you my thanks shall rise;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truth is great above the heav’ns,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mercies reach the skies.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48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A9B32-D4CF-4FD6-9FB2-C80E7C6D9F47}"/>
              </a:ext>
            </a:extLst>
          </p:cNvPr>
          <p:cNvSpPr txBox="1"/>
          <p:nvPr/>
        </p:nvSpPr>
        <p:spPr>
          <a:xfrm>
            <a:off x="2676525" y="2521059"/>
            <a:ext cx="6838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</a:t>
            </a: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Above the heav’ns, O God,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over all the earth,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all exalt your glorious name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tell your matchless worth.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667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459733-2F75-4B67-8F60-2A4DB9CD0F31}"/>
              </a:ext>
            </a:extLst>
          </p:cNvPr>
          <p:cNvSpPr txBox="1"/>
          <p:nvPr/>
        </p:nvSpPr>
        <p:spPr>
          <a:xfrm>
            <a:off x="2528887" y="2521059"/>
            <a:ext cx="71342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</a:t>
            </a: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Stretch forth your mighty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answer to our prayer,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let your own beloved ones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great salvation share.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798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459733-2F75-4B67-8F60-2A4DB9CD0F31}"/>
              </a:ext>
            </a:extLst>
          </p:cNvPr>
          <p:cNvSpPr txBox="1"/>
          <p:nvPr/>
        </p:nvSpPr>
        <p:spPr>
          <a:xfrm>
            <a:off x="2528887" y="2521059"/>
            <a:ext cx="71342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i="1" dirty="0">
                <a:solidFill>
                  <a:prstClr val="black"/>
                </a:solidFill>
                <a:latin typeface="Calibri" panose="020F0502020204030204"/>
              </a:rPr>
              <a:t>9</a:t>
            </a: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 work of man is vain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So help us in our woes!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God we will do valiantly,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For he will crush our foes.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961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148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3</cp:revision>
  <dcterms:created xsi:type="dcterms:W3CDTF">2021-04-24T18:11:42Z</dcterms:created>
  <dcterms:modified xsi:type="dcterms:W3CDTF">2022-08-27T16:44:03Z</dcterms:modified>
</cp:coreProperties>
</file>