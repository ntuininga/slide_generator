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3186B-7275-469E-8F19-B4AA1510EF46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0B1CD-F1B5-4467-BAFA-E0A4632E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600B-7D5B-5E48-6734-3CFD119A8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246AA-6A4E-F906-E0B7-208ECC9C8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D0C38-CCF1-AC7F-3AAC-ADA61FDF7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24242-C5C5-4503-A3D0-328B123196A9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11C72-CFC4-0113-28DA-8D90DDAE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E002-1B6A-16A7-28E1-EEEB2F15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08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7AAA-85B5-CB38-9BB0-CFD08ECC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352D-AD38-4D0B-D7A3-58BFAAFB5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482FD-F249-29BA-877F-A473119D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5A99-93AF-461F-8755-747A417C7FB5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C4308-8D45-4FF5-4A0E-52828195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B9217-F9E4-C63F-0888-BD4EDCC6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8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8171-B474-784D-47F4-38CFF6831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69575-5027-9C19-500F-31B587B0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AC257-7707-7971-29BF-4FE181C0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4FCF9-9AFE-4377-9BF6-08A8FA0F659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7540-913C-1EA2-3982-1F51D894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E030B-4E4B-1F22-B1FF-ABB1883F9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44A7-CFAC-8B98-2399-A9F15523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95C01-A8B9-2683-16B5-762E50A75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9A304-C1DC-7E89-F464-4C93A8D5E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0744A-0710-1409-8F40-08B6FB7E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5F984-99AA-4181-BEB0-37FD1D1B5190}" type="datetime1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AF2FE-DC5E-1E5D-E50F-97CBDFBB7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04E23-FD46-4D55-FD66-5E095144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7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AACF-B027-D083-9991-171F1953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7C505-5641-6F09-40F8-E2F060BF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A3DA7-FB39-DBDE-6D53-15ED13F1D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72C72-C32D-AC71-E302-8614AE50A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6A2CC-8AF9-759B-EFBA-E67E7B722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850D3-F1AB-E206-0032-E0C5EBCD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0E7A1-3235-45B9-A64B-28C192D84755}" type="datetime1">
              <a:rPr lang="en-US" smtClean="0"/>
              <a:t>9/17/2022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C7D78-66E7-E72F-EA80-50F7A53A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75A0AF-156D-996B-7019-90AC89CF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2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3652-B6E5-3D99-9409-7E44CF75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739C4-B149-F272-F9FF-8FE95CE3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34CFB-F9BC-471C-B141-E9907987AD19}" type="datetime1">
              <a:rPr lang="en-US" smtClean="0"/>
              <a:t>9/17/2022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ECDC1-BAB0-3AC1-6C8D-8CF66004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1FD0C-4234-3F07-9206-33D9AFB3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81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0E0010-4ADB-5E6D-F2A4-761ADBF0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E8E7F-A34C-4026-A4F1-CBF43A97A1B7}" type="datetime1">
              <a:rPr lang="en-US" smtClean="0"/>
              <a:t>9/17/2022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F44B5-D397-95A7-2211-1370EC19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07A29-5CE8-2477-69E1-8750E9AA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7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77DE-8A95-A040-7FD8-7DBA9E326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0B145-0850-E420-D227-292A4FC61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C976F-D844-59F2-3E00-C34045EA5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D132D-8D67-1A8F-9D0E-F5B4FA0B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16C7A-A737-486B-8C29-00CBB2ECDC78}" type="datetime1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D3E73-FA50-73DF-0ABF-704A60F4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FDBAC-A6A7-3B56-1AEF-11C10B4D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8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FAD2D-5391-D204-D9E9-F446A656B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664B7-21E6-6EC5-2C07-FD95C4C15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FF4BB-88A1-4F7C-3F5F-90F722D0D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40F76-EDCD-33AD-87F8-5E15250C6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8FD4E-1C35-4374-A856-89756BD4BE84}" type="datetime1">
              <a:rPr lang="en-US" smtClean="0"/>
              <a:t>9/17/2022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E6374-B4C8-21D9-B0C9-EA8DE201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CC28F-F26A-9D46-94ED-4E88B182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7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3650-F6DB-85D7-27B4-D3C149656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9B50B-3135-DBA0-ED7E-B0AE86FE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581B-3431-7F32-E855-DE2DAEF6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5D1BE-9482-428A-A45B-1F46BE00800A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EF510-0397-37B7-F8B1-CD3BC1B5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B8730-76AD-4C8F-E3B4-7EBDD41C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47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687CF-BB83-D8AD-CC74-A82838654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6D8E-6FE6-6D2B-0B69-673168DC0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3C387-D980-4DA1-5EB4-67F4229F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72204-3A89-4F9E-9420-7BD295BB77C0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EC2B3-011A-BE05-0DC9-3E922F1C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3F1AD-A5C5-F68E-A3DD-1CE758C4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37678-80A6-6A0B-3DDE-B639CEA14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6B478-ED4C-C51C-DC62-60E1799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E837B-992B-74B9-76E5-5663BCE20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8F037-1FFE-4E31-AFC3-C2835CD66387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AE4CE-6D53-2270-E68B-A508FA930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93A08-379F-483B-AD40-A47EA91A4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EB5DE-E33F-4B6E-A72E-167983A8F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77F85-0AF9-828E-0CA4-2F825513D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#152 Safely Through Another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5B6E1-815D-FC01-AEE2-91FC9B7B4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1" dirty="0">
                <a:solidFill>
                  <a:srgbClr val="222222"/>
                </a:solidFill>
                <a:effectLst/>
              </a:rPr>
              <a:t>1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Safely through another week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 has brought us on our way;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us now a blessing seek,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waiting in his courts today;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day of all the week the best,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emblem of eternal rest.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D317-74C3-9F6C-E800-BAF378F4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4509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F86FD-86D9-ED9A-B911-635E2AF06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While we pray for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pard'ning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grace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through the dear Redeemer's name,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show thy reconciled face;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away our sin and shame;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from our earthly cares set free,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we rest this day in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8FCF6-8545-481B-E399-781C63AF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4363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BB7B-860E-A502-7C4D-0B7274B3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Here we come thy name to praise;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us feel thy presence near;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thy glory meet our eyes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while we in thy house appear;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here afford us, Lord, a taste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our everlasting feast.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7EE69-BA62-737E-A40A-53B39206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17671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32D6B-EBBE-D21A-3FF9-B3FD07A3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0EB4-5CDC-71F0-9A51-D164D5ACD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May thy gospel's joyful sound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conquer sinners, comfort saints;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may the fruits of grace abound,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bring relief for all complaints;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thus may all our Sabbaths prove,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'til we join the church above.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4F1C-ACCF-48F4-BA17-493BAECE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0573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#152 Safely Through Another Week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#152 Safely Through Another Week</dc:title>
  <dc:creator>Neil Tuininga</dc:creator>
  <cp:lastModifiedBy>Neil Tuininga</cp:lastModifiedBy>
  <cp:revision>2</cp:revision>
  <dcterms:created xsi:type="dcterms:W3CDTF">2022-09-18T02:48:38Z</dcterms:created>
  <dcterms:modified xsi:type="dcterms:W3CDTF">2022-09-18T02:54:25Z</dcterms:modified>
</cp:coreProperties>
</file>