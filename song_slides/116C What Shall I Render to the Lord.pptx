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B634D-651B-4844-92DC-4B0B8000B270}" type="datetimeFigureOut">
              <a:rPr lang="en-CA" smtClean="0"/>
              <a:t>2022-07-08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AF87C-F6B9-4B5D-A4FD-D99CA8EB40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3838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2C430-F620-4225-888F-2456A2267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1FD71-B2A7-4AC1-9B55-685C7C329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86D53-6984-437A-86CD-1AACA4384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C6F8-1C17-4061-83F3-EA200C542F2D}" type="datetime1">
              <a:rPr lang="en-CA" smtClean="0"/>
              <a:t>2022-07-08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6B427-9153-4356-9043-3CA64955E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5E4DB-2D5E-43BF-8A90-8F15C2F2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C639-2843-46CA-A532-9B36833BA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1344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C2B5F-2576-42BB-A36E-AC8B23F3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D4D17-508D-4AE3-8368-B998DCAC1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48DDE-ADA9-4291-B618-266D73A2C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D7451-65DA-44ED-A04D-C126BE1ED1E5}" type="datetime1">
              <a:rPr lang="en-CA" smtClean="0"/>
              <a:t>2022-07-08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3D0A5-6F1E-4B7F-9089-C0DC7A76D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9BBB9-11D7-4B80-9CF7-BF86CD4B5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C639-2843-46CA-A532-9B36833BA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5559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BB0D0-6B63-4F10-9175-23A22CCAF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9E522-45BF-488F-85FF-E253C7DA5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C2CE1-F0DD-4F34-A6DF-EA8C4DBB8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4906D-42EC-4DDA-B288-7E92DF17E19E}" type="datetime1">
              <a:rPr lang="en-CA" smtClean="0"/>
              <a:t>2022-07-08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CABEA-0C16-47B6-BF5B-F910A947C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55C63-3591-46DA-959F-7A0AE760C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C639-2843-46CA-A532-9B36833BA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0817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C0F5E-C37B-4C56-8984-47C3290F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7EBFD-0784-4E6D-896B-AF6E0C95C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F8825E-4164-4FB1-B937-9C714F6F7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BE5E6-30B4-43F2-BA22-E8515E1F8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5E46-78CD-4782-AD81-C221963D8A08}" type="datetime1">
              <a:rPr lang="en-CA" smtClean="0"/>
              <a:t>2022-07-08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302FF-A513-4B26-9578-D9CA1EC9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D0A97-4FA3-485F-81A8-F7EEFE19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C639-2843-46CA-A532-9B36833BA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0555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53FB-9937-4907-8A4F-E95B5BB50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A0E1A-0965-4E3F-BA01-81B078DF9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A3980-A92F-40D3-B1AE-22186993D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F40644-97F1-492B-9398-A8D66788D0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630C9A-9F10-47BA-A939-F2D956001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53C389-6B1E-4596-9FC4-B42EB6E02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154B-2B8A-4904-93AF-E35E47B1410F}" type="datetime1">
              <a:rPr lang="en-CA" smtClean="0"/>
              <a:t>2022-07-08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5BBF50-4E27-4279-B50E-271351AA9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858189-8EAC-4C2D-BB08-9C5101F87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C639-2843-46CA-A532-9B36833BA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9158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BA105-2C2D-4F0B-B940-CC976961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BFA294-849A-4662-AC7D-199246254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0252-4A99-4EFF-8C23-EB3ED5FCB4CB}" type="datetime1">
              <a:rPr lang="en-CA" smtClean="0"/>
              <a:t>2022-07-08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B16E4C-39FA-47E9-92B5-EA63ACAE7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6B90C-C919-4AF3-A9E6-2400E510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C639-2843-46CA-A532-9B36833BA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4988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70CB8A-5EA5-45D0-99C8-87C2568F4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91EB-78AE-4EB6-A69A-479C7A112F66}" type="datetime1">
              <a:rPr lang="en-CA" smtClean="0"/>
              <a:t>2022-07-08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D9C11A-B6B5-4E23-A5C7-CB833C88E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64E7-3ECE-4C16-8F66-67483F738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C639-2843-46CA-A532-9B36833BA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1684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699F4-BE77-43DB-8BCF-43927D2E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D9106-3953-47B4-A153-1596312F9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57A61E-525D-4C9C-AD23-A327311C4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4C18E-1D87-42C6-9E20-F3DA3CA5E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C059D-FE6F-4553-A43B-DFBB91FC5BC3}" type="datetime1">
              <a:rPr lang="en-CA" smtClean="0"/>
              <a:t>2022-07-08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4C41F-B706-40C6-9AE6-9E14310D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C8218-C122-4681-950E-0754950E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C639-2843-46CA-A532-9B36833BA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5172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EA2CE-0506-4EC1-8327-A57148E92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664E59-E7EA-42EE-A1DD-6F56501AFB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8B96A-8573-4E79-80B9-B2361C5EF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CA452-E7A9-4DBE-8D78-6F33D89AE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4BC4-E896-40E2-B8B7-208A41E86AAB}" type="datetime1">
              <a:rPr lang="en-CA" smtClean="0"/>
              <a:t>2022-07-08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C436D-91C2-4217-8716-5C8CDA066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D32C5-CF40-449D-A3F9-08765AA6B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C639-2843-46CA-A532-9B36833BA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6306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E5DA-7D5C-4EB7-9FB8-341FFDA5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55C78-27C0-412A-8B90-17806AC5B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5E59F-6CF1-4EB6-87A2-1F522D2DB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86BDC-6EB0-4A88-B62A-2131121D87B0}" type="datetime1">
              <a:rPr lang="en-CA" smtClean="0"/>
              <a:t>2022-07-08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7EE99-D65B-4F7B-AC29-55B0ECE07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53998-31A1-425A-B1C5-FBBD05F55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C639-2843-46CA-A532-9B36833BA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163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9593D7-E3CA-4C95-9163-E13C199A49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8F465-D50B-4918-8A81-051207091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E2891-2EC2-4086-AC1E-9BDDB56EA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EDAD3-6990-405C-B97C-7E5E2037A990}" type="datetime1">
              <a:rPr lang="en-CA" smtClean="0"/>
              <a:t>2022-07-08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11C8A-17BC-4293-BB2C-1E3ADBB8C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2C4C2-3E53-43BD-AF51-670EDAA6C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C639-2843-46CA-A532-9B36833BA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620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FB4883-C857-4272-8EAB-98589D613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26025-81CD-4A50-9B7E-1621461A3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9C4D1-60F9-4B00-ABEF-2579168AA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5F162-F7D2-4E40-A234-A194D05917FC}" type="datetime1">
              <a:rPr lang="en-CA" smtClean="0"/>
              <a:t>2022-07-08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F4861-46F9-4793-A067-2D41BE331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C8734-C373-4990-82BC-73C102B71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CC639-2843-46CA-A532-9B36833BA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188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2AC6D3-EC05-4E7E-A152-A0980B394801}"/>
              </a:ext>
            </a:extLst>
          </p:cNvPr>
          <p:cNvSpPr txBox="1"/>
          <p:nvPr/>
        </p:nvSpPr>
        <p:spPr>
          <a:xfrm>
            <a:off x="814387" y="247650"/>
            <a:ext cx="10563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#116C What Shall I Render to the Lord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CECC3-E675-4B11-A937-6AEF875A21F1}"/>
              </a:ext>
            </a:extLst>
          </p:cNvPr>
          <p:cNvSpPr txBox="1"/>
          <p:nvPr/>
        </p:nvSpPr>
        <p:spPr>
          <a:xfrm>
            <a:off x="1847849" y="2521059"/>
            <a:ext cx="84963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What shall I render to the Lord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all his benefits to me?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shall my soul, by grace restored,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give worthy thanks, O Lord, to thee?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CEB262-9CD5-A327-88FC-7B0296D9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2127546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8570B4-865F-4121-B96B-0D767A3BD44D}"/>
              </a:ext>
            </a:extLst>
          </p:cNvPr>
          <p:cNvSpPr txBox="1"/>
          <p:nvPr/>
        </p:nvSpPr>
        <p:spPr>
          <a:xfrm>
            <a:off x="1600200" y="2521059"/>
            <a:ext cx="8991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Salvation's cup of blessing now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take, and call upon God's name;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his saints I pay my vow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here my gratitude proclaim.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3E362-3864-C227-164D-C2F890E94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3729025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8570B4-865F-4121-B96B-0D767A3BD44D}"/>
              </a:ext>
            </a:extLst>
          </p:cNvPr>
          <p:cNvSpPr txBox="1"/>
          <p:nvPr/>
        </p:nvSpPr>
        <p:spPr>
          <a:xfrm>
            <a:off x="1488057" y="2357158"/>
            <a:ext cx="8991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His saints the Lord delights to save,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Their death is precious in his sight,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has redeemed me from the grace,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And in his service I delight.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B4C3C2-7EF0-DF95-5D54-80B016CD8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3878957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90CDF3-6B60-4A85-8A9D-4AADA7BDFFB5}"/>
              </a:ext>
            </a:extLst>
          </p:cNvPr>
          <p:cNvSpPr txBox="1"/>
          <p:nvPr/>
        </p:nvSpPr>
        <p:spPr>
          <a:xfrm>
            <a:off x="1981200" y="2521059"/>
            <a:ext cx="8229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With thankful heart I offer now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gift, and call upon God's name;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his saints I pay my vow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here my gratitude proclaim.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B9E468-2E6A-1FCF-60C0-01006E1B3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1925998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EC79AC-18A0-47D8-8F81-6EBCEA3F9586}"/>
              </a:ext>
            </a:extLst>
          </p:cNvPr>
          <p:cNvSpPr txBox="1"/>
          <p:nvPr/>
        </p:nvSpPr>
        <p:spPr>
          <a:xfrm>
            <a:off x="1457325" y="2521059"/>
            <a:ext cx="9277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Within his house, the house of prayer,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dedicate myself to God;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all his saints his grace declare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join to sound his praise abroad.</a:t>
            </a:r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552C81-45B6-B8B2-8860-DB981C11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156532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197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3</cp:revision>
  <dcterms:created xsi:type="dcterms:W3CDTF">2021-05-14T21:45:24Z</dcterms:created>
  <dcterms:modified xsi:type="dcterms:W3CDTF">2022-07-08T15:29:58Z</dcterms:modified>
</cp:coreProperties>
</file>