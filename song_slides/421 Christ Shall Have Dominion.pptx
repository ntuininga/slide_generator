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88" r:id="rId2"/>
    <p:sldId id="589" r:id="rId3"/>
    <p:sldId id="590" r:id="rId4"/>
    <p:sldId id="59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FE68-A572-4D67-B021-FCB44C6E3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B18DD-A749-4F5B-A0B6-111C6582E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CAEB9-0D2A-4514-9DA0-05858000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EC2BA-E030-40F9-8CD1-D41AD98D40C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76DC8-B534-403F-BE94-CA1A5D7F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BF8CB-574A-47A6-ADA2-73D8F28A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0711D-7ACF-4857-951B-F5DEA498A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99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6D48-171D-4E09-A698-9B44947FE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27DF1-BF4E-4BF8-B9FD-51B66DEC8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F59F1-F175-4213-8432-849DD5093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EC2BA-E030-40F9-8CD1-D41AD98D40C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97179-4092-472E-8841-6038000E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6AD09-01BA-454D-962D-41DA0D7D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0711D-7ACF-4857-951B-F5DEA498A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7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C52D-F293-44AF-AAE3-4B1EB7C2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786DA-7F07-42F6-8C92-5B732B7DE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B13F8-3907-401B-BAA1-2ADA04F5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EC2BA-E030-40F9-8CD1-D41AD98D40C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DD191-938F-4EB3-A4F1-B11C9111D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0C1E1-3B07-4DC4-95F4-49CE9374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0711D-7ACF-4857-951B-F5DEA498A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1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7124-DDFC-403B-8F3D-DD7DFA28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E2E41-8C00-4A2E-A94B-731136D9B0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28F11-2202-41DB-A029-B7E569BBA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9FFE3-05DA-4992-B51D-E48D1B2BF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EC2BA-E030-40F9-8CD1-D41AD98D40C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DD1E4-B363-40A6-A62A-18C06D8E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7789E-2024-4841-B01B-1A2EDC863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0711D-7ACF-4857-951B-F5DEA498A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50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30E7-41E9-4C45-BDC8-1D97A978F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2C63E-A1FB-468C-A973-94F3C1CC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3C1D2-AF35-47D9-A7F1-9A78D0088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B70E2-700E-4FBD-80E2-7F15561EC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AA6722-41F6-4B65-BCEF-A90F6C4AE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8D9494-1698-4C9B-9B84-37A40F07C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EC2BA-E030-40F9-8CD1-D41AD98D40C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E7E654-940C-4A17-9D91-549FA470A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942FB8-09AB-4FAD-8843-805A9705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0711D-7ACF-4857-951B-F5DEA498A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5ECD2-49BD-42E6-B3DB-A77F5E14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32930-E3A9-4E75-AB1E-39DA98CC5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EC2BA-E030-40F9-8CD1-D41AD98D40C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F318E-F9D2-4930-85A3-18CA3EEB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CEBEF-733A-4A1B-9240-6FAAF9C39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0711D-7ACF-4857-951B-F5DEA498A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35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103796-7C99-4E8D-83DD-1DE0B893C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EC2BA-E030-40F9-8CD1-D41AD98D40C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72D15D-E2E2-4B0E-895C-489D82F3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D602F-C4D3-4ED5-B3A1-B3A767B5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0711D-7ACF-4857-951B-F5DEA498A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3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1FC2-2E8F-4ECB-99FE-C00628F12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B4F6A-D2B6-4096-92FD-60F6E9822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A9120-4B92-4488-9DC8-546611C0F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401FB-E56D-44C7-9AC8-EE5147DA8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EC2BA-E030-40F9-8CD1-D41AD98D40C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41051-977D-4A5E-A841-C97855CB6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86C8E-1A5C-462D-BD4F-EE830421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0711D-7ACF-4857-951B-F5DEA498A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4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41BD-2D69-4318-B705-034ED67E2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E3D9BA-0680-4D72-B939-CC60105D1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7D214-F80C-4314-A2B4-BE2132AE3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6A344-F22D-4780-B084-4BA62430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EC2BA-E030-40F9-8CD1-D41AD98D40C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90F6C-4268-44B1-9E13-7336FAC6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02E30-1130-4362-BE58-7A7BD7FA9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0711D-7ACF-4857-951B-F5DEA498A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73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45910-BB04-4E97-A8BE-1B32051FE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CD9B4-84AD-4A3D-A4E0-2E313B187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92EAC-31FF-48F9-AB8D-E80F1C1BD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EC2BA-E030-40F9-8CD1-D41AD98D40C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4BFB6-BF76-48EB-92AE-7EE0FA24F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C71AD-5DC0-4A9F-928F-213D8496A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0711D-7ACF-4857-951B-F5DEA498A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71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CD89AF-0EE4-48F3-B5C9-460F890A8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1ECB88-646D-4DC8-B38E-2C3D75C99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2E91E-C4D7-4462-916E-A19F4216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EC2BA-E030-40F9-8CD1-D41AD98D40C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161ED-65FF-4CD8-8CE7-10E0C896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F31AF-D446-4747-84AF-16611763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0711D-7ACF-4857-951B-F5DEA498A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1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FB0A0F-34BD-405E-B2C8-D8B920474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3013B-9E76-48AD-B8FF-D97BF3245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EDA5-880C-4245-AE77-EEF7CE6E6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EC2BA-E030-40F9-8CD1-D41AD98D40C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87A9F-694C-4897-B7D5-75CB9EF54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E9D74-83AB-47C7-99BA-9766FBEC8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0711D-7ACF-4857-951B-F5DEA498A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7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#421 Christ Shall Have Dominion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Christ shall have dominion over land and sea,</a:t>
            </a:r>
          </a:p>
          <a:p>
            <a:pPr algn="ctr"/>
            <a:r>
              <a:rPr lang="en-US" sz="2800" dirty="0"/>
              <a:t>earth's remotest regions shall his empire be;</a:t>
            </a:r>
          </a:p>
          <a:p>
            <a:pPr algn="ctr"/>
            <a:r>
              <a:rPr lang="en-US" sz="2800" dirty="0"/>
              <a:t>they that wilds inhabit shall their worship bring,</a:t>
            </a:r>
          </a:p>
          <a:p>
            <a:pPr algn="ctr"/>
            <a:r>
              <a:rPr lang="en-US" sz="2800" dirty="0"/>
              <a:t>kings shall render tribute, nations serve our King.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algn="ctr"/>
            <a:r>
              <a:rPr lang="en-US" sz="2800" dirty="0"/>
              <a:t>Christ shall have dominion over land and sea,</a:t>
            </a:r>
          </a:p>
          <a:p>
            <a:pPr algn="ctr"/>
            <a:r>
              <a:rPr lang="en-US" sz="2800" dirty="0"/>
              <a:t>earth's remotest regions shall his empire be.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686075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2. </a:t>
            </a:r>
            <a:r>
              <a:rPr lang="en-US" dirty="0"/>
              <a:t>When the needy seek him, he will mercy show;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yea, the weak and helpless shall his pity know;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 will surely save them from oppression's might,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 their lives are precious in his holy sight</a:t>
            </a:r>
            <a:r>
              <a:rPr lang="en-CA" dirty="0"/>
              <a:t>.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marL="0" indent="0" algn="ctr">
              <a:buNone/>
            </a:pPr>
            <a:r>
              <a:rPr lang="en-US" sz="2800" dirty="0"/>
              <a:t>Christ shall have dominion over land and sea,</a:t>
            </a:r>
          </a:p>
          <a:p>
            <a:pPr marL="0" indent="0" algn="ctr">
              <a:buNone/>
            </a:pPr>
            <a:r>
              <a:rPr lang="en-US" sz="2800" dirty="0"/>
              <a:t>earth's remotest regions shall his empire be.</a:t>
            </a:r>
            <a:endParaRPr lang="en-CA" sz="28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783145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3. </a:t>
            </a:r>
            <a:r>
              <a:rPr lang="en-US" dirty="0"/>
              <a:t>Ever and forever shall his name endure;</a:t>
            </a:r>
            <a:br>
              <a:rPr lang="en-US" dirty="0"/>
            </a:br>
            <a:r>
              <a:rPr lang="en-US" dirty="0"/>
              <a:t>long as suns continue it shall stand secure;</a:t>
            </a:r>
            <a:br>
              <a:rPr lang="en-US" dirty="0"/>
            </a:br>
            <a:r>
              <a:rPr lang="en-US" dirty="0"/>
              <a:t>and in him forever all men shall be blest,</a:t>
            </a:r>
            <a:br>
              <a:rPr lang="en-US" dirty="0"/>
            </a:br>
            <a:r>
              <a:rPr lang="en-US" dirty="0"/>
              <a:t>and all nations hail him King of kings confessed</a:t>
            </a:r>
            <a:r>
              <a:rPr lang="en-CA" dirty="0"/>
              <a:t>.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marL="0" indent="0" algn="ctr">
              <a:buNone/>
            </a:pPr>
            <a:r>
              <a:rPr lang="en-US" sz="2800" dirty="0"/>
              <a:t>Christ shall have dominion over land and sea,</a:t>
            </a:r>
          </a:p>
          <a:p>
            <a:pPr marL="0" indent="0" algn="ctr">
              <a:buNone/>
            </a:pPr>
            <a:r>
              <a:rPr lang="en-US" sz="2800" dirty="0"/>
              <a:t>earth's remotest regions shall his empire be.</a:t>
            </a:r>
            <a:endParaRPr lang="en-CA" sz="28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74050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4. </a:t>
            </a:r>
            <a:r>
              <a:rPr lang="en-US" dirty="0"/>
              <a:t>Unto God Almighty joyful Zion sings;</a:t>
            </a:r>
            <a:br>
              <a:rPr lang="en-US" dirty="0"/>
            </a:br>
            <a:r>
              <a:rPr lang="en-US" dirty="0"/>
              <a:t>he alone is glorious, doing wondrous things.</a:t>
            </a:r>
            <a:br>
              <a:rPr lang="en-US" dirty="0"/>
            </a:br>
            <a:r>
              <a:rPr lang="en-US" dirty="0"/>
              <a:t>Evermore, ye people, bless his glorious name,</a:t>
            </a:r>
            <a:br>
              <a:rPr lang="en-US" dirty="0"/>
            </a:br>
            <a:r>
              <a:rPr lang="en-US" dirty="0"/>
              <a:t>his eternal glory through the earth proclaim</a:t>
            </a:r>
            <a:r>
              <a:rPr lang="en-CA" dirty="0"/>
              <a:t>.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i="1" dirty="0"/>
              <a:t>Refrain</a:t>
            </a:r>
            <a:r>
              <a:rPr lang="en-US" sz="2800" dirty="0"/>
              <a:t>:</a:t>
            </a:r>
          </a:p>
          <a:p>
            <a:pPr marL="0" indent="0" algn="ctr">
              <a:buNone/>
            </a:pPr>
            <a:r>
              <a:rPr lang="en-US" sz="2800" dirty="0"/>
              <a:t>Christ shall have dominion over land and sea,</a:t>
            </a:r>
          </a:p>
          <a:p>
            <a:pPr marL="0" indent="0" algn="ctr">
              <a:buNone/>
            </a:pPr>
            <a:r>
              <a:rPr lang="en-US" sz="2800" dirty="0"/>
              <a:t>earth's remotest regions shall his empire be.</a:t>
            </a:r>
            <a:endParaRPr lang="en-CA" sz="28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5880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#421 Christ Shall Have Dominion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#421 Christ Shall Have Dominion</dc:title>
  <dc:creator>Eric Hoogendoorn</dc:creator>
  <cp:lastModifiedBy>Eric Hoogendoorn</cp:lastModifiedBy>
  <cp:revision>1</cp:revision>
  <dcterms:created xsi:type="dcterms:W3CDTF">2022-04-02T23:36:26Z</dcterms:created>
  <dcterms:modified xsi:type="dcterms:W3CDTF">2022-04-02T23:36:49Z</dcterms:modified>
</cp:coreProperties>
</file>