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0191-E5A3-45F7-AA3D-EC8B15822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C78B1-A4F0-4587-985A-754B6BD9F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349A-7281-4A8B-ABB5-3584DBFE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DF54F-845E-48CE-BB40-356C18F08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CBBB5-1672-49EC-85CF-1C0D7579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4982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57B4-ACFC-4F32-BFA1-228DB019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CD87B-97DE-4C06-90AB-1D6BC64F0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66A38-FA12-4F35-A4C2-199695D1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5A869-7427-49EB-99FB-F6CE6C1A3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06091-B0DE-4A9B-A6B7-D9D40C468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947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FFC4-EDA1-4598-8E02-0E7BF3AD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5A4EF-7280-401B-BB61-B779D645E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DEE8D-475F-43AA-962A-6727B199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529C5-66AA-4BE1-BD03-31CEE7E0C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94137-276C-4E28-8E6E-1C4280621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0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A9000-3B7A-41F9-A22B-306BCB50C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AFDD7-27FF-40F7-9DEB-7FE0645C20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24C49A-1BA0-465E-8459-3C704E91E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0BFC2-5F11-4F58-B173-3CD2864CC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D7503-83F1-4925-BA44-E05032FDB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007D79-CFFF-4C8A-8088-2C403DBF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1033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93DE5-519E-47F4-BA12-CEBC2CA91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DA6B8-FE3A-48A0-AD0A-8DD5FBCB7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C5445-FCFA-494A-AE50-25CFAE4E2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FDC3CF-5068-4C1D-ACF4-AE93A71F2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A3AFF-5980-443C-92C9-EFF0D7EB68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42587-F5C5-41BB-B120-7A055D68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E23F17-7399-4AE8-9EBA-E518F8AC2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2369E-BA65-4686-8C89-7052105B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94046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73491-4580-400C-A89B-6ACDCF241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5DD61-54D0-47E3-9873-1CB316BB4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D3A97-FC83-4FB7-8F36-D523BF0EA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D1A3F-9A12-4387-A758-89C74277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4512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BB86F9-AC70-48FB-812D-7F2544B2E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5CA674-D8CC-4FB1-97DA-672CCA7A3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2F4EE-A03A-4AED-A61A-D3706EC3C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3198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488D5-544D-4E07-ACA1-8BCEC6467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B2C94-6E92-4444-8CFE-F14FEABDB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F6D67-6124-4D71-8A0D-4765BB4E4C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5760F-E2D9-43C2-B8BB-6ABF1B2FF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34F18-81BD-40ED-B42F-72642EBAC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D50EC-D4EE-4BB2-A9A2-1B68ADE4E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1891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E7472-2138-4825-8269-BA6AAE340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D56563-A8DB-4173-80F3-195C29324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E95AD1-298D-435A-9DAA-412B3E056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E61B7-4DCE-48D7-82C3-957EA9429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E36E6-E979-4CAE-BA8B-5CDACDF3E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DDB6-AA9F-4043-B738-36620E9F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53287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1585-B6CF-4F17-ADF7-0CAC251F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F2ECD-02C0-4DF1-AE71-64A5CC6BDC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EE26B2-EBC3-4FA1-9DB0-BE03B786B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52583-533D-49EF-9315-6BA9795CE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45CFE-84F9-4EDB-BA59-5F91CD96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158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0ABF2D-024A-44F6-9A5D-B08E415C4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4D356C-B84E-4466-9184-F6463D50C8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2CDCC-7D47-482E-AB08-6EAD40047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AC44-090B-47D4-BFD5-A23ED7E58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7778C-C974-4B0A-B74B-A02F784B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310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CC92C6-374D-49BC-A82D-384852354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980EA-1D41-43F2-A89E-05F01A74E6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F5CE3-86F7-452D-85E2-F4B1B1B3FF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22757-BCA8-447A-AB0A-B85EB3A901AC}" type="datetimeFigureOut">
              <a:rPr lang="en-CA" smtClean="0"/>
              <a:t>2021-04-24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65E2E-12AB-4327-B282-0B10AD3A0A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F54BA-6D7A-4F31-A4CB-02ED81CD8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F3685-D33A-473A-A3D4-4CE0E78737F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358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DEDE56-13D9-443C-A188-4681D66A32A3}"/>
              </a:ext>
            </a:extLst>
          </p:cNvPr>
          <p:cNvSpPr txBox="1"/>
          <p:nvPr/>
        </p:nvSpPr>
        <p:spPr>
          <a:xfrm>
            <a:off x="733425" y="209550"/>
            <a:ext cx="10725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#162 Lord Jesus Christ, Be Present Now</a:t>
            </a: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63BFFC-256E-40B8-A980-2691B50AC3ED}"/>
              </a:ext>
            </a:extLst>
          </p:cNvPr>
          <p:cNvSpPr txBox="1"/>
          <p:nvPr/>
        </p:nvSpPr>
        <p:spPr>
          <a:xfrm>
            <a:off x="1762125" y="2521059"/>
            <a:ext cx="8667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Lord Jesus Christ, be present now,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hearts in true devotion bow,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your Spirit send with grace divine,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let your truth within us shine.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013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494F40-2A46-4E91-8247-514E42677512}"/>
              </a:ext>
            </a:extLst>
          </p:cNvPr>
          <p:cNvSpPr txBox="1"/>
          <p:nvPr/>
        </p:nvSpPr>
        <p:spPr>
          <a:xfrm>
            <a:off x="2176462" y="2689118"/>
            <a:ext cx="7839075" cy="1479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Unseal our lips to sing your praise,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our souls to you in worship raise,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strong our faith, increase our light,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we may know your name aright.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9855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DA9E29-4D2C-4C91-9ECC-9F257A061BB8}"/>
              </a:ext>
            </a:extLst>
          </p:cNvPr>
          <p:cNvSpPr txBox="1"/>
          <p:nvPr/>
        </p:nvSpPr>
        <p:spPr>
          <a:xfrm>
            <a:off x="2100262" y="2689118"/>
            <a:ext cx="7991475" cy="1479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Until we join the hosts that cry,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"Holy are you, O Lord Most High!"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the light of that blest place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fore'er behold you face to face.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390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46F2CC-2172-4898-877C-108CF282E244}"/>
              </a:ext>
            </a:extLst>
          </p:cNvPr>
          <p:cNvSpPr txBox="1"/>
          <p:nvPr/>
        </p:nvSpPr>
        <p:spPr>
          <a:xfrm>
            <a:off x="1985962" y="2521059"/>
            <a:ext cx="82200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Glory to God the Father, Son,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Holy Spirit, Three in One!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you, O blessed Trinity,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praise throughout eternity!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3697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2021-04-24T18:00:09Z</dcterms:created>
  <dcterms:modified xsi:type="dcterms:W3CDTF">2021-04-24T18:02:01Z</dcterms:modified>
</cp:coreProperties>
</file>