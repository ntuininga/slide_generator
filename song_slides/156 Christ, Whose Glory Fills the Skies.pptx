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39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8E1C-7AE6-499A-BCEF-4EF21A27F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6DF9C-BBA8-47FF-B440-D9AE5DD9B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E8265-F629-4B01-A324-D48BF6272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D29-1291-4745-9DE0-3ACCE70E656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B5301-5624-4120-A9BF-30C1572CB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CCD2E-0BBD-4561-B931-80B44C91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AD38-5EB3-43C6-9A9D-B3A4C300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90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1FF4D-A348-4B3D-AC8D-69E9528F5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B742E-56C0-45EA-BC6C-405415D7E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9A8BB-30F4-410B-8E81-FE0330C64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D29-1291-4745-9DE0-3ACCE70E656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0A737-47B6-4A77-A454-1915ECC5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6E7B7-8B15-4269-AD18-56954C0A5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AD38-5EB3-43C6-9A9D-B3A4C300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49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E749E-E964-4B8A-A63B-F4C01B802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D6CB1-1EF8-4504-912E-0EFD8F667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1C408-7C86-40E9-9D38-B4B91821E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D29-1291-4745-9DE0-3ACCE70E656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02607-B560-4C2F-AD1C-BCD4FBF7B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7CDD4-D6F4-4CA0-8F68-D5632301D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AD38-5EB3-43C6-9A9D-B3A4C300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5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0CC5E-BDD7-430A-88C2-CBBCBC33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824DE-2793-4190-9696-C0122139C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D8057-8857-4F9E-895B-040785565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01253-6C88-43CB-B802-53411A615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D29-1291-4745-9DE0-3ACCE70E656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98FA7-EDDC-4404-8E0B-496CA293A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EB65F-32A7-4AEA-A4B1-5CC73EF56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AD38-5EB3-43C6-9A9D-B3A4C300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54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7B4A-4713-42D8-952F-540E14A1D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20B25-CDC9-41F8-AA63-D14804550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04BE3-E8F2-475F-B4E8-B3F5C1B53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45E97-160B-4E67-9BED-F9766983D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4A1F6D-56D2-48C1-A4B7-44499A394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5A583D-53DD-4D3B-8B2E-25F7A1FA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D29-1291-4745-9DE0-3ACCE70E656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CC35A0-2E41-4281-9FF8-1280F4C96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18BB1-9CFC-4E80-A700-10214F8B8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AD38-5EB3-43C6-9A9D-B3A4C300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7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B410-CFC4-4059-B382-BCE39D4C9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532EC2-2C0F-402E-8138-60A17B35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D29-1291-4745-9DE0-3ACCE70E656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9A4E8-66DD-4413-AA58-7DC85917A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F94CE-F11B-4BB3-A0F2-1D9026EE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AD38-5EB3-43C6-9A9D-B3A4C300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68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75D3DD-CAB1-40BF-AF13-68A2A91F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D29-1291-4745-9DE0-3ACCE70E656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068FB-4778-46D8-BD41-4B7AFE40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C0B2D-A10C-4C68-AD3D-F9645DB4E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AD38-5EB3-43C6-9A9D-B3A4C300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4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6A3B-22FE-4849-BEEF-B380F19AC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D31C1-472B-4229-9637-D7E758362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62059-D87C-4083-AE6F-8F7F0C9DC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71F54-7EB7-46BB-9AF8-4E91A7A4F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D29-1291-4745-9DE0-3ACCE70E656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DEA89-2EAB-4EC2-A0EA-544C3A53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63596-3C16-4C1A-9804-E2F0DBF2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AD38-5EB3-43C6-9A9D-B3A4C300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00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C1839-1B77-46F6-AF7A-D2D0F8608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85F343-50FF-4CC9-A00E-A6297B6278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B3432-4B17-438C-B8CD-316DF6A03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60A56-17D7-4D3E-9EEB-061ACE9A3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D29-1291-4745-9DE0-3ACCE70E656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D1687-01C3-4551-8823-426656E2E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8D091-552A-4781-81A5-195E6797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AD38-5EB3-43C6-9A9D-B3A4C300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16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B8379-0607-4590-AE35-2A9106907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D69D4-0CA9-45C1-82EB-E22297C29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02038-C4C9-4039-A06B-C5BBA4C0D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D29-1291-4745-9DE0-3ACCE70E656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3FDBE-2CBA-491F-9827-F133B9B1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F8E64-67AD-4AC7-AD7B-B6A16697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AD38-5EB3-43C6-9A9D-B3A4C300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8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F669F8-08F1-410B-97EF-BC707BEB41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D6FC2-B67F-4CAD-A799-05C5AA7F0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1416F-8E7D-40B9-B49F-2A6F3DD39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D29-1291-4745-9DE0-3ACCE70E656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376D6-0661-4045-9C3A-77AE6A80C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C5403-50AD-4C55-8B6D-9CD541EF4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AD38-5EB3-43C6-9A9D-B3A4C300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70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E39284-18B2-42B7-9DCD-60DC89D25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5B5A1-32F6-4142-BF39-C5E10D099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A112D-271E-4528-B6D6-7B52C1863F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2CD29-1291-4745-9DE0-3ACCE70E656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48900-9DBA-47CD-84BD-02F5A9FC5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48D39-7F59-4A81-8C7D-678D76E88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DAD38-5EB3-43C6-9A9D-B3A4C300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15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26776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Christ, whose glory fills the skies,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Christ, the true, the only Light,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Sun of Righteousness, arise,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triumph o'er the shades of night;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Dayspring from on high, be near;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Daystar, in my heart appear.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#156 Christ, Whose Glory Fills the Skies</a:t>
            </a: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349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2. Dark and cheerless is the morn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unaccompanied by thee;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joyless is the day's return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'til thy mercy's beams I see;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'til they inward light impart,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glad my eyes, and warm my heart.</a:t>
            </a:r>
            <a:br>
              <a:rPr lang="en-US" sz="2800" dirty="0">
                <a:solidFill>
                  <a:srgbClr val="222222"/>
                </a:solidFill>
              </a:rPr>
            </a:br>
            <a:endParaRPr lang="en-US" sz="2800" dirty="0">
              <a:solidFill>
                <a:srgbClr val="222222"/>
              </a:solidFill>
            </a:endParaRPr>
          </a:p>
          <a:p>
            <a:br>
              <a:rPr lang="en-US" sz="2800" dirty="0"/>
            </a:b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06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348A40-1E0A-4800-9CA7-EE8D4AB5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B831C0-DE4C-4B6B-85DA-1FF15F62609B}"/>
              </a:ext>
            </a:extLst>
          </p:cNvPr>
          <p:cNvSpPr txBox="1"/>
          <p:nvPr/>
        </p:nvSpPr>
        <p:spPr>
          <a:xfrm>
            <a:off x="1943100" y="2090172"/>
            <a:ext cx="8305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Visit, then, this soul of mine;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pierce the gloom of sin and grief;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fill me, Radiancy divine;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scatter all my unbelief;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more and more thyself display,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shining to the perfect day.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80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2020-12-29T22:40:30Z</dcterms:created>
  <dcterms:modified xsi:type="dcterms:W3CDTF">2020-12-29T22:40:54Z</dcterms:modified>
</cp:coreProperties>
</file>