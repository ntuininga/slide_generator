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E7884-5E59-44E9-B0BF-DDFFD5F19D4D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59F0F-ED77-416D-A5B5-3CD70745D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07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83CA-18D5-3308-1DE1-0E3A99EC5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28172-6A5C-C9B3-689A-78224DBE0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D869C-2F77-FD84-8287-76D7546A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0C62B-A813-4559-94D8-32046D510653}" type="datetime1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81385-F537-5C99-BF4E-96F6B10AC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D3AA8-20DB-CD10-490C-625D1922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DFDFD-A493-4DD8-61D7-04636737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FF3E-1FDD-AD1C-5606-A9848DCA3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40241-359A-AA3B-C43E-C644E461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D1F47-AEA5-443D-90D8-E0D241234F11}" type="datetime1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4A85-7C2F-2A8C-909A-4CC3A1F7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8A83C-0A2F-52D9-0D24-D335C2A8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5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9162-1F8C-1C79-24C3-2F28040F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81BD3-6A9F-F730-E3A7-A6452562B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25529-E5F8-B790-2861-80C5C724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D2A2C-E1E4-4C96-A8C9-16D4AF3CDDB4}" type="datetime1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424A0-C7B2-1F83-C8E1-435043F45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45621-E87F-CD7B-63B1-61ABD8ED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9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ED45-7F23-9D7E-231E-B825DE92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47162-C7FA-AA08-9580-F586F6BE9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DF65B-564A-D5A8-B2C1-3B49FD01B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098D9-A747-79B8-83E8-41C46B9F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E5FF-5D8F-4500-80CE-6E2AE0E51E9C}" type="datetime1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36CF9-4D58-E54E-BD93-A5D28381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7EC96-C5D0-D11E-4E87-A6BD13A7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5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D64C-FAA2-819D-C5C3-30CC9072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7544A-BD5A-4FB8-219F-A2C61E06C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034C6-FD22-7AFA-8918-2B177D0E7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4DC5F-1AAE-698C-44AE-3F7559AA2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42DCF-710F-F9F8-1805-B56196627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4FA9FB-D7C4-350C-E812-35AD88CF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7C00D-20E1-4313-912D-215A8DB4C719}" type="datetime1">
              <a:rPr lang="en-US" smtClean="0"/>
              <a:t>12/22/2022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A3CE2-9971-1F5B-1CCC-E4F0B68C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515EF-CFF2-505D-CD21-013CE78D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7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626E-62A1-9076-209E-24A882BB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1E098-757A-22A7-5522-AAE8015B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08C80-5643-4CF2-B47B-5FEF3EA8E50C}" type="datetime1">
              <a:rPr lang="en-US" smtClean="0"/>
              <a:t>12/22/2022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FBED9-A707-E3BC-A219-33CD8DF6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ED41B-4A58-3CC4-4B07-57B85F87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1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9268B4-9BF9-11E5-0D19-EFD4C5A59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2AED9-A6AC-4273-9F08-22C91F90A055}" type="datetime1">
              <a:rPr lang="en-US" smtClean="0"/>
              <a:t>12/22/2022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A3392-B1F4-F315-0906-B49D418C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B1671-2EFE-1917-396E-81225E9C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9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19272-A642-F714-5E8A-DA43D5AA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CD14D-A083-2B64-FB7D-4AD7D6DB5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A3116-182B-A88B-9564-E15FA8636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1EEC4-3870-1389-4EBA-C8E1EA52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7F4CB-3A6D-4A01-A348-AFB326A75A60}" type="datetime1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CBB87-57D3-8353-281C-42BBAF32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CBB5A-B5A5-BD2C-E45A-236542FD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27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59B5-0058-CD4C-022B-F78C3301C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2C109-F061-3FBB-341A-2AB43E9CD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457EE-FCA9-5B00-8330-4A72D1AA1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B030-0100-452B-71E4-EFD2FBF2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59C7F-2A73-4CC1-8C51-EF881AFC39E6}" type="datetime1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88212-F4DB-265D-F395-ABC2130F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28E96-EE0C-515A-E509-0E80D8F9A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7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F09B-035D-9B51-0B19-7BF6E9E3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C0559-7EB6-1E4C-702D-A301FFFEE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746BD-CFD8-203E-6995-1DB8FF48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38A8-9BC2-4B8B-914D-F26A242D4FF8}" type="datetime1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6789B-1AD1-C804-BB76-F2986D2F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EF656-2A7D-75EE-75E3-A3FA0142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4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8F0CF-C2E7-5870-2E83-A07586E4E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2BED0-2CD4-85F6-DC02-906A7828A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9DFD3-999B-345A-877C-687BA493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35398-5FD2-4D75-B276-0D81E47A4895}" type="datetime1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C9CD4-4701-19BD-129C-4340A7DB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B36FF-6AAE-B7E9-04F7-247FF662E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2357D-8A2E-56C9-949A-D7CCEC9F0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E6759-0459-312D-21FF-0263193C8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99307-F0CE-DE24-0070-82232F9DE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2F989-A093-4074-AC18-8DEDB18A5F61}" type="datetime1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72F19-4CDA-DBA8-7579-4FF10336A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OMF International.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4E43A-6531-4A8F-B99D-B73A37E0C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ADF50-FD4A-4A7F-9CEE-EFF3A7DB61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8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27A6-469E-88AB-F7B5-D8A2FFA0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90208" cy="1325563"/>
          </a:xfrm>
        </p:spPr>
        <p:txBody>
          <a:bodyPr/>
          <a:lstStyle/>
          <a:p>
            <a:pPr algn="ctr"/>
            <a:r>
              <a:rPr lang="en-US" i="1" dirty="0"/>
              <a:t>#324 Thou Who </a:t>
            </a:r>
            <a:r>
              <a:rPr lang="en-US" i="1" dirty="0" err="1"/>
              <a:t>Wast</a:t>
            </a:r>
            <a:r>
              <a:rPr lang="en-US" i="1" dirty="0"/>
              <a:t> Rich Beyond All Splendor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36570-0830-82F8-A207-183993771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Thou who </a:t>
            </a:r>
            <a:r>
              <a:rPr lang="en-US" dirty="0" err="1"/>
              <a:t>wast</a:t>
            </a:r>
            <a:r>
              <a:rPr lang="en-US" dirty="0"/>
              <a:t> rich beyond all splendor,</a:t>
            </a:r>
          </a:p>
          <a:p>
            <a:pPr marL="0" indent="0" algn="ctr">
              <a:buNone/>
            </a:pPr>
            <a:r>
              <a:rPr lang="en-US" dirty="0"/>
              <a:t>All for love’s sake </a:t>
            </a:r>
            <a:r>
              <a:rPr lang="en-US" dirty="0" err="1"/>
              <a:t>becamest</a:t>
            </a:r>
            <a:r>
              <a:rPr lang="en-US" dirty="0"/>
              <a:t> poor;</a:t>
            </a:r>
          </a:p>
          <a:p>
            <a:pPr marL="0" indent="0" algn="ctr">
              <a:buNone/>
            </a:pPr>
            <a:r>
              <a:rPr lang="en-US" dirty="0"/>
              <a:t>Thrones for a manger didst surrender,</a:t>
            </a:r>
          </a:p>
          <a:p>
            <a:pPr marL="0" indent="0" algn="ctr">
              <a:buNone/>
            </a:pPr>
            <a:r>
              <a:rPr lang="en-US" dirty="0"/>
              <a:t>Sapphire-paved courts for stable floor.</a:t>
            </a:r>
          </a:p>
          <a:p>
            <a:pPr marL="0" indent="0" algn="ctr">
              <a:buNone/>
            </a:pPr>
            <a:r>
              <a:rPr lang="en-US" dirty="0"/>
              <a:t>Thou who </a:t>
            </a:r>
            <a:r>
              <a:rPr lang="en-US" dirty="0" err="1"/>
              <a:t>wast</a:t>
            </a:r>
            <a:r>
              <a:rPr lang="en-US" dirty="0"/>
              <a:t> rich beyond all splendor,</a:t>
            </a:r>
          </a:p>
          <a:p>
            <a:pPr marL="0" indent="0" algn="ctr">
              <a:buNone/>
            </a:pPr>
            <a:r>
              <a:rPr lang="en-US" dirty="0"/>
              <a:t>All for love’s sake </a:t>
            </a:r>
            <a:r>
              <a:rPr lang="en-US" dirty="0" err="1"/>
              <a:t>becamest</a:t>
            </a:r>
            <a:r>
              <a:rPr lang="en-US" dirty="0"/>
              <a:t> poor.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FD283-D2CC-6A11-B213-1D98FBD4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992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16781-CBCC-7974-C8C4-101579025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Thou who art God beyond all praising,</a:t>
            </a:r>
          </a:p>
          <a:p>
            <a:pPr marL="0" indent="0" algn="ctr">
              <a:buNone/>
            </a:pPr>
            <a:r>
              <a:rPr lang="en-US" dirty="0"/>
              <a:t>All for love’s sake </a:t>
            </a:r>
            <a:r>
              <a:rPr lang="en-US" dirty="0" err="1"/>
              <a:t>becamest</a:t>
            </a:r>
            <a:r>
              <a:rPr lang="en-US" dirty="0"/>
              <a:t> man;</a:t>
            </a:r>
          </a:p>
          <a:p>
            <a:pPr marL="0" indent="0" algn="ctr">
              <a:buNone/>
            </a:pPr>
            <a:r>
              <a:rPr lang="en-US" dirty="0"/>
              <a:t>Stooping so low, but </a:t>
            </a:r>
            <a:r>
              <a:rPr lang="en-US" dirty="0" err="1"/>
              <a:t>sinneers</a:t>
            </a:r>
            <a:r>
              <a:rPr lang="en-US" dirty="0"/>
              <a:t> raising</a:t>
            </a:r>
          </a:p>
          <a:p>
            <a:pPr marL="0" indent="0" algn="ctr">
              <a:buNone/>
            </a:pPr>
            <a:r>
              <a:rPr lang="en-US" dirty="0" err="1"/>
              <a:t>Heav’nward</a:t>
            </a:r>
            <a:r>
              <a:rPr lang="en-US" dirty="0"/>
              <a:t> by thine eternal plan.</a:t>
            </a:r>
          </a:p>
          <a:p>
            <a:pPr marL="0" indent="0" algn="ctr">
              <a:buNone/>
            </a:pPr>
            <a:r>
              <a:rPr lang="en-US" dirty="0"/>
              <a:t>Thou who art God beyond all praising,</a:t>
            </a:r>
          </a:p>
          <a:p>
            <a:pPr marL="0" indent="0" algn="ctr">
              <a:buNone/>
            </a:pPr>
            <a:r>
              <a:rPr lang="en-US" dirty="0"/>
              <a:t> all for love’s sake </a:t>
            </a:r>
            <a:r>
              <a:rPr lang="en-US" dirty="0" err="1"/>
              <a:t>becamest</a:t>
            </a:r>
            <a:r>
              <a:rPr lang="en-US" dirty="0"/>
              <a:t> man.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C0C4F-014F-E903-7BD3-9ECAD3F5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11483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F7C8-B6CF-8C66-239A-2414AF18E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Thou who art love beyond all telling,</a:t>
            </a:r>
          </a:p>
          <a:p>
            <a:pPr marL="0" indent="0" algn="ctr">
              <a:buNone/>
            </a:pPr>
            <a:r>
              <a:rPr lang="en-US" dirty="0"/>
              <a:t>Savior and King, we worship thee.</a:t>
            </a:r>
          </a:p>
          <a:p>
            <a:pPr marL="0" indent="0" algn="ctr">
              <a:buNone/>
            </a:pPr>
            <a:r>
              <a:rPr lang="en-US" dirty="0"/>
              <a:t>Emmanuel, within us dwelling,</a:t>
            </a:r>
          </a:p>
          <a:p>
            <a:pPr marL="0" indent="0" algn="ctr">
              <a:buNone/>
            </a:pPr>
            <a:r>
              <a:rPr lang="en-US" dirty="0"/>
              <a:t>Make us what thou wouldst have us be.</a:t>
            </a:r>
          </a:p>
          <a:p>
            <a:pPr marL="0" indent="0" algn="ctr">
              <a:buNone/>
            </a:pPr>
            <a:r>
              <a:rPr lang="en-US" dirty="0"/>
              <a:t>Thou who art love beyond all telling,</a:t>
            </a:r>
          </a:p>
          <a:p>
            <a:pPr marL="0" indent="0" algn="ctr">
              <a:buNone/>
            </a:pPr>
            <a:r>
              <a:rPr lang="en-US" dirty="0"/>
              <a:t>Savior and King, we worship thee.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F871D-FC95-05C2-63B4-78F3607F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OMF International.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70188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171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#324 Thou Who Wast Rich Beyond All Splendor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#324 Thou Who Wast Rich Beyond All Splendor</dc:title>
  <dc:creator>Neil Tuininga</dc:creator>
  <cp:lastModifiedBy>Neil Tuininga</cp:lastModifiedBy>
  <cp:revision>2</cp:revision>
  <dcterms:created xsi:type="dcterms:W3CDTF">2022-12-23T04:15:45Z</dcterms:created>
  <dcterms:modified xsi:type="dcterms:W3CDTF">2022-12-23T04:21:51Z</dcterms:modified>
</cp:coreProperties>
</file>