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13121-A22A-473A-A26C-B2D3BD516FD4}" type="datetimeFigureOut">
              <a:rPr lang="en-US" smtClean="0"/>
              <a:t>5/27/2022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C368A-E4C7-44B5-810A-6C2E2EEC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3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EC90-1186-6A78-AFCB-5C744B491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90FCB-9A24-969A-9DCD-7FE5E8494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DAEBE-1D53-2A55-F902-E7CA86BF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36CE5-D635-458B-9C07-8FA97368B358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60285-CA68-5A6F-AE19-DA6C0F6A1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651F1-68EF-4CFB-0AF9-301B9941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4927-9652-607C-C2B7-F17CD3DB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CCDC-3DD1-E67C-127F-7F85FB2BA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5738-58C1-1B3C-1570-F798B539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081D-3578-4611-995B-888A0F6ABB49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B11A7-1F02-963B-DE3F-A24D4255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B025B-A1E0-18AD-3D8A-1A30A56E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9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AB93-07B1-6614-886B-1117FB27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A6E8A-ED01-6F6A-D47E-8A1200929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95DC9-8370-BAD7-6A36-038BAA89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EE8-BF3D-49EC-A7C1-467207496512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81CE4-CE71-8BFB-1F89-17781FE5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BF088-5F2F-6E41-0593-AD386CE2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6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FBE6-1FFE-0BC4-C543-1E258618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BE43A-6097-5634-A705-6273F6E4F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5FB09-C26D-6C75-3527-249616355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620BF-EB21-B0EB-E869-C82AC41B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3161-4A42-4622-98E1-842110CDD9A3}" type="datetime1">
              <a:rPr lang="en-US" smtClean="0"/>
              <a:t>5/27/2022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7B054-BCCF-46D4-28AB-2226AE07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3E54B-F522-C8A3-6F15-F8119109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6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8C21-1077-B94E-4140-2B98F12F8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9F7AD-7797-CD1E-F84C-A4D42BB0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44E67-9C45-71A9-C91F-7BA01A1A6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7228F-9AC3-2A29-6614-23804B0B9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AF62E-6820-75B2-EE60-FEDF7E568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8FBB6-63DE-D619-6B83-F3A38E92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2E9A-7A43-43C2-9A00-E7B3148023BD}" type="datetime1">
              <a:rPr lang="en-US" smtClean="0"/>
              <a:t>5/27/2022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D10BC-3C71-D4A3-D371-1A815D28E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A96DB0-7F8A-1833-44EB-C57C4E03A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87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B40E-4BEA-D7E4-251A-31FED496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C6711-28B8-3EE4-69E7-1B113CFE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3B86-D9CC-4646-B457-78B2E7A62C6F}" type="datetime1">
              <a:rPr lang="en-US" smtClean="0"/>
              <a:t>5/27/2022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F8087-5C43-73C8-D4F6-34D3A666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148B6-158A-2AD3-12CC-03C6BAAC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2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FDF86-1569-DAAD-C17C-FB81D2C4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DDE0-809C-4EAE-87BC-14D560497710}" type="datetime1">
              <a:rPr lang="en-US" smtClean="0"/>
              <a:t>5/27/2022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8A1F2-2B7E-6730-B01F-24B98ABD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BE9D6-25A7-D66F-D803-7B10C9E69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8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CA15-B255-0C48-0F85-09513A2E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CD3F-11B2-DF73-1A40-F958AA454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6C530-5A17-9D69-310B-FF93DCFD9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CB5D-021B-38CF-43CA-F3538CAED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EF928-0B9F-40B4-AB89-558DDB556F1C}" type="datetime1">
              <a:rPr lang="en-US" smtClean="0"/>
              <a:t>5/27/2022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855E2-CD8F-C4CD-269B-551BA8A5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74421-B179-812F-A5A9-B74F9E42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2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C085-A39A-40A4-B349-FC3D3D5D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9869C-1F4C-A053-5746-662BC9A9B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50321-6DF0-1682-4424-0546C41E6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16C2C-C4C0-D439-34D5-779E12667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84BD6-1D6F-46B7-97BA-1E54182BF74A}" type="datetime1">
              <a:rPr lang="en-US" smtClean="0"/>
              <a:t>5/27/2022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87AE4-808B-9C02-149D-837D9B3A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CCFA3-026E-A2D1-407C-0D9952D7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80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2C19-8A77-9BF1-629A-76702FA2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6FD3C-629C-B5D5-856F-2175C465E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A8642-FD4D-008E-C9BC-86CB74D7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0F3F-16B3-40A7-90CB-418642082271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7BC37-0965-867A-93CA-4CC62D7D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75A95-2578-B4A8-BA56-858E836E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8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8E6CE4-1610-3803-2008-D7F7FAF00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E3C5F-6569-4E3F-F6BD-1F68F4604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818A6-FE37-2368-AAC0-0E45CD31D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15F91-200C-4FD0-BFB7-C0514A3CFB98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F3298-309E-C768-E77E-38239F6F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88285-8B06-3A3E-095D-9C402A24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6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7D366-613B-11C3-B40B-EF711A004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BD5DA-7AFE-6C32-CEC1-C807DB737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9E285-8CEB-CD2A-E5C2-A65E2CC83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992D5-316C-455E-A707-4CD5819CD871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40C1A-7636-4E17-5D41-A205AFBAA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76BE0-4418-95AB-0D9F-5102F8353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3FEE7-AB1B-4B2B-A64E-AB44D066B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0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05335-5C61-D531-1113-BA6EE566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#95B –O Come, Let Us 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5E08A-639E-7AD7-AA53-0581AA683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 come, let us sing with joy to the Lord;</a:t>
            </a:r>
          </a:p>
          <a:p>
            <a:pPr marL="0" indent="0" algn="ctr">
              <a:buNone/>
            </a:pPr>
            <a:r>
              <a:rPr lang="en-US" dirty="0"/>
              <a:t>Our Savior and rock, loud praises accord.</a:t>
            </a:r>
          </a:p>
          <a:p>
            <a:pPr marL="0" indent="0" algn="ctr">
              <a:buNone/>
            </a:pPr>
            <a:r>
              <a:rPr lang="en-US" dirty="0"/>
              <a:t>With thanks let us enter his presence and raise</a:t>
            </a:r>
          </a:p>
          <a:p>
            <a:pPr marL="0" indent="0" algn="ctr">
              <a:buNone/>
            </a:pPr>
            <a:r>
              <a:rPr lang="en-US" dirty="0"/>
              <a:t>Our shots of thanksgiving in psalms filled with praise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99312-6058-B9CE-FB59-2FE948A1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228096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37AB2-0321-0A42-056A-39015F7DE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How great is the Lord, our God and our King,</a:t>
            </a:r>
          </a:p>
          <a:p>
            <a:pPr marL="0" indent="0" algn="ctr">
              <a:buNone/>
            </a:pPr>
            <a:r>
              <a:rPr lang="en-US" dirty="0"/>
              <a:t>Above all the gods, his greatness we sing.</a:t>
            </a:r>
          </a:p>
          <a:p>
            <a:pPr marL="0" indent="0" algn="ctr">
              <a:buNone/>
            </a:pPr>
            <a:r>
              <a:rPr lang="en-US" dirty="0"/>
              <a:t>Earth’s valleys and mountains he holds in his hand.</a:t>
            </a:r>
          </a:p>
          <a:p>
            <a:pPr marL="0" indent="0" algn="ctr">
              <a:buNone/>
            </a:pPr>
            <a:r>
              <a:rPr lang="en-US" dirty="0"/>
              <a:t>He made them and rules them –the sea and the land.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5FD5C-FA96-3348-E8C8-FEC7E39D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2342311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8C52-6F80-8264-BB21-63D49EE92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O come, let us bow and worship the Lord;</a:t>
            </a:r>
          </a:p>
          <a:p>
            <a:pPr marL="0" indent="0" algn="ctr">
              <a:buNone/>
            </a:pPr>
            <a:r>
              <a:rPr lang="en-US" dirty="0"/>
              <a:t>Before him we kneel, with praises adore.</a:t>
            </a:r>
          </a:p>
          <a:p>
            <a:pPr marL="0" indent="0" algn="ctr">
              <a:buNone/>
            </a:pPr>
            <a:r>
              <a:rPr lang="en-US" dirty="0"/>
              <a:t>For he is our God; we’re the sheep of his hand</a:t>
            </a:r>
          </a:p>
          <a:p>
            <a:pPr marL="0" indent="0" algn="ctr">
              <a:buNone/>
            </a:pPr>
            <a:r>
              <a:rPr lang="en-US" dirty="0"/>
              <a:t>And we are his people who dwell in his land.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BEFBB-8816-CCA9-9561-B5C3F913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296684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B74F4-56BD-8331-F394-FF3F2C437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Today if you hear the voice of the Lord,</a:t>
            </a:r>
          </a:p>
          <a:p>
            <a:pPr marL="0" indent="0" algn="ctr">
              <a:buNone/>
            </a:pPr>
            <a:r>
              <a:rPr lang="en-US" dirty="0"/>
              <a:t>Then close not your hearts to God’s holy word,</a:t>
            </a:r>
          </a:p>
          <a:p>
            <a:pPr marL="0" indent="0" algn="ctr">
              <a:buNone/>
            </a:pPr>
            <a:r>
              <a:rPr lang="en-US" dirty="0"/>
              <a:t>Like those in the desert of </a:t>
            </a:r>
            <a:r>
              <a:rPr lang="en-US" dirty="0" err="1"/>
              <a:t>Masah</a:t>
            </a:r>
            <a:r>
              <a:rPr lang="en-US" dirty="0"/>
              <a:t> that day,</a:t>
            </a:r>
          </a:p>
          <a:p>
            <a:pPr marL="0" indent="0" algn="ctr">
              <a:buNone/>
            </a:pPr>
            <a:r>
              <a:rPr lang="en-US" dirty="0"/>
              <a:t>Like those who at </a:t>
            </a:r>
            <a:r>
              <a:rPr lang="en-US" dirty="0" err="1"/>
              <a:t>Meribah</a:t>
            </a:r>
            <a:r>
              <a:rPr lang="en-US" dirty="0"/>
              <a:t> would not obey.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3E4F1-3B88-75D7-A097-EE190395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79385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BD21B-455B-211D-48E8-18EDE934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Your fathers provoked and tested me there,</a:t>
            </a:r>
          </a:p>
          <a:p>
            <a:pPr marL="0" indent="0" algn="ctr">
              <a:buNone/>
            </a:pPr>
            <a:r>
              <a:rPr lang="en-US" dirty="0"/>
              <a:t>Although in my works they saw my great care. </a:t>
            </a:r>
          </a:p>
          <a:p>
            <a:pPr marL="0" indent="0" algn="ctr">
              <a:buNone/>
            </a:pPr>
            <a:r>
              <a:rPr lang="en-US" dirty="0"/>
              <a:t>For forty long years I my people abhorred,</a:t>
            </a:r>
          </a:p>
          <a:p>
            <a:pPr marL="0" indent="0" algn="ctr">
              <a:buNone/>
            </a:pPr>
            <a:r>
              <a:rPr lang="en-US" dirty="0"/>
              <a:t>That whole generation which hardened its heart.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1CBA7-1EAF-34CD-5FEB-C9B7C1CB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913970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359B9-9B2B-BE91-1D9B-C8E03208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I said, “Thy have hearts that wander astray; </a:t>
            </a:r>
          </a:p>
          <a:p>
            <a:pPr marL="0" indent="0" algn="ctr">
              <a:buNone/>
            </a:pPr>
            <a:r>
              <a:rPr lang="en-US" dirty="0"/>
              <a:t>They do not affirm my excellent way.”</a:t>
            </a:r>
          </a:p>
          <a:p>
            <a:pPr marL="0" indent="0" algn="ctr">
              <a:buNone/>
            </a:pPr>
            <a:r>
              <a:rPr lang="en-US" dirty="0"/>
              <a:t>And so, in my anger, on oath I declared,</a:t>
            </a:r>
          </a:p>
          <a:p>
            <a:pPr marL="0" indent="0" algn="ctr">
              <a:buNone/>
            </a:pPr>
            <a:r>
              <a:rPr lang="en-US" dirty="0"/>
              <a:t>“the rest I have promised, they never will share.”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63B78-A563-5471-DBBE-5C17BEC9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4269770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323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#95B –O Come, Let Us Sing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#95B –O Come, Let Us Sing</dc:title>
  <dc:creator>Neil Tuininga</dc:creator>
  <cp:lastModifiedBy>Neil Tuininga</cp:lastModifiedBy>
  <cp:revision>1</cp:revision>
  <dcterms:created xsi:type="dcterms:W3CDTF">2022-05-27T16:11:42Z</dcterms:created>
  <dcterms:modified xsi:type="dcterms:W3CDTF">2022-05-27T16:19:34Z</dcterms:modified>
</cp:coreProperties>
</file>