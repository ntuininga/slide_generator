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533959-6B53-4AD5-B4DE-A6443C3E9B9A}" type="datetimeFigureOut">
              <a:rPr lang="en-US" smtClean="0"/>
              <a:t>3/18/2023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22167B-41A0-43B7-BFBC-C90BB0CCE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348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4DC11-DB12-330E-1A3F-03EFDC036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5DB617-F0FF-9644-7457-7992BC1B41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17DA-AD7A-2519-2BB0-D8C790853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BE4F8-1585-4440-9923-642D1002E9ED}" type="datetime1">
              <a:rPr lang="en-US" smtClean="0"/>
              <a:t>3/18/2023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D1A56-2538-BAFA-FDD1-F4D82072A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Elisabeth Shafer, 2012,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21557-9918-D0DF-C4AA-4CE7112C0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A5453-CE5A-46EA-BC3B-475651482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6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F1A5B-B3BE-70CD-7D35-B88D08DD3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E6825-A23C-79EC-DC28-032378256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F558C-17CC-322B-D806-78197EAE4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89C8-F253-4B21-AFDE-7C5E5F031D23}" type="datetime1">
              <a:rPr lang="en-US" smtClean="0"/>
              <a:t>3/18/2023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BA074-D289-197A-9528-FE48866E6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Elisabeth Shafer, 2012,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EA6FD-3039-E4A5-E999-4AD309D17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A5453-CE5A-46EA-BC3B-475651482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972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7156A-7EBE-86CD-2E38-80946BA73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4240D-A693-29E2-FA90-F7C762AC3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2E18B-45F4-BC65-2082-62A7CDB1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DC091-A397-4DBA-912D-A00C5891C42B}" type="datetime1">
              <a:rPr lang="en-US" smtClean="0"/>
              <a:t>3/18/2023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9C27B-C319-8130-3385-40B5D0B22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Elisabeth Shafer, 2012,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57F57-A081-B990-6B61-A0B32DB8C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A5453-CE5A-46EA-BC3B-475651482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515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5B810-6E1F-0127-D450-FD47C884A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0D9A5-5C15-208B-A7D1-D74F45CA5C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CE450B-B5FD-5AE7-AEA9-731C942BE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AF9015-26D9-D9AF-F393-2E17044A9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30B09-43D5-426D-8CCE-554B3B7D6235}" type="datetime1">
              <a:rPr lang="en-US" smtClean="0"/>
              <a:t>3/18/2023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0BB81B-1673-52BB-78E5-D563161AD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Elisabeth Shafer, 2012,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3394AF-A405-3C74-C1E1-ED2889BE9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A5453-CE5A-46EA-BC3B-475651482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878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314C9-9516-FC65-B418-780DB47F6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55428-A021-9D8A-3760-2E6E4B6AE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A3D632-F9D7-A08B-3809-AB558E484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8D337C-398A-7BB7-086B-E0AEF74A05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8AEE08-7100-B743-3EE7-633D848184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BD6552-A373-A946-386C-F99FC744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A467C-F886-489B-8E05-CCBFBC94817A}" type="datetime1">
              <a:rPr lang="en-US" smtClean="0"/>
              <a:t>3/18/2023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3733AB-4D66-7563-2993-1776DFE2C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Elisabeth Shafer, 2012,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1B952F-9C27-DD0E-896F-DC504AF0A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A5453-CE5A-46EA-BC3B-475651482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163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0FA4D-0995-90DD-A626-91A2DE0B1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2F3868-5126-303C-EF14-05D8276E1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86929-B3FB-4942-9EB9-7278AE267331}" type="datetime1">
              <a:rPr lang="en-US" smtClean="0"/>
              <a:t>3/18/2023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8B836D-6B5B-267D-89A9-E8372E923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Elisabeth Shafer, 2012,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3E8A0-844C-FE3F-40A7-08B422E4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A5453-CE5A-46EA-BC3B-475651482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048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B486D-67CE-85C4-4D72-A344ED33D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77A2D-1DED-4222-A059-EA43A4F3AD4C}" type="datetime1">
              <a:rPr lang="en-US" smtClean="0"/>
              <a:t>3/18/2023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53A61E-2813-6084-4DB4-C4997EC58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Elisabeth Shafer, 2012,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1B78C-3590-3EEB-8BD1-6D106DC87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A5453-CE5A-46EA-BC3B-475651482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245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51074-1B91-67CC-582A-FC906844D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901B4-5337-9401-E68C-1765CC18D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F058BC-67A1-3F16-59F3-1D369372A5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E79351-0AD4-4A26-40E5-22760C8AB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82E81-6173-4FC1-9940-434AB3558720}" type="datetime1">
              <a:rPr lang="en-US" smtClean="0"/>
              <a:t>3/18/2023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3DFD85-76F8-F588-07CD-1F0D8DA6D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Elisabeth Shafer, 2012,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23B59C-1EFD-808B-F76C-6C25F8153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A5453-CE5A-46EA-BC3B-475651482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77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BBC4-0BAE-F3B0-C10A-925356BEC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38B3B5-5A90-290B-BB49-4E40F349B7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EFFF6D-D926-B3CC-921E-3EC1A42E85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EBF0E9-4945-601D-1875-288759F0D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BFEEE-46A0-420D-825E-052E353F9F15}" type="datetime1">
              <a:rPr lang="en-US" smtClean="0"/>
              <a:t>3/18/2023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37B72-9EFA-776C-A4F9-CC611D886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Elisabeth Shafer, 2012,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3122B-EF47-C179-DA99-8532C2FBE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A5453-CE5A-46EA-BC3B-475651482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846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2F867-3FD3-3F25-730A-06844FF59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0230A1-DF70-7A49-4B15-3464A298E2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A3BBF-3265-2DF4-73CB-4F9E68FA6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3CC2-68D9-49E8-8D80-0E2E3CEB1D6E}" type="datetime1">
              <a:rPr lang="en-US" smtClean="0"/>
              <a:t>3/18/2023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A8F18-0152-AC5E-E82D-54B39C1DD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Elisabeth Shafer, 2012,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2E583-3E4D-D132-9DC6-8D369C80B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A5453-CE5A-46EA-BC3B-475651482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896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F727DF-0829-BBAB-76D9-CFE635207C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162AC9-0950-65DE-11FD-C7C317FBC8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1CD19-C70E-10B7-C261-D9F23F715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D506-263F-4D21-8FCB-2E6E069740EC}" type="datetime1">
              <a:rPr lang="en-US" smtClean="0"/>
              <a:t>3/18/2023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F631B-FB9E-33C0-383E-7DB647D5E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Elisabeth Shafer, 2012,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5D4D3-65DD-3A71-9FFF-AF1B7192D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A5453-CE5A-46EA-BC3B-475651482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23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FCE540-A205-1A32-21A1-2F877E189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AE1217-313F-286F-8B4A-834257083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38EB1-2C16-8D6A-E094-906A960D3A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36819B-891A-4B8F-87C8-ED66DA6B5197}" type="datetime1">
              <a:rPr lang="en-US" smtClean="0"/>
              <a:t>3/18/2023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C547A-46F8-CE63-9566-16593A348B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Elisabeth Shafer, 2012,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CFD3F-07A7-0830-EDAE-CF2998B0E2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A5453-CE5A-46EA-BC3B-475651482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18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58723-82E2-2CD2-C2D5-E461A76D8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#235 All Glory Be to God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7C96D-7354-9E8C-D3DB-3B9AF2E03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All glory be to God,</a:t>
            </a:r>
          </a:p>
          <a:p>
            <a:pPr marL="0" indent="0" algn="ctr">
              <a:buNone/>
            </a:pPr>
            <a:r>
              <a:rPr lang="en-US" dirty="0"/>
              <a:t>Who is my resting place;</a:t>
            </a:r>
          </a:p>
          <a:p>
            <a:pPr marL="0" indent="0" algn="ctr">
              <a:buNone/>
            </a:pPr>
            <a:r>
              <a:rPr lang="en-US" dirty="0"/>
              <a:t>His gentle Spirit teaches me</a:t>
            </a:r>
          </a:p>
          <a:p>
            <a:pPr marL="0" indent="0" algn="ctr">
              <a:buNone/>
            </a:pPr>
            <a:r>
              <a:rPr lang="en-US" dirty="0"/>
              <a:t>the glories of his grace</a:t>
            </a:r>
          </a:p>
          <a:p>
            <a:pPr marL="514350" indent="-514350" algn="ctr">
              <a:buAutoNum type="arabicPeriod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D03814-166D-285D-9C31-93B8DF143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Elisabeth Shafer, 2012,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483439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4D320-3FB5-4AF0-0621-FAD6E9E62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2. His tender love he shows</a:t>
            </a:r>
          </a:p>
          <a:p>
            <a:pPr marL="0" indent="0" algn="ctr">
              <a:buNone/>
            </a:pPr>
            <a:r>
              <a:rPr lang="en-US" dirty="0"/>
              <a:t>To those who from his stray;</a:t>
            </a:r>
          </a:p>
          <a:p>
            <a:pPr marL="0" indent="0" algn="ctr">
              <a:buNone/>
            </a:pPr>
            <a:r>
              <a:rPr lang="en-US" dirty="0"/>
              <a:t>To those who, dead in sin,</a:t>
            </a:r>
          </a:p>
          <a:p>
            <a:pPr marL="0" indent="0" algn="ctr">
              <a:buNone/>
            </a:pPr>
            <a:r>
              <a:rPr lang="en-US" dirty="0"/>
              <a:t>Would seek to follow their own way.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4A3C38-77D8-5AE6-566B-C790130B1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Elisabeth Shafer, 2012,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141559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B0429-1B7D-7EAA-4D62-AB774AE64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3. Restorer of my soul,</a:t>
            </a:r>
          </a:p>
          <a:p>
            <a:pPr marL="0" indent="0" algn="ctr">
              <a:buNone/>
            </a:pPr>
            <a:r>
              <a:rPr lang="en-US" dirty="0"/>
              <a:t>My thanks and praise I give,</a:t>
            </a:r>
          </a:p>
          <a:p>
            <a:pPr marL="0" indent="0" algn="ctr">
              <a:buNone/>
            </a:pPr>
            <a:r>
              <a:rPr lang="en-US" dirty="0"/>
              <a:t>For Christ has brought me with his blood;</a:t>
            </a:r>
          </a:p>
          <a:p>
            <a:pPr marL="0" indent="0" algn="ctr">
              <a:buNone/>
            </a:pPr>
            <a:r>
              <a:rPr lang="en-US" dirty="0"/>
              <a:t>He died that I might live.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B1FCE5-5BE6-F2B3-99B9-0BB642D88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Elisabeth Shafer, 2012,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743353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140FA-5786-B106-1BDB-A8715F13D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4. Make known your glorious might,</a:t>
            </a:r>
          </a:p>
          <a:p>
            <a:pPr marL="0" indent="0" algn="ctr">
              <a:buNone/>
            </a:pPr>
            <a:r>
              <a:rPr lang="en-US" dirty="0"/>
              <a:t>Your justice and your love –</a:t>
            </a:r>
          </a:p>
          <a:p>
            <a:pPr marL="0" indent="0" algn="ctr">
              <a:buNone/>
            </a:pPr>
            <a:r>
              <a:rPr lang="en-US" dirty="0"/>
              <a:t>The beauty of your righteousness</a:t>
            </a:r>
          </a:p>
          <a:p>
            <a:pPr marL="0" indent="0" algn="ctr">
              <a:buNone/>
            </a:pPr>
            <a:r>
              <a:rPr lang="en-US" dirty="0"/>
              <a:t>Enthroned in </a:t>
            </a:r>
            <a:r>
              <a:rPr lang="en-US" dirty="0" err="1"/>
              <a:t>heav’n</a:t>
            </a:r>
            <a:r>
              <a:rPr lang="en-US" dirty="0"/>
              <a:t> above!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67E541-E571-14D1-A772-A0BFBDEBF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Elisabeth Shafer, 2012,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239451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149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#235 All Glory Be to God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#235 All Glory Be to God</dc:title>
  <dc:creator>Neil</dc:creator>
  <cp:lastModifiedBy>Neil</cp:lastModifiedBy>
  <cp:revision>2</cp:revision>
  <dcterms:created xsi:type="dcterms:W3CDTF">2023-03-18T17:07:08Z</dcterms:created>
  <dcterms:modified xsi:type="dcterms:W3CDTF">2023-03-18T17:14:30Z</dcterms:modified>
</cp:coreProperties>
</file>