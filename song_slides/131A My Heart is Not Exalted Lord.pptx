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1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02" y="8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6919-D283-488A-9AA7-9AFFB8ACC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CDFCF-BA50-4C19-8BA3-3A9DDF266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78AF9-58D8-4F43-90E6-C5F41A42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8590-9AE7-45A0-A726-DA3CB3CB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4C213-22B0-43DC-B5F4-1201BF63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20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4377-0320-430F-8632-13E2DEE2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A4DD2-8C5E-4B66-B423-BD7EFA6DA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C7F81-9413-4E31-8DD2-5A576C7D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21C61-7BC9-424A-ABE0-41D03DA7E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C30BA-CE00-490B-AA28-3F36B3F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9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3DE1-9123-4C3B-ABEE-798463CB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9DCBA-904C-4273-A0CC-34E2972CA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50CD3-EF9D-4099-95A6-0CDFBC18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2DBD3-CDB9-4AC0-834A-208704DB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1CB9D-6C06-4910-8739-0FCDD31A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D561F-9CEF-4F9D-B596-7DDBDD9D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DC916-1B54-45EA-8E02-8D693D1B4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BCEFE-7998-4D37-BC22-22C51289A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80245-5879-4EA7-A19E-553C9323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1EDF1-52F3-4751-BD0B-4DB43AEC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7C0B3-188C-4D86-8699-05A623A3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65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3F8F-C1CC-42F1-A20D-F637AC067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C5E50-C526-47F3-9098-0E791048C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E9E96-223B-4845-AF97-39D9C483D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A86B4-796D-4F0F-B908-2811A57B9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EC6FBE-DC9E-4617-BBD9-DE2FE2515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75877-94C7-4248-87F3-932EF884C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1462E-C331-4F11-BC58-853271E2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6C689-7E9A-447D-AD88-7A16A326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1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F65F-606E-49FB-AA8F-73929D5B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F38C9-1C7A-4DD0-864A-5D54DC2C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5AFC5-7CF8-4A49-A098-69C75524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31DE1-0556-459A-9B28-3C797545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8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51F64-BB71-4308-9E9D-D7636587D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8337B-4FDD-4E8E-8A65-921ECD71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E9B86-8761-496F-A6EF-3C99562B7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00E5-8F32-4249-8375-209AB9911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8173F-37DB-497F-8E97-D9C098783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72715-FB9B-4FF5-8222-87E53F832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E560E-B0D3-4667-9EFA-2CD9EC15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FC560-B0DF-4392-A0D0-5DB980AD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81C2E-1E86-4642-A59E-610AFA4F1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40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9465-CD04-405D-949E-E5F3BB12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6A8643-93B8-4CB3-9265-F3E5814FD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3CC88-B639-4D1D-BD4B-119B544BD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AC84B-8270-46D1-8087-D11214F6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19233-07BB-4621-8717-0DECDAB1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34A62-3362-4FE0-BAFA-CC2E46FB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6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FA32-B09C-494F-BFD7-240738CD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69594-4EFF-4861-85D9-AEE14572B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75F64-9C8B-4857-A5E1-5701EB09D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68A2C-6757-451A-8140-9F653107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8D6CC-A945-4510-95EE-F788A353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9437ED-50C9-4482-9CFA-FB44B65D6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ADEDF-B42C-4D95-AAEB-3D80865BF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97496-B9A5-4C6F-9A6E-C08599A6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F1C5E-59C6-4D8A-9F94-FD30DCE3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82BA3-8663-44B4-AFFF-3C6D0800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6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DA541-C488-4116-9671-B5DA2E94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18A9E-2E80-44E5-97C7-14BB588EC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3D0C9-BA21-4D4D-A67A-653952BF8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38789-C228-476D-ACF1-D3A2241AB6B2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9F2ED-E7FC-43E8-91E6-5118FD0D1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61A0F-A2C4-4094-ABCA-6F779F2EB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0B2C4-80AB-427C-BC7E-5C5901A92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3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#131A My Heart is Not Exalted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My heart is not exalted, Lord,</a:t>
            </a:r>
          </a:p>
          <a:p>
            <a:pPr algn="ctr"/>
            <a:r>
              <a:rPr lang="en-US" sz="2800" dirty="0"/>
              <a:t>Nor lofty is my eye.</a:t>
            </a:r>
          </a:p>
          <a:p>
            <a:pPr algn="ctr"/>
            <a:r>
              <a:rPr lang="en-US" sz="2800" dirty="0"/>
              <a:t>I’m not consumed with things too great,</a:t>
            </a:r>
          </a:p>
          <a:p>
            <a:pPr algn="ctr"/>
            <a:r>
              <a:rPr lang="en-US" sz="2800" dirty="0"/>
              <a:t>Nor things for me too high,</a:t>
            </a:r>
          </a:p>
          <a:p>
            <a:pPr algn="ctr"/>
            <a:r>
              <a:rPr lang="en-US" sz="2800" dirty="0"/>
              <a:t>Nor things for me too high.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But I have calmed and stilled my soul,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Just like a little child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Now weaned, he on his mother rests,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With soul content and mild,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With soul content and mild.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3. </a:t>
            </a:r>
            <a:r>
              <a:rPr lang="en-US" dirty="0"/>
              <a:t>O </a:t>
            </a:r>
            <a:r>
              <a:rPr lang="en-US" dirty="0" err="1"/>
              <a:t>Isr’el</a:t>
            </a:r>
            <a:r>
              <a:rPr lang="en-US" dirty="0"/>
              <a:t>, put your hope in God;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Now rest upon the Lord.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And trust in him from this time forth,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Both now and evermore,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Both now and evermore.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4341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#131A My Heart is Not Exalted Lord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#131A My Heart is Not Exalted Lord</dc:title>
  <dc:creator>Eric Hoogendoorn</dc:creator>
  <cp:lastModifiedBy>Eric Hoogendoorn</cp:lastModifiedBy>
  <cp:revision>1</cp:revision>
  <dcterms:created xsi:type="dcterms:W3CDTF">2020-06-26T23:22:24Z</dcterms:created>
  <dcterms:modified xsi:type="dcterms:W3CDTF">2020-06-26T23:22:51Z</dcterms:modified>
</cp:coreProperties>
</file>