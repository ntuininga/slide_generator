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1BF8A-88F6-4C2D-968F-045F07885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A3136-9B74-44FA-A8C7-50CDE7430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532EB-9CB6-42EA-AC14-F420F41E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0B1EE-CD30-4F2C-B0AD-BCC5DBA5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0F989-A716-44F9-B7CF-8C91F986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065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075E-ADD3-44E7-A8A1-FD6AC082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B0DFD-73DD-444E-8192-0759C57A6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DC1A1-07C0-415C-AABC-B367FF91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F56ED-CE4D-4EE7-95A8-08A1DB8B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8085C-FFA3-4366-B73A-A3A15548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8226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3D4DE-6C41-4BC3-93E1-DA7EBE74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A5A74-5C34-4241-8DC2-32A67AAA2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523D9-5D30-4650-9C2E-08E591CF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A8849-2F3C-434D-82BE-0043DDD9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E867E-5669-4561-A704-568A42C6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85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13CE-5BE6-4D34-AB53-4D9EBA95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DD589-D6A7-4151-B2AB-517DC40D1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B9A4C-864A-4E52-A7EC-F97264A3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D0D6A-0D7B-4EC8-BFA2-4C40B9A9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4BF77-B595-430D-9FC7-03F7E28A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73615-536C-4694-B60E-71C9A834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249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8369-24B2-47F1-B582-8F491E58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99223-6DB3-4333-93C8-56561458D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0C88C-1840-4C47-A3F6-F4891B053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5EF3AB-D50A-44FF-9AAE-867D2A6B6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3A1FA-32E4-40FF-B8BD-364A42040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7BAE9-C4EE-4CA3-86A8-C72F0B1E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65246E-E80E-43C5-A520-05F063A0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9559-AAE1-4F96-9B9E-AF573113B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509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BAA4-D417-4B3E-A8C9-C880F2037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8B3DF-6153-49E8-B2E9-29E7EB0C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7371D-CE4F-4F59-9947-9699AE31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9076F-80C1-4E8E-8BF4-08A916F4D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921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10F5F-E9D0-44A8-AC30-1869DCA94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180BB-57E6-463A-937E-092600E84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2FAC4-D3F9-4B10-9C83-473397BC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56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A641-9FF6-4776-B4FA-A2EC6F8CC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F2748-08E2-4081-824B-C4397A841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6A672-B502-455A-A49E-8ECB69894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A32C6-5C64-4D14-8934-CDE1729F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38F18-61D6-4180-B122-80F911D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32C2E-C243-40D5-B6CE-D69BDA8E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484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3CAB9-D0EC-4474-A592-A1BC0F8BB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80F44-D4FD-4349-8C13-EC95BCC38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0FE81-00EF-4F90-B4C6-F0DAF1A8B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B64F1-CFEE-4182-8C81-8739A758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B690-7AF3-4563-A1B0-753D0EAF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0CA8B-665A-415B-884F-2EDDDED2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29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7A59B-D0C9-4C46-89E1-DBE7D4B4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43399-6519-4CD9-8A19-CE21BE8DF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D76D8-7FB9-4F24-9BEA-57894D39E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3A7D4-F4FC-4F5D-999A-CD9F86E0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38623-4E25-4184-AF01-831FDC27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407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A2490A-F143-435F-AEE2-D827BB998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5A22B-68EB-4A38-B3D7-AA5EA1664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A8B57-462C-4169-B7BF-0F30084A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AF0F1-5066-4863-BBF4-928D7DD2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8F95A-60F2-4DC5-AF32-4414DB7D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11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2D4AC-ED17-498B-82CB-42E34BC3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05DCF-F156-4073-AD45-94136366F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FB73-CC24-4921-9340-068DCAA8E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C9647-F277-4B60-A825-CF3F9D373363}" type="datetimeFigureOut">
              <a:rPr lang="en-CA" smtClean="0"/>
              <a:t>2022-01-28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71DF0-78AF-4C01-A582-845190B02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BEBDE-D68D-4018-A1E9-656AA773C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6C86A-2C9C-4C03-A909-8293D154A82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313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FB09A5-2B8B-49EA-A122-072C00265F1F}"/>
              </a:ext>
            </a:extLst>
          </p:cNvPr>
          <p:cNvSpPr txBox="1"/>
          <p:nvPr/>
        </p:nvSpPr>
        <p:spPr>
          <a:xfrm>
            <a:off x="633412" y="180975"/>
            <a:ext cx="10925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#101B LORD, I Will Worship You 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B852D-C4D3-4A43-8E93-71696CDAA98F}"/>
              </a:ext>
            </a:extLst>
          </p:cNvPr>
          <p:cNvSpPr txBox="1"/>
          <p:nvPr/>
        </p:nvSpPr>
        <p:spPr>
          <a:xfrm>
            <a:off x="2295524" y="2521059"/>
            <a:ext cx="7600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I will worship you with great rejoicing,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praise of righteousness and mercy voicing.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steadfast love and justice I will sing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you, my king.</a:t>
            </a:r>
          </a:p>
        </p:txBody>
      </p:sp>
    </p:spTree>
    <p:extLst>
      <p:ext uri="{BB962C8B-B14F-4D97-AF65-F5344CB8AC3E}">
        <p14:creationId xmlns:p14="http://schemas.microsoft.com/office/powerpoint/2010/main" val="159582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41C37-1EFD-4B47-A590-386A4C6CA92F}"/>
              </a:ext>
            </a:extLst>
          </p:cNvPr>
          <p:cNvSpPr txBox="1"/>
          <p:nvPr/>
        </p:nvSpPr>
        <p:spPr>
          <a:xfrm>
            <a:off x="1952625" y="2573702"/>
            <a:ext cx="8286750" cy="171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The path of blameless living I will ponder.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will you come to me, lest I should wander?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I’ll walk within my house from sin apart,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upright heart.</a:t>
            </a:r>
          </a:p>
        </p:txBody>
      </p:sp>
    </p:spTree>
    <p:extLst>
      <p:ext uri="{BB962C8B-B14F-4D97-AF65-F5344CB8AC3E}">
        <p14:creationId xmlns:p14="http://schemas.microsoft.com/office/powerpoint/2010/main" val="345124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0039C-FE83-4FD2-B535-B9A36F7291F3}"/>
              </a:ext>
            </a:extLst>
          </p:cNvPr>
          <p:cNvSpPr txBox="1"/>
          <p:nvPr/>
        </p:nvSpPr>
        <p:spPr>
          <a:xfrm>
            <a:off x="2045493" y="2573702"/>
            <a:ext cx="8101013" cy="171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Things base and worthless I will not have near me.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deeds of faithless men I hate sincerely.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shun all evil. No disloyalty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cling to me.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16482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A9FDE-D1FD-472B-8B55-414ACED89A3A}"/>
              </a:ext>
            </a:extLst>
          </p:cNvPr>
          <p:cNvSpPr txBox="1"/>
          <p:nvPr/>
        </p:nvSpPr>
        <p:spPr>
          <a:xfrm>
            <a:off x="1947862" y="2521059"/>
            <a:ext cx="8296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Those who are faithful, without guile or malice,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appoint to serve me in my palace.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liar and no scandal-monger shall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my house dwell.</a:t>
            </a:r>
          </a:p>
        </p:txBody>
      </p:sp>
    </p:spTree>
    <p:extLst>
      <p:ext uri="{BB962C8B-B14F-4D97-AF65-F5344CB8AC3E}">
        <p14:creationId xmlns:p14="http://schemas.microsoft.com/office/powerpoint/2010/main" val="306192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5EE93A-BC69-4595-BCA2-15F9DBD524A1}"/>
              </a:ext>
            </a:extLst>
          </p:cNvPr>
          <p:cNvSpPr txBox="1"/>
          <p:nvPr/>
        </p:nvSpPr>
        <p:spPr>
          <a:xfrm>
            <a:off x="2081212" y="2521059"/>
            <a:ext cx="80295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The wicked I will punish without pity,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evildoers rid God’s holy city,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 will rise to drive them all away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day after day.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53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173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3</cp:revision>
  <dcterms:created xsi:type="dcterms:W3CDTF">2021-04-30T17:43:05Z</dcterms:created>
  <dcterms:modified xsi:type="dcterms:W3CDTF">2022-01-29T02:39:00Z</dcterms:modified>
</cp:coreProperties>
</file>