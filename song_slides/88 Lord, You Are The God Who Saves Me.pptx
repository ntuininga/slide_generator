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04" r:id="rId3"/>
    <p:sldId id="320" r:id="rId4"/>
    <p:sldId id="313" r:id="rId5"/>
    <p:sldId id="321" r:id="rId6"/>
    <p:sldId id="31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36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C2F9-7207-4E11-A9E5-F9EB82FB1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33BEB-2E8A-4440-BC29-7475E78B4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38303-5FF6-4F48-A172-3EFF22DF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ADA88-6499-43D5-91FD-AD00AA74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0121A-8B54-468C-927E-F19347F7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53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65F1-6DD6-46D0-88E7-2BA5CEC8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B8520-97E3-4FBC-8937-061094F5E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50476-9E80-4814-936E-4D5683AB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DF625-834C-493A-A6B1-989A98F3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61CD5-BF50-42E8-83C8-4A10A30D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5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4F71-6F80-41AD-8631-EB3A88F3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8692A-6C32-41FC-851C-8E7DA4B22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2DD9D-DAD0-4FB3-A211-36F109D9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25FD7-C284-4BC3-A764-F8A8CECB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E3E71-452F-470F-B511-97B9D01F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9800-5A98-4ADC-B2FE-3E4C58DC1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C2E10-1D16-42A5-B55A-D34D662D3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105AF-F6D6-447E-BA8E-612DD49AC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483FA-2E2B-4B5F-ACA8-363CB737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C654E-096D-441F-A328-837BA8B9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7EA21-E832-4811-A724-1E3F6DAF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90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E0F3-C4A9-4B12-BA39-876F3ACB4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05448-62C1-4D0A-B1C1-9AF4C8797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C878A-9D47-4490-8B93-867BD4351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D8F2B-218C-464E-8B7D-ED4CC36F3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3E6E7-A81B-4E1F-8890-796FFC140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97A79-994F-4511-BE2A-42A50DB08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2FC3D-9925-4057-9DF5-1B78BF58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68FBA-1838-4E31-8B10-998048FD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6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98ED-DDEB-45F0-8FAD-BFD610D5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7B791-5058-48CF-989A-EDCF12AC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C9F24-404B-4D80-8375-77A9F04B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D1BD1-B223-4459-8EF7-881FA4396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8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964E3-950E-4D5C-8F5F-6C108B6D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18D0A-16BF-4CB1-8D0E-C3E79B2C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C40FB-98B1-418F-A621-243CA158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6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90871-2AE1-4F25-8472-509DBBE3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BD9B2-22C7-4253-9C6B-8BBE6C811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67004-C3E3-4D97-8318-865A90B2B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5D523-BAF1-44D9-8AC6-C84E3F65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1A207-BBDA-4A6C-8C67-E67662344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D5452-DCAD-4645-B36C-5B3F61F9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91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884-05E2-4831-B4AF-2CB969858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063DD-C781-4112-8E40-36F9D168C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E8CA9-C6FD-4838-AF4E-D9019885F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04E1B-29B0-4659-8938-84416B48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71625-001C-4875-8900-B17E6554F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EF21D-47E1-4FFD-B2E4-6A9CE490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0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FCA8-63DF-4418-BAEA-183B3A70A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F2695-EB07-41FD-B8CB-C59032D55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52152-CA1D-4A62-84A3-8AF4CC36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ECC99-E9C3-4D4E-A725-E202A435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6E9D1-E165-4EAF-8C79-7E5EBB4A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16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E1744-645E-4FE9-9880-B4CBCFFD9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560CA-C8BB-485A-8B14-D9CD223A5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23F91-1744-4B2A-8B96-737A6E7C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B9600-E0CB-46A2-B5E2-3AE50125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9F1BA-E495-4F54-9FBC-64164416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16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06CD9-7A5C-4213-BBB6-6F48E168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B830E-B1E7-4B41-9458-D1F26659A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B3712-127A-41BF-83C3-8C2969CCD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8C3E-74C9-455B-A83D-C818F3584A87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02FF3-6BE7-4BBD-A52B-36155C378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7ABB-A1F5-4B67-82E7-2ACEA8045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D648E-19BB-4284-87F1-DF2773B54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7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#88 Lord, You Are The God Who Saves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 </a:t>
            </a:r>
            <a:r>
              <a:rPr lang="en-CA" sz="2800" dirty="0"/>
              <a:t>Lord, you are the God who saves me;</a:t>
            </a:r>
          </a:p>
          <a:p>
            <a:pPr algn="ctr"/>
            <a:r>
              <a:rPr lang="en-CA" sz="2800" dirty="0"/>
              <a:t>I cry out both night and day.</a:t>
            </a:r>
          </a:p>
          <a:p>
            <a:pPr algn="ctr"/>
            <a:r>
              <a:rPr lang="en-CA" sz="2800" dirty="0"/>
              <a:t>May my pleading come before you;</a:t>
            </a:r>
          </a:p>
          <a:p>
            <a:pPr algn="ctr"/>
            <a:r>
              <a:rPr lang="en-CA" sz="2800" dirty="0"/>
              <a:t>Turn your ear to me, I pray.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1370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</a:t>
            </a:r>
            <a:r>
              <a:rPr lang="en-US" sz="2800" dirty="0"/>
              <a:t>For my soul is full of troubles,</a:t>
            </a:r>
          </a:p>
          <a:p>
            <a:pPr algn="ctr"/>
            <a:r>
              <a:rPr lang="en-US" sz="2800" dirty="0"/>
              <a:t>And my life draws near to death.</a:t>
            </a:r>
          </a:p>
          <a:p>
            <a:pPr algn="ctr"/>
            <a:r>
              <a:rPr lang="en-US" sz="2800" dirty="0"/>
              <a:t>Counted with the ones who perish,</a:t>
            </a:r>
          </a:p>
          <a:p>
            <a:pPr algn="ctr"/>
            <a:r>
              <a:rPr lang="en-US" sz="2800" dirty="0"/>
              <a:t>I have neither strength nor breath.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89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Deep in-to a pit you cast me,</a:t>
            </a:r>
          </a:p>
          <a:p>
            <a:pPr algn="ctr"/>
            <a:r>
              <a:rPr lang="en-CA" sz="2800" dirty="0"/>
              <a:t>Made me loath-some in their eyes.</a:t>
            </a:r>
          </a:p>
          <a:p>
            <a:pPr algn="ctr"/>
            <a:r>
              <a:rPr lang="en-CA" sz="2800" dirty="0"/>
              <a:t>There your wrath lies </a:t>
            </a:r>
            <a:r>
              <a:rPr lang="en-CA" sz="2800" dirty="0" err="1"/>
              <a:t>heav</a:t>
            </a:r>
            <a:r>
              <a:rPr lang="en-CA" sz="2800" dirty="0"/>
              <a:t>-y on me,</a:t>
            </a:r>
          </a:p>
          <a:p>
            <a:pPr algn="ctr"/>
            <a:r>
              <a:rPr lang="en-CA" sz="2800" dirty="0"/>
              <a:t>I am crushed by all your waves.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0571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</a:t>
            </a:r>
            <a:r>
              <a:rPr lang="en-US" sz="2800" dirty="0"/>
              <a:t>You have made my friends forsake me,</a:t>
            </a:r>
          </a:p>
          <a:p>
            <a:pPr algn="ctr"/>
            <a:r>
              <a:rPr lang="en-US" sz="2800" dirty="0"/>
              <a:t>Made me loathsome in their eyes.</a:t>
            </a:r>
          </a:p>
          <a:p>
            <a:pPr algn="ctr"/>
            <a:r>
              <a:rPr lang="en-US" sz="2800" dirty="0"/>
              <a:t>I am trapped, cut off from rescue;</a:t>
            </a:r>
          </a:p>
          <a:p>
            <a:pPr algn="ctr"/>
            <a:r>
              <a:rPr lang="en-US" sz="2800" dirty="0"/>
              <a:t>Deep distress has dimmed my sight.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349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7</a:t>
            </a:r>
            <a:r>
              <a:rPr lang="en-CA" sz="2800" dirty="0"/>
              <a:t>. Is your love declared in death, your</a:t>
            </a:r>
          </a:p>
          <a:p>
            <a:pPr algn="ctr"/>
            <a:r>
              <a:rPr lang="en-CA" sz="2800" dirty="0"/>
              <a:t>Faithfulness in </a:t>
            </a:r>
            <a:r>
              <a:rPr lang="en-CA" sz="2800" dirty="0" err="1"/>
              <a:t>Abbadon</a:t>
            </a:r>
            <a:r>
              <a:rPr lang="en-CA" sz="2800" dirty="0"/>
              <a:t>?</a:t>
            </a:r>
          </a:p>
          <a:p>
            <a:pPr algn="ctr"/>
            <a:r>
              <a:rPr lang="en-CA" sz="2800" dirty="0"/>
              <a:t>Are your wonders known in darkness,</a:t>
            </a:r>
          </a:p>
          <a:p>
            <a:pPr algn="ctr"/>
            <a:r>
              <a:rPr lang="en-CA" sz="2800" dirty="0"/>
              <a:t>Faithfulness where thoughts are gone?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109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8</a:t>
            </a:r>
            <a:r>
              <a:rPr lang="en-CA" sz="2800" dirty="0"/>
              <a:t>. </a:t>
            </a:r>
            <a:r>
              <a:rPr lang="en-US" sz="2800" dirty="0"/>
              <a:t>But, O Lord, I cry to you; as</a:t>
            </a:r>
          </a:p>
          <a:p>
            <a:pPr algn="ctr"/>
            <a:r>
              <a:rPr lang="en-US" sz="2800" dirty="0"/>
              <a:t>Morning comes, to you I pray.</a:t>
            </a:r>
          </a:p>
          <a:p>
            <a:pPr algn="ctr"/>
            <a:r>
              <a:rPr lang="en-US" sz="2800" dirty="0"/>
              <a:t>Why, do you, O Lord, reject me,</a:t>
            </a:r>
          </a:p>
          <a:p>
            <a:pPr algn="ctr"/>
            <a:r>
              <a:rPr lang="en-US" sz="2800" dirty="0"/>
              <a:t>Turn your face from me away?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4352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271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#88 Lord, You Are The God Who Saves 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#88 Lord, You Are The God Who Saves Me</dc:title>
  <dc:creator>Eric Hoogendoorn</dc:creator>
  <cp:lastModifiedBy>Neil Tuininga</cp:lastModifiedBy>
  <cp:revision>2</cp:revision>
  <dcterms:created xsi:type="dcterms:W3CDTF">2020-06-19T22:47:13Z</dcterms:created>
  <dcterms:modified xsi:type="dcterms:W3CDTF">2024-03-29T15:05:55Z</dcterms:modified>
</cp:coreProperties>
</file>