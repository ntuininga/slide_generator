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2" r:id="rId4"/>
    <p:sldId id="263" r:id="rId5"/>
    <p:sldId id="264" r:id="rId6"/>
    <p:sldId id="265" r:id="rId7"/>
    <p:sldId id="260" r:id="rId8"/>
    <p:sldId id="257" r:id="rId9"/>
    <p:sldId id="261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EEEBC2-60CB-4F96-8EE9-4F80565C0D56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474FD-57A6-4FBA-A7F7-0CEB7FA4D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66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62E5-34C0-44E2-AA53-B669A03EE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88DD7-B2DF-4EC8-B0A6-18D469EF4C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363CE-FF78-4604-801F-9E0D51278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3FDCD-9546-415A-921A-D7C6DB41A5BC}" type="datetime1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0F82-9BE5-4410-BBAF-EBE9682E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800E4-B893-4CB9-A044-AE5C903F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960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3DFC-4FE5-48CB-8BD5-90773005B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297D-C791-40AE-A16C-E616F92FB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46A9C-CDE3-456B-BEE4-D30DE0591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B518C-F150-4A6C-9C6A-E1A16698861A}" type="datetime1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3AC5D-4E6C-4DF2-BDFB-DE06381E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1D79D-3BAE-40C8-80F1-E222EAE50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925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D44A7-9DB7-4FCE-AD03-8BFDFCF4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BC8EF-BE23-4B97-BADE-FAE306D2E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9AA45-EEEF-47C3-9A68-37872FC2C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7FAA-39FC-4E9F-8A1F-5B401A238152}" type="datetime1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BFAED-DDC3-4B53-8B2F-0996D606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FA155-C476-4D9A-9554-BC2DAC2A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5268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3100-2594-42B6-AC45-73DE40CD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67495-3C7C-4315-903B-C2FF4CB6B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105AB-417A-4375-B9F6-32F7F2B87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0E357-F54A-4702-BBF0-E1986FA7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8753B-3739-41D5-9BD1-87747CB5BE66}" type="datetime1">
              <a:rPr lang="en-CA" smtClean="0"/>
              <a:t>2025-09-19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6F207-F981-4AA0-A15D-5B3C9EF2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4AF52-5024-41F3-A022-198427E18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7331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A58A4-43B3-4BB0-9E1E-92A6CBD19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73D5B-9752-4B51-810D-706A847A6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3CC3B-20BA-444D-8477-1BBB9EBAB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DCFB0D-24FF-41B9-907E-1698A27E1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029DA5-BB40-4D74-951F-7C5B6CCDB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6451E6-B9A3-4947-AAA7-F7744A84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D500F-E1FE-4687-B754-FFCED856F9AA}" type="datetime1">
              <a:rPr lang="en-CA" smtClean="0"/>
              <a:t>2025-09-19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46179-884F-4D45-AD2F-1C34B156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AF2539-9DF6-4C61-B67C-4D15408C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1248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8553-8EBC-4C53-9D5E-8A29C2539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155247-49B1-4647-A2C5-9C2359A4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575E-D511-43F1-8CBB-4D9C08434E88}" type="datetime1">
              <a:rPr lang="en-CA" smtClean="0"/>
              <a:t>2025-09-19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B2C1E-0F0D-4E78-AF1C-1517D001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BD391-BCEF-40C4-AA18-686FECA9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6682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6F9BC4-3B8D-47F8-AF66-4CDC1CB14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D3E4B-12CF-43B3-9137-8A2AADD53B3B}" type="datetime1">
              <a:rPr lang="en-CA" smtClean="0"/>
              <a:t>2025-09-19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B3785B-A594-4CB3-B98B-E071BCE32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D7B55-5EE6-473D-A01A-C608DADF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9757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E24C3-A3B0-48DA-A3A2-076622B93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F22E9-A344-469C-8E37-A851BF362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4005B-C4E4-4D4E-8E39-6530EF120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52951-6DCD-4E85-98C2-DE7B0D67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FE9EB-705E-41CF-9FC7-1E429664AB87}" type="datetime1">
              <a:rPr lang="en-CA" smtClean="0"/>
              <a:t>2025-09-19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3B3CA-A8C3-45CF-8756-5F434CDC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11FCA-259F-4DE4-820D-742BF09FD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2814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037D1-71E7-4899-A162-E75B2C0A3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E543EB-16DA-4751-83B0-261DE0ECB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F37B3-BB06-4959-AB74-0EF6E364C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B8398-F4E9-45BB-9608-962C5FA9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D3363-4CCF-4870-94DD-1E9541E94286}" type="datetime1">
              <a:rPr lang="en-CA" smtClean="0"/>
              <a:t>2025-09-19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80F99-3786-4B91-B0C2-04E93E07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1AD67-2855-486A-9775-349749FD4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9267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E0D88-B452-415C-9F13-8C4EFF20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AD14E-892C-4BC6-B092-47232BD3D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FD100-D72B-4B0E-901B-B0DF31F9D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BD3C6-3234-4269-AB8D-B0D5C28FEA96}" type="datetime1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5B40D-3D6F-41B7-8C54-B0BC133C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BA4CC-374A-4832-8EC7-D40F935BA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7139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1E6C6-B47A-4174-AD36-3CB08FD5DE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6A961-3969-4A11-B68A-83A4ED3BB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07BC0-9644-48AA-8314-69EB7D6E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B3952-BBEF-429E-BFAF-48ED37EC4DAD}" type="datetime1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9240A-DE97-48D8-8F8A-5E2946DDE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2F9FD-AD2D-4C8D-9A7A-E20EA4A6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074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6C1C8E-085C-4AD8-9443-2FBAE655C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5A715-460F-488A-B6EC-42AB29C1F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26D50-66A4-4789-A8CF-13F07A128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C0328-71E4-4C2A-BD38-ECC96494197C}" type="datetime1">
              <a:rPr lang="en-CA" smtClean="0"/>
              <a:t>2025-09-19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784E8-D5FD-4602-AA33-5D3697723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61338-989F-43EF-B626-75652CFF6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F2580-456A-4FC7-934C-42722772FAA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870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1D00A0-1B3D-4F51-9BB4-D0EE51C9F800}"/>
              </a:ext>
            </a:extLst>
          </p:cNvPr>
          <p:cNvSpPr txBox="1"/>
          <p:nvPr/>
        </p:nvSpPr>
        <p:spPr>
          <a:xfrm>
            <a:off x="1128712" y="123825"/>
            <a:ext cx="9934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#68A God Shall Arise and by His Might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A6D93-AE2C-4767-8F23-7C85A7413AFA}"/>
              </a:ext>
            </a:extLst>
          </p:cNvPr>
          <p:cNvSpPr txBox="1"/>
          <p:nvPr/>
        </p:nvSpPr>
        <p:spPr>
          <a:xfrm>
            <a:off x="1985961" y="893266"/>
            <a:ext cx="82200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shall arise and by his might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put all his enemies to flight;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triumph will be glorious.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those who hate him, scattered, flee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 his pow’r and majesty,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God will be victorious.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just as wind blows smoke away,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will disperse the proud array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those who evil cherish.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Like wax that melts before the fire,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will be vanquished by God’s ire;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wicked all will perish.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108DAD-404C-67E4-7450-E3CF749AA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2407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A01B4-79AD-47F3-9DCF-3ED9605E7840}"/>
              </a:ext>
            </a:extLst>
          </p:cNvPr>
          <p:cNvSpPr txBox="1"/>
          <p:nvPr/>
        </p:nvSpPr>
        <p:spPr>
          <a:xfrm>
            <a:off x="2005012" y="797510"/>
            <a:ext cx="81819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Now let the just with joyful voice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God’s victorious might rejoice;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them exalt before him!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sing to God, his praise proclaim,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with your psalms extol his name;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joyful song adore him.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Lift up your voice and sing aloud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him who rides upon the clouds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 in the spacious heavens.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– that is his glorious name.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Rejoice in him with loud acclaim;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him be glory given.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56B6A0-97AF-B0AE-7E26-68BC14651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470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A01B4-79AD-47F3-9DCF-3ED9605E7840}"/>
              </a:ext>
            </a:extLst>
          </p:cNvPr>
          <p:cNvSpPr txBox="1"/>
          <p:nvPr/>
        </p:nvSpPr>
        <p:spPr>
          <a:xfrm>
            <a:off x="2005012" y="797510"/>
            <a:ext cx="81819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He, father to the fatherless,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Defense of widows in distress,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Is in his habitation.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God, in the goodness of his grace,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Gives lonely ones a dwelling place;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grants them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consolation,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leads the captive out to see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joys of newfound liberty,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bounteous is God’s mercy.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But who against him dare revel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Must evermore with famine dwell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In deserts dry and thirsty.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7C495D-643E-660A-12B2-54CF1012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175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A0F7-2EAE-2A2C-DD82-157C7B7C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52ADAC-1005-6119-D115-41D72895E919}"/>
              </a:ext>
            </a:extLst>
          </p:cNvPr>
          <p:cNvSpPr txBox="1"/>
          <p:nvPr/>
        </p:nvSpPr>
        <p:spPr>
          <a:xfrm>
            <a:off x="2005012" y="797510"/>
            <a:ext cx="81819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You rule the swelling tides,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surging of the sea,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And on the roaring waves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Impose tranquility.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Proud Rahab you have crushed,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Its carcass you have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shattere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You with your mighty arm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your enemies have scattered.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Both earth and skies are yours,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For yours is all creation;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world with all it holds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you placed on its foundation.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10E66-6237-842C-183E-E24DB2B04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0405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ABCB-FE50-FF91-8A14-5E748DCF2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95419F-D66F-683C-2A93-F0F22E4BCDAA}"/>
              </a:ext>
            </a:extLst>
          </p:cNvPr>
          <p:cNvSpPr txBox="1"/>
          <p:nvPr/>
        </p:nvSpPr>
        <p:spPr>
          <a:xfrm>
            <a:off x="2005012" y="797510"/>
            <a:ext cx="81819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5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You made both north and south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And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ev’ry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mountain height;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Mount Tabor and Mount Hermon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Glory in your might.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Your arm, your strong right hand,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Evokes their jubilation.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True righteousness and justice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Are your throne’s foundation.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love and faithfulness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That will endure forever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Before you make their way,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As heralds of your favor.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EA7E8-A6CA-0628-CE66-7ECA26C1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9730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1E2F1-7DF5-6AEC-4112-D7C51FA5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3D164D-D768-E149-3EDD-C60B536A103B}"/>
              </a:ext>
            </a:extLst>
          </p:cNvPr>
          <p:cNvSpPr txBox="1"/>
          <p:nvPr/>
        </p:nvSpPr>
        <p:spPr>
          <a:xfrm>
            <a:off x="2005012" y="797510"/>
            <a:ext cx="81819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6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Blest are the people who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acclaim you as their King,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Who know the festal shout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and of your mercy sing.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They walk in radiant light,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Before your face rejoicing;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praises of </a:t>
            </a:r>
            <a:r>
              <a:rPr lang="en-US" sz="2800">
                <a:solidFill>
                  <a:prstClr val="black"/>
                </a:solidFill>
                <a:latin typeface="Calibri" panose="020F0502020204030204"/>
              </a:rPr>
              <a:t>your name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they all day long keep voicing.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Your wondrous deeds they laud,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Your righteousness recalling;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They go their way with joy,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Your steadfast love extolling.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EF35F3-94D2-76EB-8061-23E67AF1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7555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948997-C604-1536-7136-069D57565736}"/>
              </a:ext>
            </a:extLst>
          </p:cNvPr>
          <p:cNvSpPr txBox="1"/>
          <p:nvPr/>
        </p:nvSpPr>
        <p:spPr>
          <a:xfrm>
            <a:off x="2005012" y="797510"/>
            <a:ext cx="81819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7. God’s chariots, mighty to behold,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Are twice ten thousand thousandfold;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mountains quaked and trembled.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Sinai, God victoriously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Came down into his sanctuary,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Zion all assembled.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When you, O Lord, went up again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you led your captives in your train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tribute in a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bundance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Gifts, too, from those who rebels were 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you, Lord God, for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evermore,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Might dwell there in resplendence.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975A9E-3844-9DFF-A370-76448B4D8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8336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15D7C9-9727-4E64-B4A8-67E1059B6051}"/>
              </a:ext>
            </a:extLst>
          </p:cNvPr>
          <p:cNvSpPr txBox="1"/>
          <p:nvPr/>
        </p:nvSpPr>
        <p:spPr>
          <a:xfrm>
            <a:off x="1714500" y="79751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Blest be the Lord, who on our way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for us, and day by day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upholds us by his power.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of salvation is his name;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glorious name shall we proclaim.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is our shield and tower.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God, the LORD, is strong to save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mortal danger, from the grave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ev’ry cruel oppression.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God will crush the heads of foes,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hairy crown of him who goes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ways of foul transgression.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B275F-FAE0-AD5A-9BBC-ED126AC1E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306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ABD6F8-C3B8-7C0C-50D0-4B7B42BC479E}"/>
              </a:ext>
            </a:extLst>
          </p:cNvPr>
          <p:cNvSpPr txBox="1"/>
          <p:nvPr/>
        </p:nvSpPr>
        <p:spPr>
          <a:xfrm>
            <a:off x="2005012" y="797510"/>
            <a:ext cx="818197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10. Thy solemn throngs are gathered here;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To God my King do they draw near.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come with sounding cymbals;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singers first, the minstrels last,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in among them, filing past,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 maidens play their timbrels.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the great congregation’s throng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Let God be praised in joyful song,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Jacob’s generation.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There Benjamin, the smallest clan,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Leads Naphtali and Zebulun, 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Juda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 and all the nation.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59357-7440-1671-6BAF-65E28442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1677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85C9EF-2AB5-4CA5-8DB2-153E93BB5A6E}"/>
              </a:ext>
            </a:extLst>
          </p:cNvPr>
          <p:cNvSpPr txBox="1"/>
          <p:nvPr/>
        </p:nvSpPr>
        <p:spPr>
          <a:xfrm>
            <a:off x="2038350" y="797510"/>
            <a:ext cx="81153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12. Praise God and shout his glory forth,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kings and kingdoms of the earth!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joyful song adore him.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him who rides the ancient sky,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thunders forth his battle cry;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bow down before him.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Proclaim his pow’r and spread his fame,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great in Isr’el is his name;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might is in the heavens.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awesome God, you from your throne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pow’r and glory bless your own.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 all praise be given!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8CC9D-8443-6896-9964-D6AB25D9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2009 Standing Committee for the Publication of the Book of Praise of the CanRC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17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954</Words>
  <Application>Microsoft Office PowerPoint</Application>
  <PresentationFormat>Widescreen</PresentationFormat>
  <Paragraphs>131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5</cp:revision>
  <dcterms:created xsi:type="dcterms:W3CDTF">2021-06-11T19:15:51Z</dcterms:created>
  <dcterms:modified xsi:type="dcterms:W3CDTF">2025-09-19T18:48:45Z</dcterms:modified>
</cp:coreProperties>
</file>