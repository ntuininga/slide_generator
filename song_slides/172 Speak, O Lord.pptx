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8" r:id="rId2"/>
    <p:sldId id="329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0B336-C2C6-4834-9760-E4A2EF427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6ACBC-FF4A-485A-80F5-2AC42E1FE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53469-23C8-4FDE-9858-B53B5736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1D33-4059-42CF-AA0E-0F53331DC11B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8F7C8-5B20-42A0-AC94-7B999304F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5D064-61A8-4327-AC8F-64767AFC5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6049-A7AB-44C5-88C0-D22F51280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59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F95C0-5A14-465D-87DA-8CEE3A34F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B371C-8B41-475A-B4BA-6CE297D1C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DA7D3-D423-4D7D-B54E-1A1A2E605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1D33-4059-42CF-AA0E-0F53331DC11B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45091-5BEC-45E3-B330-2B88C61F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3A14E-C5F2-4885-800E-E50AC5EF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6049-A7AB-44C5-88C0-D22F51280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04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5FA98-57CA-4645-AC8D-EEE70711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C13F7-0A49-4FAD-843C-08B2C9138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D5868-ED30-41CF-BB38-486D619E5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1D33-4059-42CF-AA0E-0F53331DC11B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9CD8C-8623-4985-940D-E897A8478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A99E6-A2AE-4440-95FA-548E658D0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6049-A7AB-44C5-88C0-D22F51280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6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5FE9-5A06-4B48-AFB7-862F3E9C3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4B972-3AEB-4781-AEA8-3717E103E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61E1B-C36F-4FEA-867E-68133A598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A52AE-D223-40CB-89B8-3A6DEE27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1D33-4059-42CF-AA0E-0F53331DC11B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81230-C548-4944-954B-028A7A6E7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4ADE3-C563-4F25-BD03-A3E49A15D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6049-A7AB-44C5-88C0-D22F51280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7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864E-D098-4053-A616-D19A18E8D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B817A-5604-4F4B-AA6F-DE01C635B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FBE06-038C-46AD-B7DC-624D5D23B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ED75B4-42F8-49DA-949E-48ECA8996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701FF0-3940-4EBB-9F65-6BED24BE43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AF65A2-A88E-459E-953D-DCAEB9B7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1D33-4059-42CF-AA0E-0F53331DC11B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53D585-2419-4333-9736-D23019BA6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0292C-918D-459A-B6B5-5CE7D7A56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6049-A7AB-44C5-88C0-D22F51280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2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48852-88CF-45BD-994E-208BDBF29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A64F6-FEEC-4F56-B8BF-A7E67FB9B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1D33-4059-42CF-AA0E-0F53331DC11B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7501C-281F-4D95-A894-6A8B8954F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3B297-3206-4417-9D6A-E16CDBBD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6049-A7AB-44C5-88C0-D22F51280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70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6E348E-F729-407A-858A-B3C7E656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1D33-4059-42CF-AA0E-0F53331DC11B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5E2FC6-7B3E-4873-B412-F03285E6F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319DF-26BA-4831-AF5F-5202A7BA9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6049-A7AB-44C5-88C0-D22F51280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744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2B79D-1709-4771-A157-E5B01201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0DDB2-2DF7-45B3-BB6E-A617BC618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5026D-64C4-468C-B12E-DE2F5904B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3595A-87D5-4FCC-AD4E-DB35C4659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1D33-4059-42CF-AA0E-0F53331DC11B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C84FE-9D49-4FA6-8A43-7FB88EDCC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248A3-BD68-4A40-907F-B0735D2B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6049-A7AB-44C5-88C0-D22F51280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89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1AF4C-6A77-4DF5-972B-D02849FF0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18DDAE-83EE-4AE9-AD8C-A18021D5C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FB4D2-EB2C-476A-8A91-582D929F7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9FD2C-B02A-4CF9-9D90-23722EC34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1D33-4059-42CF-AA0E-0F53331DC11B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DBC61-6198-4EF2-8914-5C28EEBA9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F00B2-94D8-4432-9E59-70CD44D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6049-A7AB-44C5-88C0-D22F51280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3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ACA7-10F8-4159-BD88-1A19FA7A5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582F5-B48C-47DA-BCFE-FABB1C6BE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7B3B2-4842-4A0E-9ED8-8834394ED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1D33-4059-42CF-AA0E-0F53331DC11B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0C682-4972-4AF4-80E2-E06062562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957EE-6EFB-4026-A544-98F93EA11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6049-A7AB-44C5-88C0-D22F51280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11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BA189-71B7-4EF7-B6B3-3A8FAEB4CD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8FCE9-2F08-4DDF-A4BA-72CE87131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D4DDD-32A9-44E4-B97B-1DED1C127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1D33-4059-42CF-AA0E-0F53331DC11B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04B1F-3A35-46C5-BCAB-57341D95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C8132-602F-4DFB-8F6C-FC83CA647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C6049-A7AB-44C5-88C0-D22F51280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00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C06BF9-BDBA-4C78-8F99-0DAA85381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0158B-5B63-4A53-884C-CCEF4EB0E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E634D-6F60-40C3-8378-3DDDF03B7D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C1D33-4059-42CF-AA0E-0F53331DC11B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F7DC9-BDFD-4137-9129-57BE7EF04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73F38-CDC3-4DAD-9E69-63427617F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C6049-A7AB-44C5-88C0-D22F51280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95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7056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#172 Speak, O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</a:t>
            </a:r>
            <a:r>
              <a:rPr lang="en-US" sz="2800" dirty="0"/>
              <a:t>Speak, O Lord, as we come to you</a:t>
            </a:r>
          </a:p>
          <a:p>
            <a:pPr algn="ctr"/>
            <a:r>
              <a:rPr lang="en-US" sz="2800" dirty="0"/>
              <a:t>To receive the food of your Holy Word.</a:t>
            </a:r>
          </a:p>
          <a:p>
            <a:pPr algn="ctr"/>
            <a:r>
              <a:rPr lang="en-US" sz="2800" dirty="0"/>
              <a:t>Take your truth, plant it deep in us;</a:t>
            </a:r>
          </a:p>
          <a:p>
            <a:pPr algn="ctr"/>
            <a:r>
              <a:rPr lang="en-US" sz="2800" dirty="0"/>
              <a:t>Shape and fashion us in your likeness,</a:t>
            </a:r>
          </a:p>
          <a:p>
            <a:pPr algn="ctr"/>
            <a:r>
              <a:rPr lang="en-US" sz="2800" dirty="0"/>
              <a:t>That the light of Christ might be seen today</a:t>
            </a:r>
          </a:p>
          <a:p>
            <a:pPr algn="ctr"/>
            <a:r>
              <a:rPr lang="en-US" sz="2800" dirty="0"/>
              <a:t>In our acts of love and our deeds of faith,</a:t>
            </a:r>
          </a:p>
          <a:p>
            <a:pPr algn="ctr"/>
            <a:r>
              <a:rPr lang="en-US" sz="2800" dirty="0"/>
              <a:t>Speak, O Lord, and fulfill in us</a:t>
            </a:r>
          </a:p>
          <a:p>
            <a:pPr algn="ctr"/>
            <a:r>
              <a:rPr lang="en-US" sz="2800" dirty="0"/>
              <a:t>All your purposes for your glory.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45FC6-7E64-4D56-BBC5-BF336F23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2006 Thankyou Music (PRS)</a:t>
            </a:r>
          </a:p>
        </p:txBody>
      </p:sp>
    </p:spTree>
    <p:extLst>
      <p:ext uri="{BB962C8B-B14F-4D97-AF65-F5344CB8AC3E}">
        <p14:creationId xmlns:p14="http://schemas.microsoft.com/office/powerpoint/2010/main" val="1741834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6"/>
            <a:ext cx="10515600" cy="2619318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2. </a:t>
            </a:r>
            <a:r>
              <a:rPr lang="en-US" dirty="0"/>
              <a:t>Teach us, Lord, full obedience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Holy reverence, true humility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Test our thoughts and our attitudes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In the radiance of your purity.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Cause our faith to rise, cause our eyes to see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Your majestic love and authority.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Words of </a:t>
            </a:r>
            <a:r>
              <a:rPr lang="en-US" dirty="0" err="1"/>
              <a:t>pow’r</a:t>
            </a:r>
            <a:r>
              <a:rPr lang="en-US" dirty="0"/>
              <a:t> that can never fail,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Let their truth prevail over unbelief.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F1F071-BEF8-437A-9005-4D4E3C34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2006 Thankyou Music (PRS)</a:t>
            </a:r>
          </a:p>
        </p:txBody>
      </p:sp>
    </p:spTree>
    <p:extLst>
      <p:ext uri="{BB962C8B-B14F-4D97-AF65-F5344CB8AC3E}">
        <p14:creationId xmlns:p14="http://schemas.microsoft.com/office/powerpoint/2010/main" val="764460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66FF-8F35-4C07-8A5E-1C5E296F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688"/>
            <a:ext cx="10515600" cy="403836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CA" i="1" dirty="0"/>
              <a:t>3</a:t>
            </a:r>
            <a:r>
              <a:rPr lang="en-CA" dirty="0"/>
              <a:t>. </a:t>
            </a:r>
            <a:r>
              <a:rPr lang="en-US" dirty="0"/>
              <a:t>Speak, O Lord, and renew our minds;</a:t>
            </a:r>
          </a:p>
          <a:p>
            <a:pPr marL="0" indent="0" algn="ctr">
              <a:buNone/>
            </a:pPr>
            <a:r>
              <a:rPr lang="en-US" dirty="0"/>
              <a:t>Help us grasp the heights of your plans for us;</a:t>
            </a:r>
          </a:p>
          <a:p>
            <a:pPr marL="0" indent="0" algn="ctr">
              <a:buNone/>
            </a:pPr>
            <a:r>
              <a:rPr lang="en-US" dirty="0"/>
              <a:t>Truths unchanged from the dawn of time,</a:t>
            </a:r>
          </a:p>
          <a:p>
            <a:pPr marL="0" indent="0" algn="ctr">
              <a:buNone/>
            </a:pPr>
            <a:r>
              <a:rPr lang="en-US" dirty="0"/>
              <a:t>That will echo down thro’ eternity.</a:t>
            </a:r>
          </a:p>
          <a:p>
            <a:pPr marL="0" indent="0" algn="ctr">
              <a:buNone/>
            </a:pPr>
            <a:r>
              <a:rPr lang="en-US" dirty="0"/>
              <a:t>And by grace we’ll stand on your promises;</a:t>
            </a:r>
          </a:p>
          <a:p>
            <a:pPr marL="0" indent="0" algn="ctr">
              <a:buNone/>
            </a:pPr>
            <a:r>
              <a:rPr lang="en-US" dirty="0"/>
              <a:t>And by faith we’ll walk as you walk with us.</a:t>
            </a:r>
          </a:p>
          <a:p>
            <a:pPr marL="0" indent="0" algn="ctr">
              <a:buNone/>
            </a:pPr>
            <a:r>
              <a:rPr lang="en-US" dirty="0"/>
              <a:t>Speak, O Lord, ‘til your church is built,</a:t>
            </a:r>
          </a:p>
          <a:p>
            <a:pPr marL="0" indent="0" algn="ctr">
              <a:buNone/>
            </a:pPr>
            <a:r>
              <a:rPr lang="en-US" dirty="0"/>
              <a:t>And the earth is filled with your glory.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FA7D84-29AB-4FC2-9B9F-C2596643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2006 Thankyou Music (PRS)</a:t>
            </a:r>
          </a:p>
        </p:txBody>
      </p:sp>
    </p:spTree>
    <p:extLst>
      <p:ext uri="{BB962C8B-B14F-4D97-AF65-F5344CB8AC3E}">
        <p14:creationId xmlns:p14="http://schemas.microsoft.com/office/powerpoint/2010/main" val="2564488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#172 Speak, O Lord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#172 Speak, O Lord</dc:title>
  <dc:creator>Eric Hoogendoorn</dc:creator>
  <cp:lastModifiedBy>Eric Hoogendoorn</cp:lastModifiedBy>
  <cp:revision>1</cp:revision>
  <dcterms:created xsi:type="dcterms:W3CDTF">2020-07-10T02:03:39Z</dcterms:created>
  <dcterms:modified xsi:type="dcterms:W3CDTF">2020-07-10T02:03:57Z</dcterms:modified>
</cp:coreProperties>
</file>