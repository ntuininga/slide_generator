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97471841-3E55-41D9-B819-6B3D4938E533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9/1/2024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7144B38-9B5F-4395-94D8-25F075D12D8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A5BB276-6239-4127-8A3C-1E32AB04F864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9/1/2024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08FFD58A-764B-4DEE-8493-F7BB67782926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0" y="664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CA" sz="4400" b="0" i="1" strike="noStrike" spc="-1">
                <a:solidFill>
                  <a:srgbClr val="000000"/>
                </a:solidFill>
                <a:latin typeface="Calibri Light"/>
              </a:rPr>
              <a:t>#103E O Come, My Soul, Bless Thou The Lord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1659240"/>
            <a:ext cx="12191760" cy="35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1.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O come, my soul, bless thou the Lord thy Maker,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and all within me, bless his holy name;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bless thou the Lord, forget not all his mercies,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his pard'ning grace and saving love proclaim.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i="1" strike="noStrike" spc="-1">
                <a:solidFill>
                  <a:srgbClr val="000000"/>
                </a:solidFill>
                <a:latin typeface="Calibri"/>
              </a:rPr>
              <a:t>Refrain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: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Bless him, ye angels, wondrous in might,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bless him, his servants, who in his will delight.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84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1584720"/>
            <a:ext cx="12191760" cy="35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2.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Good is the Lord and full of kind compassion,</a:t>
            </a:r>
            <a:br/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most slow to anger, plenteous in love;</a:t>
            </a:r>
            <a:br/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rich is his grace to all who humbly seek him,</a:t>
            </a:r>
            <a:br/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boundless and endless as the heav'ns above.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Refrain: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Bless him, ye angels, wondrous in might,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bless him, his servants, who in his will delight.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0" y="1584720"/>
            <a:ext cx="12191760" cy="35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3.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His love is like a father's to his children,</a:t>
            </a:r>
            <a:br/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tender and kind to all who fear his name;</a:t>
            </a:r>
            <a:br/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for well he knows our weakness and our frailty,</a:t>
            </a:r>
            <a:br/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 knows that we are dust, he knows our frame.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Refrain: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Bless him, ye angels, wondrous in might,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bless him, his servants, who in his will delight.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1584720"/>
            <a:ext cx="12191760" cy="35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4.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We fade and die like flow'rs that grow in beauty,</a:t>
            </a:r>
            <a:br/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like tender grass that soon will disappear;</a:t>
            </a:r>
            <a:br/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but evermore the love of God is changeless,</a:t>
            </a:r>
            <a:br/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still shown to those who look to him in fear.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Refrain: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Bless him, ye angels, wondrous in might,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bless him, his servants, who in his will delight.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0" y="1584720"/>
            <a:ext cx="121917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i="1" spc="-1">
                <a:solidFill>
                  <a:srgbClr val="000000"/>
                </a:solidFill>
                <a:latin typeface="Calibri"/>
              </a:rPr>
              <a:t>5</a:t>
            </a: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.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High in the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heav’ns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his throne is fixed forever,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his kingdom rules o’er all from pole to pole;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bless ye the Lord through all his wide dominion,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bless his most holy name, O thou my soul. 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Refrain: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Bless him, ye angels, wondrous in might,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bless him, his servants, who in his will delight.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403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#103E O Come, My Soul, Bless Thou The Lord</dc:title>
  <dc:subject/>
  <dc:creator>Eric Hoogendoorn</dc:creator>
  <dc:description/>
  <cp:lastModifiedBy>Neil Tuininga</cp:lastModifiedBy>
  <cp:revision>5</cp:revision>
  <dcterms:created xsi:type="dcterms:W3CDTF">2020-07-10T02:09:15Z</dcterms:created>
  <dcterms:modified xsi:type="dcterms:W3CDTF">2024-09-01T19:58:44Z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