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59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1C80E-4DC0-4AD5-BFD5-B7250CFD0C9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4EB6B-77EE-4A5C-8871-B9AC037E7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36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B8E1-460F-4EC6-B20C-6A7F25FC1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6F911-0E18-43F5-83D8-91FE1D3B1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2B23C-1E8B-473E-B24D-6CC927F1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5785-7B1F-4875-967F-C13976DC34D0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A1B46-4D67-4D11-A0C3-0ACC47FE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A1C6-6CF9-4514-8316-80E8BB4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0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DE22-1C9C-4C5F-B07A-27D7B671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46500-AA07-4CA4-B5BD-5FDCDF3D7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4D42D-52DC-4029-B2F2-50049704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77B-589C-4DDC-BD4F-C5170DCD89E2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90FBA-A179-4D3A-BECC-A0ED257C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228A2-A3BB-4222-A9D7-746EF257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5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E576-CB36-424A-BEB5-A5E2EA300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59F9-37ED-4025-8E9A-613AA4A48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11288-8C4C-42F3-96EE-E4B21A27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F61F-6C61-4942-9B54-B5AFA79481EB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2A272-87C1-499C-97E1-CEBF26CD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271C5-FAF6-4C2D-A4F1-726F8D0A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4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1362-0869-4AAD-8F88-0D4608FF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2E392-9664-453D-954A-2F80E6CA8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706AA-E125-46A7-B292-4B5676EDC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AC08B-3158-4ADD-8C2B-C1079081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9D497-4177-44BD-9D53-C62A0F041C06}" type="datetime1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4C037-20D3-47A3-A727-5A2A4AFB8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B267F-15A2-4E35-B7A0-37424271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0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BFB8-2897-4295-B7D6-CF13DF19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3F3BF-FC5A-4E0D-BE08-BA8E78A8E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429CF-111B-4E30-981A-2C9CB72BA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5DD1A-5876-48D1-851C-7E7F0C300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568FE-2F8A-4246-9020-8202D3E7C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1A34F0-5BFB-4527-B294-2F2DF173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A65A5-BC29-4237-80B7-A726B80FA3A0}" type="datetime1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EEEDE-662C-4920-84C9-72E3AD82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0326D-A410-4371-8E55-D3D561DE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86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A523-275B-4CF1-A318-81B87B9D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2FB12-439A-4B1E-B357-7349B127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1D70-DA9F-4925-B0CB-EA37973F7F2C}" type="datetime1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3D914-E6C0-457D-843D-6F094291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5E26-39F1-4506-844C-D26A17DA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4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6B4F8-5DB5-4675-8E12-89C1EF3E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CD17-A6A0-4F4D-AE08-DA2DA69F927C}" type="datetime1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63E35-BF80-4974-84A3-0B452CBEE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FEE90-2FB8-4164-8569-6A35C590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85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8773-2716-4913-90B2-4C72B463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12505-90B5-48E6-AB9D-ABC9818AD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E7075-EE6E-4AAA-A1C1-D67C4FC87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D110D-BA91-47EB-9F1E-2C588930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2B9-D70B-4DEA-9002-DD4AE71F2996}" type="datetime1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80529-91EE-44EE-A70C-DCA95CB2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64EBE-06F6-4744-B158-750A3F66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48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E33E-12FF-4761-BE4F-2BA7BDDE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A4F5D-075D-43A1-A7A5-1ADA5F56F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A5F5D-54AD-48CF-95FB-6007C2FE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FF6F9-C0D7-48C1-BC13-5ACFD4517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F73C1-CFAC-4514-84DD-5CBFE2BE00D4}" type="datetime1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09C82-36B3-4FBC-A3A5-708A72853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586A2-4652-4FDD-8CD9-C533C2E8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73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C1F6-E4BB-4DDC-86D4-742E5C87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B08CA-3EE8-4263-B1DC-2CC2D2B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AAFDF-B58F-47C2-8369-53A41E64E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6B65-2A7C-4055-A40F-5344A1BD468A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1C476-0BC8-475E-A494-D791D977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EC7FB-B402-4F8E-A9A8-63B8C88B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8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E419B-BE06-418D-A383-0831161E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06A8D-2944-4684-B8FC-851102436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1E630-1ACD-4552-8212-DC042667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9C14-35A5-4AAA-ADB8-0F1B7EDFE553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B1448-1422-4FA5-A93C-6F9C0772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D987F-328B-45A5-AF1E-C2F15193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9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5A800A-DDC7-4C6D-8947-2AC172AB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1F52F-E699-46CA-9D11-0A0AC1AE3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9DBEA-E2B6-429C-B047-9BD651A73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D11D9-A684-4B74-B8E4-2148D8BDB3D7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40CCD-8ECA-48F1-B8DC-E9202C946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Used with permission of Crown and Covenant Publications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A4EE-7007-497C-91A8-62D3F7F74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59FA1-9637-43B5-997D-D44DE882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0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#8B Lord, Our Lord in All the Earth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Lord, our Lord, in all the earth</a:t>
            </a:r>
          </a:p>
          <a:p>
            <a:pPr algn="ctr"/>
            <a:r>
              <a:rPr lang="en-US" sz="2800" dirty="0"/>
              <a:t>How excellent your name!</a:t>
            </a:r>
          </a:p>
          <a:p>
            <a:pPr algn="ctr"/>
            <a:r>
              <a:rPr lang="en-US" sz="2800" dirty="0"/>
              <a:t>You above the </a:t>
            </a:r>
            <a:r>
              <a:rPr lang="en-US" sz="2800" dirty="0" err="1"/>
              <a:t>heav’ns</a:t>
            </a:r>
            <a:r>
              <a:rPr lang="en-US" sz="2800" dirty="0"/>
              <a:t> have set</a:t>
            </a:r>
          </a:p>
          <a:p>
            <a:pPr algn="ctr"/>
            <a:r>
              <a:rPr lang="en-US" sz="2800" dirty="0"/>
              <a:t>The glory of your fame.</a:t>
            </a:r>
          </a:p>
          <a:p>
            <a:pPr algn="ctr"/>
            <a:r>
              <a:rPr lang="en-US" sz="2800" dirty="0"/>
              <a:t>From the mouths of infants young</a:t>
            </a:r>
          </a:p>
          <a:p>
            <a:pPr algn="ctr"/>
            <a:r>
              <a:rPr lang="en-US" sz="2800" dirty="0"/>
              <a:t>You the power of praise compose</a:t>
            </a:r>
          </a:p>
          <a:p>
            <a:pPr algn="ctr"/>
            <a:r>
              <a:rPr lang="en-US" sz="2800" dirty="0"/>
              <a:t>In the face of enemies</a:t>
            </a:r>
          </a:p>
          <a:p>
            <a:pPr algn="ctr"/>
            <a:r>
              <a:rPr lang="en-US" sz="2800" dirty="0"/>
              <a:t>To stop avenging foes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When I view the skies above,</a:t>
            </a:r>
          </a:p>
          <a:p>
            <a:pPr algn="ctr"/>
            <a:r>
              <a:rPr lang="en-US" sz="2800" dirty="0"/>
              <a:t>The works your fingers made,</a:t>
            </a:r>
          </a:p>
          <a:p>
            <a:pPr algn="ctr"/>
            <a:r>
              <a:rPr lang="en-US" sz="2800" dirty="0"/>
              <a:t>When I see the moon and stars,</a:t>
            </a:r>
          </a:p>
          <a:p>
            <a:pPr algn="ctr"/>
            <a:r>
              <a:rPr lang="en-US" sz="2800" dirty="0"/>
              <a:t>Which you in order laid,</a:t>
            </a:r>
          </a:p>
          <a:p>
            <a:pPr algn="ctr"/>
            <a:r>
              <a:rPr lang="en-US" sz="2800" dirty="0"/>
              <a:t>What is man, so frail and weak,</a:t>
            </a:r>
          </a:p>
          <a:p>
            <a:pPr algn="ctr"/>
            <a:r>
              <a:rPr lang="en-US" sz="2800" dirty="0"/>
              <a:t>That you should remember him?</a:t>
            </a:r>
          </a:p>
          <a:p>
            <a:pPr algn="ctr"/>
            <a:r>
              <a:rPr lang="en-US" sz="2800" dirty="0"/>
              <a:t>What can be the son of man</a:t>
            </a:r>
          </a:p>
          <a:p>
            <a:pPr algn="ctr"/>
            <a:r>
              <a:rPr lang="en-US" sz="2800" dirty="0"/>
              <a:t>That you should care for him?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You have made him next to God,</a:t>
            </a:r>
          </a:p>
          <a:p>
            <a:pPr algn="ctr"/>
            <a:r>
              <a:rPr lang="en-US" sz="2800" dirty="0"/>
              <a:t>With honor, glory crowned.</a:t>
            </a:r>
          </a:p>
          <a:p>
            <a:pPr algn="ctr"/>
            <a:r>
              <a:rPr lang="en-US" sz="2800" dirty="0"/>
              <a:t>Him you placed above your works;</a:t>
            </a:r>
          </a:p>
          <a:p>
            <a:pPr algn="ctr"/>
            <a:r>
              <a:rPr lang="en-US" sz="2800" dirty="0"/>
              <a:t>Beneath him all is found:</a:t>
            </a:r>
          </a:p>
          <a:p>
            <a:pPr algn="ctr"/>
            <a:r>
              <a:rPr lang="en-US" sz="2800" dirty="0"/>
              <a:t>Oxen, sheep, and beasts that graze,</a:t>
            </a:r>
          </a:p>
          <a:p>
            <a:pPr algn="ctr"/>
            <a:r>
              <a:rPr lang="en-US" sz="2800" dirty="0"/>
              <a:t>Birds, and fish the ocean claim.</a:t>
            </a:r>
          </a:p>
          <a:p>
            <a:pPr algn="ctr"/>
            <a:r>
              <a:rPr lang="en-US" sz="2800" dirty="0"/>
              <a:t>Lord, our Lord, in all the earth</a:t>
            </a:r>
          </a:p>
          <a:p>
            <a:pPr algn="ctr"/>
            <a:r>
              <a:rPr lang="en-US" sz="2800" dirty="0"/>
              <a:t>How excellent your name!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16884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201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#8B Lord, Our Lord in All the Earth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#8B Lord, Our Lord in All the Earth</dc:title>
  <dc:creator>Eric Hoogendoorn</dc:creator>
  <cp:lastModifiedBy>Eric Hoogendoorn</cp:lastModifiedBy>
  <cp:revision>1</cp:revision>
  <dcterms:created xsi:type="dcterms:W3CDTF">2020-08-22T14:35:16Z</dcterms:created>
  <dcterms:modified xsi:type="dcterms:W3CDTF">2020-08-22T14:41:24Z</dcterms:modified>
</cp:coreProperties>
</file>