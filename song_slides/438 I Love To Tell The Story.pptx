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8A528-5635-22F4-B666-B692131422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278413-7E58-D924-7527-CD563F1AB8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CF5F97-73AC-97B6-9FD8-C0BD137C9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1F502-29E5-4D16-B4C6-18033C906082}" type="datetimeFigureOut">
              <a:rPr lang="en-US" smtClean="0"/>
              <a:t>9/17/2022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8B1C49-AE8E-D1CB-8C33-042F35FD7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3C8282-E8F5-7A8A-9C26-BC4E18FDE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80872-2714-40DD-A7DE-1F2E8E1EBD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811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0F303-C3F1-5483-840C-82A686EFC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73846F-9800-BEB6-4284-D878AD12D4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C02EFF-3077-78BD-EDBC-878661FBD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1F502-29E5-4D16-B4C6-18033C906082}" type="datetimeFigureOut">
              <a:rPr lang="en-US" smtClean="0"/>
              <a:t>9/17/2022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46DD38-DE00-6B57-8A7B-01A7F58A2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D7EFDD-7BF7-B449-E8BA-A47D1C2F9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80872-2714-40DD-A7DE-1F2E8E1EBD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609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C43A2-00D8-8DEB-17FC-6F8404497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6026F2-1186-E299-D3C1-6CD7D6A243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8AC569-181D-8D0A-3C57-64AFACADA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1F502-29E5-4D16-B4C6-18033C906082}" type="datetimeFigureOut">
              <a:rPr lang="en-US" smtClean="0"/>
              <a:t>9/17/2022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433ECE-5DE7-872A-5F93-8B9D4A6AE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F9D5B9-5114-68E6-4C8E-E2006787C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80872-2714-40DD-A7DE-1F2E8E1EBD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2247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C704C-0B7E-0546-179F-5EAA4E73C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08A830-B44F-47F7-3414-5B5BDF1F69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7FA065-74EF-F81E-3D14-989AE39583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00F9F1-0978-6EB3-D1C0-F0A4EC791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1F502-29E5-4D16-B4C6-18033C906082}" type="datetimeFigureOut">
              <a:rPr lang="en-US" smtClean="0"/>
              <a:t>9/17/2022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A9757F-C588-0A9F-B6A0-E3293B4E0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E79CBB-D108-B4BA-B482-456A11F64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80872-2714-40DD-A7DE-1F2E8E1EBD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547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169C0-C58B-A3D2-38D0-7BCBAAEE5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D18F21-B6B4-1583-C9CB-DB41616960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334E87-76D1-38AF-5F0C-DF8EA6466B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A92982-A188-27E5-D0B6-4C2EF763C3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5227ED-FB11-DD6E-59AA-FD43742C66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9E385E-7BAF-D6B3-DAAC-D0A056241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1F502-29E5-4D16-B4C6-18033C906082}" type="datetimeFigureOut">
              <a:rPr lang="en-US" smtClean="0"/>
              <a:t>9/17/2022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35F3C5-D9F5-06E2-F587-919733AB3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F996CB-93D7-587A-732A-EFAAF5907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80872-2714-40DD-A7DE-1F2E8E1EBD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971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30340-B2C3-CE4A-2773-E36676D3B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85A1E8-2026-7996-8C32-9C4440DDF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1F502-29E5-4D16-B4C6-18033C906082}" type="datetimeFigureOut">
              <a:rPr lang="en-US" smtClean="0"/>
              <a:t>9/17/2022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79D777-30ED-AF3F-FAA6-91B134982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4052E4-0EAB-6C55-AAB1-2EFFC7772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80872-2714-40DD-A7DE-1F2E8E1EBD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6958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D1BF56-66E3-219E-AE73-EC96AF8D0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1F502-29E5-4D16-B4C6-18033C906082}" type="datetimeFigureOut">
              <a:rPr lang="en-US" smtClean="0"/>
              <a:t>9/17/2022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A02D24-005B-1941-B0A8-DE9B3F082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6C0E12-2B52-A7B6-D13A-442D94D5B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80872-2714-40DD-A7DE-1F2E8E1EBD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31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69728-D727-B2AB-76F8-5DC85058E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D8D982-3BA2-F39E-11C3-F3BEF7805C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79637C-9386-F9E2-977A-A0EBEDC179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D53D45-885F-4698-C919-5B60728FE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1F502-29E5-4D16-B4C6-18033C906082}" type="datetimeFigureOut">
              <a:rPr lang="en-US" smtClean="0"/>
              <a:t>9/17/2022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2FEDAF-09DE-D6C9-9B27-60B4522BC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3BB89A-5E23-70DF-0F73-43AF47F54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80872-2714-40DD-A7DE-1F2E8E1EBD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904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07071-AF2A-BC2B-038E-9415D455A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4BDAEE-65BF-BA91-A53D-CA0C7303A4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15E754-91F7-B9DF-CF69-F1B8704949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3C5EA3-AB98-A29F-5BFA-DC373F2D2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1F502-29E5-4D16-B4C6-18033C906082}" type="datetimeFigureOut">
              <a:rPr lang="en-US" smtClean="0"/>
              <a:t>9/17/2022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D75026-0B68-66CA-5CF8-D97F329D3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750ED4-602B-B3DF-C13B-02A88DD30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80872-2714-40DD-A7DE-1F2E8E1EBD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61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7012D-C34A-C1B6-A1C9-523F1715F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4F1289-6C22-D595-CA54-A3816C3AD6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D2225C-2E2E-D6FC-9083-0C77FDD2C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1F502-29E5-4D16-B4C6-18033C906082}" type="datetimeFigureOut">
              <a:rPr lang="en-US" smtClean="0"/>
              <a:t>9/17/2022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CE746-5247-1857-C0BF-22C488145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D8D4AC-B372-354E-D0F8-25D1384CF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80872-2714-40DD-A7DE-1F2E8E1EBD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640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3C5B-7EF1-1A86-5696-2D0A5165EE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830722-A05F-D39A-C377-09FDE47FD5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FBB256-EE58-955C-F3A7-59B415F8E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1F502-29E5-4D16-B4C6-18033C906082}" type="datetimeFigureOut">
              <a:rPr lang="en-US" smtClean="0"/>
              <a:t>9/17/2022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A265F4-3F88-C51D-3C87-BF2B8E3CD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E89752-F8BF-CE06-3F56-0CB7AAE8C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80872-2714-40DD-A7DE-1F2E8E1EBD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398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99A3AA-1E66-7B92-19AC-4050BA464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3551F4-1FE7-0BF2-6E25-D930F575CB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D5DE37-D7DC-31CE-5520-1799ECBD4B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1F502-29E5-4D16-B4C6-18033C906082}" type="datetimeFigureOut">
              <a:rPr lang="en-US" smtClean="0"/>
              <a:t>9/17/2022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97035C-0F64-1CDB-3874-6445E8AF68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FD7C00-60BF-ECAE-47A1-6B831286EF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B80872-2714-40DD-A7DE-1F2E8E1EBD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213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EB2B7-D9AF-395B-3DCB-93DFA4C55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i="1" dirty="0"/>
              <a:t>#438 I Love To Tell The 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B67D4F-4515-F855-26D2-35E8E440F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1 I love to tell the story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of unseen things above,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of Jesus and his glory,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of Jesus and his love.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I love to tell the story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because I know 'tis true;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it satisfies my longings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as nothing else could do.</a:t>
            </a:r>
          </a:p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Refrain: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I love to tell the story;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'twill be my theme in glory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to tell the old, old story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of Jesus and his love.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36972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AF5E4E-F6F3-2317-C062-D92EE18300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1049"/>
            <a:ext cx="10515600" cy="5115914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2 I love to tell the story;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more wonderful it seems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than all the golden fancies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of all our golden dreams.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I love to tell the story,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it did so much for me;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and that is just the reason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I tell it now to thee.</a:t>
            </a:r>
          </a:p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Refrain: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I love to tell the story;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'twill be my theme in glory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to tell the old, old story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of Jesus and his love.</a:t>
            </a:r>
            <a:endParaRPr lang="en-US" dirty="0"/>
          </a:p>
          <a:p>
            <a:pPr marL="0" indent="0" algn="ctr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78412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27E94-90F8-5544-9587-0E51B354F9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14400"/>
            <a:ext cx="10515600" cy="52625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3 I love to tell the story;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'tis pleasant to repeat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what seems, each time I tell it,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more wonderfully sweet.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I love to tell the story,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for some have never heard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the message of salvation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from God's own holy Word. </a:t>
            </a:r>
          </a:p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Refrain: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I love to tell the story;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'twill be my theme in glory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to tell the old, old story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of Jesus and his love.</a:t>
            </a:r>
            <a:endParaRPr lang="en-US" dirty="0"/>
          </a:p>
          <a:p>
            <a:pPr marL="0" indent="0" algn="ctr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7760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13313E-9128-D0E2-A03E-D2404349FA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23026"/>
            <a:ext cx="10515600" cy="525393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4 I love to tell the story,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for those who know it best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seem hungering and thirsting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to hear it like the rest.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And when in scenes of glory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I sing the new, new song,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'twill be the old, old story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that I have loved so long</a:t>
            </a:r>
          </a:p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Refrain: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I love to tell the story;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'twill be my theme in glory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to tell the old, old story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of Jesus and his love.</a:t>
            </a:r>
            <a:endParaRPr lang="en-US" dirty="0"/>
          </a:p>
          <a:p>
            <a:pPr marL="0" indent="0" algn="ctr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2045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359</Words>
  <Application>Microsoft Office PowerPoint</Application>
  <PresentationFormat>Widescreen</PresentationFormat>
  <Paragraphs>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#438 I Love To Tell The Story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#438 I Love To Tell The Story</dc:title>
  <dc:creator>Neil Tuininga</dc:creator>
  <cp:lastModifiedBy>Neil Tuininga</cp:lastModifiedBy>
  <cp:revision>1</cp:revision>
  <dcterms:created xsi:type="dcterms:W3CDTF">2022-09-18T03:00:48Z</dcterms:created>
  <dcterms:modified xsi:type="dcterms:W3CDTF">2022-09-18T03:04:48Z</dcterms:modified>
</cp:coreProperties>
</file>