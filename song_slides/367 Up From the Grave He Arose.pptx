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9" r:id="rId2"/>
    <p:sldId id="340" r:id="rId3"/>
    <p:sldId id="34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175ED-DAEF-4897-9B4D-888EB7B87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EE9B0-1A0D-4B22-A560-C550EFF9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EFB06-56CC-4E04-B59F-1CF63468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8711B-D07C-421A-8AC6-FA058B36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A2C61-068E-4F04-84CA-B63D247C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EDB-41BB-4C6E-B291-09509275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EF746-8A87-49C5-ABFE-9D9542A21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9DD9-8C4B-4DDD-B5C0-A48732C8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F0E8B-5382-4C2B-B718-B37BC0A07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147C9-A1F9-458C-B2D4-320489D8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29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EB22-7E7F-4F27-8A51-58CEAA2A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9CFEB-C42D-4641-8814-58E28F57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53E15-8AC5-4FCC-B447-A04F0EFF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953C3-C132-4161-A2DB-AF41DE63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E0E83-5705-4D0E-A5E6-708D976C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62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3BB-05A0-47AA-929D-AD64509F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FA659-F063-4799-80E8-05D147A49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DE840-2628-40C0-9528-16F99080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E094B-910F-41E3-B864-7DEB5EB7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7930B-E7A4-461A-8AFF-487C75B0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40A49-144C-43A5-9379-88107407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7C85-3E73-42B1-B369-C545C3AC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253D0-4D10-40C4-85AE-6926123BE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F575B-F820-4410-A8AA-260EDE935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FD748-B88F-4F4E-A63E-FF5E7996C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F826C-D844-4C06-AA0B-531E660EA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E96FC-E6A3-4682-B6B8-B1D574E8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24C75-702B-4973-8A34-F56C81ED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F0F2E-6125-4CEE-A327-813DB247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8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C6ED-DF03-4F7E-8E1B-FB5624ED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5945E-F084-4589-8302-4867846A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BBF59-6152-41B9-85AA-800D8F68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32149-2406-4EB6-A299-32F2D2CA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2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5C940-3E47-4D18-BF09-0B8A5280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230A5-853A-4AA8-B3BD-92031718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67ADF-61B2-4826-9BBB-16889666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5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1A4C-B48D-4BF5-8DC6-2995A1EB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248E-88D1-40F0-A168-476A6B03B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C0E56-0967-44FB-90D5-544EA61F0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45EA-5BCD-428F-8093-5722D55D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9400F-48D8-4417-8E35-58579184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777D8-F442-4857-BFB1-3B7D6C2F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8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A013-003E-4612-8B08-486F3779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227C9-7EF7-4398-84E1-62A67BD7F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B6C61-7654-43F4-A429-DC618EA13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6BC0E-1009-4DBD-8CA4-1EEE23CD4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4743C-8BD7-4919-8954-B37AC70E6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3D922-0648-49F2-B884-B593F6CD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9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46F2-BEDB-469E-B665-942ED480E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CAD04-4878-452C-A796-4EA1FBA6D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A9856-9F92-4312-882D-7BE182ED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971CA-F5C6-4A38-A96F-1E8CB752E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D27B1-D3AF-4339-8D95-B103082A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7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DEF62-B021-4B5F-9694-BFAD825A5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82D56-9207-427A-8788-A1BE713E1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EBFC-8653-4C3A-AD56-A15EC269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0E47C-48F4-4A4C-8693-80A2F713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E005A-924C-4B4B-893E-1B45D18B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1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2364D-204A-4568-9607-AF7D2488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42265-C5B9-49D0-AF6A-C38254951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EE1DA-6E67-4E32-A85E-BEBB3B282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F7C1C-3520-41E8-9D27-C23AE1214FBA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A4680-E3C2-4378-9AD3-5BD935874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9CD6-7432-4A9C-8A4F-EAC4E0B0A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6D81E-367D-4348-B623-9883443C4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9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C9F5BA-D85B-4254-BEDE-6380D9C6EFC6}"/>
              </a:ext>
            </a:extLst>
          </p:cNvPr>
          <p:cNvSpPr txBox="1"/>
          <p:nvPr/>
        </p:nvSpPr>
        <p:spPr>
          <a:xfrm>
            <a:off x="0" y="20955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#367 Up From the Grave He Arose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845EF-EC38-416A-B32E-956B7271BA8A}"/>
              </a:ext>
            </a:extLst>
          </p:cNvPr>
          <p:cNvSpPr txBox="1"/>
          <p:nvPr/>
        </p:nvSpPr>
        <p:spPr>
          <a:xfrm>
            <a:off x="0" y="1138267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</a:t>
            </a:r>
            <a:r>
              <a:rPr lang="en-US" sz="2800" dirty="0"/>
              <a:t>Low in the grave he lay--</a:t>
            </a:r>
            <a:br>
              <a:rPr lang="en-US" sz="2800" dirty="0"/>
            </a:br>
            <a:r>
              <a:rPr lang="en-US" sz="2800" dirty="0"/>
              <a:t>Jesus, my Savior,</a:t>
            </a:r>
            <a:br>
              <a:rPr lang="en-US" sz="2800" dirty="0"/>
            </a:br>
            <a:r>
              <a:rPr lang="en-US" sz="2800" dirty="0"/>
              <a:t>waiting the coming day--</a:t>
            </a:r>
            <a:br>
              <a:rPr lang="en-US" sz="2800" dirty="0"/>
            </a:br>
            <a:r>
              <a:rPr lang="en-US" sz="2800" dirty="0"/>
              <a:t>Jesus, my Lord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Refrain:</a:t>
            </a:r>
            <a:br>
              <a:rPr lang="en-US" sz="2800" dirty="0"/>
            </a:br>
            <a:r>
              <a:rPr lang="en-US" sz="2800" dirty="0"/>
              <a:t>Up from the grave he arose,</a:t>
            </a:r>
            <a:br>
              <a:rPr lang="en-US" sz="2800" dirty="0"/>
            </a:br>
            <a:r>
              <a:rPr lang="en-US" sz="2800" dirty="0"/>
              <a:t>with a mighty triumph o'er his foes.</a:t>
            </a:r>
            <a:br>
              <a:rPr lang="en-US" sz="2800" dirty="0"/>
            </a:br>
            <a:r>
              <a:rPr lang="en-US" sz="2800" dirty="0"/>
              <a:t>He arose a victor from the dark domain,</a:t>
            </a:r>
            <a:br>
              <a:rPr lang="en-US" sz="2800" dirty="0"/>
            </a:br>
            <a:r>
              <a:rPr lang="en-US" sz="2800" dirty="0"/>
              <a:t>and he lives forever with his saints to reign.</a:t>
            </a:r>
            <a:br>
              <a:rPr lang="en-US" sz="2800" dirty="0"/>
            </a:br>
            <a:r>
              <a:rPr lang="en-US" sz="2800" dirty="0"/>
              <a:t>He arose! He arose! </a:t>
            </a:r>
            <a:br>
              <a:rPr lang="en-US" sz="2800" dirty="0"/>
            </a:br>
            <a:r>
              <a:rPr lang="en-US" sz="2800" dirty="0"/>
              <a:t>Hallelujah! Christ arose!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45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C1227-56D2-4C08-8B78-D2F84339955A}"/>
              </a:ext>
            </a:extLst>
          </p:cNvPr>
          <p:cNvSpPr txBox="1"/>
          <p:nvPr/>
        </p:nvSpPr>
        <p:spPr>
          <a:xfrm>
            <a:off x="0" y="1175191"/>
            <a:ext cx="121920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en-US" sz="2800" dirty="0"/>
              <a:t>Vainly they watch his bed--</a:t>
            </a:r>
            <a:br>
              <a:rPr lang="en-US" sz="2800" dirty="0"/>
            </a:br>
            <a:r>
              <a:rPr lang="en-US" sz="2800" dirty="0"/>
              <a:t>Jesus, my Savior;</a:t>
            </a:r>
            <a:br>
              <a:rPr lang="en-US" sz="2800" dirty="0"/>
            </a:br>
            <a:r>
              <a:rPr lang="en-US" sz="2800" dirty="0"/>
              <a:t>vainly they seal the dead--</a:t>
            </a:r>
            <a:br>
              <a:rPr lang="en-US" sz="2800" dirty="0"/>
            </a:br>
            <a:r>
              <a:rPr lang="en-US" sz="2800" dirty="0"/>
              <a:t>Jesus, my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 from the grave he arose,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 mighty triumph o'er his foes.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arose a victor from the dark domain,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lives forever with his saints to reign.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arose! He arose!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Christ arose!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530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C1227-56D2-4C08-8B78-D2F84339955A}"/>
              </a:ext>
            </a:extLst>
          </p:cNvPr>
          <p:cNvSpPr txBox="1"/>
          <p:nvPr/>
        </p:nvSpPr>
        <p:spPr>
          <a:xfrm>
            <a:off x="0" y="1175191"/>
            <a:ext cx="121920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lang="en-US" sz="2800" dirty="0"/>
              <a:t>Death cannot keep his prey--</a:t>
            </a:r>
            <a:br>
              <a:rPr lang="en-US" sz="2800" dirty="0"/>
            </a:br>
            <a:r>
              <a:rPr lang="en-US" sz="2800" dirty="0"/>
              <a:t>Jesus, my Savior;</a:t>
            </a:r>
            <a:br>
              <a:rPr lang="en-US" sz="2800" dirty="0"/>
            </a:br>
            <a:r>
              <a:rPr lang="en-US" sz="2800" dirty="0"/>
              <a:t>he tore the bars away--</a:t>
            </a:r>
            <a:br>
              <a:rPr lang="en-US" sz="2800" dirty="0"/>
            </a:br>
            <a:r>
              <a:rPr lang="en-US" sz="2800" dirty="0"/>
              <a:t>Jesus, my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 from the grave he arose,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a mighty triumph o'er his foes.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arose a victor from the dark domain,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he lives forever with his saints to reign.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arose! He arose!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Christ arose!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643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2022-04-15T03:15:51Z</dcterms:created>
  <dcterms:modified xsi:type="dcterms:W3CDTF">2022-04-15T03:16:11Z</dcterms:modified>
</cp:coreProperties>
</file>