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95" r:id="rId3"/>
    <p:sldId id="296" r:id="rId4"/>
    <p:sldId id="291" r:id="rId5"/>
    <p:sldId id="297" r:id="rId6"/>
    <p:sldId id="298" r:id="rId7"/>
    <p:sldId id="299" r:id="rId8"/>
    <p:sldId id="29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47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71274-6287-406A-BEBE-F45BFA482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C55E7-1701-41C5-B7C1-DC202E3F9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E4BE8-3D68-4671-B218-E3297D42A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3DAAC-F9D9-47B5-B91C-4373115A1C15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9CAD6-9C34-439F-B305-6D046B248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1F26-C493-405F-9A7A-B8080E49A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B151-5366-44C6-A9EA-3BCCD8F2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32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FBEBB-2974-474B-960F-ADD1B7B1C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25692-5099-452E-ADB7-727A8AF4D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DFF4C-3786-485A-8C1A-15B032688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3DAAC-F9D9-47B5-B91C-4373115A1C15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75002-27F7-4053-B329-A90F137E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5320E-93FE-407C-89AC-205F5CDE9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B151-5366-44C6-A9EA-3BCCD8F2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54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4CCC7-8F64-458C-9985-FD8625CC0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6BE7B-159E-4F36-8CE0-666B83D00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8EBB7-11E7-40E7-8738-50A6162C1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3DAAC-F9D9-47B5-B91C-4373115A1C15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64A44-C94B-43DA-9417-E321E554F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A8F80-7402-4A7D-B3E9-77F910F8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B151-5366-44C6-A9EA-3BCCD8F2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5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2960F-098C-4B57-BCCE-3DB1D1008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31FBD-BCA2-4342-B693-DD5B1D5F49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60B8F-FC67-4234-9183-E461850C9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368D7-D4BB-455C-987C-8138AB9C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3DAAC-F9D9-47B5-B91C-4373115A1C15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A9B5D-34A5-4F1E-BE88-8CC3ADB68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31FCA-5C5A-42F6-A625-9E1920948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B151-5366-44C6-A9EA-3BCCD8F2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22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09A0-F452-40AE-978B-56040898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AEB3B-2DD9-44DB-B4D4-86E8112C1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16E5C-F1BD-4806-8D13-422F6C890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5B07BE-0383-4203-A836-CF3EC46312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A5AAF5-0CB2-4E04-A3D4-A5103A150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E487BB-9E90-40BA-AF7E-3979FC602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3DAAC-F9D9-47B5-B91C-4373115A1C15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75A4C8-904D-423B-9796-E0CFAE13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95727F-AE3D-4AC8-976D-B82693D11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B151-5366-44C6-A9EA-3BCCD8F2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28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422E-79CD-4149-A7DC-2358FFA7B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BBAF2-DA6B-4899-888F-E1C3845EB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3DAAC-F9D9-47B5-B91C-4373115A1C15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9E965-2251-4048-A226-E9BF8F7D1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C0AF-1232-43DD-96E3-8F2D3592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B151-5366-44C6-A9EA-3BCCD8F2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5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B3D7A1-C5B7-4BC5-902B-B39493AC4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3DAAC-F9D9-47B5-B91C-4373115A1C15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93E0C8-B7F7-4D8D-AEC2-615F41DA8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876ED-6F0F-4A5D-B701-C42CE6350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B151-5366-44C6-A9EA-3BCCD8F2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02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AFBD4-F989-4373-B46D-1B88DB19E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14A92-0487-4935-8CF6-81510D2B3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A4184-51A8-4351-8229-D1DD86A31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0A095-449A-4F31-99CA-992F9050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3DAAC-F9D9-47B5-B91C-4373115A1C15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BB561-9CD8-4FE5-8D52-058E0361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8DAA9-8852-43CF-96FA-AEAE684FA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B151-5366-44C6-A9EA-3BCCD8F2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9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09D5-D503-4B69-880E-F5B861BF9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E4307-47EF-4EC2-93E8-15D57D1AC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8639DA-CAEF-49F8-8E33-27A44EF4E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914E9-9C6A-4B93-84BF-6BC179AB4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3DAAC-F9D9-47B5-B91C-4373115A1C15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F77FE-8801-45FE-97C1-D32C0079E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F121A-F819-48BF-9246-E1DAC577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B151-5366-44C6-A9EA-3BCCD8F2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57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DD076-51B3-4761-9DE3-87F5D804F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75B823-13B6-4D21-9436-A9EBC22C9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77B70-5A4B-46BD-91BF-A596F9F32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3DAAC-F9D9-47B5-B91C-4373115A1C15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123BB-89E3-4AB9-A6B1-FE5E5A5AA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6986F-14D3-4FC8-BA8F-374282C1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B151-5366-44C6-A9EA-3BCCD8F2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81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269FDF-AA3C-415C-BE5D-CF9E48C4BC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2A6BA9-FDC2-45FF-BE4B-2688535AB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F9297-A555-425D-A538-F7DD5502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3DAAC-F9D9-47B5-B91C-4373115A1C15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D8AA4-6352-4A06-AACB-DA1BCB673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10E57-C0D9-4A73-9B4A-C34F287BF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B151-5366-44C6-A9EA-3BCCD8F2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55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92E685-E443-40F2-B4A3-FB818083D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0FD7A-54CB-40A4-B04C-B665D1204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1A121-184E-400E-881D-20EAF1461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3DAAC-F9D9-47B5-B91C-4373115A1C15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8DD7-A94B-4414-B5C4-9F18C55CA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D203A-2D0E-4DC8-9864-998761ED9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2B151-5366-44C6-A9EA-3BCCD8F20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#118B The Glorious Gates of Righteousness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CA" sz="2800" dirty="0"/>
              <a:t>The glorious gates of righteousness</a:t>
            </a:r>
            <a:br>
              <a:rPr lang="en-CA" sz="2800" dirty="0"/>
            </a:br>
            <a:r>
              <a:rPr lang="en-CA" sz="2800" dirty="0"/>
              <a:t>throw open unto me,</a:t>
            </a:r>
            <a:br>
              <a:rPr lang="en-CA" sz="2800" dirty="0"/>
            </a:br>
            <a:r>
              <a:rPr lang="en-CA" sz="2800" dirty="0"/>
              <a:t>and I will enter them with praise,</a:t>
            </a:r>
            <a:br>
              <a:rPr lang="en-CA" sz="2800" dirty="0"/>
            </a:br>
            <a:r>
              <a:rPr lang="en-CA" sz="2800" dirty="0"/>
              <a:t>O LORD, my God, to thee,</a:t>
            </a:r>
            <a:br>
              <a:rPr lang="en-CA" sz="2800" dirty="0"/>
            </a:br>
            <a:r>
              <a:rPr lang="en-CA" sz="2800" dirty="0"/>
              <a:t>and I will enter them with praise,</a:t>
            </a:r>
            <a:br>
              <a:rPr lang="en-CA" sz="2800" dirty="0"/>
            </a:br>
            <a:r>
              <a:rPr lang="en-CA" sz="2800" dirty="0"/>
              <a:t>O LORD, my God, to thee.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FB7670-4EB9-4A85-82B8-FB334458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2. </a:t>
            </a:r>
            <a:r>
              <a:rPr lang="en-US" sz="2800" dirty="0"/>
              <a:t>This is thy temple gate, O LORD,</a:t>
            </a:r>
            <a:br>
              <a:rPr lang="en-US" sz="2800" dirty="0"/>
            </a:br>
            <a:r>
              <a:rPr lang="en-US" sz="2800" dirty="0"/>
              <a:t>the just shall enter there.</a:t>
            </a:r>
            <a:br>
              <a:rPr lang="en-US" sz="2800" dirty="0"/>
            </a:br>
            <a:r>
              <a:rPr lang="en-US" sz="2800" dirty="0"/>
              <a:t>My Savior, I will give thee thanks,</a:t>
            </a:r>
            <a:br>
              <a:rPr lang="en-US" sz="2800" dirty="0"/>
            </a:br>
            <a:r>
              <a:rPr lang="en-US" sz="2800" dirty="0"/>
              <a:t>O thou that </a:t>
            </a:r>
            <a:r>
              <a:rPr lang="en-US" sz="2800" dirty="0" err="1"/>
              <a:t>hearest</a:t>
            </a:r>
            <a:r>
              <a:rPr lang="en-US" sz="2800" dirty="0"/>
              <a:t> prayer;</a:t>
            </a:r>
            <a:br>
              <a:rPr lang="en-US" sz="2800" dirty="0"/>
            </a:br>
            <a:r>
              <a:rPr lang="en-US" sz="2800" dirty="0"/>
              <a:t>my Savior, I will give thee thanks,</a:t>
            </a:r>
            <a:br>
              <a:rPr lang="en-US" sz="2800" dirty="0"/>
            </a:br>
            <a:r>
              <a:rPr lang="en-US" sz="2800" dirty="0"/>
              <a:t>O thou that </a:t>
            </a:r>
            <a:r>
              <a:rPr lang="en-US" sz="2800" dirty="0" err="1"/>
              <a:t>hearest</a:t>
            </a:r>
            <a:r>
              <a:rPr lang="en-US" sz="2800" dirty="0"/>
              <a:t> prayer.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98217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3. </a:t>
            </a:r>
            <a:r>
              <a:rPr lang="en-US" sz="2800" dirty="0"/>
              <a:t>The stone rejected and despised</a:t>
            </a:r>
            <a:br>
              <a:rPr lang="en-US" sz="2800" dirty="0"/>
            </a:br>
            <a:r>
              <a:rPr lang="en-US" sz="2800" dirty="0"/>
              <a:t>is now the cornerstone;</a:t>
            </a:r>
            <a:br>
              <a:rPr lang="en-US" sz="2800" dirty="0"/>
            </a:br>
            <a:r>
              <a:rPr lang="en-US" sz="2800" dirty="0"/>
              <a:t>how wondrous are the ways of God,</a:t>
            </a:r>
            <a:br>
              <a:rPr lang="en-US" sz="2800" dirty="0"/>
            </a:br>
            <a:r>
              <a:rPr lang="en-US" sz="2800" dirty="0"/>
              <a:t>unfathomed and unknown;</a:t>
            </a:r>
            <a:br>
              <a:rPr lang="en-US" sz="2800" dirty="0"/>
            </a:br>
            <a:r>
              <a:rPr lang="en-US" sz="2800" dirty="0"/>
              <a:t>how wondrous are the ways of God,</a:t>
            </a:r>
            <a:br>
              <a:rPr lang="en-US" sz="2800" dirty="0"/>
            </a:br>
            <a:r>
              <a:rPr lang="en-US" sz="2800" dirty="0"/>
              <a:t>unfathomed and unknown!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8274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4. </a:t>
            </a:r>
            <a:r>
              <a:rPr lang="en-CA" sz="2800" dirty="0"/>
              <a:t>In this the day that thou hast made,</a:t>
            </a:r>
            <a:br>
              <a:rPr lang="en-CA" sz="2800" dirty="0"/>
            </a:br>
            <a:r>
              <a:rPr lang="en-CA" sz="2800" dirty="0"/>
              <a:t>triumphantly we sing;</a:t>
            </a:r>
            <a:br>
              <a:rPr lang="en-CA" sz="2800" dirty="0"/>
            </a:br>
            <a:r>
              <a:rPr lang="en-CA" sz="2800" dirty="0"/>
              <a:t>send now prosperity, O LORD;</a:t>
            </a:r>
            <a:br>
              <a:rPr lang="en-CA" sz="2800" dirty="0"/>
            </a:br>
            <a:r>
              <a:rPr lang="en-CA" sz="2800" dirty="0"/>
              <a:t>O LORD, salvation bring;</a:t>
            </a:r>
            <a:br>
              <a:rPr lang="en-CA" sz="2800" dirty="0"/>
            </a:br>
            <a:r>
              <a:rPr lang="en-CA" sz="2800" dirty="0"/>
              <a:t>send now prosperity, O LORD;</a:t>
            </a:r>
            <a:br>
              <a:rPr lang="en-CA" sz="2800" dirty="0"/>
            </a:br>
            <a:r>
              <a:rPr lang="en-CA" sz="2800" dirty="0"/>
              <a:t>O LORD, salvation bring.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1186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5. </a:t>
            </a:r>
            <a:r>
              <a:rPr lang="en-US" sz="2800" dirty="0"/>
              <a:t>Hosanna! Ever blest is he</a:t>
            </a:r>
            <a:br>
              <a:rPr lang="en-US" sz="2800" dirty="0"/>
            </a:br>
            <a:r>
              <a:rPr lang="en-US" sz="2800" dirty="0"/>
              <a:t>that cometh in God's name.</a:t>
            </a:r>
            <a:br>
              <a:rPr lang="en-US" sz="2800" dirty="0"/>
            </a:br>
            <a:r>
              <a:rPr lang="en-US" sz="2800" dirty="0"/>
              <a:t>The blessing of our Savior's house</a:t>
            </a:r>
            <a:br>
              <a:rPr lang="en-US" sz="2800" dirty="0"/>
            </a:br>
            <a:r>
              <a:rPr lang="en-US" sz="2800" dirty="0"/>
              <a:t>upon you we proclaim;</a:t>
            </a:r>
            <a:br>
              <a:rPr lang="en-US" sz="2800" dirty="0"/>
            </a:br>
            <a:r>
              <a:rPr lang="en-US" sz="2800" dirty="0"/>
              <a:t>the blessing of our Savior's house</a:t>
            </a:r>
            <a:br>
              <a:rPr lang="en-US" sz="2800" dirty="0"/>
            </a:br>
            <a:r>
              <a:rPr lang="en-US" sz="2800" dirty="0"/>
              <a:t>upon you we proclaim.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5519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6. </a:t>
            </a:r>
            <a:r>
              <a:rPr lang="en-US" sz="2800" dirty="0"/>
              <a:t>The light of joy to shine on us</a:t>
            </a:r>
            <a:br>
              <a:rPr lang="en-US" sz="2800" dirty="0"/>
            </a:br>
            <a:r>
              <a:rPr lang="en-US" sz="2800" dirty="0"/>
              <a:t>the LORD our God has made;</a:t>
            </a:r>
            <a:br>
              <a:rPr lang="en-US" sz="2800" dirty="0"/>
            </a:br>
            <a:r>
              <a:rPr lang="en-US" sz="2800" dirty="0"/>
              <a:t>now be the precious sacrifice </a:t>
            </a:r>
            <a:br>
              <a:rPr lang="en-US" sz="2800" dirty="0"/>
            </a:br>
            <a:r>
              <a:rPr lang="en-US" sz="2800" dirty="0"/>
              <a:t>upon his altar laid;</a:t>
            </a:r>
            <a:br>
              <a:rPr lang="en-US" sz="2800" dirty="0"/>
            </a:br>
            <a:r>
              <a:rPr lang="en-US" sz="2800" dirty="0"/>
              <a:t>now be the precious sacrifice</a:t>
            </a:r>
            <a:br>
              <a:rPr lang="en-US" sz="2800" dirty="0"/>
            </a:br>
            <a:r>
              <a:rPr lang="en-US" sz="2800" dirty="0"/>
              <a:t>upon his altar laid. 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3262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7. </a:t>
            </a:r>
            <a:r>
              <a:rPr lang="en-US" sz="2800" dirty="0"/>
              <a:t>O LORD, my God, I praise thy name,</a:t>
            </a:r>
            <a:br>
              <a:rPr lang="en-US" sz="2800" dirty="0"/>
            </a:br>
            <a:r>
              <a:rPr lang="en-US" sz="2800" dirty="0"/>
              <a:t>all other names above;</a:t>
            </a:r>
            <a:br>
              <a:rPr lang="en-US" sz="2800" dirty="0"/>
            </a:br>
            <a:r>
              <a:rPr lang="en-US" sz="2800" dirty="0"/>
              <a:t>O give him thanks, for he is good,</a:t>
            </a:r>
            <a:br>
              <a:rPr lang="en-US" sz="2800" dirty="0"/>
            </a:br>
            <a:r>
              <a:rPr lang="en-US" sz="2800" dirty="0"/>
              <a:t>and boundless is his love;</a:t>
            </a:r>
            <a:br>
              <a:rPr lang="en-US" sz="2800" dirty="0"/>
            </a:br>
            <a:r>
              <a:rPr lang="en-US" sz="2800" dirty="0"/>
              <a:t>O give him thanks, for he is good,</a:t>
            </a:r>
            <a:br>
              <a:rPr lang="en-US" sz="2800" dirty="0"/>
            </a:br>
            <a:r>
              <a:rPr lang="en-US" sz="2800" dirty="0"/>
              <a:t>and boundless is his love.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9397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8. </a:t>
            </a:r>
            <a:r>
              <a:rPr lang="en-CA" sz="2800" dirty="0"/>
              <a:t>O praise the LORD, for he is good;</a:t>
            </a:r>
            <a:br>
              <a:rPr lang="en-CA" sz="2800" dirty="0"/>
            </a:br>
            <a:r>
              <a:rPr lang="en-CA" sz="2800" dirty="0"/>
              <a:t>let all in </a:t>
            </a:r>
            <a:r>
              <a:rPr lang="en-CA" sz="2800" dirty="0" err="1"/>
              <a:t>heav'n</a:t>
            </a:r>
            <a:r>
              <a:rPr lang="en-CA" sz="2800" dirty="0"/>
              <a:t> above</a:t>
            </a:r>
            <a:br>
              <a:rPr lang="en-CA" sz="2800" dirty="0"/>
            </a:br>
            <a:r>
              <a:rPr lang="en-CA" sz="2800" dirty="0"/>
              <a:t>and all the saints on earth proclaim</a:t>
            </a:r>
            <a:br>
              <a:rPr lang="en-CA" sz="2800" dirty="0"/>
            </a:br>
            <a:r>
              <a:rPr lang="en-CA" sz="2800" dirty="0"/>
              <a:t>his everlasting love;</a:t>
            </a:r>
            <a:br>
              <a:rPr lang="en-CA" sz="2800" dirty="0"/>
            </a:br>
            <a:r>
              <a:rPr lang="en-CA" sz="2800" dirty="0"/>
              <a:t>and all the saints on earth proclaim</a:t>
            </a:r>
            <a:br>
              <a:rPr lang="en-CA" sz="2800" dirty="0"/>
            </a:br>
            <a:r>
              <a:rPr lang="en-CA" sz="2800" dirty="0"/>
              <a:t>his everlasting love. 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6535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459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#118B The Glorious Gates of Righteousness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#118B The Glorious Gates of Righteousness</dc:title>
  <dc:creator>Eric Hoogendoorn</dc:creator>
  <cp:lastModifiedBy>Neil Tuininga</cp:lastModifiedBy>
  <cp:revision>2</cp:revision>
  <dcterms:created xsi:type="dcterms:W3CDTF">2020-04-25T02:42:17Z</dcterms:created>
  <dcterms:modified xsi:type="dcterms:W3CDTF">2025-10-05T12:35:01Z</dcterms:modified>
</cp:coreProperties>
</file>