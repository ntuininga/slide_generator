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4211F2-02B2-42A3-8271-8D96A3AC6ADB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7A3703-407E-45AD-89CD-477B275089EA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7F2CAB-1618-4C14-9763-E9E3F6A39A93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160298-E610-440B-BF28-7C1CDC8F5A5C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21DCF0-2CC3-4C8E-9219-BFAE674AE88D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75FC1-AFC8-4FEC-8CF8-A361A3A49658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00C532-D505-493C-AA64-924EE0BDF7B0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1F8F65-E5B4-42CB-A2B4-DB23B272F772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FF6F68-D7A7-4F32-987C-5314BD0B4124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345E50-E3AB-404D-8CEA-337061B124FA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E0D0AD-0166-443E-8ED0-E49B3FB960AF}" type="slidenum">
              <a:rPr b="0" lang="en-CA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3"/>
          <p:cNvSpPr/>
          <p:nvPr/>
        </p:nvSpPr>
        <p:spPr>
          <a:xfrm>
            <a:off x="702360" y="142920"/>
            <a:ext cx="10786680" cy="7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#90A Lord, You Have Been Our Dwelling Place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2476440" y="2090160"/>
            <a:ext cx="723852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 algn="ctr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Lord, you have been our dwelling place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thro’ all the ages of our race.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Even before the hills came forth,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 you had ever formed the earth,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from everlasting ages gone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 everlasting, you are God.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2610000" y="2090160"/>
            <a:ext cx="697212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2. You turn man back to dust again,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Saying “Return, O sons of men.”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For, Lord, a thousand years in your sight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Are but a day, a watch in the night.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 with a flood you sweep them on,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they’re like a dream that’s quickly gone.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2610000" y="2090160"/>
            <a:ext cx="697212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3. “They are like grass which grows in the sun,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Withers and fades when day is done;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Seventy are our years in length,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Eighty by reason of our strength;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Yet is their span but toil and pain;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Soon they are gone, we fly away.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2610000" y="2090160"/>
            <a:ext cx="697212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4. Under your wrath our days pass by,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All of our years end like a sigh.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Seventy are our years in length,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Eighty by reason of our strength;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Yet is their span but toil and pain;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Soon they are gone, we fly away.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2610000" y="2090160"/>
            <a:ext cx="697212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5. Who has your anger understood?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Who fears your fury as he should?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Teach us to number all our days,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setting our hearts on wisdom’s ways.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LORD God, how long? Return to us!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Pity your servants in distress.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2505240" y="2090160"/>
            <a:ext cx="718164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6. Fill us each morning with your grace,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that we may sing through all our days.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 make us full of happiness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 all the days you sent distress.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For all the years we evil knew,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now make us glad, our joy renew.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2424240" y="2090160"/>
            <a:ext cx="734328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7. Show to your servants, Lord, your deeds;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your glorious power show their seed.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May God’s good favour on us rest;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may all the work we do be blest.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Prosper the works of our own hands;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CA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yes, Lord our God, establish them.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LibreOffice/25.2.2.2$Linux_X86_64 LibreOffice_project/520$Build-2</Application>
  <AppVersion>15.0000</AppVersion>
  <Words>374</Words>
  <Paragraphs>43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2021-04-17T17:17:29Z</dcterms:created>
  <dc:creator>Anya Hoogendoorn</dc:creator>
  <dc:description/>
  <dc:language>en-CA</dc:language>
  <cp:lastModifiedBy/>
  <dcterms:modified xsi:type="dcterms:W3CDTF">2025-12-31T14:36:50Z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