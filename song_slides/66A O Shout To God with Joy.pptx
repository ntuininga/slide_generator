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8" r:id="rId2"/>
    <p:sldId id="359" r:id="rId3"/>
    <p:sldId id="4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71039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132925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573862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954624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6025536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655718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36727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34692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00354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2257368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605080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38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99850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430555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shout to God with joy, all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glory of his name sing forth,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give him glorious praises!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say to God, “How great your deeds,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great in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pow’r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your enemies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cringe before your presence.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him! Praise him!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earth with voices ringing,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worship bringing.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Praises to your name they’re singing.”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CBE453-0925-47C9-B42E-49E41CDC5E92}"/>
              </a:ext>
            </a:extLst>
          </p:cNvPr>
          <p:cNvSpPr/>
          <p:nvPr/>
        </p:nvSpPr>
        <p:spPr>
          <a:xfrm>
            <a:off x="2663022" y="118187"/>
            <a:ext cx="686598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#66A O Shout to God with Joy</a:t>
            </a: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88714-ECC2-4BAF-8486-9A09E1B2799D}"/>
              </a:ext>
            </a:extLst>
          </p:cNvPr>
          <p:cNvSpPr txBox="1"/>
          <p:nvPr/>
        </p:nvSpPr>
        <p:spPr>
          <a:xfrm>
            <a:off x="1928812" y="1228397"/>
            <a:ext cx="83343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O come and see what God has done;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awesome in his deeds to men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God among the nations.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turned the sea to desert land;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crossed by foot on river sand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there sang jubilation.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King forever,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in watchful observation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rules the nations.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no rebel rise against him!</a:t>
            </a:r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7C6C84-7100-4D21-8C7F-A21D0B79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E1C8F-F3D1-4149-921E-1495AA7E9811}"/>
              </a:ext>
            </a:extLst>
          </p:cNvPr>
          <p:cNvSpPr txBox="1"/>
          <p:nvPr/>
        </p:nvSpPr>
        <p:spPr>
          <a:xfrm>
            <a:off x="1681162" y="1228397"/>
            <a:ext cx="88296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peoples, bless our God and sound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praise, who makes our life abound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keeps our feet from falling.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silver in a furnace tried,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tested us and purified;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caught us in your netting.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You, Lord, crushed us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fire and water came upon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 rode o’er us.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to bounty you have brought us!</a:t>
            </a:r>
          </a:p>
        </p:txBody>
      </p:sp>
    </p:spTree>
    <p:extLst>
      <p:ext uri="{BB962C8B-B14F-4D97-AF65-F5344CB8AC3E}">
        <p14:creationId xmlns:p14="http://schemas.microsoft.com/office/powerpoint/2010/main" val="237415186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2021-12-17T23:25:55Z</dcterms:created>
  <dcterms:modified xsi:type="dcterms:W3CDTF">2021-12-17T23:26:36Z</dcterms:modified>
</cp:coreProperties>
</file>