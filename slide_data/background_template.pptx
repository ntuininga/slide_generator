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7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</p:sldMasterIdLst>
  <p:sldIdLst>
    <p:sldId id="256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700A5F-0C3B-43E6-ACEB-D0FB5C5314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5B3DD8-50D7-473C-AC88-4B5824AA73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9D1E2F-7CF1-4A2B-A7CC-897B70CCAD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52E1EB-649E-493E-8A22-947E9A17B0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F72F8B-6B31-42E5-A49B-89AD5DEAE8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6080" cy="110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BC9624-A1C8-4AE9-AD68-9B2A1912F7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C70E8B-286A-42B2-A179-236D3FFFD8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C78AFD-5307-4015-BCFC-3D423FBEDD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DCA3DC-7B85-4DDC-B534-6FD4DC0E0B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45A701-FC6D-4AC8-9624-B81CB715AA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C680A1-9FBF-4500-BE71-677475389E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676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440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676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440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A0EEC6-1F3D-42EA-A79C-3420FC5108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6E2E3D-5BDF-4362-85B5-1275EA268A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3D5009-D09C-40F3-A355-A3195907E1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356B30-0A79-467D-ABE4-C682F70EDA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B6A197-5A99-4220-A175-04BEDB8CBC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1C09EC-B42D-482C-B26D-D2310A6FA0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6080" cy="110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109307-C54E-4A58-B46F-E9FBF37E24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FCCC0A-AA50-4210-A9C2-A829939E3B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7B7D61-A079-430D-B8D5-2D11D18300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F95517-8D0D-403C-A2A1-4762B0AE25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869A8D-AB02-4FA9-8DAC-DD3EBB2100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04A485-AA8A-4025-ABFC-C6694FD3DD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676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440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676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440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684A71-DDF3-43AC-BFB8-B368F0C907A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46BA9C8-2287-4408-AF14-ED45131328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A420C9E-866A-4CCE-BCD1-8386C6BDA9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2F79201-A5D2-498B-BE53-1E5893ED27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9598761-5C81-4A4D-AD6A-7EE49581BD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3A3F8F2-AA7E-4EBD-9C4C-CB678AF29C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6080" cy="110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37D1691-0AAD-4D3B-8F30-1F1D559D78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89F7F9B-638E-407F-9011-4B31815D81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E8DC579-9F44-4F4A-8A9E-2B93BC2308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8858B3D-C801-4839-97BF-2705FDA611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80CC26D-0D0D-4110-8C3A-976F1B21BE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45374B2-FDD8-4A66-9C1C-466FA228EC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676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440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676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440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5B45AFF-E593-49B7-A96E-E9CA171378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91E9F50-31BB-437A-8666-B1EB5C1548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48E7B12-3CD9-4B63-BD02-D3108E0667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01165C5-9C40-4D1F-9CDD-1296315E90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0375AA6-1ACB-45D7-9FF6-20F027491C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AC2C09B-81F0-47BE-9CD1-B4CEF833DE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6080" cy="110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D34CA77-C5BC-4189-94FA-AEEDC8C3F6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0C535BA-3B3D-4752-8E4C-3200C3A3F9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B44B831-8829-4F48-9E1C-F0B7A74220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29E907F-E923-45E4-81F9-AAD40FF144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9EE38F0-5A88-4B41-AB76-1C5A1F4123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3155B60-C8FA-483A-97B3-7B750829EF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31676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802440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60948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431676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802440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4F97835-E1FD-4B0C-A075-CB77A8D079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70E87A3-2D6E-4510-8295-7FCD3340D5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11FBAC5-C9CE-431A-ACE2-BA0D26E722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03024EC-A951-4C12-83B5-528AB7415A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30DEB61-A56C-448C-8832-7CFCD83BBB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59B9D6E-1032-4A5E-8BA6-71521E5797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6080" cy="110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A0B36E3-09CB-4580-901C-EBC0681032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6FE50AB-1D93-4713-8A6E-42B93D8661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BC2CDAF-96B1-46AB-811E-DDDDFA4EE8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BB769FD-F60A-4522-B29C-E7C5F46899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4D1A51C-8930-4B0E-9C6D-48191E787B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635A276-2900-4B8E-BE96-FB1A04C623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431676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802440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60948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431676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802440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C8DDE0E-CB44-4404-9F01-65F7438E8F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F01FDA5-1480-49C6-87EC-A26842B81E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C5F49ED-6566-445D-AB77-44DC82DBAF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2F32D78-F21D-4999-82DF-C63112015B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58E71A7-3A9D-4A2F-8AE2-20177735AB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E16FEC0-623A-4F3B-947F-08E098E313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6080" cy="110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E19A761-414B-468E-B985-8CFF4CC367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0916ED0-A06E-4F0A-B8BC-4329665D06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0DA62DB-8FB7-4E0C-BCEA-5B5ACFD333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363E618-CEB0-47C2-9586-CB16096ADF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095DB54-F252-4F6C-9184-E169B22DA6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CA7E878-092C-4BE4-AAE0-A9AC3F3CA2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431676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802440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60948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431676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802440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05D6887-0ABD-49BC-A916-7637E0777F6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D4B55D5-BB63-4C60-B467-D1F3D5388E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0AA0A18-1B8F-4EDF-AE34-36B03A856B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69D5C7A-17B7-42F9-928C-3CEFD77CB7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0BAC154-464F-40BB-BBD4-B9A7B77DCB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632CACE-0264-49FB-8BF2-48E94BFE37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6080" cy="110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E1E19E3-A0AE-43A8-9345-0AFC79FA61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F33CFC2-7ED4-4CF1-8DA2-260BC958CA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A832BBC-C824-44B8-8C99-C984C84E4E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8CA3E9C-6844-44F4-A2EA-E45AA2E23C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8A4AF26-62C6-4AEF-A9CA-2D0CD5176E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002AA3A-1EBC-4741-B5A7-B6F4E9CB7E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31676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802440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60948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431676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802440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941D237-B7CA-4E2C-A781-838518AF54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3648973-B169-4277-A972-79F3954D06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EDA006C-367B-40C0-A7CB-585CD68E8E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49A01D1-C7AC-4C35-BCC5-F44CDA4BD0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648D172-A104-4C67-8D78-9943952A25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766123F-663D-47DB-9253-31EBB14C1D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6080" cy="110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538105B-6369-41A3-BBC9-6BFEA337AA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0A30D8D-FD1E-4567-9A48-35F7EAEA48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8B5C2F2-015C-4A94-807D-235DEF10D9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A968E80-B3B8-488C-B95C-70FF7BFA2C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D019C30-70D0-43C1-A530-B89ED05688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45636AC-2C61-4B3D-871B-4BFB0B6336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431676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802440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60948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431676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802440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6CE1C98-7508-4FB4-B765-0461D698D1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8C16F5D-AF1C-444D-9270-3CE04CDF85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BF02E3B-A429-4A71-A4B2-17C69A6292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1770613-5A65-4888-847A-7980F1D346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9DDED34-24A4-4066-8601-FD31325937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35DD3C3-46C9-4A32-B62A-F7CAE46CDE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6080" cy="110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755B252-70D9-4E87-97E8-3A9787FE5B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B981817-F6CB-40DF-A06C-DBD78196DB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403B33E-8F5B-4356-9FF6-6347C9452A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6977034-87B7-430F-945C-C463AF29F2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609480" y="3678120"/>
            <a:ext cx="109648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C3BFACA-FAE6-45E3-98E6-0FAC87A978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6228000" y="16045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60948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1" name="PlaceHolder 5"/>
          <p:cNvSpPr>
            <a:spLocks noGrp="1"/>
          </p:cNvSpPr>
          <p:nvPr>
            <p:ph/>
          </p:nvPr>
        </p:nvSpPr>
        <p:spPr>
          <a:xfrm>
            <a:off x="6228000" y="3678120"/>
            <a:ext cx="535068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D327578-9AFE-4255-BDCB-1EFF06287B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/>
          </p:nvPr>
        </p:nvSpPr>
        <p:spPr>
          <a:xfrm>
            <a:off x="431676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8024400" y="16045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6" name="PlaceHolder 5"/>
          <p:cNvSpPr>
            <a:spLocks noGrp="1"/>
          </p:cNvSpPr>
          <p:nvPr>
            <p:ph/>
          </p:nvPr>
        </p:nvSpPr>
        <p:spPr>
          <a:xfrm>
            <a:off x="60948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7" name="PlaceHolder 6"/>
          <p:cNvSpPr>
            <a:spLocks noGrp="1"/>
          </p:cNvSpPr>
          <p:nvPr>
            <p:ph/>
          </p:nvPr>
        </p:nvSpPr>
        <p:spPr>
          <a:xfrm>
            <a:off x="431676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8" name="PlaceHolder 7"/>
          <p:cNvSpPr>
            <a:spLocks noGrp="1"/>
          </p:cNvSpPr>
          <p:nvPr>
            <p:ph/>
          </p:nvPr>
        </p:nvSpPr>
        <p:spPr>
          <a:xfrm>
            <a:off x="8024400" y="3678120"/>
            <a:ext cx="353052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6C0FC5E-88D2-49EE-AC98-B3261CCE51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1317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7680" cy="434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CA" sz="2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CA" sz="2400" spc="-1" strike="noStrike"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CA" sz="2000" spc="-1" strike="noStrike"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CA" sz="1800" spc="-1" strike="noStrike"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52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068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52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34FB4C0-977B-423C-8BBB-306A1A1FC86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440" cy="23799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CA" sz="60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5640" cy="357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07240" cy="357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5640" cy="357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9A41746-7604-4441-8517-80B1DD8FFEE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5240" cy="397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CA" sz="28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CA" sz="2000" spc="-1" strike="noStrike"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CA" sz="1800" spc="-1" strike="noStrike"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CA" sz="1800" spc="-1" strike="noStrike"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CA" sz="2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CA" sz="2400" spc="-1" strike="noStrike"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CA" sz="2000" spc="-1" strike="noStrike"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CA" sz="1800" spc="-1" strike="noStrike"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CA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A13334D-49A2-4FE0-B31E-5C64B242E4A2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CA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0A8304E-40EC-4C71-8AE3-6C81A3DFA350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040" cy="1317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8040" cy="4343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CA" sz="2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CA" sz="2400" spc="-1" strike="noStrike"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CA" sz="2000" spc="-1" strike="noStrike"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CA" sz="1800" spc="-1" strike="noStrike"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5640" cy="357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07240" cy="357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5640" cy="357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6C0A96E-6C55-499C-8DD6-242D22F5712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68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52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3433239-291E-41C8-B185-E26F2B9B089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52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CA" sz="60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52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068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52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82AA63A-85FC-4D84-B608-F903E7D6F91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CA" sz="28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CA" sz="2000" spc="-1" strike="noStrike"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CA" sz="1800" spc="-1" strike="noStrike"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CA" sz="1800" spc="-1" strike="noStrike"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52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068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52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DFF0984-9014-4262-8A90-059B6EEC0B9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4880" cy="113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29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CA" sz="28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CA" sz="2000" spc="-1" strike="noStrike"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CA" sz="1800" spc="-1" strike="noStrike"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CA" sz="1800" spc="-1" strike="noStrike"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6080" cy="2379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CA" sz="6000" spc="-1" strike="noStrike"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52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068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5280" cy="357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777F048-F821-42E1-87C5-F9EB7AC0EBE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4880" cy="39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CA" sz="28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CA" sz="2000" spc="-1" strike="noStrike"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CA" sz="1800" spc="-1" strike="noStrike"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CA" sz="1800" spc="-1" strike="noStrike"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Picture 2" descr="A picture containing indoor, white, black, old&#10;&#10;Description automatically generated"/>
          <p:cNvPicPr/>
          <p:nvPr/>
        </p:nvPicPr>
        <p:blipFill>
          <a:blip r:embed="rId1"/>
          <a:srcRect l="17245" t="319" r="21121" b="-319"/>
          <a:stretch/>
        </p:blipFill>
        <p:spPr>
          <a:xfrm>
            <a:off x="0" y="0"/>
            <a:ext cx="12184200" cy="685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4926</TotalTime>
  <Application>LibreOffice/7.3.7.2$Linux_X86_64 LibreOffice_project/30$Build-2</Application>
  <AppVersion>15.0000</AppVersion>
  <Words>1488</Words>
  <Paragraphs>116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2022-04-30T03:48:23Z</dcterms:created>
  <dc:creator>Neil Tuininga</dc:creator>
  <dc:description/>
  <dc:language>en-CA</dc:language>
  <cp:lastModifiedBy/>
  <dcterms:modified xsi:type="dcterms:W3CDTF">2026-02-16T14:22:58Z</dcterms:modified>
  <cp:revision>268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23</vt:i4>
  </property>
</Properties>
</file>