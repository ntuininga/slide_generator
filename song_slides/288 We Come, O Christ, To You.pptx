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54A0-DCFA-4CF2-B365-40C9B3085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B85C-00B8-4EA0-861F-9808719BD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A15AA-AFC4-46A3-A720-800BDBE2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F8387-A7BD-423D-BDAB-DCB5C984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D1899-F211-4E8F-B059-CC748931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327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3C83-0DA2-4835-9C45-F5B71545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03A69-BA33-4DB6-AAC4-1AF4D1012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DEB79-EA16-4D94-913A-74F8176C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C69AF-CC72-4C9F-B6D3-2544CFE36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95495-113E-4D6E-93A0-0C99814E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937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E738-00F6-4A5E-A183-11EAD8F1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1A6D1-BD8A-4AC5-96D5-0828D79B5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6E80-8E6A-436A-A5A7-CAFA189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5077E-47C7-4B10-8409-582EEE88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D8083-F93E-4A21-AB48-3770FF5A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45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EFB5-D53D-4257-92EC-D7AFCDB5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1B42C-8250-4B17-9D09-2DC2D90BE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B20EE-D116-423B-B962-96B4DE39A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281BB-4D1D-43C5-A751-8D510C20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F1406-2D4F-4786-A9B2-2F12ED53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5D187-C952-4E74-A12E-EA837EAB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469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81FF-29D5-4BF7-B34E-DB37B413F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A2C99-6517-4DFA-9413-2E381AC24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7CFFA-5B97-44C0-A845-107F85B8A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26AE5-063D-43D9-9F3F-24DE85066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9288A-1A3B-4E94-BB39-9BB1A4E5F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2243C-6192-419E-96F9-BAFA6E13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ADEB5-60A5-4248-B848-69B534E5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9888A-02D3-4815-94C8-325503A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267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CC06-3DE8-4CC5-8AE4-02181D50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D1743-16CC-4733-8FD3-10CEE2A9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4A926-AAB6-4C0D-B074-89B01C1F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DE450-EDE4-4F8D-AF16-FB41D998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95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AF0C7-0350-4251-AE46-2ACEDE7F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25ED6-6B0A-4798-AC12-7F5CF976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38843-54EA-429E-B98E-2EAEAB4E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36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7259-CFE7-4EB4-B0BC-F97135C2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C1CF9-5FEB-4F3A-BBDF-7F61A547F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66500-BA31-4633-ACFF-6BB38125B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78A56-D85F-4E61-8125-BFC7569F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6FAEA-C477-48DE-B1F3-8699A27C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54ABF-3B42-47C8-AF67-9DA015D8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467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0611-522D-4EB0-8E4F-299DADF3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AC24F-82EA-4C45-954A-7911FEF6C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B4328-B139-47CA-9E0E-B5D22D551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FA50C-18F2-46B6-8F09-7107AC5A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4833B-F9B6-4B67-B3EF-5B8E0D86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DE02E-08B6-4B24-9FE6-B19022E1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45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8AC6-B019-4C7D-A017-3FF94600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5B76E-B880-4994-BAB8-1CFB134F8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34D0-D047-4811-901B-027E7423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5E4BF-7D7F-4F4C-8FA7-D7FBC771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983EA-4837-4585-873B-F968750D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784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7075D-044B-4481-BE83-520338F8E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5E02D-17B1-49DE-B05C-3B05728E7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13AB7-64FD-4FF0-AF77-C20171D0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88633-90C1-42DD-AEEB-9B707DD9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4A781-5E43-4F15-9B25-89DC9E7C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524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4D581-3E8E-4594-A559-840E194B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BAC68-470B-43D2-A9ED-8C9D32F36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9626F-FFBA-4569-A65A-14B748613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3BD7C-14F9-437D-8FF6-BCA1C7CCC219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9EC2-D547-45F2-8A18-8C44BD7BB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AFDCC-C2D4-4F44-BD35-7CB1BBCC8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3BA5D-93BC-42C8-8CD6-ADE2DE1C10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604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3B74F-0A1F-4BFB-81B5-2B26DDE85A9A}"/>
              </a:ext>
            </a:extLst>
          </p:cNvPr>
          <p:cNvSpPr txBox="1"/>
          <p:nvPr/>
        </p:nvSpPr>
        <p:spPr>
          <a:xfrm>
            <a:off x="604835" y="200025"/>
            <a:ext cx="109823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#288 We Come, O Christ, to You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596614-4AC5-4788-BB46-E2548A9B074B}"/>
              </a:ext>
            </a:extLst>
          </p:cNvPr>
          <p:cNvSpPr txBox="1"/>
          <p:nvPr/>
        </p:nvSpPr>
        <p:spPr>
          <a:xfrm>
            <a:off x="2262186" y="1659285"/>
            <a:ext cx="7667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come, O Christ, to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Son of God and man,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whom all things consist,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whom all life began: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 alone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live and move,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have our being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your love.</a:t>
            </a:r>
          </a:p>
        </p:txBody>
      </p:sp>
    </p:spTree>
    <p:extLst>
      <p:ext uri="{BB962C8B-B14F-4D97-AF65-F5344CB8AC3E}">
        <p14:creationId xmlns:p14="http://schemas.microsoft.com/office/powerpoint/2010/main" val="1907464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A99AC-3DEB-46C4-B713-5854A9310B51}"/>
              </a:ext>
            </a:extLst>
          </p:cNvPr>
          <p:cNvSpPr txBox="1"/>
          <p:nvPr/>
        </p:nvSpPr>
        <p:spPr>
          <a:xfrm>
            <a:off x="2152650" y="1659285"/>
            <a:ext cx="7886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You are the Way to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blood our ransom paid;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 we face our Judge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Maker unafraid.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the throne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absolved we stand,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love has met your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law’s demand.</a:t>
            </a:r>
          </a:p>
        </p:txBody>
      </p:sp>
    </p:spTree>
    <p:extLst>
      <p:ext uri="{BB962C8B-B14F-4D97-AF65-F5344CB8AC3E}">
        <p14:creationId xmlns:p14="http://schemas.microsoft.com/office/powerpoint/2010/main" val="1876409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841D9-C093-4D8D-9F3A-C672F1BB4361}"/>
              </a:ext>
            </a:extLst>
          </p:cNvPr>
          <p:cNvSpPr txBox="1"/>
          <p:nvPr/>
        </p:nvSpPr>
        <p:spPr>
          <a:xfrm>
            <a:off x="1909762" y="1659285"/>
            <a:ext cx="83724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You are the living Truth!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wisdom dwells in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Source of ev’ry skill,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one eternal True!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great I AM!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 we rest,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sure answer to our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 quest.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87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3CB42-97E2-4241-8333-657592E2CD5A}"/>
              </a:ext>
            </a:extLst>
          </p:cNvPr>
          <p:cNvSpPr txBox="1"/>
          <p:nvPr/>
        </p:nvSpPr>
        <p:spPr>
          <a:xfrm>
            <a:off x="2095500" y="1659285"/>
            <a:ext cx="8001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You only are true Life,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know you is to live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more abundant life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earth can never give: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risen Lord!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live in you: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us each day your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life renew!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500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1AD69-03B7-4380-8F70-D73418E28BD3}"/>
              </a:ext>
            </a:extLst>
          </p:cNvPr>
          <p:cNvSpPr txBox="1"/>
          <p:nvPr/>
        </p:nvSpPr>
        <p:spPr>
          <a:xfrm>
            <a:off x="2243137" y="1659285"/>
            <a:ext cx="7705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We worship you, Lord Christ,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Saviour and our King,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our youth and strength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adoringly we bring: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fill our hearts,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all may view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life in us,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turn to you.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2945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221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3</cp:revision>
  <dcterms:created xsi:type="dcterms:W3CDTF">2021-04-09T18:29:35Z</dcterms:created>
  <dcterms:modified xsi:type="dcterms:W3CDTF">2021-09-03T21:33:00Z</dcterms:modified>
</cp:coreProperties>
</file>