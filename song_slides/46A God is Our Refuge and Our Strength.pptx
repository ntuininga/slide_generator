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FA1F7-9315-46D7-92EC-75AC60B9BB4B}" type="datetimeFigureOut">
              <a:rPr lang="en-US" smtClean="0"/>
              <a:t>10/29/2022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EFC91-BB28-4974-B8CE-2B180C46F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63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7361E-80CA-9603-0680-2FC6E32CA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BF12C-66E8-9821-1EEB-6B8EDFF80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FC990-D2B7-27BE-620E-00BE5939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58B8-DA76-42A6-97F4-14BA4190C833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A008E-527C-FF19-5B79-DE5A3824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E81E1-E45A-AA75-5D3B-0D089743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0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F769A-537A-F08E-FDDC-7D7DED50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B555-5ADC-6699-4EBB-4D50E205C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1198-029D-AF6E-9A6A-4971D832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DE48-4792-4DFE-8AE2-38BB0C841340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66E20-A175-E880-DEE6-13C5AA1C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94065-B061-7B97-452B-296DF40C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8EFF-394D-E7B7-F7EC-5EB6573B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CBC31-BC5E-CC56-D975-D108AB0A4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34E16-35E2-319E-868B-BB03E573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2454-3CCC-42F6-B14C-7AA7837DB76D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35D12-439F-DC7C-5806-FBA05BE3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A6F13-8268-D155-D4E6-F485F5A2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8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3860-7EE4-A7B7-C0C9-339E8BDB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F7C7A-B4BE-D030-E5DF-17674C0E1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5907E-5732-0DD1-53C1-72457CE87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39C3E-EA30-A6FE-4215-AB439C83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34C3-1168-4514-9C85-FC2C6147FCAD}" type="datetime1">
              <a:rPr lang="en-US" smtClean="0"/>
              <a:t>10/29/2022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4166F-E94B-08F1-5B9D-C0C50413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6E704-80CE-C827-0DBF-22DEFF33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00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67C9-1425-2568-F43D-12EDA687F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B3C5F-12A3-71FA-0DD0-FE1D25B1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A4AAE-A501-E27A-A47D-0CFD8F75B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54150-0AC0-150D-EC74-8C35DB43A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3752-4916-7334-A72F-DF24EE59F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ECF11-20A4-4383-FB31-91E03277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B16F-DB7D-440A-A027-5E25F14BA8F6}" type="datetime1">
              <a:rPr lang="en-US" smtClean="0"/>
              <a:t>10/29/2022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F92F4C-BE4F-99EB-F0D1-F2739A59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89434-A57A-1E3D-D9E7-00F11F01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0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FB9A-88B4-7E80-33D7-B9F752BA4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B0BF8-42E2-4A63-5239-5236FACB1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ACF3-1F6D-40FC-84A0-7F228C86DC9B}" type="datetime1">
              <a:rPr lang="en-US" smtClean="0"/>
              <a:t>10/29/2022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0B4C9-FFD2-E093-B24E-357834FBB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C789A-2A72-77B0-B602-69C30832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0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6909F-CB11-9EE2-8E18-ACDE7E63E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A36-6B17-4C7E-A8DE-6C767E8185D5}" type="datetime1">
              <a:rPr lang="en-US" smtClean="0"/>
              <a:t>10/29/2022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BC6B8-7460-A3DD-AB21-1BDF7545B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AF9F5-B63A-D033-2632-CCEA9B03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51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79D6-A68A-ABB1-3F52-E9BD32BC3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693BC-5660-B833-ED98-C1271436A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F5393-C8A6-BB39-7389-E7AE3437F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E8A73-7072-BAC0-47EC-9701C5D5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E888-E9EB-460A-A17F-275C3B34F0AB}" type="datetime1">
              <a:rPr lang="en-US" smtClean="0"/>
              <a:t>10/29/2022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BE1A6-57F1-02FB-811E-18C2A75B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0E5BF-D53D-A766-EC16-FF9207E1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5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BBEB-F666-1215-703A-25EAA521F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ACC08-696A-EA22-1F3E-37B37B6A2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44700-6009-B24C-7169-1EC2B23BD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29DBA-5975-3848-F709-544ABC93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5EA0-4587-44C8-A92B-21A795219249}" type="datetime1">
              <a:rPr lang="en-US" smtClean="0"/>
              <a:t>10/29/2022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0E210-EEA8-8FAC-0593-F908B3D6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58095-F753-3179-697D-1E2453F8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2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FD00-355F-61EE-FDB5-85DD938F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463AE-30A4-3EDA-B324-390470CA2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538E-B331-9827-47FA-39414576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736E-9BD3-4DAD-850E-D2C7C91E94CA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E0AC6-B4D0-1252-5D12-7994950F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1FE61-5CC1-5CA0-2B2B-C5ACF827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0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7F4C00-B029-10DB-742D-5E679E597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3066C-87DC-E2F9-10C7-B35BCD9F1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DF3B-1936-2945-5129-76AC43AD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009EF-4084-4605-ADF2-113404CAD1AE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FB8EB-F001-477E-992B-33E1E7B9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1D27C-5212-B1A3-F200-87B38B97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1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A08D9-E563-BBB1-1DF8-F00DDB3EC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0D6F8-0157-7EC8-A77C-8FE2C359C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DE793-12A7-DCDE-8897-13BAC9113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9FB88-CCF8-4F3B-BA6D-2FF1118611C4}" type="datetime1">
              <a:rPr lang="en-US" smtClean="0"/>
              <a:t>10/29/2022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A507B-E9C9-5639-A7AA-C38D2D1BB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274EE-75C1-6368-C8FD-347EB2F72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AB509-BF35-40B8-B8E0-4BE91658C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7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10E2-77CF-E97F-1779-E84EFDBC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#46A God is Our Refuge and Our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285D-01F1-2CC9-1CFD-390E95DF5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God is our refuge and our strength, </a:t>
            </a:r>
          </a:p>
          <a:p>
            <a:pPr marL="0" indent="0" algn="ctr">
              <a:buNone/>
            </a:pPr>
            <a:r>
              <a:rPr lang="en-US" dirty="0"/>
              <a:t>Our ever present aid;</a:t>
            </a:r>
          </a:p>
          <a:p>
            <a:pPr marL="0" indent="0" algn="ctr">
              <a:buNone/>
            </a:pPr>
            <a:r>
              <a:rPr lang="en-US" dirty="0"/>
              <a:t>And therefore, though the earth gives way,</a:t>
            </a:r>
          </a:p>
          <a:p>
            <a:pPr marL="0" indent="0" algn="ctr">
              <a:buNone/>
            </a:pPr>
            <a:r>
              <a:rPr lang="en-US" dirty="0"/>
              <a:t>We will not be afraid.</a:t>
            </a:r>
          </a:p>
          <a:p>
            <a:pPr marL="0" indent="0" algn="ctr">
              <a:buNone/>
            </a:pPr>
            <a:r>
              <a:rPr lang="en-US" dirty="0"/>
              <a:t>Though mountains fall into the sea,</a:t>
            </a:r>
          </a:p>
          <a:p>
            <a:pPr marL="0" indent="0" algn="ctr">
              <a:buNone/>
            </a:pPr>
            <a:r>
              <a:rPr lang="en-US" dirty="0"/>
              <a:t>Though waters foam and roar,</a:t>
            </a:r>
          </a:p>
          <a:p>
            <a:pPr marL="0" indent="0" algn="ctr">
              <a:buNone/>
            </a:pPr>
            <a:r>
              <a:rPr lang="en-US" dirty="0"/>
              <a:t>We will not fear, though mountains quake</a:t>
            </a:r>
          </a:p>
          <a:p>
            <a:pPr marL="0" indent="0" algn="ctr">
              <a:buNone/>
            </a:pPr>
            <a:r>
              <a:rPr lang="en-US" dirty="0"/>
              <a:t>As waves engulf the shore.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916C5-54B8-0BDF-83E4-7F9F6E0E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2006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6C44F-EE1C-EEC5-40C1-841066670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A river flows, whose streams delight</a:t>
            </a:r>
          </a:p>
          <a:p>
            <a:pPr marL="0" indent="0" algn="ctr">
              <a:buNone/>
            </a:pPr>
            <a:r>
              <a:rPr lang="en-US" dirty="0"/>
              <a:t>The city of our God –</a:t>
            </a:r>
          </a:p>
          <a:p>
            <a:pPr marL="0" indent="0" algn="ctr">
              <a:buNone/>
            </a:pPr>
            <a:r>
              <a:rPr lang="en-US" dirty="0"/>
              <a:t>The holy place where God the Lord</a:t>
            </a:r>
          </a:p>
          <a:p>
            <a:pPr marL="0" indent="0" algn="ctr">
              <a:buNone/>
            </a:pPr>
            <a:r>
              <a:rPr lang="en-US" dirty="0"/>
              <a:t>Most High makes his abode.</a:t>
            </a:r>
          </a:p>
          <a:p>
            <a:pPr marL="0" indent="0" algn="ctr">
              <a:buNone/>
            </a:pPr>
            <a:r>
              <a:rPr lang="en-US" dirty="0"/>
              <a:t>Since God is in her holy midst,</a:t>
            </a:r>
          </a:p>
          <a:p>
            <a:pPr marL="0" indent="0" algn="ctr">
              <a:buNone/>
            </a:pPr>
            <a:r>
              <a:rPr lang="en-US" dirty="0"/>
              <a:t>The city will not move,</a:t>
            </a:r>
          </a:p>
          <a:p>
            <a:pPr marL="0" indent="0" algn="ctr">
              <a:buNone/>
            </a:pPr>
            <a:r>
              <a:rPr lang="en-US" dirty="0"/>
              <a:t>For God will come at break of day;</a:t>
            </a:r>
          </a:p>
          <a:p>
            <a:pPr marL="0" indent="0" algn="ctr">
              <a:buNone/>
            </a:pPr>
            <a:r>
              <a:rPr lang="en-US" dirty="0"/>
              <a:t>Her helper he will prove.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D71AB-B570-EB2C-8C4E-C69356EC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16866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AEFBC-3C1B-81C8-D762-7044BE4A9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Be still, and know that I am God,</a:t>
            </a:r>
          </a:p>
          <a:p>
            <a:pPr marL="0" indent="0" algn="ctr">
              <a:buNone/>
            </a:pPr>
            <a:r>
              <a:rPr lang="en-US" dirty="0"/>
              <a:t>On earth exalted high;</a:t>
            </a:r>
          </a:p>
          <a:p>
            <a:pPr marL="0" indent="0" algn="ctr">
              <a:buNone/>
            </a:pPr>
            <a:r>
              <a:rPr lang="en-US" dirty="0"/>
              <a:t>And all the nations of the world </a:t>
            </a:r>
          </a:p>
          <a:p>
            <a:pPr marL="0" indent="0" algn="ctr">
              <a:buNone/>
            </a:pPr>
            <a:r>
              <a:rPr lang="en-US" dirty="0"/>
              <a:t>my name will glorify.</a:t>
            </a:r>
          </a:p>
          <a:p>
            <a:pPr marL="0" indent="0" algn="ctr">
              <a:buNone/>
            </a:pPr>
            <a:r>
              <a:rPr lang="en-US" dirty="0"/>
              <a:t>The Lord of hosts, Almighty God,</a:t>
            </a:r>
          </a:p>
          <a:p>
            <a:pPr marL="0" indent="0" algn="ctr">
              <a:buNone/>
            </a:pPr>
            <a:r>
              <a:rPr lang="en-US" dirty="0"/>
              <a:t>Is with us to the end;</a:t>
            </a:r>
          </a:p>
          <a:p>
            <a:pPr marL="0" indent="0" algn="ctr">
              <a:buNone/>
            </a:pPr>
            <a:r>
              <a:rPr lang="en-US" dirty="0"/>
              <a:t>The God of Jacob </a:t>
            </a:r>
            <a:r>
              <a:rPr lang="en-US"/>
              <a:t>is </a:t>
            </a:r>
          </a:p>
          <a:p>
            <a:pPr marL="0" indent="0" algn="ctr">
              <a:buNone/>
            </a:pPr>
            <a:r>
              <a:rPr lang="en-US"/>
              <a:t>for </a:t>
            </a:r>
            <a:r>
              <a:rPr lang="en-US" dirty="0"/>
              <a:t>us </a:t>
            </a:r>
            <a:r>
              <a:rPr lang="en-US"/>
              <a:t>a fortress </a:t>
            </a:r>
            <a:r>
              <a:rPr lang="en-US" dirty="0"/>
              <a:t>and defense.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6F37B-0542-3B34-1BD2-8984E456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22283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207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#46A God is Our Refuge and Our Strength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46A God is Our Refuge and Our Strength</dc:title>
  <dc:creator>Neil Tuininga</dc:creator>
  <cp:lastModifiedBy>Neil Tuininga</cp:lastModifiedBy>
  <cp:revision>3</cp:revision>
  <dcterms:created xsi:type="dcterms:W3CDTF">2022-10-29T19:32:37Z</dcterms:created>
  <dcterms:modified xsi:type="dcterms:W3CDTF">2022-10-29T19:41:27Z</dcterms:modified>
</cp:coreProperties>
</file>