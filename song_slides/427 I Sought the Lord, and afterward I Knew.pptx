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39" r:id="rId2"/>
    <p:sldId id="441" r:id="rId3"/>
    <p:sldId id="49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35317-870D-47A1-A871-095EAF8ADDB9}" type="datetime1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9856767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FD5-3ED8-4C55-9B75-5FAAA44EC81C}" type="datetime1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3107773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101F-0480-4C16-A0E6-893EC5ED1809}" type="datetime1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2539257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3E363-001F-4EBA-A8D1-B39324F7D3A0}" type="datetime1">
              <a:rPr lang="en-CA" smtClean="0"/>
              <a:t>2021-11-06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226290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5B79E-D695-442A-8F36-6C94362F5AC3}" type="datetime1">
              <a:rPr lang="en-CA" smtClean="0"/>
              <a:t>2021-11-06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9777291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DEDEA-E31E-4A84-9BDE-D7EB9CF97A91}" type="datetime1">
              <a:rPr lang="en-CA" smtClean="0"/>
              <a:t>2021-11-06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7470070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C4A5-74FE-46E4-996C-79C0DB006F7E}" type="datetime1">
              <a:rPr lang="en-CA" smtClean="0"/>
              <a:t>2021-11-06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389844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1770-ECCC-4C39-B643-FC5F12D202B1}" type="datetime1">
              <a:rPr lang="en-CA" smtClean="0"/>
              <a:t>2021-11-06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7487069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E41-163B-400B-A813-1CACAAAABF01}" type="datetime1">
              <a:rPr lang="en-CA" smtClean="0"/>
              <a:t>2021-11-06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4658788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4535-93A1-4917-A113-9A80F95F8F45}" type="datetime1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2858799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1FB2-8A98-43BE-B487-C91EE1AD8760}" type="datetime1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8907847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EC48-83DC-40F1-ABE2-BA3259C78817}" type="datetime1">
              <a:rPr lang="en-CA" smtClean="0"/>
              <a:t>2021-11-06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1040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4BEC2C-4361-4433-BE0A-D2A47363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C3A4B-C277-4D31-AF8C-AD66E04458C6}"/>
              </a:ext>
            </a:extLst>
          </p:cNvPr>
          <p:cNvSpPr txBox="1"/>
          <p:nvPr/>
        </p:nvSpPr>
        <p:spPr>
          <a:xfrm>
            <a:off x="1862133" y="2292330"/>
            <a:ext cx="84677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I sought the Lord, and afterward I knew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moved my soul to seek him, seeking 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was not I that found, O Savior true;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no, I was found, was found of thee.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was not I that found, O Savior true;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no, I was found, was found of thee.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0FD44-19A9-4A35-8FA0-34E8885C5A46}"/>
              </a:ext>
            </a:extLst>
          </p:cNvPr>
          <p:cNvSpPr txBox="1"/>
          <p:nvPr/>
        </p:nvSpPr>
        <p:spPr>
          <a:xfrm>
            <a:off x="485771" y="136525"/>
            <a:ext cx="11220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#427 I Sought the Lord, and Afterward I Knew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317500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882586-11F3-4BC6-AB5F-463163FD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F0FE1-4968-4AE0-BEE6-22F438545ED2}"/>
              </a:ext>
            </a:extLst>
          </p:cNvPr>
          <p:cNvSpPr txBox="1"/>
          <p:nvPr/>
        </p:nvSpPr>
        <p:spPr>
          <a:xfrm>
            <a:off x="1562099" y="2090172"/>
            <a:ext cx="90678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Thou didst reach forth thy hand and mine enfold;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walked and sank not on the storm-vexed sea;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'twas not so much that I on thee took hold,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thou, dear Lord, on me, on 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'Twas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not so much that I on thee took hold,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thou, dear Lord, on me, on 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332193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4048B3-1631-487C-A1BD-4E3F2A049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2B4A1-8671-481D-BEE4-F0297336C62C}"/>
              </a:ext>
            </a:extLst>
          </p:cNvPr>
          <p:cNvSpPr txBox="1"/>
          <p:nvPr/>
        </p:nvSpPr>
        <p:spPr>
          <a:xfrm>
            <a:off x="1962150" y="2090172"/>
            <a:ext cx="82677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I find, I walk, I love; but O the whole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love is but my answer, Lord, to thee!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thou wert long beforehand with my soul;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always, always thou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lovedst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thou wert long beforehand with my soul;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always, always thou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lovedst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me.</a:t>
            </a:r>
          </a:p>
        </p:txBody>
      </p:sp>
    </p:spTree>
    <p:extLst>
      <p:ext uri="{BB962C8B-B14F-4D97-AF65-F5344CB8AC3E}">
        <p14:creationId xmlns:p14="http://schemas.microsoft.com/office/powerpoint/2010/main" val="3264708227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2021-11-06T17:22:08Z</dcterms:created>
  <dcterms:modified xsi:type="dcterms:W3CDTF">2021-11-06T17:22:58Z</dcterms:modified>
</cp:coreProperties>
</file>