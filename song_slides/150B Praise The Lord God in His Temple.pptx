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120" y="4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5BB7-6E69-4A75-947A-D94BADF41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35CF3-08DF-4833-8698-D299DD7A8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23866-259C-4ED4-86A2-EF077F681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797E9-D256-47F6-BC00-BD6B7BFC5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288A1-D8DC-4ED7-8B64-005F9A02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11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4E6E-84DA-47C6-8CEB-65ED57C9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2E422-FE13-4AB9-ABF8-FC9CBD476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E3D52-8F89-49D0-B664-A67E9A199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FFA4A-0503-4785-8C29-E6B23C3E3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657FB-AEB6-44B8-9B96-A54B52AD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79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BD8D-96E6-48B8-9D3B-62C8CF48C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42600-B40A-4C4D-9976-DF8DAC0E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807B3-7367-4FA5-A577-E4C4F0070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0176E-2F1B-4A62-82BD-7EC1445D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E45FF-BAB5-4FD4-9420-49827912C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76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D0C1C-B6DC-4993-AF1B-80A5AD5FD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EA7A3-C587-4214-B5EF-111E4B213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BAD34-8875-4401-AF6E-FC2DCCDB0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ECE86-9745-4B3A-8A9D-D5FD4C545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EDAB7-1C83-47F4-AEA8-736AE9C78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E4FEF-7737-4B57-8769-667797FE1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129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3D023-BE44-4964-BD02-D5C98965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7C5D9-D02B-484D-ADE8-A3608DE0E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B33DA-B0AA-4836-9A9B-013309895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D93A3-A105-41BB-BE6F-F197DCDEA2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A9A969-5FE4-4C2A-A730-9BDDE3A58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29A06-52FF-49D1-BD15-40C1AB3FE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412370-C4E5-442C-B4A3-D3B7459D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C2BE8-FA13-4D16-8F20-28D38DFDC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75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F8014-2A47-44A1-BED2-0E282F77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AA7192-AB9A-4F86-BFF9-A2B2DFCCB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07FB42-9401-457B-8D3E-82074C701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1DD90-8F17-4ECB-8DC6-3AB6BCDC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8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4BB03-B5D5-4A39-85DB-B3545914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FBF2B-7195-4083-B3D5-DAF4E181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EBEBE-0A48-4F4F-A58D-A8F9915D0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494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F152A-FB62-4B6B-8A7D-F1678D598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A03F8-93C6-49CC-9A90-843CC3F97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9C971-2699-4F5B-8DEF-D6DF08894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48262-1536-4904-93E4-F110C8442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E9B43-DF02-4AAF-B3CD-B29151B2C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C7A00-45F8-4292-BC57-0BAB157B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12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D7B3-350D-45B7-BBDD-F8A9CBCDC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EA7A29-7E18-4ACF-8AF6-96A8504C48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0E175B-BF53-4CAA-BBEB-13A1706FE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516CA-F057-47B3-935D-E4637F606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1FDFB-EA19-47CB-A39B-3A20D41E4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E3253-9339-4BB3-B489-69669E1F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37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997A9-A89D-42A0-97EF-6E2A0AEDA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B93A2-F92B-4493-AE21-65B9CB915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D1037-DF18-4CF8-A4C1-7274B30C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1A540-A735-4D2C-B39B-5519545E4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CCF8B-F83F-4A0F-B5FC-CE364F56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4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C5C312-7CAE-486E-8449-D9B6D5D44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0FC02-105A-41FB-8FDD-9987E2941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0C8CC-3C6C-4EE9-A923-662D11F20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B888-8DE2-4799-BA62-65A93E171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F498F-367E-43C7-BE36-14982C3E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46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0913F6-F377-44CB-B1D5-A427260C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EA4C1-4D7A-4CBA-96C9-81E096BE7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6F737-ECEE-4CC7-A68C-BC517A070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DD486-7EA6-429E-B93B-93ACBDF40E9F}" type="datetimeFigureOut">
              <a:rPr lang="en-US" smtClean="0"/>
              <a:t>6/26/2020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3420A-0FB2-4E3F-AADD-4019F12BD1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4315F-ABE9-47DA-9D54-531151313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E483B-0BE3-44C9-AE02-531AD0220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71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#150B Praise The Lord God in His Temple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2055249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CA" sz="2800" dirty="0"/>
              <a:t>Praise the Lord God in his temple;</a:t>
            </a:r>
          </a:p>
          <a:p>
            <a:pPr algn="ctr"/>
            <a:r>
              <a:rPr lang="en-CA" sz="2800" dirty="0"/>
              <a:t>Praise him in his firmament.</a:t>
            </a:r>
          </a:p>
          <a:p>
            <a:pPr algn="ctr"/>
            <a:r>
              <a:rPr lang="en-CA" sz="2800" dirty="0"/>
              <a:t>Praise him for his acts of power;</a:t>
            </a:r>
          </a:p>
          <a:p>
            <a:pPr algn="ctr"/>
            <a:r>
              <a:rPr lang="en-CA" sz="2800" dirty="0"/>
              <a:t>Praise him for his excellence.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CA" sz="2800" dirty="0"/>
              <a:t>Praise him with the sound of trumpets;</a:t>
            </a:r>
          </a:p>
          <a:p>
            <a:pPr algn="ctr"/>
            <a:r>
              <a:rPr lang="en-CA" sz="2800" dirty="0"/>
              <a:t>Praise him with the harp and lute.</a:t>
            </a:r>
          </a:p>
          <a:p>
            <a:pPr algn="ctr"/>
            <a:r>
              <a:rPr lang="en-CA" sz="2800" dirty="0"/>
              <a:t>Praise with tambourine and dancing;</a:t>
            </a:r>
          </a:p>
          <a:p>
            <a:pPr algn="ctr"/>
            <a:r>
              <a:rPr lang="en-CA" sz="2800" dirty="0"/>
              <a:t>Praise him with the strings and flute.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207629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Praise him with the clash of cymbals;</a:t>
            </a:r>
          </a:p>
          <a:p>
            <a:pPr algn="ctr"/>
            <a:r>
              <a:rPr lang="en-US" sz="2800" dirty="0"/>
              <a:t>With loud cymbals praise accord.</a:t>
            </a:r>
          </a:p>
          <a:p>
            <a:pPr algn="ctr"/>
            <a:r>
              <a:rPr lang="en-US" sz="2800" dirty="0"/>
              <a:t>All with life and breath now praise him.</a:t>
            </a:r>
          </a:p>
          <a:p>
            <a:pPr algn="ctr"/>
            <a:r>
              <a:rPr lang="en-US" sz="2800" dirty="0"/>
              <a:t>Hallelujah! Praise the Lord!</a:t>
            </a:r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856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#150B Praise The Lord God in His Temple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#150B Praise The Lord God in His Temple</dc:title>
  <dc:creator>Eric Hoogendoorn</dc:creator>
  <cp:lastModifiedBy>Eric Hoogendoorn</cp:lastModifiedBy>
  <cp:revision>1</cp:revision>
  <dcterms:created xsi:type="dcterms:W3CDTF">2020-06-27T01:46:35Z</dcterms:created>
  <dcterms:modified xsi:type="dcterms:W3CDTF">2020-06-27T01:46:59Z</dcterms:modified>
</cp:coreProperties>
</file>