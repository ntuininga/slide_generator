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9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8580-FDC4-4AD6-A593-9AC5AC712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258CB-0154-412F-8AFE-048BAC054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66D79-6E6E-4FFC-9C48-C60D3195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CDA5-9D13-40D2-B069-B52240B8DA3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2516C-47A4-4669-8E6D-D87D7081E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23DF9-6CC1-42A6-AE26-75CEF0F1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3EB0C-CE72-47BF-85A8-B79BF3A78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48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99E82-FCA3-47D4-AAA0-8B6217FEA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F69F3-46AE-4476-B7B7-96F963B7F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E14CE-72F5-4235-9281-5BE181873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CDA5-9D13-40D2-B069-B52240B8DA3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5D4C6-05EC-421B-802D-4AC9C97F7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7E5A8-D681-4AF1-8861-EB7C5876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3EB0C-CE72-47BF-85A8-B79BF3A78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24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8586-AA8B-4203-AE78-DC4C7AD2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FACBD-ED7A-4F94-B3AB-03BCEB60A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5DE77-CE17-4747-8320-D357E121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CDA5-9D13-40D2-B069-B52240B8DA3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ADC3E-ADF7-4F06-979B-C900C4C9D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4E5B9-CBA7-4514-BFE3-2D57757B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3EB0C-CE72-47BF-85A8-B79BF3A78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3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0DF7C-A9D8-4834-8F56-7D9F2B91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A5830-78AC-4977-9F7B-2C6AB12A4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ED8E9-C771-42EA-BA11-EABCCC230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48038-D4F7-4D4F-A2FE-71F1CA107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CDA5-9D13-40D2-B069-B52240B8DA3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CC329-6672-4670-95D5-2929CDE86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5F22C-E4A2-4C39-9270-00588047A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3EB0C-CE72-47BF-85A8-B79BF3A78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1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60E4-5763-44A2-9077-B1024C009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D9B00-D137-4421-A9A8-03768C2C1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4289E-9986-4E15-947D-8780A85D9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D58CA-02C7-452B-94F0-158A780F0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DD70F-4586-4220-A99C-7DF7030DE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B0965-3485-4FF4-9039-1773EE4D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CDA5-9D13-40D2-B069-B52240B8DA3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6A5740-61CA-408D-B005-E5DEE1B3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A48D8E-6C2C-49BC-9D4A-1955CAF6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3EB0C-CE72-47BF-85A8-B79BF3A78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76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BB25-F833-4FE9-82EF-1C1A8B57A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17890A-E742-4050-8C32-7A420FC6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CDA5-9D13-40D2-B069-B52240B8DA3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F3CA2F-23AC-43C1-ADB1-31312D2D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AD4583-C77C-401A-95C4-A7F80AC01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3EB0C-CE72-47BF-85A8-B79BF3A78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51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5342EE-D6CA-455B-BC47-10EE6D32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CDA5-9D13-40D2-B069-B52240B8DA3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806E3-388B-41A4-B7BB-570180DD5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31CB0-C0BF-4E1A-AB53-E7010334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3EB0C-CE72-47BF-85A8-B79BF3A78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3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48A9F-8ADD-4920-BB23-821645397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F17BB-A363-443A-ABF7-95DAC3E21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89EC9-266D-4598-9D9F-7A0FCE928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03B3D-385E-48CC-91E2-EE9DB9C4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CDA5-9D13-40D2-B069-B52240B8DA3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95F28-F870-4B99-BA1B-BF313C34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D2D8A-D7EC-45A9-B50B-5C00CCE8B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3EB0C-CE72-47BF-85A8-B79BF3A78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25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63EFF-61CF-4666-A198-5F9D00AB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DFB424-A651-4F6C-8031-A597D6CE9B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5F8AD-1787-4D25-BB31-D5CE541F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167F0-80AC-4316-8D8A-5915962D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CDA5-9D13-40D2-B069-B52240B8DA3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A6DC2-687E-487D-BE94-139EFA8B3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C707D-2A22-4F79-BFA8-5FCB7C7B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3EB0C-CE72-47BF-85A8-B79BF3A78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1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AB8C-36E3-4552-A56F-08CFEE576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A07F5-5430-431E-8D93-FA5D60FE4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4DD5A-48A1-446E-A773-26DC486E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CDA5-9D13-40D2-B069-B52240B8DA3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EDAD7-67C6-4139-8CE1-302B2A80D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D449A-4544-43B0-804B-7366B9A5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3EB0C-CE72-47BF-85A8-B79BF3A78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0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8817A3-0714-4692-8033-F2CA25D2C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9D669-29AD-4E53-A8B3-89A4C8577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8F22B-A1F4-4B93-AE34-EE9E389D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CDA5-9D13-40D2-B069-B52240B8DA3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DBBC2-EBC8-4A13-B08E-4D00E8EE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545BA-BD6D-4244-9186-08825EA7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3EB0C-CE72-47BF-85A8-B79BF3A78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2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40F0B8-EA18-48A8-A2A7-091C823F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765B2-7C4E-4264-BD50-3CF29199F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DD736-CA83-4E05-9422-D34C0F390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ECDA5-9D13-40D2-B069-B52240B8DA3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249B1-2B17-4EF7-BEE5-0A667C493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3A52E-4767-4E51-92FB-E72C5D8E2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3EB0C-CE72-47BF-85A8-B79BF3A78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2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 #484 On The Good and Faithful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On the good and faithful,</a:t>
            </a:r>
            <a:br>
              <a:rPr lang="en-CA" sz="2800" dirty="0"/>
            </a:br>
            <a:r>
              <a:rPr lang="en-CA" sz="2800" dirty="0"/>
              <a:t>God has set his love;</a:t>
            </a:r>
            <a:br>
              <a:rPr lang="en-CA" sz="2800" dirty="0"/>
            </a:br>
            <a:r>
              <a:rPr lang="en-CA" sz="2800" dirty="0"/>
              <a:t>when they call, he sends them</a:t>
            </a:r>
            <a:br>
              <a:rPr lang="en-CA" sz="2800" dirty="0"/>
            </a:br>
            <a:r>
              <a:rPr lang="en-CA" sz="2800" dirty="0"/>
              <a:t>blessings from above.</a:t>
            </a:r>
            <a:br>
              <a:rPr lang="en-CA" sz="2800" dirty="0"/>
            </a:br>
            <a:r>
              <a:rPr lang="en-CA" sz="2800" dirty="0"/>
              <a:t>Stand in awe and sin not,</a:t>
            </a:r>
            <a:br>
              <a:rPr lang="en-CA" sz="2800" dirty="0"/>
            </a:br>
            <a:r>
              <a:rPr lang="en-CA" sz="2800" dirty="0"/>
              <a:t>bid your heart be still;</a:t>
            </a:r>
            <a:br>
              <a:rPr lang="en-CA" sz="2800" dirty="0"/>
            </a:br>
            <a:r>
              <a:rPr lang="en-CA" sz="2800" dirty="0"/>
              <a:t>through the silent watches,</a:t>
            </a:r>
            <a:br>
              <a:rPr lang="en-CA" sz="2800" dirty="0"/>
            </a:br>
            <a:r>
              <a:rPr lang="en-CA" sz="2800" dirty="0"/>
              <a:t>think upon his will.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CA" dirty="0"/>
              <a:t>Lay upon God's altar</a:t>
            </a:r>
            <a:br>
              <a:rPr lang="en-CA" dirty="0"/>
            </a:br>
            <a:r>
              <a:rPr lang="en-CA" dirty="0"/>
              <a:t>good and loving deeds,</a:t>
            </a:r>
            <a:br>
              <a:rPr lang="en-CA" dirty="0"/>
            </a:br>
            <a:r>
              <a:rPr lang="en-CA" dirty="0"/>
              <a:t>and in all things trust him</a:t>
            </a:r>
            <a:br>
              <a:rPr lang="en-CA" dirty="0"/>
            </a:br>
            <a:r>
              <a:rPr lang="en-CA" dirty="0"/>
              <a:t>to supply your needs.</a:t>
            </a:r>
            <a:br>
              <a:rPr lang="en-CA" dirty="0"/>
            </a:br>
            <a:r>
              <a:rPr lang="en-CA" dirty="0"/>
              <a:t>Anxious and despairing,</a:t>
            </a:r>
            <a:br>
              <a:rPr lang="en-CA" dirty="0"/>
            </a:br>
            <a:r>
              <a:rPr lang="en-CA" dirty="0"/>
              <a:t>many walk in night,</a:t>
            </a:r>
            <a:br>
              <a:rPr lang="en-CA" dirty="0"/>
            </a:br>
            <a:r>
              <a:rPr lang="en-CA" dirty="0"/>
              <a:t>but to those that fear him,</a:t>
            </a:r>
            <a:br>
              <a:rPr lang="en-CA" dirty="0"/>
            </a:br>
            <a:r>
              <a:rPr lang="en-CA" dirty="0"/>
              <a:t>God will send his light.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3. </a:t>
            </a:r>
            <a:r>
              <a:rPr lang="en-CA" dirty="0"/>
              <a:t>In God's love abiding,</a:t>
            </a:r>
            <a:br>
              <a:rPr lang="en-CA" dirty="0"/>
            </a:br>
            <a:r>
              <a:rPr lang="en-CA" dirty="0"/>
              <a:t>I have joy and peace</a:t>
            </a:r>
            <a:br>
              <a:rPr lang="en-CA" dirty="0"/>
            </a:br>
            <a:r>
              <a:rPr lang="en-CA" dirty="0"/>
              <a:t>more than all the wicked, </a:t>
            </a:r>
            <a:br>
              <a:rPr lang="en-CA" dirty="0"/>
            </a:br>
            <a:r>
              <a:rPr lang="en-CA" dirty="0"/>
              <a:t>though their wealth increase.</a:t>
            </a:r>
            <a:br>
              <a:rPr lang="en-CA" dirty="0"/>
            </a:br>
            <a:r>
              <a:rPr lang="en-CA" dirty="0"/>
              <a:t>In his care confiding,</a:t>
            </a:r>
            <a:br>
              <a:rPr lang="en-CA" dirty="0"/>
            </a:br>
            <a:r>
              <a:rPr lang="en-CA" dirty="0"/>
              <a:t>I will sweetly sleep,</a:t>
            </a:r>
            <a:br>
              <a:rPr lang="en-CA" dirty="0"/>
            </a:br>
            <a:r>
              <a:rPr lang="en-CA" dirty="0"/>
              <a:t>for the Lord, my Savior, </a:t>
            </a:r>
            <a:br>
              <a:rPr lang="en-CA" dirty="0"/>
            </a:br>
            <a:r>
              <a:rPr lang="en-CA" dirty="0"/>
              <a:t>will in safety keep.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9352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 #484 On The Good and Faithful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#484 On The Good and Faithful</dc:title>
  <dc:creator>Eric Hoogendoorn</dc:creator>
  <cp:lastModifiedBy>Eric Hoogendoorn</cp:lastModifiedBy>
  <cp:revision>1</cp:revision>
  <dcterms:created xsi:type="dcterms:W3CDTF">2020-04-25T02:25:48Z</dcterms:created>
  <dcterms:modified xsi:type="dcterms:W3CDTF">2020-04-25T02:26:23Z</dcterms:modified>
</cp:coreProperties>
</file>