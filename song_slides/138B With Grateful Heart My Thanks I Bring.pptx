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8" r:id="rId2"/>
    <p:sldId id="369" r:id="rId3"/>
    <p:sldId id="370" r:id="rId4"/>
    <p:sldId id="39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8009A-DFBC-4D38-9F60-A8AAD7F1F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E74D97-63C5-4AF0-9E98-9BAF8A3A6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0B04C-0154-49A6-B5D5-23BC77EC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75A2-5720-4067-B6C9-C499A152F50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20D4F-1C0D-469B-BACA-0323EE7AB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D9126-5BD5-46C9-A62F-332A75CB7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2D508-87F6-466D-B89B-2A3B946C4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428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D2D5F-8D0B-43DF-B9F0-4C549D833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E1CEC-81AB-4B52-B104-5DC960962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8F7A0-4E8A-4F11-9C75-B7BE6681D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75A2-5720-4067-B6C9-C499A152F50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AA6E6-7DC6-4879-8F11-A974F2EDB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FBEBA-15B3-41C8-A9B9-7866CD76D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2D508-87F6-466D-B89B-2A3B946C4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536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B6BB6-E0EE-4924-90B0-525058B2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0B0DD2-08DE-42D2-A8D3-A7504C374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8D28C-402F-405F-B930-A239BF438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75A2-5720-4067-B6C9-C499A152F50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83E02-766B-4870-B250-674C38A7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E458B-151E-439D-959F-D8CBE2929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2D508-87F6-466D-B89B-2A3B946C4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900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E4CCE-3763-4935-91EA-DDA86FCAB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47790-B8AA-4FE9-AC8C-82D3E519DA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B11591-F653-4E85-AE75-D0BE52FB4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10AF07-1B15-40D6-BB6F-A895AF258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75A2-5720-4067-B6C9-C499A152F50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D7F60E-70A6-4E50-94BE-8942F5DC5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8F8CC1-E098-4186-BCFA-E5E940ABC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2D508-87F6-466D-B89B-2A3B946C4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363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4AF51-4D07-4959-A601-A44899E2A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B29C1-F367-48F3-BBAC-24850487A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2D3009-1AE9-4ED6-826D-D4E31833D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70340B-3E47-4F9C-9275-A805FE9BAD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2329A-C77D-46C5-9AD4-57229DA72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359476-3F11-46FF-96B3-5DFE177F0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75A2-5720-4067-B6C9-C499A152F50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BA2537-3AC3-44E8-850A-3AD7C4952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1A12A-C12B-4B14-9548-59A0D3ADC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2D508-87F6-466D-B89B-2A3B946C4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338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3DDE6-D5FC-4FBE-AAE3-95F86E62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465D13-B004-46DF-97C2-829A727EC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75A2-5720-4067-B6C9-C499A152F50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667AED-254F-4CBB-B67D-90C9AF258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BC4B27-FECD-4030-A730-0779E26D3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2D508-87F6-466D-B89B-2A3B946C4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17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923B26-9C2C-46BF-BCFE-A0474C881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75A2-5720-4067-B6C9-C499A152F50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DD661A-5ABF-4336-BE20-9539A1FE3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162DD-F5A8-41B2-AF03-894683F66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2D508-87F6-466D-B89B-2A3B946C4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70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9FC4C-DDD3-451A-AB99-A62437FAD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B7474-4D2C-4165-9B44-5D5E36273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1FA524-9C71-4D6B-AA9D-206EB343B6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9FAED8-5A63-47DB-8A8B-69B4AF369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75A2-5720-4067-B6C9-C499A152F50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20DA88-55A5-4F29-B251-32E98EEFC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87691C-6897-410F-992F-BB9A9504A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2D508-87F6-466D-B89B-2A3B946C4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4577B-79BD-4E8D-8EF8-9BD3A4DA3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EBFC49-32C2-46C1-8488-C719F2D7EB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028337-A6B0-4196-A3C3-7EF2CA079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3F4481-1D03-4AF2-8023-23039096D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75A2-5720-4067-B6C9-C499A152F50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F79DF-2B9B-471C-98C3-1AF9F036F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286EE-8923-4186-9EB9-64C57FE74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2D508-87F6-466D-B89B-2A3B946C4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75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FDB2F-4976-44F1-A277-832BD87E7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77DD1-F90A-462E-BD1F-4DBEA5F787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12991-19F5-4458-9FB7-0F1A766B3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75A2-5720-4067-B6C9-C499A152F50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7ADF2-3F50-490C-8BBC-F0C1A9687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725D8-F752-400F-A417-0DA8ADC5E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2D508-87F6-466D-B89B-2A3B946C4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62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EADD04-A838-46C3-8029-6D23988A5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71387A-9144-4C71-8525-2ED63FC66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17002-E1AB-4D0A-AD1E-F45DA8CB2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75A2-5720-4067-B6C9-C499A152F50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22D42-2ABA-4B63-9A9E-AC340E404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1CFE6-8980-4763-ADEE-6D3C5149E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2D508-87F6-466D-B89B-2A3B946C4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07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BC6FB1-922B-47F6-B9C7-5F579B56A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0DBB6-E705-49B6-AEF9-3802C8BAF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5B364-4A0F-4F80-9D2D-1FC2C8E400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175A2-5720-4067-B6C9-C499A152F50A}" type="datetimeFigureOut">
              <a:rPr lang="en-US" smtClean="0"/>
              <a:t>10/16/2020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4431C-9239-4574-995C-9BFA8A66A1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F74F3-35DC-45C8-99FE-7C92B13DB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32D508-87F6-466D-B89B-2A3B946C4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222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#138B With Grateful Heart My Thanks I Bring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847606" y="1613118"/>
            <a:ext cx="1090863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prstClr val="black"/>
                </a:solidFill>
              </a:rPr>
              <a:t>  1.  With grateful heart my thanks I bring,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before the great your praise I sing;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I worship in your holy place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and praise you for your truth and grace;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for truth and grace together shine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in your most holy word divine,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in your most holy word divine.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292122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2. I cried to you, and you did save;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your word of grace new courage gave;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the kings of earth shall thank you Lord, 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for they have heard your wondrous word;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yea, they shall come with songs of praise,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for great and glorious are your ways,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for great and glorious are your ways.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88351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i="1" dirty="0">
                <a:solidFill>
                  <a:prstClr val="black"/>
                </a:solidFill>
              </a:rPr>
              <a:t>3.</a:t>
            </a:r>
            <a:r>
              <a:rPr lang="en-CA" dirty="0">
                <a:solidFill>
                  <a:prstClr val="black"/>
                </a:solidFill>
              </a:rPr>
              <a:t> O Lord, enthroned in glory bright,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you reign above in </a:t>
            </a:r>
            <a:r>
              <a:rPr lang="en-CA" dirty="0" err="1">
                <a:solidFill>
                  <a:prstClr val="black"/>
                </a:solidFill>
              </a:rPr>
              <a:t>heav’nly</a:t>
            </a:r>
            <a:r>
              <a:rPr lang="en-CA" dirty="0">
                <a:solidFill>
                  <a:prstClr val="black"/>
                </a:solidFill>
              </a:rPr>
              <a:t> height;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the proud in vain your favour seek 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but you have mercy for the meek;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through trouble though my pathway be,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you will revive and strengthen me,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you will revive and strengthen me.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63333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670D1B2-EC24-485A-B864-0320D690F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956B29-E1F1-4428-B852-6D108014B0BC}"/>
              </a:ext>
            </a:extLst>
          </p:cNvPr>
          <p:cNvSpPr txBox="1"/>
          <p:nvPr/>
        </p:nvSpPr>
        <p:spPr>
          <a:xfrm>
            <a:off x="1971675" y="1409700"/>
            <a:ext cx="824865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</a:t>
            </a:r>
            <a:r>
              <a:rPr lang="en-CA" sz="2800" dirty="0"/>
              <a:t>. You will stretch forth your mighty arm</a:t>
            </a:r>
          </a:p>
          <a:p>
            <a:pPr algn="ctr"/>
            <a:r>
              <a:rPr lang="en-CA" sz="2800" dirty="0"/>
              <a:t>to save me when my foes alarm;</a:t>
            </a:r>
          </a:p>
          <a:p>
            <a:pPr algn="ctr"/>
            <a:r>
              <a:rPr lang="en-CA" sz="2800" dirty="0"/>
              <a:t>the work you have for me begun</a:t>
            </a:r>
          </a:p>
          <a:p>
            <a:pPr algn="ctr"/>
            <a:r>
              <a:rPr lang="en-CA" sz="2800" dirty="0"/>
              <a:t>shall by your grace be fully done;</a:t>
            </a:r>
          </a:p>
          <a:p>
            <a:pPr algn="ctr"/>
            <a:r>
              <a:rPr lang="en-CA" sz="2800" dirty="0"/>
              <a:t>your mercy shall forever be;</a:t>
            </a:r>
          </a:p>
          <a:p>
            <a:pPr algn="ctr"/>
            <a:r>
              <a:rPr lang="en-CA" sz="2800" dirty="0"/>
              <a:t>O Lord, my Maker, think on me,</a:t>
            </a:r>
          </a:p>
          <a:p>
            <a:pPr algn="ctr"/>
            <a:r>
              <a:rPr lang="en-CA" sz="2800" dirty="0"/>
              <a:t>O Lord, my Maker, think on me.</a:t>
            </a:r>
          </a:p>
        </p:txBody>
      </p:sp>
    </p:spTree>
    <p:extLst>
      <p:ext uri="{BB962C8B-B14F-4D97-AF65-F5344CB8AC3E}">
        <p14:creationId xmlns:p14="http://schemas.microsoft.com/office/powerpoint/2010/main" val="729604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</Words>
  <Application>Microsoft Office PowerPoint</Application>
  <PresentationFormat>Widescreen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#138B With Grateful Heart My Thanks I Bring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#138B With Grateful Heart My Thanks I Bring</dc:title>
  <dc:creator>Eric Hoogendoorn</dc:creator>
  <cp:lastModifiedBy>Eric Hoogendoorn</cp:lastModifiedBy>
  <cp:revision>1</cp:revision>
  <dcterms:created xsi:type="dcterms:W3CDTF">2020-10-16T15:21:08Z</dcterms:created>
  <dcterms:modified xsi:type="dcterms:W3CDTF">2020-10-16T15:21:26Z</dcterms:modified>
</cp:coreProperties>
</file>