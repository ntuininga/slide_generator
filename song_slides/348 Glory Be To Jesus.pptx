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1" r:id="rId2"/>
    <p:sldId id="512" r:id="rId3"/>
    <p:sldId id="51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51276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208975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159160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8049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2022-01-15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53354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2022-01-15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0606258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2022-01-15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49349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3482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3700497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35644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4220928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889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578803-52D9-409F-8FAC-8411938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36C5-6E0F-4D7A-A694-BE9CE113C2E1}"/>
              </a:ext>
            </a:extLst>
          </p:cNvPr>
          <p:cNvSpPr txBox="1"/>
          <p:nvPr/>
        </p:nvSpPr>
        <p:spPr>
          <a:xfrm>
            <a:off x="904875" y="1365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#348 Glory Be To Jesus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EA479-A592-4965-BBEE-1858D78EF6D5}"/>
              </a:ext>
            </a:extLst>
          </p:cNvPr>
          <p:cNvSpPr txBox="1"/>
          <p:nvPr/>
        </p:nvSpPr>
        <p:spPr>
          <a:xfrm>
            <a:off x="1976437" y="2723217"/>
            <a:ext cx="8239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Glory be to Jesus,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who, in bitter pains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poured for me the lifeblood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his sacred veins!</a:t>
            </a:r>
          </a:p>
        </p:txBody>
      </p:sp>
    </p:spTree>
    <p:extLst>
      <p:ext uri="{BB962C8B-B14F-4D97-AF65-F5344CB8AC3E}">
        <p14:creationId xmlns:p14="http://schemas.microsoft.com/office/powerpoint/2010/main" val="387347017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AF48E-981A-43F3-B985-F6A64CA6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85440-1647-4320-9D7D-9CE5DE0826D4}"/>
              </a:ext>
            </a:extLst>
          </p:cNvPr>
          <p:cNvSpPr txBox="1"/>
          <p:nvPr/>
        </p:nvSpPr>
        <p:spPr>
          <a:xfrm>
            <a:off x="1862137" y="2521059"/>
            <a:ext cx="8467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Grace and life eternal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that blood I find;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be his compassion,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infinitely kind!</a:t>
            </a:r>
          </a:p>
        </p:txBody>
      </p:sp>
    </p:spTree>
    <p:extLst>
      <p:ext uri="{BB962C8B-B14F-4D97-AF65-F5344CB8AC3E}">
        <p14:creationId xmlns:p14="http://schemas.microsoft.com/office/powerpoint/2010/main" val="824803430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3587B-80BB-4F63-B789-BFBED01A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4DB46-ECA2-4123-8732-BC834650BD55}"/>
              </a:ext>
            </a:extLst>
          </p:cNvPr>
          <p:cNvSpPr txBox="1"/>
          <p:nvPr/>
        </p:nvSpPr>
        <p:spPr>
          <a:xfrm>
            <a:off x="1666875" y="2521059"/>
            <a:ext cx="885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Lift we, then, our voices,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swell the mighty flood,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louder still and louder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precious blood!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233102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2022-01-15T23:04:19Z</dcterms:created>
  <dcterms:modified xsi:type="dcterms:W3CDTF">2022-01-15T23:05:00Z</dcterms:modified>
</cp:coreProperties>
</file>