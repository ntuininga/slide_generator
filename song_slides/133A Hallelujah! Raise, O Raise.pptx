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91" r:id="rId3"/>
    <p:sldId id="39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05EF6-0323-4AE6-AE39-AB5BE8BBC9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E50833-6765-4F96-81EA-F10C408F2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CCFF8D-3909-4D4E-AEC5-F24BF8010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E6B2-9AE0-4EA0-9D36-DACD11793393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4387D-B423-4F93-A3A3-23758F3BD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663A5-58E5-4C80-B595-5F2D406B4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B12E-BFD4-45DF-9BA3-12F8D98EA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54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B3E6E-3724-4E5D-AB02-5364A8E0D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3999A-5E88-4629-99F4-F2C023B5A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4DD2B-3B69-4CEB-A818-A1DCBFAD6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E6B2-9AE0-4EA0-9D36-DACD11793393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2F814F-F7B4-4108-83A4-CA3B4B3AA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D9287-ABC2-44DE-AF7E-FD842D784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B12E-BFD4-45DF-9BA3-12F8D98EA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5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B79D9-61E3-45E6-94D1-2C0099DF9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A9B87-DF07-4096-BA73-9577BA78D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C8D00-FFAE-4F7D-A8D1-A1E384967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E6B2-9AE0-4EA0-9D36-DACD11793393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DF814-5BA8-4537-8E44-7FC163D52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DE2D6-D770-45D3-A1F7-5D8F9002D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B12E-BFD4-45DF-9BA3-12F8D98EA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2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E737A-B59B-4B35-96DD-CA6619171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2F0329-47DF-415F-AB1C-D32EF56FA8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A475B-499A-46F7-8523-F961639D1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5462B1-70CA-4309-ADEC-B8E0C09FF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E6B2-9AE0-4EA0-9D36-DACD11793393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4A82B-A048-4F81-9D09-D64A40D96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AF22D-CA19-462F-845A-BB19F6427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B12E-BFD4-45DF-9BA3-12F8D98EA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301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5B703-5B1D-46B9-A025-3FDB2734B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69A94-0020-4D77-AC9E-6835448C8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FC62AE-438F-4C4C-8A85-B8C8BFEFC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D03AB4-06E5-4E00-A247-593A7EFB4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04046D-784D-43CD-A855-60D3DDCEDF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92634-65A0-4D69-973A-EB14991D4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E6B2-9AE0-4EA0-9D36-DACD11793393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852124-B3F5-4551-A288-BB499D03C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447CE3-9DE5-4E86-9842-CDC0D507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B12E-BFD4-45DF-9BA3-12F8D98EA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05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F31FA-F19B-40A5-9BAA-4BCDC919F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831306-4C6F-4A09-BF51-6F5A00D30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E6B2-9AE0-4EA0-9D36-DACD11793393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9D6D96-4223-4E68-9579-F92703F1E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05963B-9990-4B0A-BA22-08DE97A91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B12E-BFD4-45DF-9BA3-12F8D98EA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7495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135C57-C0FD-4583-BCE3-491C7D2F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E6B2-9AE0-4EA0-9D36-DACD11793393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58678A-A1F1-4FDF-A509-B851E51F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8B57B-CE3F-4092-A288-695AAC866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B12E-BFD4-45DF-9BA3-12F8D98EA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97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C7D84-CEE3-49FF-81F7-E97E26412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DE546-8BF7-4404-AB8C-1B6DFE859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0DBCFB-EC23-40E2-BA4A-00F345296B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198D3C-17AB-4D7F-BB8B-7D2824489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E6B2-9AE0-4EA0-9D36-DACD11793393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6E3FA0-45FE-41C4-BE27-DA2D61594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12DC7-929E-48DD-8044-F957339F7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B12E-BFD4-45DF-9BA3-12F8D98EA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2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622F5-5469-4419-B6A1-B216042E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09DED3-8767-46EC-A629-4BFC73F042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CF9537-7CDA-43BA-B20E-304315843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EE5BE-EAB4-4852-A088-5E2600EF7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E6B2-9AE0-4EA0-9D36-DACD11793393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E11952-3309-4A92-AC2A-B2D1186F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9F19B5-75DB-4EE3-8DA5-51C5BCD4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B12E-BFD4-45DF-9BA3-12F8D98EA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850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DC76F-1FD8-401F-90F6-EE4F7A78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1BF4F8-1F85-4BB1-958F-7521670321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E52EE-40BD-439E-A4CB-E3A218D92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E6B2-9AE0-4EA0-9D36-DACD11793393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4E98E-DA81-451A-AC2D-0CA0297BF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072D7-C025-4A74-8B54-5D95E37FB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B12E-BFD4-45DF-9BA3-12F8D98EA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389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FB876-A807-469D-8B39-435BEBDEFF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5DDE94-1743-46C6-AFF9-2E3ECF9E35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D9CEE-1628-4D93-AFA4-F73A2DFDA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8E6B2-9AE0-4EA0-9D36-DACD11793393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3A905-188A-4FD2-B45A-84AB3AC80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C3EDB-6E50-4D93-9246-D85B053E6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EB12E-BFD4-45DF-9BA3-12F8D98EA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178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15B34D-E856-4BBD-950E-2EFF81945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968632-9A15-4354-9A54-A8B26B43B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E4226-24B8-484C-97AA-D2094410CF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8E6B2-9AE0-4EA0-9D36-DACD11793393}" type="datetimeFigureOut">
              <a:rPr lang="en-US" smtClean="0"/>
              <a:t>12/23/2020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014B0-4C12-42AA-84F3-B33FA050CE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98B5B-2483-4636-BBDA-692A4058E4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EB12E-BFD4-45DF-9BA3-12F8D98EA2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11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444479"/>
            <a:ext cx="12192000" cy="181588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514350" lvl="0" indent="-514350" algn="ctr">
              <a:buAutoNum type="arabicPeriod"/>
            </a:pPr>
            <a:r>
              <a:rPr lang="en-US" sz="2800" dirty="0">
                <a:solidFill>
                  <a:prstClr val="black"/>
                </a:solidFill>
              </a:rPr>
              <a:t>Hallelujah! Raise, O raise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to the LORD our song of praise!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Praise, O servants of the LORD,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praise the name of God the LORD.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#133A Hallelujah! Raise, O Raise</a:t>
            </a: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35875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>
                <a:solidFill>
                  <a:prstClr val="black"/>
                </a:solidFill>
              </a:rPr>
              <a:t>2. </a:t>
            </a:r>
            <a:r>
              <a:rPr lang="en-US" sz="2800" dirty="0">
                <a:solidFill>
                  <a:prstClr val="black"/>
                </a:solidFill>
              </a:rPr>
              <a:t>From this time and evermore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bless the name of God the LORD.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From the sunrise to its rest,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may the name of God be blest.</a:t>
            </a:r>
            <a:endParaRPr lang="en-CA" sz="2800" dirty="0">
              <a:solidFill>
                <a:prstClr val="black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Copyright Trinity Psalter Hymnal, 2018, used by permission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067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A348A40-1E0A-4800-9CA7-EE8D4AB5C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B831C0-DE4C-4B6B-85DA-1FF15F62609B}"/>
              </a:ext>
            </a:extLst>
          </p:cNvPr>
          <p:cNvSpPr txBox="1"/>
          <p:nvPr/>
        </p:nvSpPr>
        <p:spPr>
          <a:xfrm>
            <a:off x="1943100" y="2238375"/>
            <a:ext cx="8305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i="1" dirty="0">
                <a:solidFill>
                  <a:prstClr val="black"/>
                </a:solidFill>
              </a:rPr>
              <a:t>3. </a:t>
            </a:r>
            <a:r>
              <a:rPr lang="en-US" sz="2800" dirty="0">
                <a:solidFill>
                  <a:prstClr val="black"/>
                </a:solidFill>
              </a:rPr>
              <a:t>Far above the nations high,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glorious far above the sky,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who is like the LORD on high,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gazing down on earth and sky?</a:t>
            </a:r>
          </a:p>
        </p:txBody>
      </p:sp>
    </p:spTree>
    <p:extLst>
      <p:ext uri="{BB962C8B-B14F-4D97-AF65-F5344CB8AC3E}">
        <p14:creationId xmlns:p14="http://schemas.microsoft.com/office/powerpoint/2010/main" val="1184580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2020-12-24T00:12:50Z</dcterms:created>
  <dcterms:modified xsi:type="dcterms:W3CDTF">2020-12-24T00:13:09Z</dcterms:modified>
</cp:coreProperties>
</file>