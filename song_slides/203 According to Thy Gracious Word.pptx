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630E8D-6343-4AA1-A4F1-479EA8BBB0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E6B39B-84C9-4483-AA34-DE9A9C3D67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06D06E1-B23B-46CF-92D6-4D5FFEB33C84}" type="slidenum"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31400" y="-70560"/>
            <a:ext cx="990000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effectLst/>
                <a:uFillTx/>
                <a:latin typeface="Calibri Light "/>
              </a:rPr>
              <a:t>#203 According to Thy Gracious Word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Calibri Light 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buNone/>
            </a:pP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1. According to thy gracious word,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 meek humility,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 will I do, my dying Lord,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 will remember Thee.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2. Thy body, broken for my sake,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0" algn="ctr">
              <a:spcBef>
                <a:spcPts val="1417"/>
              </a:spcBef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my bread from heav’n shall be;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0" algn="ctr">
              <a:spcBef>
                <a:spcPts val="1417"/>
              </a:spcBef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thy testamental cup I take,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0" algn="ctr">
              <a:spcBef>
                <a:spcPts val="1417"/>
              </a:spcBef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 thus remember thee.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4. When to the cross I turn mine eyes,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0" algn="ctr">
              <a:spcBef>
                <a:spcPts val="1417"/>
              </a:spcBef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 rest on Calvary,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0" algn="ctr">
              <a:spcBef>
                <a:spcPts val="1417"/>
              </a:spcBef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 Lamb of God, my sacrifice,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0" algn="ctr">
              <a:spcBef>
                <a:spcPts val="1417"/>
              </a:spcBef>
              <a:buNone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 must remember thee?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LibreOffice/25.2.2.2$Linux_X86_64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2025-11-09T08:34:33Z</dcterms:created>
  <dc:creator/>
  <dc:description/>
  <dc:language>en-CA</dc:language>
  <cp:lastModifiedBy/>
  <dcterms:modified xsi:type="dcterms:W3CDTF">2025-11-09T08:44:15Z</dcterms:modified>
  <cp:revision>2</cp:revision>
  <dc:subject/>
  <dc:title/>
</cp:coreProperties>
</file>