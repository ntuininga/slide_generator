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AFD18-B4C8-4BEE-A556-EB4C73FF5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05EECF-4721-4A0D-8706-9C727E9E1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0B595-0848-4591-8D59-1FD17B9C1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EEA-4420-43BD-BCD2-D771B7862279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966F7-08BD-4631-896F-D53E89B05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FF69E-4C61-4833-9CC6-D6EDE2442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6B80-97D1-46FB-8551-6FD833C4F1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3676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33E4-109D-4035-BBFD-4C9C7A830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91AB-0967-4E67-ABFA-7E6396734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802BB-8DBD-4554-8E8D-71765DAAA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EEA-4420-43BD-BCD2-D771B7862279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6A709-917E-4CA5-B90C-548D2499C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1F672-FB6A-49BF-BB29-45558B3D2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6B80-97D1-46FB-8551-6FD833C4F1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1593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C3411-74FE-4DD5-A66D-FAC98232C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F6BC4-B79E-49C8-8660-96849348D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D1E4F-2E62-47B8-9972-08E9AEE87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EEA-4420-43BD-BCD2-D771B7862279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16B34-496E-4565-B2C7-071BC3BD2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585F6-F856-4911-AA92-DE4C7747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6B80-97D1-46FB-8551-6FD833C4F1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2167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75EF1-F711-49A8-A399-B1FD0D6AC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BBE3F-1221-4807-97ED-8C9221935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A1CA17-657C-48BF-B05D-69877E8AD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9AEC2-433F-4DF7-90EF-53760B01E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EEA-4420-43BD-BCD2-D771B7862279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BBB0D-20E9-431A-B9E0-785E8BFDA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66FDB-C135-4C59-AEDD-97EFCFAEF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6B80-97D1-46FB-8551-6FD833C4F1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108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9D5B5-BBB2-4A46-A3F4-72D0910AE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43693-D818-43B5-92A0-7A0B35FCF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013EEB-7A35-49AA-B883-71C3D75E5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B4FC2F-CB67-4150-AFB9-9DD26C0E7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5F2EC8-59B3-49B2-A41A-27932D3CDF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D8A577-98A8-4815-9F26-03D40443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EEA-4420-43BD-BCD2-D771B7862279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886ABD-CAFB-4D19-B6CC-1AA984D23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8FB99-F965-45C3-B68B-DC83F9343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6B80-97D1-46FB-8551-6FD833C4F1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3227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8E8A8-ED73-4D75-B57C-3B7FE4A2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709353-CFCE-407C-B83D-C9CA841DC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EEA-4420-43BD-BCD2-D771B7862279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DA4B51-BCC3-477A-A07A-1D4708F83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607372-1A9B-43F2-B647-B5F446FB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6B80-97D1-46FB-8551-6FD833C4F1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9459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0FA65E-E479-4082-BA41-3220F70C3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EEA-4420-43BD-BCD2-D771B7862279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BFA502-150B-4F03-B935-832885ADE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571F6-8E8F-43ED-A0BF-E3BD9DC8C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6B80-97D1-46FB-8551-6FD833C4F1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5997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2D627-A26D-4261-819F-7DD95AC2F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68A03-597B-4160-907A-29E677238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36772-7F1A-413A-BF45-28B6D1C35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9A4768-842F-4E82-BBF2-064729E61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EEA-4420-43BD-BCD2-D771B7862279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D6271-D0AB-47C3-A963-96725D4F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6D209-8365-4B77-B811-F1C52A251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6B80-97D1-46FB-8551-6FD833C4F1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8751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3E468-8170-44CA-B198-1702D60EA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EB642F-655D-4350-B192-85912E02A9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5EF536-8E88-46A4-B303-29D33962E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4D61E-FB5A-41A6-AF26-8E5D163A8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EEA-4420-43BD-BCD2-D771B7862279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132DD-5A7E-482B-BEDE-4D5763EE4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6D47F-6220-4753-834A-760D76F78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6B80-97D1-46FB-8551-6FD833C4F1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442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323E0-01BF-4329-911C-0C6A0BD2D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82C0F0-AAFA-4DB0-9C2E-EBD70C97B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70DCF-248E-44C7-91B6-5C2789175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EEA-4420-43BD-BCD2-D771B7862279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77DFA-DCAD-4E27-B268-ACF13A8C5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0E91B-BA5D-4A42-82A8-556B5502C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6B80-97D1-46FB-8551-6FD833C4F1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0067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028B73-65BD-488B-89B5-C6CBE0E64A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B32BD7-7B3B-436B-9B10-649652B54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CAF63-EA5B-4E14-A0BF-A7509C1A0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EEA-4420-43BD-BCD2-D771B7862279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643A2-DF68-4602-B2C6-7F3896438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086B0-59F1-473D-9D2B-F62D12253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6B80-97D1-46FB-8551-6FD833C4F1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8102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DD84D4-484B-4029-A807-369E0983D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D292B-A44C-4664-B73F-C1EE3CFA3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9BA53-2D7C-4225-97DF-E4E807F33A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37EEA-4420-43BD-BCD2-D771B7862279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1CDB2-22D6-433D-A75F-A7AC7C12F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8BB41-E2B2-4F1E-9847-2439395DA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66B80-97D1-46FB-8551-6FD833C4F1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5806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EAE936-9809-4D72-A730-71958E0EAB34}"/>
              </a:ext>
            </a:extLst>
          </p:cNvPr>
          <p:cNvSpPr txBox="1"/>
          <p:nvPr/>
        </p:nvSpPr>
        <p:spPr>
          <a:xfrm>
            <a:off x="752475" y="142875"/>
            <a:ext cx="106870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#47A O Clap Your Hands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D1D80E-8C22-4481-8F36-C3874E5148B0}"/>
              </a:ext>
            </a:extLst>
          </p:cNvPr>
          <p:cNvSpPr txBox="1"/>
          <p:nvPr/>
        </p:nvSpPr>
        <p:spPr>
          <a:xfrm>
            <a:off x="1747837" y="2521059"/>
            <a:ext cx="86963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clap your hands, all peoples shout!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joyful cries to God ring out!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Most High is greatly feared,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great King who rules the earth throughout!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3414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A95DCF-6AE5-45E7-A51F-75ADDA0C2E45}"/>
              </a:ext>
            </a:extLst>
          </p:cNvPr>
          <p:cNvSpPr txBox="1"/>
          <p:nvPr/>
        </p:nvSpPr>
        <p:spPr>
          <a:xfrm>
            <a:off x="1490662" y="2521059"/>
            <a:ext cx="92106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He brought the nations ‘neath our feet,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subdued the peoples under us.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chose for us our heritage,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pride of Jacob whom he loves.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9495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9FEECD-0715-474D-8075-28F371EEA4CF}"/>
              </a:ext>
            </a:extLst>
          </p:cNvPr>
          <p:cNvSpPr txBox="1"/>
          <p:nvPr/>
        </p:nvSpPr>
        <p:spPr>
          <a:xfrm>
            <a:off x="1638300" y="2521059"/>
            <a:ext cx="8915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God has gone up with shouts of joy,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amid the trumpet sound.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Sing praise, sing praise to God Most High;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God our King let praise abound.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9478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A55CC6-0E30-4097-9853-1A69DB9B8B98}"/>
              </a:ext>
            </a:extLst>
          </p:cNvPr>
          <p:cNvSpPr txBox="1"/>
          <p:nvPr/>
        </p:nvSpPr>
        <p:spPr>
          <a:xfrm>
            <a:off x="1433512" y="2521059"/>
            <a:ext cx="93249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God is the King of all the earth;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sing psalms of praise to him alone.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God rules the nations from on high;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sits upon his holy throne.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2721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B72822-3578-4C23-A70E-188ACB2765AB}"/>
              </a:ext>
            </a:extLst>
          </p:cNvPr>
          <p:cNvSpPr txBox="1"/>
          <p:nvPr/>
        </p:nvSpPr>
        <p:spPr>
          <a:xfrm>
            <a:off x="1685925" y="2521059"/>
            <a:ext cx="88201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Leaders of nations gather round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serve as sons of Abrah’m’s God.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him belong the shields of earth;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exalted greatly is the LORD!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5880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170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2021-10-01T21:59:05Z</dcterms:created>
  <dcterms:modified xsi:type="dcterms:W3CDTF">2021-10-01T22:00:58Z</dcterms:modified>
</cp:coreProperties>
</file>