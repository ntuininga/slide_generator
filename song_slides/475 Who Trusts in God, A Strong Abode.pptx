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94" r:id="rId3"/>
    <p:sldId id="29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4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92B51-DAA3-4346-BAAD-04F29A27E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03578-D90C-4F68-AF07-E111973FA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7545C-70F4-4B22-94A9-48DAA8CA9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A232-2B98-46AF-93BB-9D43ECB8AC80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30579-FE69-4F0A-8578-7DA534371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BA80A-EEA1-4F4D-AA39-C0C8DCA5B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C2A0-DECF-4672-8786-A44AFD750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56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C7E0D-7CE0-4C8D-B61A-54C936986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B9DA2-2609-4DB7-B970-10FB33FBA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6C179-2DAC-436F-9D38-AEB45530F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A232-2B98-46AF-93BB-9D43ECB8AC80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444BB-CB32-4FC9-B49F-97482ACE1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8A887-9320-434B-BED6-BC3F5EEC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C2A0-DECF-4672-8786-A44AFD750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016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B3F88-F11D-495B-8ADC-B4A4F4B98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ED79F-516C-4E9F-98E5-BB3666029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7ED56-B871-4C94-B063-15E1D828B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A232-2B98-46AF-93BB-9D43ECB8AC80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A7B6F-0058-46AB-B253-9E285D14F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5CA50-01E5-4256-B921-5EAB423A9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C2A0-DECF-4672-8786-A44AFD750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01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574C7-DB52-47FA-8FF4-420B08419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D87C1-CCA7-4E20-8EED-A5B93D0022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848447-294B-456E-8EC4-B090F548F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F7320-840F-4FC8-92E4-BE17A04A1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A232-2B98-46AF-93BB-9D43ECB8AC80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D805F-1F87-4FA5-9A9E-89A0AE8D5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5D111-3677-40A1-BDE5-A2A79C630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C2A0-DECF-4672-8786-A44AFD750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72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CECDC-461B-4AFE-BAAD-36B2E095C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9F1D2-A277-4EE8-BE40-6E2872CD4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ED04E-0E1D-43C2-A73F-EC00A430E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CB4FB8-A90A-49A0-8438-97E7929F46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D147F3-0071-47FF-BCDF-7EC7D85369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CC5783-3CEA-4803-99B1-AAC4D1A4A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A232-2B98-46AF-93BB-9D43ECB8AC80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13021C-D650-42EF-9CC2-C1D308BA3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74F5F-C12A-4697-9328-5F8661650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C2A0-DECF-4672-8786-A44AFD750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60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BE4B-DFB2-4CB6-9070-9AFACBC0A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038CF-5EF2-4B00-B2F8-95BBE9F0E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A232-2B98-46AF-93BB-9D43ECB8AC80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3C2CEE-CDEB-4AEE-8DE5-BA665D870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42CD48-3519-4F10-86E4-633B2A364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C2A0-DECF-4672-8786-A44AFD750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84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5BCD96-FD7B-466F-861E-A3D3F427C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A232-2B98-46AF-93BB-9D43ECB8AC80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F1F15C-3AD0-4F59-B787-949FDFC96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92D30-D6DC-4F4C-B41A-7FF65BD8F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C2A0-DECF-4672-8786-A44AFD750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971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D4750-CBFF-4EAC-8EA1-F5F31BAB8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D7FD6-0AB8-47CF-BB6C-0AB523F11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82E6B-9EDA-49A4-B395-E432AE563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9D3D6-DC4D-4973-BE41-6799C15CD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A232-2B98-46AF-93BB-9D43ECB8AC80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7655A-DC31-4525-9FBD-18CECFD0A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B5C0B-E186-48EB-B033-40D3DC20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C2A0-DECF-4672-8786-A44AFD750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343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37288-CCEF-4002-8162-779581888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8443F6-D7BB-455D-895B-C99A2BE2D1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7753A-30E9-41A3-8B8D-34DBA6247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7235A-FC2F-4820-9CDC-AF1079E8A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A232-2B98-46AF-93BB-9D43ECB8AC80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63A32-D093-4D45-A873-7FF617BBF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973C0-5E5E-4317-B042-119879366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C2A0-DECF-4672-8786-A44AFD750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45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AA259-90A5-493A-A592-D44818547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137A7-9B52-4C16-8564-C71169AAA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43AC1-9603-4403-AC45-95A67062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A232-2B98-46AF-93BB-9D43ECB8AC80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DE251-B5EF-41AB-BC4F-DF056D4F3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8AD59-788D-4261-A6A8-AEB924AC6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C2A0-DECF-4672-8786-A44AFD750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17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C8034D-232E-4F6E-942B-F6A8C964C8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CACD5C-8669-4A97-977C-C4DAEDF07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0C387-7D8D-494B-B14F-EF8AEB6A1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A232-2B98-46AF-93BB-9D43ECB8AC80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E2F1F-E936-4549-A013-46B2B767C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A6BD7-298C-4CF1-92CD-DE0F25030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C2A0-DECF-4672-8786-A44AFD750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9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46F259-70A2-48CC-9179-0107EFF2F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62C8F-260C-44A9-912E-BC6D21206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1FEF6-4912-4523-8BF9-68D55FF6B6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9A232-2B98-46AF-93BB-9D43ECB8AC80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19254-B92F-4D58-9C34-A26F4BD7E4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82DD6-8336-47FE-B6C3-B559A43EBE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3C2A0-DECF-4672-8786-A44AFD750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67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Who trusts in God, a strong abode</a:t>
            </a:r>
            <a:br>
              <a:rPr lang="en-US" sz="2800" dirty="0"/>
            </a:br>
            <a:r>
              <a:rPr lang="en-US" sz="2800" dirty="0"/>
              <a:t>in </a:t>
            </a:r>
            <a:r>
              <a:rPr lang="en-US" sz="2800" dirty="0" err="1"/>
              <a:t>heav'n</a:t>
            </a:r>
            <a:r>
              <a:rPr lang="en-US" sz="2800" dirty="0"/>
              <a:t> and earth possesses;</a:t>
            </a:r>
            <a:br>
              <a:rPr lang="en-US" sz="2800" dirty="0"/>
            </a:br>
            <a:r>
              <a:rPr lang="en-US" sz="2800" dirty="0"/>
              <a:t>who looks in love to Christ above,</a:t>
            </a:r>
            <a:br>
              <a:rPr lang="en-US" sz="2800" dirty="0"/>
            </a:br>
            <a:r>
              <a:rPr lang="en-US" sz="2800" dirty="0"/>
              <a:t>no fear his heart oppresses.</a:t>
            </a:r>
            <a:br>
              <a:rPr lang="en-US" sz="2800" dirty="0"/>
            </a:br>
            <a:r>
              <a:rPr lang="en-US" sz="2800" dirty="0"/>
              <a:t>In you alone, dear Lord, we own</a:t>
            </a:r>
            <a:br>
              <a:rPr lang="en-US" sz="2800" dirty="0"/>
            </a:br>
            <a:r>
              <a:rPr lang="en-US" sz="2800" dirty="0"/>
              <a:t>sweet hope and consolation:</a:t>
            </a:r>
            <a:br>
              <a:rPr lang="en-US" sz="2800" dirty="0"/>
            </a:br>
            <a:r>
              <a:rPr lang="en-US" sz="2800" dirty="0"/>
              <a:t>our shield from foes, our balm for woes,</a:t>
            </a:r>
            <a:br>
              <a:rPr lang="en-US" sz="2800" dirty="0"/>
            </a:br>
            <a:r>
              <a:rPr lang="en-US" sz="2800" dirty="0"/>
              <a:t>our great and sure salvation.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#475 Who Trusts in God, A Strong Abode</a:t>
            </a:r>
          </a:p>
        </p:txBody>
      </p:sp>
    </p:spTree>
    <p:extLst>
      <p:ext uri="{BB962C8B-B14F-4D97-AF65-F5344CB8AC3E}">
        <p14:creationId xmlns:p14="http://schemas.microsoft.com/office/powerpoint/2010/main" val="226535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Though Satan's wrath beset our path,</a:t>
            </a:r>
            <a:br>
              <a:rPr lang="en-US" sz="2800" dirty="0"/>
            </a:br>
            <a:r>
              <a:rPr lang="en-US" sz="2800" dirty="0"/>
              <a:t>and worldly scorn assail us,</a:t>
            </a:r>
            <a:br>
              <a:rPr lang="en-US" sz="2800" dirty="0"/>
            </a:br>
            <a:r>
              <a:rPr lang="en-US" sz="2800" dirty="0"/>
              <a:t>while you are near we will not fear,</a:t>
            </a:r>
            <a:br>
              <a:rPr lang="en-US" sz="2800" dirty="0"/>
            </a:br>
            <a:r>
              <a:rPr lang="en-US" sz="2800" dirty="0"/>
              <a:t>your strength shall never fail us:</a:t>
            </a:r>
            <a:br>
              <a:rPr lang="en-US" sz="2800" dirty="0"/>
            </a:br>
            <a:r>
              <a:rPr lang="en-US" sz="2800" dirty="0"/>
              <a:t>your rod and staff shall keep us safe,</a:t>
            </a:r>
            <a:br>
              <a:rPr lang="en-US" sz="2800" dirty="0"/>
            </a:br>
            <a:r>
              <a:rPr lang="en-US" sz="2800" dirty="0"/>
              <a:t>and guide our steps forever;</a:t>
            </a:r>
            <a:br>
              <a:rPr lang="en-US" sz="2800" dirty="0"/>
            </a:br>
            <a:r>
              <a:rPr lang="en-US" sz="2800" dirty="0"/>
              <a:t>nor shades of death, nor hell beneath,</a:t>
            </a:r>
            <a:br>
              <a:rPr lang="en-US" sz="2800" dirty="0"/>
            </a:br>
            <a:r>
              <a:rPr lang="en-US" sz="2800" dirty="0"/>
              <a:t>our souls from you shall sever.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30073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In all the strife of mortal life</a:t>
            </a:r>
            <a:br>
              <a:rPr lang="en-US" sz="2800" dirty="0"/>
            </a:br>
            <a:r>
              <a:rPr lang="en-US" sz="2800" dirty="0"/>
              <a:t>our feet shall stand securely;</a:t>
            </a:r>
            <a:br>
              <a:rPr lang="en-US" sz="2800" dirty="0"/>
            </a:br>
            <a:r>
              <a:rPr lang="en-US" sz="2800" dirty="0"/>
              <a:t>temptation's hour shall lose its </a:t>
            </a:r>
            <a:r>
              <a:rPr lang="en-US" sz="2800" dirty="0" err="1"/>
              <a:t>pow'r</a:t>
            </a:r>
            <a:r>
              <a:rPr lang="en-US" sz="2800" dirty="0"/>
              <a:t>,</a:t>
            </a:r>
            <a:br>
              <a:rPr lang="en-US" sz="2800" dirty="0"/>
            </a:br>
            <a:r>
              <a:rPr lang="en-US" sz="2800" dirty="0"/>
              <a:t>for you shall guard us surely.</a:t>
            </a:r>
            <a:br>
              <a:rPr lang="en-US" sz="2800" dirty="0"/>
            </a:br>
            <a:r>
              <a:rPr lang="en-US" sz="2800" dirty="0"/>
              <a:t>O God, renew, with </a:t>
            </a:r>
            <a:r>
              <a:rPr lang="en-US" sz="2800" dirty="0" err="1"/>
              <a:t>heav'nly</a:t>
            </a:r>
            <a:r>
              <a:rPr lang="en-US" sz="2800" dirty="0"/>
              <a:t> dew,</a:t>
            </a:r>
            <a:br>
              <a:rPr lang="en-US" sz="2800" dirty="0"/>
            </a:br>
            <a:r>
              <a:rPr lang="en-US" sz="2800" dirty="0"/>
              <a:t>our body, soul, and spirit,</a:t>
            </a:r>
            <a:br>
              <a:rPr lang="en-US" sz="2800" dirty="0"/>
            </a:br>
            <a:r>
              <a:rPr lang="en-US" sz="2800" dirty="0"/>
              <a:t>until we stand at your right hand,</a:t>
            </a:r>
            <a:br>
              <a:rPr lang="en-US" sz="2800" dirty="0"/>
            </a:br>
            <a:r>
              <a:rPr lang="en-US" sz="2800" dirty="0"/>
              <a:t>through Jesus' saving merit.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81741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2020-05-22T22:29:51Z</dcterms:created>
  <dcterms:modified xsi:type="dcterms:W3CDTF">2020-05-22T22:30:26Z</dcterms:modified>
</cp:coreProperties>
</file>