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89" r:id="rId2"/>
    <p:sldId id="590" r:id="rId3"/>
    <p:sldId id="5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69CB-4668-4BDD-9ED0-A6559C988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9007F-04DE-4630-8E8B-4D8508B1F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E379-1BBF-40C8-BFB3-01497BE5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0961-562F-46BC-AD9B-79D57FEC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7C9C4-71FE-4A46-BD9B-4FB8028B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1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7C0C-B429-4B8C-986A-1D9FA056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7267-3051-4AE2-AE87-F180B63E5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E605-6428-454D-9387-FBB84A0E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2BF7-959E-4D3B-8979-2921B195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ACC2B-AE15-486F-BF24-BD899BD8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39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96A9-B874-4863-832C-12B9304D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9E8FE-FD81-4070-BCD0-5B874C39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6CA0A-A763-4626-9E91-A31A91C9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1AC67-EF75-4A83-AED7-A37437BA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458D3-F041-4A66-ADD2-FED5FA1C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9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40D5-6D24-4511-B7E7-4A3BE58E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535C-7D2B-4304-8BF5-DB27651A9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0B423-505A-4F52-A440-EEDB3AF35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4211A-89D8-42AF-AD25-7C3F71CB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56F8A-B7D1-4D19-8B89-D79C2AD7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E3E34-6066-4564-8512-CBC85579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8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594F-1DEF-4597-8FE4-5F5107A1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FDA7E-E9C2-481A-8800-549251C2E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0CB07-55CA-446E-B52F-187A6223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E93C3-1FFA-4B1B-8F67-D9556CB2D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3B5738-29BD-48B6-9F6E-5A20AAEF3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8C946-35A0-47E9-8581-E6E02A9A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FD95C-CD75-4072-B92A-9CF3F91D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A92EED-8F47-429A-8EA8-DA730EE6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3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AE5B-061C-4871-B218-D7335004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5E645-ACF1-4E28-82EC-887910F9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C7951-6556-4D3A-A8EF-CFFCCF44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BB528-67C8-48CE-8F2B-54A4421C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1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C5AEA-EB0B-4890-A240-04EE2EB7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40D8F-0AE3-4837-A0A3-8126A2FF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7A67E-F45B-402A-B18B-EDCCB094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0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D0D5-7F1D-4074-811D-E4B573B5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4600E-9E9E-4289-8F81-C1D5B40BF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C4B11-A07A-4B94-BE4F-4DCF499B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45426-17B2-481D-8EE5-11B66CCB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DEB8A-7BA2-4D6C-9F45-97176712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37BD6-AAC3-4ED8-A1A4-93AC6FA3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A648-52BD-43CF-B44A-1ED1AA9A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0DF6B-7710-4B37-A71A-0658F8B1B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573FA-F6C1-4E4C-94F7-2FA9FC4DA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765C2-D725-40C4-A0DC-C92DCD08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51ADD-8CFA-4FE8-B6CF-2E1E629F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CB49D-B6F5-4CCD-86B0-98E90677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8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4852-8CEC-462D-B11D-B9BB74D94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C4E7F-7213-4B05-981A-92A54950C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BAAAD-CCD5-466A-A4F6-F68E706B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56E8-149A-445B-AE76-851FE887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F2E8A-978B-43A8-BFC5-850B4929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2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A9C5D-CB54-4483-8457-FFAC87F5C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81912-8138-42E9-8E4E-9974B73B4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A97D-6994-4383-8E90-7AB52E88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86F4-6088-4977-9530-20139508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77B3-2C34-4F72-BEBC-D27F3E93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6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02E7C-4076-4E95-A71F-ED75CAE2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990D4-E95B-4E71-8CB8-0716C93AD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9A59E-E0FF-4A8A-804B-34FBA4201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BD46-361F-4DF4-9943-E839BDA96C2B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240F7-87FA-4C2D-8B1E-D1BC92BD7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1FD43-3B18-4099-BA7C-098889D8B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5D0AD-A346-4DA4-B3F5-5B8F50B0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1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3AAAB5-E08E-428D-89EB-E71DF6D29841}"/>
              </a:ext>
            </a:extLst>
          </p:cNvPr>
          <p:cNvSpPr txBox="1"/>
          <p:nvPr/>
        </p:nvSpPr>
        <p:spPr>
          <a:xfrm>
            <a:off x="847725" y="257175"/>
            <a:ext cx="10496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#47B Clap Your Hands and Shout!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6F30F-C48C-4E26-AE3D-2403C8C7ECE1}"/>
              </a:ext>
            </a:extLst>
          </p:cNvPr>
          <p:cNvSpPr txBox="1"/>
          <p:nvPr/>
        </p:nvSpPr>
        <p:spPr>
          <a:xfrm>
            <a:off x="0" y="160665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Clap your hands and shout! 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Let your praise ring out!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Peoples far and near, 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God Most High revere!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Awesome king is he, g</a:t>
            </a:r>
            <a:r>
              <a:rPr lang="en-US" sz="2800" dirty="0" err="1">
                <a:solidFill>
                  <a:srgbClr val="222222"/>
                </a:solidFill>
                <a:latin typeface="Calibri" panose="020F0502020204030204"/>
              </a:rPr>
              <a:t>reat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in majesty.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Nations he brought low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humbling every for.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By his mighty hand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gave us our land;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in God’s loving choice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Jaco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b could rejoice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586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B4CD4-8197-47E7-9BF7-0F43B06B87DA}"/>
              </a:ext>
            </a:extLst>
          </p:cNvPr>
          <p:cNvSpPr txBox="1"/>
          <p:nvPr/>
        </p:nvSpPr>
        <p:spPr>
          <a:xfrm>
            <a:off x="0" y="1613118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God went up on high with a joyful cry,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trumpet’s sound echoed all around.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Now with loud acclaim magnify his name.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Play the harp and sing, praise the Lord our king.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He rules all the earth. Shout his glory forth!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your praise abound. Let the music sound!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37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B4CD4-8197-47E7-9BF7-0F43B06B87DA}"/>
              </a:ext>
            </a:extLst>
          </p:cNvPr>
          <p:cNvSpPr txBox="1"/>
          <p:nvPr/>
        </p:nvSpPr>
        <p:spPr>
          <a:xfrm>
            <a:off x="0" y="1613118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Glorious is God’s reign, great is his domain.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He rules all the lands, issues his commands,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their princes all, gather at his call.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As the people they </a:t>
            </a:r>
            <a:r>
              <a:rPr lang="en-US" sz="2800" dirty="0" err="1">
                <a:solidFill>
                  <a:srgbClr val="222222"/>
                </a:solidFill>
                <a:latin typeface="Calibri" panose="020F0502020204030204"/>
              </a:rPr>
              <a:t>Abrah’m’s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God obey,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he from his throne claims them as his own.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Let him be adored as our sovereign Lord!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53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2022-03-19T23:00:28Z</dcterms:created>
  <dcterms:modified xsi:type="dcterms:W3CDTF">2022-03-19T23:00:57Z</dcterms:modified>
</cp:coreProperties>
</file>