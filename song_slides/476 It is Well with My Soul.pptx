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93F9-0315-F0DC-F05E-A61F09687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37C27-B028-3890-B1F8-A72EF040A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8BC7F-B575-DAF7-0629-494427D3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5CB5E-5491-0F81-B344-2AEA0737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40CFC-8379-264D-9801-61DA962A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6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26C0-492E-169C-8F83-B2DA48C2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F5E19-E274-FF8B-A0B6-F6EFF044C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A4E23-CD7E-D99C-8F49-51EEB8B5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EF305-7696-AC44-8323-153AA157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409DD-BCB6-5775-0E1D-910658FB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15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273C-4C92-27AC-CDF5-4A718079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F06A4-63BE-3C1B-9526-FE8DF2708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6D858-27EF-2016-8F00-42912376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62E53-8AA4-3C22-0410-BE738EC5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74C0-3E0A-D4EE-6B71-83A79EE4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8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1FDF-2486-5DDC-77B6-93DCDB26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68DC4-A3B3-3032-2025-B8A7C75B2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6A9DC-EA97-86B2-EDC6-6995CE637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6E933-ABAA-4E17-1AC4-284E6D56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0527D-F6CE-58F6-9FDA-6DD2495B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805A7-CDD5-33EE-E886-073E9DCC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3C75-B57D-8E93-E85A-FA9F8950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48BBC-E8B2-3487-55BA-8556311A4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CF2C3-AFD4-0A03-D9E3-9E6E21F48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BF782-79FA-9482-E045-410AABC27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BB191-28BB-AF5D-70B3-7367CA556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784032-D8CB-BBDE-5F7F-2DDF6D88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D9958-D06F-841D-828E-5CC6565E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9A8939-6DE3-A31E-2CB1-1F728CD9C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1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3802-BB0A-CE74-7CB6-3D51194C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36258-F3E0-E4A5-8F3D-B92033DC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17BCB-30FA-0B9A-1AE0-27133F54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5E651-B568-8C67-4EBF-E63B1FFAF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8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75C34-993F-2160-6CE9-5CD3DC7F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053208-D720-5FA3-28E0-1F41C23B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9D618-35E8-E6A1-9D8E-14B34CC0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4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D4D0-9F84-54DC-FD9D-BB76AAB7B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9EC13-613F-7BAD-71F0-4EE7E2A22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FA3B1-9DE3-7511-116B-C196FE1E6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53882-0C0C-E893-A982-6ACBB5A6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A7F0C-D27C-DDA5-98F8-689816D3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6FA0A-03B8-9FB5-B0E5-09867BBF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9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901B-C95C-B5C9-CE48-08388841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BD653-ED19-E5A1-EDC7-40F5FEC539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5799D-23F8-58BD-0424-DB41485BE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FAF5C-0EE1-60DF-007E-C629E742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43229-04A9-7880-0DEA-17F3CC83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F30D9-CAB5-685B-A5F4-15B5D191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02926-6B3A-0C9F-0784-87FC99AF4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8402A-FE18-E48A-BB6F-6734C67B5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9B4EA-E9A1-9B2C-8DCB-4BA764288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2D37A-9F3D-9E8A-B72D-91B793B81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17975-3082-80FA-BDA9-2A93B6BB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6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DE263-CD42-D709-20FD-F4FF7ACA0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6764E-F874-2E8C-8EA9-38EFB88C0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ECAA-94EB-4739-CD97-C3E68E43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2FD71-6579-32B2-033B-A753BFEA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ADA6E-3F8B-BFA7-E2C6-C2D00018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9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76C2D-A1AB-4458-9F43-A0C54C336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98C03-4705-7ED0-4F8F-1A871EB0A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223FA-78D8-4D83-4535-715015B04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7E228-AD3F-4EDE-8C11-EF8CC8B73B89}" type="datetimeFigureOut">
              <a:rPr lang="en-US" smtClean="0"/>
              <a:t>7/1/2022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47FFF-341C-38CB-5DF6-1F1B1195C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54EFF-18EE-0E73-251C-92D27E722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EBAD4-825F-4429-9BA6-0256C8D5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8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FB6F-8953-ED81-E555-024F1E6C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476 It is Well with My Soul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55D5D-5B2D-07CA-E236-681913BD2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When peace, like a river, </a:t>
            </a:r>
            <a:r>
              <a:rPr lang="en-US" dirty="0" err="1"/>
              <a:t>attendeth</a:t>
            </a:r>
            <a:r>
              <a:rPr lang="en-US" dirty="0"/>
              <a:t> my way,</a:t>
            </a:r>
          </a:p>
          <a:p>
            <a:pPr marL="0" indent="0" algn="ctr">
              <a:buNone/>
            </a:pPr>
            <a:r>
              <a:rPr lang="en-US" dirty="0"/>
              <a:t>When sorrows like sea billows roll;</a:t>
            </a:r>
          </a:p>
          <a:p>
            <a:pPr marL="0" indent="0" algn="ctr">
              <a:buNone/>
            </a:pPr>
            <a:r>
              <a:rPr lang="en-US" dirty="0"/>
              <a:t>Whatever my lot, though hast taught me to say,</a:t>
            </a:r>
          </a:p>
          <a:p>
            <a:pPr marL="0" indent="0" algn="ctr">
              <a:buNone/>
            </a:pPr>
            <a:r>
              <a:rPr lang="en-US" dirty="0"/>
              <a:t>“It is well, it is well with my soul.”</a:t>
            </a:r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It is well with my soul</a:t>
            </a:r>
          </a:p>
          <a:p>
            <a:pPr marL="0" indent="0" algn="ctr">
              <a:buNone/>
            </a:pPr>
            <a:r>
              <a:rPr lang="en-US" dirty="0"/>
              <a:t>It is well, it is well with my soul.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138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1BEE-BBD8-3933-DAA7-1201945F5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Though Satan should buffet, though </a:t>
            </a:r>
            <a:r>
              <a:rPr lang="en-US" dirty="0" err="1"/>
              <a:t>traisl</a:t>
            </a:r>
            <a:r>
              <a:rPr lang="en-US" dirty="0"/>
              <a:t> should come,</a:t>
            </a:r>
          </a:p>
          <a:p>
            <a:pPr marL="0" indent="0" algn="ctr">
              <a:buNone/>
            </a:pPr>
            <a:r>
              <a:rPr lang="en-US" dirty="0"/>
              <a:t>Let this blest assurance control,</a:t>
            </a:r>
          </a:p>
          <a:p>
            <a:pPr marL="0" indent="0" algn="ctr">
              <a:buNone/>
            </a:pPr>
            <a:r>
              <a:rPr lang="en-US" dirty="0"/>
              <a:t>That Christ has regarded my helpless estate,</a:t>
            </a:r>
          </a:p>
          <a:p>
            <a:pPr marL="0" indent="0" algn="ctr">
              <a:buNone/>
            </a:pPr>
            <a:r>
              <a:rPr lang="en-US" dirty="0"/>
              <a:t>And has shed his own blood for my soul.</a:t>
            </a:r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It is well with my soul;</a:t>
            </a:r>
          </a:p>
          <a:p>
            <a:pPr marL="0" indent="0" algn="ctr">
              <a:buNone/>
            </a:pPr>
            <a:r>
              <a:rPr lang="en-US" dirty="0"/>
              <a:t>It is well, it is well with my soul.</a:t>
            </a:r>
          </a:p>
        </p:txBody>
      </p:sp>
    </p:spTree>
    <p:extLst>
      <p:ext uri="{BB962C8B-B14F-4D97-AF65-F5344CB8AC3E}">
        <p14:creationId xmlns:p14="http://schemas.microsoft.com/office/powerpoint/2010/main" val="2902524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857E-8A38-48EC-00B0-821DFF751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My sin –O the bliss of this glorious thought, </a:t>
            </a:r>
          </a:p>
          <a:p>
            <a:pPr marL="0" indent="0" algn="ctr">
              <a:buNone/>
            </a:pPr>
            <a:r>
              <a:rPr lang="en-US" dirty="0"/>
              <a:t>My sin, not in part, but the whole,</a:t>
            </a:r>
          </a:p>
          <a:p>
            <a:pPr marL="0" indent="0" algn="ctr">
              <a:buNone/>
            </a:pPr>
            <a:r>
              <a:rPr lang="en-US" dirty="0"/>
              <a:t>Is nailed to the cross, and I hear it no more;</a:t>
            </a:r>
          </a:p>
          <a:p>
            <a:pPr marL="0" indent="0" algn="ctr">
              <a:buNone/>
            </a:pPr>
            <a:r>
              <a:rPr lang="en-US" dirty="0"/>
              <a:t>Praise the Lord, praise the Lord, O my soul!</a:t>
            </a:r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It is well with my soul</a:t>
            </a:r>
          </a:p>
          <a:p>
            <a:pPr marL="0" indent="0" algn="ctr">
              <a:buNone/>
            </a:pPr>
            <a:r>
              <a:rPr lang="en-US" dirty="0"/>
              <a:t>It is well, it is well, its well with my soul.</a:t>
            </a:r>
          </a:p>
        </p:txBody>
      </p:sp>
    </p:spTree>
    <p:extLst>
      <p:ext uri="{BB962C8B-B14F-4D97-AF65-F5344CB8AC3E}">
        <p14:creationId xmlns:p14="http://schemas.microsoft.com/office/powerpoint/2010/main" val="3388839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6590-F3B9-6F98-8B63-7AA91529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3F32-097B-368B-F834-716F85515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O Lord, haste the day when my faith shall be sight,</a:t>
            </a:r>
          </a:p>
          <a:p>
            <a:pPr marL="0" indent="0" algn="ctr">
              <a:buNone/>
            </a:pPr>
            <a:r>
              <a:rPr lang="en-US" dirty="0"/>
              <a:t>The clouds be rolled by as a scroll,</a:t>
            </a:r>
          </a:p>
          <a:p>
            <a:pPr marL="0" indent="0" algn="ctr">
              <a:buNone/>
            </a:pPr>
            <a:r>
              <a:rPr lang="en-US" dirty="0"/>
              <a:t>The trump shall resound, and the Lord shall descend</a:t>
            </a:r>
          </a:p>
          <a:p>
            <a:pPr marL="0" indent="0" algn="ctr">
              <a:buNone/>
            </a:pPr>
            <a:r>
              <a:rPr lang="en-US" dirty="0"/>
              <a:t>“Even so – it is well with my soul.”</a:t>
            </a:r>
          </a:p>
          <a:p>
            <a:pPr marL="0" indent="0" algn="ctr">
              <a:buNone/>
            </a:pPr>
            <a:r>
              <a:rPr lang="en-US" dirty="0"/>
              <a:t>Refrain:</a:t>
            </a:r>
          </a:p>
          <a:p>
            <a:pPr marL="0" indent="0" algn="ctr">
              <a:buNone/>
            </a:pPr>
            <a:r>
              <a:rPr lang="en-US" dirty="0"/>
              <a:t>It is well with my soul</a:t>
            </a:r>
          </a:p>
          <a:p>
            <a:pPr marL="0" indent="0" algn="ctr">
              <a:buNone/>
            </a:pPr>
            <a:r>
              <a:rPr lang="en-US" dirty="0"/>
              <a:t>It is well, it is well, with my soul.</a:t>
            </a:r>
          </a:p>
        </p:txBody>
      </p:sp>
    </p:spTree>
    <p:extLst>
      <p:ext uri="{BB962C8B-B14F-4D97-AF65-F5344CB8AC3E}">
        <p14:creationId xmlns:p14="http://schemas.microsoft.com/office/powerpoint/2010/main" val="204489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259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476 It is Well with My Soul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476 It is Well with My Soul</dc:title>
  <dc:creator>Neil Tuininga</dc:creator>
  <cp:lastModifiedBy>Neil Tuininga</cp:lastModifiedBy>
  <cp:revision>1</cp:revision>
  <dcterms:created xsi:type="dcterms:W3CDTF">2022-07-02T04:02:57Z</dcterms:created>
  <dcterms:modified xsi:type="dcterms:W3CDTF">2022-07-02T04:08:41Z</dcterms:modified>
</cp:coreProperties>
</file>