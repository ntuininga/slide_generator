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A7E3-FD30-4EDA-AD07-0F7999BCD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1A117-5283-4C8F-8A46-3B4D5647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CF997-8567-4137-814B-BD2DB450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8A22B-29E2-474C-9202-E2D8018B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95D97-6E24-4273-AE8D-2724747D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594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6A4F-6B78-4A6B-B92D-6594941D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5ACD6-F7A8-477B-AC29-7D2628642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636B8-669F-4E24-ABB7-31292971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6031C-79D5-418C-8818-26CF30D3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928B0-9DEF-4E10-AB02-36A5B589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103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A8BB-C26E-4F28-9E76-9503FE7D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B683D-5160-415C-83F9-C61FBCD52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EED1A-C3E5-4516-BA5D-FBAF7AB1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75AE7-C0F9-41F0-B5CB-30527935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C3AD1-96BB-4933-871E-6769DEB49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941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999D-96F4-43D1-80C0-AB780B3B9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F346B-3821-4731-94B8-77806651D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3037E-0F25-4011-BCA9-C0FD48CB1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87A87-39E0-44AC-81CD-D4CE98E0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C78F5-D8A7-4E0E-B73F-CEFC218F1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3604D-CCFB-4B86-8625-AF5ABA25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484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A50E-685F-4F0E-A35E-26876081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9E51D-A435-44FF-8BE3-7B345233A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C6BEB-F166-4130-877D-EA508EAA2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34E45-0534-4298-A339-16F1B3637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0F5D0-6138-4513-9A8C-0C5DEAE88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1181A-64AA-4190-9027-1403D534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AD10B9-C014-4967-8AF5-022A5C5A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8E0DF3-B9B7-4629-883F-40024B18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3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0E07-AB3E-4369-86EC-22185634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3E3B2-5D6D-4C61-8DEA-609FDEA2E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B6257-9AC2-4E35-B74D-427455C23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9993F-AC9A-4A56-A457-CCCC8A2F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817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216AF-BF58-499A-8F6E-2B817B175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7B08D-CC63-4740-8F67-D4ED210D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8555-A227-4297-BC52-0BBAEB5B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9192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DFA3-BA19-42E1-9D25-E70D160F8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7913F-1D30-479A-85AE-109625913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3338-D92C-4055-8674-260F9CDD9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265D6-0419-4AE6-98D6-B353C40E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14798-6461-4781-8B9B-0AD7A0EE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162AE-ED57-4561-AF7B-9C57910B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678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076B-E2E5-40E7-981E-E21ED2BB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ADD816-9B51-41A1-9865-D94DFB42C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4ADC0-913E-4461-9B96-3A467EEC9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188BB-FD5C-4AC5-B088-B2D7034B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DCE26-182A-46A2-8911-C830F6FF0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44137-2EBB-4B00-8CAB-928A0F3F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1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68A3-EC4B-44C9-B139-94CD95C16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25646-742C-499C-B6E9-E8ED1612B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EDB53-C253-41C7-9286-89289DDA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F3E7C-3DE5-437F-B7BA-59F93B22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20DA7-0944-4056-ACFF-8391C0E5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647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0547B-B495-4EEF-9692-D824DF8B4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24B63-1ABF-4166-9BDF-FDF60E701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441F-B9F4-4C1E-98E0-61A7FABE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AD842-B6C9-40A4-AA0F-DCA3525E0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7696B-BFDD-4367-BE69-95D0DF88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927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2E0D7-4289-4C75-911F-C6F616C2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5873-8996-44B3-8EA3-35F438471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1148A-FCA7-4735-9D4D-6C8D4CD69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AE653-D8E8-4605-BC65-F4C22F9E5253}" type="datetimeFigureOut">
              <a:rPr lang="en-CA" smtClean="0"/>
              <a:t>2021-08-27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3B60-AE70-4B6C-85C9-D02256344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F8C4F-CED7-4912-BC15-875AE00D2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86C33-4E47-43C6-9443-738F3A7678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728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5A58D-73F0-4B12-99D6-3C08E019C1FB}"/>
              </a:ext>
            </a:extLst>
          </p:cNvPr>
          <p:cNvSpPr txBox="1"/>
          <p:nvPr/>
        </p:nvSpPr>
        <p:spPr>
          <a:xfrm>
            <a:off x="504825" y="123825"/>
            <a:ext cx="11182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#98A O Sing a New Song to the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B3C95-BAE4-400A-87CB-0D47DE451EF1}"/>
              </a:ext>
            </a:extLst>
          </p:cNvPr>
          <p:cNvSpPr txBox="1"/>
          <p:nvPr/>
        </p:nvSpPr>
        <p:spPr>
          <a:xfrm>
            <a:off x="652462" y="1874728"/>
            <a:ext cx="108870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sing a new song to the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wonders he has done,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wonders he has done.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his right hand and holy arm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vict’ry he has won,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vict’ry he has won,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vict’ry he has won.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9816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AE7E0C-37B1-4B20-B2BF-4E48F52DF4A4}"/>
              </a:ext>
            </a:extLst>
          </p:cNvPr>
          <p:cNvSpPr txBox="1"/>
          <p:nvPr/>
        </p:nvSpPr>
        <p:spPr>
          <a:xfrm>
            <a:off x="1371600" y="1874728"/>
            <a:ext cx="9448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God’s great salvation is revealed,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he has made it known,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he has made it known.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in the sight of nations all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righteousness has shown,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righteousness has shown,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righteousness has shown.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335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AF51F-0D91-454B-80AD-AEF382C5291E}"/>
              </a:ext>
            </a:extLst>
          </p:cNvPr>
          <p:cNvSpPr txBox="1"/>
          <p:nvPr/>
        </p:nvSpPr>
        <p:spPr>
          <a:xfrm>
            <a:off x="1138237" y="1874728"/>
            <a:ext cx="99155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He had remembered Isr’el’s house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mercy and in truth,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mercy and in truth.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God’s great salvation has been shown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all the ends of earth,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all the ends of earth,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all the ends of earth.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858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8A6414-A6DD-44FB-8059-D49393E83F05}"/>
              </a:ext>
            </a:extLst>
          </p:cNvPr>
          <p:cNvSpPr txBox="1"/>
          <p:nvPr/>
        </p:nvSpPr>
        <p:spPr>
          <a:xfrm>
            <a:off x="1862137" y="1874728"/>
            <a:ext cx="84677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He surely comes to judge the earth;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judge of all is 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judge of all is he.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He’ll judge the world with righteousness,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men with equity,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men with equity,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men with equity.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736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2021-08-27T18:40:46Z</dcterms:created>
  <dcterms:modified xsi:type="dcterms:W3CDTF">2021-08-27T18:42:18Z</dcterms:modified>
</cp:coreProperties>
</file>