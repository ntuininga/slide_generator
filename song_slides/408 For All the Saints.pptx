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61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7E034-4A62-4363-AB62-7E375172CF1B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0E254-6F0E-49E4-AF7B-B1DEF64A835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587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459-014A-490C-8516-BA169113B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887D8-9F21-4708-9767-EB92F7FED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207-8D81-4D23-9199-285CED88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4A306-424F-44CF-8BEC-1F1C63B7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CAD29-45B5-4B07-9C53-5198357D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693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CF86-889A-4565-8A1A-AACDAA5D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E5A0-04CA-4DBA-B72B-3B96DCC7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33C78-05C3-4F91-80CA-C21683A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F1D69-DCA2-45F1-9527-9C29B091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4A012-61F8-4F7F-BF8A-9379EA36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64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2617-5ADC-4655-BC50-C67C7D04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211DA-F56C-4B74-8068-341187E9F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C51E8-DBBA-49CA-AF7C-F5AFA1B8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6E922-49AF-4F93-96A7-9F60AA58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0D1B0-2C09-4C7F-BE72-4613AC4B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036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2C01-4B29-4852-8983-7CC94884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0743A-2678-48BB-965D-619DE3628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02323-40B4-4FF1-9EC6-E2B5BBA21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32E64-FEA4-4E65-AD28-AE38ECE8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79E8-B06F-4E65-8548-3963E6BC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8DD67-7FBE-411E-95C0-16B84E37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053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472A-C846-4492-B9D6-51FE2337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F0368-694A-4913-B701-3F1812DD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D243-5471-4E23-B139-77DC62E84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F1727-15A2-481D-8027-A183B7C15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019C8-B8AD-434B-85D6-EBF4C7B94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55B78-DB58-4B55-8145-CA5319A1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C27CE-2C74-49B0-BD1D-9BCB99B0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F02FA-12C5-4F02-B97A-94800F55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5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72CE-83C1-4389-B66F-11214E9A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C3A71-ABC4-455C-8DC3-619ED103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CB2E9-D33D-4915-B5BE-A90E0577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CE173-7A48-47AC-86BC-ABB709D8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911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0F4B6-CD33-4297-A21A-FBEB3A13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01A9B-B1F2-4FFE-99CE-7E3AFCBE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76F4C-9C48-457D-A7DC-ADB3AEBF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67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5FB0-01BF-4E42-B180-7007B815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A10E-E0BE-4C0D-91D0-AFAA2630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76652-97D2-4719-8895-02D96C5D9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976AF-CAE7-4836-8212-AB25C535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4C4E8-5D65-4C35-8B52-54DAC7B6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56A05-FD2B-4FBC-A98E-C0B870BE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752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B9B7-A6F5-4A08-B4F0-AF52D3A8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CDEA2-6405-4E99-AEEF-C49160CA0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B1B03-B69E-4DB4-8913-FBA0A59DA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E166F-B35D-40F4-953B-FC1860C9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3DA37-81F0-4995-B6EA-79B35241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DD175-FD9D-4542-8E2F-765D91BC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363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677E-FA67-4285-B7DB-1013E490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ED955-C08E-48EF-A450-8C01330B0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04B62-A7E7-4666-AF4E-81E65FC3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857D4-E218-4882-957D-A20A2D6E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23FE0-ABFF-40AC-B2AF-62D1BD35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4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63CCE-8508-445F-B813-9563C9CC6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60DAF-E6F2-4E0E-B196-03779E188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F1A18-2354-4BF8-85AB-31515945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04D4-496D-4E00-8D11-06CA7267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30920-D69F-4D4F-B26B-2625C644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003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DD78C-0DAC-4700-B3CF-368D5DA0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95874-C9DA-4251-BC7F-DA7EB668C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41EC-D4E5-44B0-86D3-B22612A6C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7E987-945C-4164-B214-50A6B606E23A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4C93-1DBB-4941-AEB8-D050DDADD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EC97-228A-4551-93FE-5AD242985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05FED-4CBC-4E70-8D87-F28552A753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785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E2C6A6-3560-451F-88C5-0C51F9CD2BCA}"/>
              </a:ext>
            </a:extLst>
          </p:cNvPr>
          <p:cNvSpPr txBox="1"/>
          <p:nvPr/>
        </p:nvSpPr>
        <p:spPr>
          <a:xfrm>
            <a:off x="1547812" y="257175"/>
            <a:ext cx="9096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#408 For All the Saints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C5F5E-6DBF-4209-9798-3D8C326D4045}"/>
              </a:ext>
            </a:extLst>
          </p:cNvPr>
          <p:cNvSpPr txBox="1"/>
          <p:nvPr/>
        </p:nvSpPr>
        <p:spPr>
          <a:xfrm>
            <a:off x="2462211" y="2521059"/>
            <a:ext cx="7267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For all the saints who from their labors rest,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thee by faith before the world confessed,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name, O Jesus, be forever blest.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83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424A12-C861-47E1-B0FA-B9FEA5BA3772}"/>
              </a:ext>
            </a:extLst>
          </p:cNvPr>
          <p:cNvSpPr txBox="1"/>
          <p:nvPr/>
        </p:nvSpPr>
        <p:spPr>
          <a:xfrm>
            <a:off x="1704975" y="2521059"/>
            <a:ext cx="8782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Thou wast their rock, their fortress, and their might;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thou, Lord, their captain in the well-fought fight;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thou, in the darkness drear, their one true light.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86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D0A0C-12EE-443B-88A3-EF6DD9653EF4}"/>
              </a:ext>
            </a:extLst>
          </p:cNvPr>
          <p:cNvSpPr txBox="1"/>
          <p:nvPr/>
        </p:nvSpPr>
        <p:spPr>
          <a:xfrm>
            <a:off x="1347787" y="2521059"/>
            <a:ext cx="9496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may thy soldiers, faithful, true, and bold,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fight as the saints who nobly fought of old,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win with them the victor's crown of gold.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46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76CEA-4213-4414-BFB9-977E855E3A48}"/>
              </a:ext>
            </a:extLst>
          </p:cNvPr>
          <p:cNvSpPr txBox="1"/>
          <p:nvPr/>
        </p:nvSpPr>
        <p:spPr>
          <a:xfrm>
            <a:off x="2409825" y="2521059"/>
            <a:ext cx="7372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blest communion, fellowship divine,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feebly struggle, they in glory shine;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all are one in thee, for all are thine.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24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59F0D6-B5A2-4C90-86DC-1401D430178E}"/>
              </a:ext>
            </a:extLst>
          </p:cNvPr>
          <p:cNvSpPr txBox="1"/>
          <p:nvPr/>
        </p:nvSpPr>
        <p:spPr>
          <a:xfrm>
            <a:off x="1452562" y="2521059"/>
            <a:ext cx="9286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And when the fight is fierce, the warfare long,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steals on the ear the distant triumph song,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hearts are brave again, and arms are strong.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2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22DA8-17BB-4848-8F16-06F3466830C2}"/>
              </a:ext>
            </a:extLst>
          </p:cNvPr>
          <p:cNvSpPr txBox="1"/>
          <p:nvPr/>
        </p:nvSpPr>
        <p:spPr>
          <a:xfrm>
            <a:off x="1905000" y="2521059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The golden evening brightens in the west;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soon, soon to faithful warrior cometh rest;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sweet is the calm of paradise the blest.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0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F979FD-88C0-40BB-9451-B5DF21851818}"/>
              </a:ext>
            </a:extLst>
          </p:cNvPr>
          <p:cNvSpPr txBox="1"/>
          <p:nvPr/>
        </p:nvSpPr>
        <p:spPr>
          <a:xfrm>
            <a:off x="2085975" y="2521059"/>
            <a:ext cx="8020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But lo! there breaks a yet more glorious day;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saints triumphant rise in bright array;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King of glory passes on his way.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88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9E2E1-AF5E-40ED-948C-AC77F8D6F79D}"/>
              </a:ext>
            </a:extLst>
          </p:cNvPr>
          <p:cNvSpPr txBox="1"/>
          <p:nvPr/>
        </p:nvSpPr>
        <p:spPr>
          <a:xfrm>
            <a:off x="1595437" y="2521059"/>
            <a:ext cx="9001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From earth's wide bounds, from ocean's farthest coast,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gates of pearl streams in the countless host,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singing to Father, Son, and Holy Ghost,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05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317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2021-04-17T17:19:35Z</dcterms:created>
  <dcterms:modified xsi:type="dcterms:W3CDTF">2021-06-18T20:23:30Z</dcterms:modified>
</cp:coreProperties>
</file>