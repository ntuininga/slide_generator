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3" r:id="rId2"/>
    <p:sldId id="404" r:id="rId3"/>
    <p:sldId id="40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5607-8E66-45AF-817F-473851294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34C9A-8A44-4E40-8891-6D3C978C2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31802-5343-4B73-8E16-2C9FC1EA7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8E519-144E-486E-BF22-178CE911F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50009-52CA-4377-A8E2-725BAE52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CD39-90AD-45D6-8E6B-6DDCA296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84300-BD58-49EB-95BE-1084C37F3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4F376-54BE-4754-B6C0-F9EAC6D6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E51CE-80CC-466B-916E-814B124E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CF3FA-B10C-4D89-9511-C3A8C9BC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1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3FE2A-D2C5-4EC8-8DBE-256245A8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217ED-4581-4235-947D-AC7B0EDE5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D358E-21F3-4270-8403-AC75337E6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B63B8-EC86-4DFC-A920-C75F8566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EBE3E-0246-4A29-B6EF-3BB3CAAE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A5EAB-13CC-414E-9F7F-BADE661C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F94C-5129-4CD4-976F-5249B8C0E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79392-AB3B-435F-8769-C79C9230B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8163F-66F6-437F-AB1E-FBDE0C42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109CC-9C26-4A64-802D-7F2F1718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FA807-1B46-481D-A454-C559C6A93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31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DD822-601C-45C1-95CC-83CD6BC35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E46F5-7DA3-4924-A001-BCB839351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98F02-9BAF-4F3E-9BB8-801C708F1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92851-0C52-4728-A3F1-D247C6C9B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EBA784-EFD0-4E51-AA80-C5C948FBA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4767B-A5B1-4F62-B494-63210C259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49DC9A-0479-46F5-9332-D69E4FF7B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6DA9F-1F42-4024-9CF7-3126340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4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0267-7341-46E8-A26B-922E51990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D1BDCE-881F-4E87-BCA1-B79658C2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B8390-B956-42B1-A34F-FB423466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6DEA7-61E9-4698-8AAA-7A23DFE3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4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856FB6-4108-4284-824E-641D9427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FDC07-D9C5-4422-BC6F-41596837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A3CAD-5E84-4C70-8795-4171AEFE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4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F03A-6F36-414B-95A7-D6CE69510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EBD0-810B-450E-97B5-B24347BCD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7646C-4194-4A44-AA2E-595A4C8C2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C31A8-DD80-41A5-BD42-5DA1843E0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49165-BFFE-43D9-9788-8DEC62BD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C33F2-4EAE-43BF-8915-2DB9B01BB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D132-FE01-46DE-A2E8-8AD6D377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6118F2-B06F-4402-B646-7FA8E512B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16E38-61EE-4D6B-B3AA-FCB935BE4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E3773-EF77-4572-9A72-712866CF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23505-DCDC-4FE9-A1C3-5FFD63AF2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78E30-0441-4D6A-81BF-F5934E14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2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69EB-02FE-4133-8390-176F45768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DDD49-30AB-4DF6-BBAD-BBB87A9AE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E2726-F925-458D-826B-3058E86D2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3F1C1-E074-493D-809B-5F6E89C20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6F133-AE62-45A5-A354-B405DD3CD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80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FFC12B-97BD-4675-934B-166FBFBA9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730A4-E7B9-4978-8280-345BDE567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F7A7-CEF7-4A29-8206-D4773721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FBDA7-808C-40FC-BD25-E9C88F3A1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D658F-D7B9-4EF2-86F3-9B683C24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95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F45B0-847D-4CD7-8C66-F13E0B25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3F741-06B3-4140-86B9-1EE523357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AA098-F087-4386-B8D5-0FDC1AD45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D796D-ED12-43E8-A279-FDAEF1EDF0D2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6B637-E2C1-4A8C-9E99-ED9920EB9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EA5FF-50DC-4488-9EFC-7BA19E5AD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57BF0-8009-417D-B195-5A4B787BF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2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#555 Another Year is Dawning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Another year is dawning! </a:t>
            </a:r>
            <a:br>
              <a:rPr lang="en-US" sz="2800" dirty="0"/>
            </a:br>
            <a:r>
              <a:rPr lang="en-US" sz="2800" dirty="0"/>
              <a:t>Dear Father, let it be, </a:t>
            </a:r>
            <a:br>
              <a:rPr lang="en-US" sz="2800" dirty="0"/>
            </a:br>
            <a:r>
              <a:rPr lang="en-US" sz="2800" dirty="0"/>
              <a:t>in working or in waiting, </a:t>
            </a:r>
            <a:br>
              <a:rPr lang="en-US" sz="2800" dirty="0"/>
            </a:br>
            <a:r>
              <a:rPr lang="en-US" sz="2800" dirty="0"/>
              <a:t>another year with thee; </a:t>
            </a:r>
            <a:br>
              <a:rPr lang="en-US" sz="2800" dirty="0"/>
            </a:br>
            <a:r>
              <a:rPr lang="en-US" sz="2800" dirty="0"/>
              <a:t>another year of leaning </a:t>
            </a:r>
            <a:br>
              <a:rPr lang="en-US" sz="2800" dirty="0"/>
            </a:br>
            <a:r>
              <a:rPr lang="en-US" sz="2800" dirty="0"/>
              <a:t>upon thy loving breast, </a:t>
            </a:r>
            <a:br>
              <a:rPr lang="en-US" sz="2800" dirty="0"/>
            </a:br>
            <a:r>
              <a:rPr lang="en-US" sz="2800" dirty="0"/>
              <a:t>another year of trusting, </a:t>
            </a:r>
            <a:br>
              <a:rPr lang="en-US" sz="2800" dirty="0"/>
            </a:br>
            <a:r>
              <a:rPr lang="en-US" sz="2800" dirty="0"/>
              <a:t>of quiet, happy rest.</a:t>
            </a:r>
            <a:endParaRPr kumimoji="0" lang="en-CA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880146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Another year of mercies, </a:t>
            </a:r>
            <a:br>
              <a:rPr lang="en-US" sz="2800" dirty="0"/>
            </a:br>
            <a:r>
              <a:rPr lang="en-US" sz="2800" dirty="0"/>
              <a:t>of faithfulness and grace; </a:t>
            </a:r>
            <a:br>
              <a:rPr lang="en-US" sz="2800" dirty="0"/>
            </a:br>
            <a:r>
              <a:rPr lang="en-US" sz="2800" dirty="0"/>
              <a:t>another year of gladness </a:t>
            </a:r>
            <a:br>
              <a:rPr lang="en-US" sz="2800" dirty="0"/>
            </a:br>
            <a:r>
              <a:rPr lang="en-US" sz="2800" dirty="0"/>
              <a:t>in the shining of thy face; </a:t>
            </a:r>
            <a:br>
              <a:rPr lang="en-US" sz="2800" dirty="0"/>
            </a:br>
            <a:r>
              <a:rPr lang="en-US" sz="2800" dirty="0"/>
              <a:t>another year of progress,</a:t>
            </a:r>
            <a:br>
              <a:rPr lang="en-US" sz="2800" dirty="0"/>
            </a:br>
            <a:r>
              <a:rPr lang="en-US" sz="2800" dirty="0"/>
              <a:t>another year of praise,</a:t>
            </a:r>
            <a:br>
              <a:rPr lang="en-US" sz="2800" dirty="0"/>
            </a:br>
            <a:r>
              <a:rPr lang="en-US" sz="2800" dirty="0"/>
              <a:t>another year of proving</a:t>
            </a:r>
            <a:br>
              <a:rPr lang="en-US" sz="2800" dirty="0"/>
            </a:br>
            <a:r>
              <a:rPr lang="en-US" sz="2800" dirty="0"/>
              <a:t>thy presence all the days.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1337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Another year of service, </a:t>
            </a:r>
            <a:br>
              <a:rPr lang="en-US" sz="2800" dirty="0"/>
            </a:br>
            <a:r>
              <a:rPr lang="en-US" sz="2800" dirty="0"/>
              <a:t>of witness for thy love; </a:t>
            </a:r>
            <a:br>
              <a:rPr lang="en-US" sz="2800" dirty="0"/>
            </a:br>
            <a:r>
              <a:rPr lang="en-US" sz="2800" dirty="0"/>
              <a:t>another year of training </a:t>
            </a:r>
            <a:br>
              <a:rPr lang="en-US" sz="2800" dirty="0"/>
            </a:br>
            <a:r>
              <a:rPr lang="en-US" sz="2800" dirty="0"/>
              <a:t>for holier work above. </a:t>
            </a:r>
            <a:br>
              <a:rPr lang="en-US" sz="2800" dirty="0"/>
            </a:br>
            <a:r>
              <a:rPr lang="en-US" sz="2800" dirty="0"/>
              <a:t>Another year is dawning! </a:t>
            </a:r>
            <a:br>
              <a:rPr lang="en-US" sz="2800" dirty="0"/>
            </a:br>
            <a:r>
              <a:rPr lang="en-US" sz="2800" dirty="0"/>
              <a:t>Dear Father, let it be</a:t>
            </a:r>
            <a:br>
              <a:rPr lang="en-US" sz="2800" dirty="0"/>
            </a:br>
            <a:r>
              <a:rPr lang="en-US" sz="2800" dirty="0"/>
              <a:t>on earth, or else in heaven, </a:t>
            </a:r>
            <a:br>
              <a:rPr lang="en-US" sz="2800" dirty="0"/>
            </a:br>
            <a:r>
              <a:rPr lang="en-US" sz="2800" dirty="0"/>
              <a:t>another year for thee.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42532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#555 Another Year is Dawning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#555 Another Year is Dawning</dc:title>
  <dc:creator>Eric Hoogendoorn</dc:creator>
  <cp:lastModifiedBy>Eric Hoogendoorn</cp:lastModifiedBy>
  <cp:revision>1</cp:revision>
  <dcterms:created xsi:type="dcterms:W3CDTF">2020-12-29T23:20:35Z</dcterms:created>
  <dcterms:modified xsi:type="dcterms:W3CDTF">2020-12-29T23:20:55Z</dcterms:modified>
</cp:coreProperties>
</file>