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9646DB9-A7F8-485B-A4F8-3CE3223BAB84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23-7-8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8D505E8-9DA0-441E-99E4-DA434281AC96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7498D624-B1E0-482A-9303-CA3A9067B202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23-7-8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82546B9-A6FB-4051-BCE0-3B3FDE9E8965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D652290-210E-4A57-B1BA-842690FB392B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23-7-8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154BE28-E364-4100-B226-08A3CF4FBFF0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447840" y="285840"/>
            <a:ext cx="112964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#515 More Than Conquerors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1714680" y="1714680"/>
            <a:ext cx="8762760" cy="35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514440" indent="-514080" algn="ctr">
              <a:lnSpc>
                <a:spcPct val="100000"/>
              </a:lnSpc>
              <a:buClr>
                <a:srgbClr val="222222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All hail the mighty Conqueror,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Christ Jesus, our great King!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All hail the glorious Warrior,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to whom our praise we bring.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he be given honours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by all his ransomed host: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we, too, are more than conquerors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who make his name our boast.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614600" y="1081080"/>
            <a:ext cx="8962560" cy="33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2. Yet how can we inherit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this title “conqueror” too?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We have not earned the merit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or fame that is his due.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For we have only failed him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by ev’ry sin and doubt;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indeed, we cruelly nailed him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and cast the Conqueror out.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1614600" y="1081080"/>
            <a:ext cx="8962560" cy="33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3. But rising up victorious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he conquered death and sin,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and reigns in heaven glorious,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each conflict set to win.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To those of his own choosing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he shares the victory;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says “though you once were losing,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come conquer now through me.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1614600" y="1081080"/>
            <a:ext cx="8962560" cy="33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4. “You cannot be defeated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by trials in this life.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conquest is completed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o’er Satan, sin, and strife.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No pain, no tribulation,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no danger, famine, sword,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no – nothing in creation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can conquer those in God.”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1981080" y="1659240"/>
            <a:ext cx="8229240" cy="35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5. Now since our God is for us,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what have we then to fear?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Though enemies deplore us,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we face them all with cheer.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For we will be triumphant: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each foe will be trod down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beneath the Christ exultant,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who shares the Conqueror’s crown.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LibreOffice/7.0.4.2$Linux_X86_64 LibreOffice_project/00$Build-2</Application>
  <AppVersion>15.0000</AppVersion>
  <Words>158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2021-01-21T20:57:53Z</dcterms:created>
  <dc:creator>Anya Hoogendoorn</dc:creator>
  <dc:description/>
  <dc:language>en-CA</dc:language>
  <cp:lastModifiedBy/>
  <dcterms:modified xsi:type="dcterms:W3CDTF">2023-07-08T13:47:14Z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