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696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22D37-2B34-4E85-8FE5-F07C22FF0092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1D11EA-4A84-4833-B53A-8C5C81AA7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92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6B4BA-86EB-4302-83E3-9E079B7D62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883C2-E860-4247-AAFF-9E0662DA2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09069-D54B-4B7B-A330-BD81B5653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96A19-742C-44ED-B3FC-9E0DC8F97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13E3C-0A30-4939-8552-9E3733C40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9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94B54-F21A-4F94-B8B9-9C5B3768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CF8F0-27E2-49CE-9F75-FEDCD3CD2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FD9AE-6EA4-4111-AF25-AC3788D2F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02FBD-C5BE-4B9F-A301-0265CD5D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155C3-98E8-43AB-A8F0-C84D026C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33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6520-BD81-496F-9B5E-02B981CB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87AD8-8E65-415E-8816-1801C5276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9D499-93AA-4E3A-9B84-3C1C2FD44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4FC3-03E3-4568-94FE-551B9CB2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5FF32-9A67-4DB0-827B-E688C7945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47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F72F3-F1CE-49F4-B8B2-8D1251FD1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2B327-3B93-4895-B9D0-A2CCA1EC9E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8AA8F-CA02-478A-9AF1-C41A317EE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0D79C-522E-4604-9010-08D31B34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FAA8A1-811E-4940-92F1-280CB044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253AA-F508-407F-B6D1-D89C6BBA9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7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B0E12-256F-4E43-B974-E8396CDA8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CB4DA-D4F4-44C4-9DB8-8A3B599E4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1744E-2AFC-4DC0-A1A6-54B96482B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F1C303-D6CB-44CD-8359-CAD9C4953D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01F709-8ADB-443C-A165-9B5B5877D3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115F74-486F-4043-9B9A-A862F8FB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A9038-81F5-4742-9DF8-D19EC58A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9A65E-E695-44C3-B684-C981A479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245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33EF6-E819-41FD-AFD0-D98D46A65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E95C9-D17E-44E6-9949-7EBE85DEF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E000E-4B6D-4996-8C9D-7508450B6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F338EE-02A7-4054-A04F-69BF3473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26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8AFD52-A6A0-4BFC-9D32-E8B4F1176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6D3245-677C-4A67-9792-555FC2BD0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00A40-ECBA-405F-8A45-B719EF315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411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78E3-9719-4FF4-96AD-D5DCB0039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0D27D-D7D5-48B0-AEDD-24403745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C4DE38-B0C5-4DDD-AAC9-16D6FC884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539FA-EAE0-4871-903D-C30CD7BC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FDA9B-5A01-4B2A-B46B-53FD754D9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BE4D4-1595-455D-9791-03588E14E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3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7E0E-1C70-4CF8-A5D1-F9AD2CCD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E0CD90-7DE9-4513-9D79-3925ED623F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A64B9-D06F-4486-9687-9223EACB0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2DB3-24E1-4112-95A4-B3BBA7C20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D0E913-5EF7-4CBC-9CD1-39DC264E5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FB16A-C233-4408-9466-6FC6E4AD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26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A17DD-B85C-4601-B451-6072C5F7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EBD3F-61BE-4A94-AE2A-D0AF944E2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1563B-ADDC-404E-9DD5-C52A484E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7CE96-E139-4935-8115-C3E84803C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CCFA0-B664-43B0-8C57-9CC525F41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14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F8E52-3E9C-4BD7-9281-ECCD17EAD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92933-41DB-4C85-8BB2-7903809F0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7BCAC-A832-466F-8147-8FA1D19B7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9C9E6-97E9-4733-B7B9-070F995FF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3F510-458F-463E-B49E-9C801AA7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2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3E0CDB-A1A4-41BB-80F6-AC939FCAD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C74CE-1BA2-4CF2-9F38-70DCB405E8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363DE-A860-4E56-984D-24F22B411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61BBA-A979-4751-AC41-9B9C162D4EF1}" type="datetimeFigureOut">
              <a:rPr lang="en-US" smtClean="0"/>
              <a:t>3/24/2023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1029F-784C-44CB-A877-B93F9A2C8B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F395C-EAC9-4368-B0CF-59F5AE07E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750A8-520E-441C-8D0D-B088D61A0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05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#117B Praise The Lord God, All You Nations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Praise the Lord God, all you nations;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you peoples, sing his praise.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For his truth endures forever,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his steadfast love is great.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  <a:latin typeface="Calibri" panose="020F0502020204030204"/>
              </a:rPr>
              <a:t>He is faithful! He is faithful!</a:t>
            </a:r>
          </a:p>
          <a:p>
            <a:pPr lvl="0" algn="ctr"/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Hallelujah! Praise the Lord!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CBADE-DAFE-405E-AF37-D3413E5A6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#117B Praise The Lord God, All You Nations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#117B Praise The Lord God, All You Nations</dc:title>
  <dc:creator>Eric Hoogendoorn</dc:creator>
  <cp:lastModifiedBy>Neil</cp:lastModifiedBy>
  <cp:revision>3</cp:revision>
  <dcterms:created xsi:type="dcterms:W3CDTF">2020-04-25T02:16:45Z</dcterms:created>
  <dcterms:modified xsi:type="dcterms:W3CDTF">2023-03-24T15:58:16Z</dcterms:modified>
</cp:coreProperties>
</file>