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DA43-5729-43CC-986C-41B51B4A1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6D88A-E3DF-4A5B-B1CB-89155C158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CA454-68F0-4DC7-8EC9-B20D6A39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B9CBB-6D3B-4FCC-9400-B647F7EA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2D01A-2E62-46F0-BF56-0611E856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244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132A9-EE01-462E-9AAF-868962758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EA39E-5BA0-4BCE-AE11-3CE96C2E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20230-8551-4DED-B36A-52286427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50DB-7A52-4DFA-B0F8-9724823D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B44D1-4522-4352-AA6D-B9E67778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47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3183-8172-4672-95A6-6757EDED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F9CC9-7911-4831-BE10-9E5A889C1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45728-CF1A-48DE-9F11-39538DB2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D52C-BA75-45F6-9F84-BC3ED2BA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88A9B-60B0-4706-A826-7717A8D9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8529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0C50-8169-4859-A058-6F4978EDD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6309-9213-4607-94C2-832A67A02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6E14A-0503-48B5-9459-2D7106745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7BD09-3488-419B-8F0C-00DF808A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86D53-1297-4218-95B4-50445E471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AD681-290A-46AB-8B56-04F5EDFE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785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BB86-027E-4A0E-B82E-95DE7C60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268BE-3058-4E1F-A26F-8DE7BACCC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79017-5992-4BBB-BBFD-7832E2941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FAA27-9ABF-4160-8F9A-64AEA7C69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01E88-FD30-4FCA-8A5F-68D39DAD2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0D638-3FEF-4ACB-B93D-F46D92A3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9BD16-96D0-48AC-BE3D-F234B35F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28337-DE07-4393-A1F2-DF7FF471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434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44DD-F179-4242-88B5-76C3B23E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D747D8-D82D-4813-8A1E-FFD4378F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F9658-2BB4-45BC-A308-CFE7E8C7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0340D-B4F3-4CA5-931E-3B9F005EE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7655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63B12-942D-4C0F-801B-C8555ECAA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52AC9-9E22-4E91-8858-F64D5BE4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3A2FC-2F8E-4859-AA0A-99393D09E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710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FCCA2-11C8-44ED-B223-ADE2BF61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AECE-E6A4-467F-9FF2-E2F716EF8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3B77D-AD04-41EA-A2F7-0FF1F9A4F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5EE85-DF72-41ED-A5A6-C61CDA6AF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A3188-AF95-4C63-A99B-85973804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8F0CF5-F79C-47ED-9762-1DB0179E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66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56C1-6C4F-4291-9994-495DC5CE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EC5F1-5322-4BF0-9C3D-985022BDA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BBDFDE-951D-4CF2-B9FC-3A3E65D86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4B5B5-5B86-43EB-9B12-DDAD50E8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AD913-DE3D-48FB-B28D-0F803C10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8BB22-00BF-4433-AF0B-5501CB5B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661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2165-D3A9-4BD3-9258-717F71493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FE008-AE84-4297-8F37-75172CE01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A8BCB-7B35-4D8E-A7BE-DB8FC713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316F6-17EB-447A-B0E4-F9DA3017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F6F23-9CC6-48B9-A2AF-33F39564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226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A69CE1-3A89-434C-AF8A-6617A7CD5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BA5CE7-C05E-4345-936E-992243A1A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703F-936E-440A-B087-767B0509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2C79B-4A2A-4BD6-8205-D4799646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2D424-0527-49F6-8836-A696BE25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468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52106-5275-44BF-A81B-49ED2FE11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78E12-2A00-4CD8-A526-8A79A428C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CAE02-DD87-4F5C-B644-D7A66D697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086BD-4B8C-43C8-9D56-02AE437A08F7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82990-83F4-4F4A-988E-960E7F457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298EB-4E1D-4477-8CED-75649EABB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E95E8-1E22-4A11-AA01-D8327F5BB04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39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D03CFC-FA61-4527-9C35-CB139A91D85D}"/>
              </a:ext>
            </a:extLst>
          </p:cNvPr>
          <p:cNvSpPr txBox="1"/>
          <p:nvPr/>
        </p:nvSpPr>
        <p:spPr>
          <a:xfrm>
            <a:off x="566737" y="228599"/>
            <a:ext cx="11058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#566 Hallelujah! Hallelujah!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91781-4AEA-4BFD-A6C6-A57F07456EA0}"/>
              </a:ext>
            </a:extLst>
          </p:cNvPr>
          <p:cNvSpPr txBox="1"/>
          <p:nvPr/>
        </p:nvSpPr>
        <p:spPr>
          <a:xfrm>
            <a:off x="2700336" y="2521059"/>
            <a:ext cx="6791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Hallelujah! Hallelujah!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Earth and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heav'n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sweet accord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join to sound Jehovah's praises,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tell the glory of the Lord.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286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E203EF-95BB-41F8-8DB5-E38EDB3F2239}"/>
              </a:ext>
            </a:extLst>
          </p:cNvPr>
          <p:cNvSpPr txBox="1"/>
          <p:nvPr/>
        </p:nvSpPr>
        <p:spPr>
          <a:xfrm>
            <a:off x="2452687" y="2521059"/>
            <a:ext cx="72866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Hallelujah! Hallelujah!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Magnify Jehovah's name;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the living God, your Maker;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that breathe, his praise proclaim.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712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2021-04-30T18:37:00Z</dcterms:created>
  <dcterms:modified xsi:type="dcterms:W3CDTF">2022-02-05T01:37:41Z</dcterms:modified>
</cp:coreProperties>
</file>