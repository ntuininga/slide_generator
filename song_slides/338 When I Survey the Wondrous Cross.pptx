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1" r:id="rId2"/>
    <p:sldId id="362" r:id="rId3"/>
    <p:sldId id="299" r:id="rId4"/>
    <p:sldId id="38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CA70-8AAC-4491-BF45-7A7B98BC1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F7B4C-AF89-477A-B3EF-0E2DA4955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ADDB2-CDFA-4CBF-A1B7-B70065AB7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1FD1-7EE9-45A2-B1ED-8BF44DFEE6A4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36F5D-AA9A-4C8E-9219-79954C59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63B22-D4DB-4E6A-BAFE-CADDA23CB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6970-2715-4A1E-8B6B-A4E1DD44C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DD0F-6362-476A-9DB0-A97C91077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16748-7FE4-47D4-8AC9-CBED7580C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67712-EEB4-4AF9-944F-09B6C7C1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1FD1-7EE9-45A2-B1ED-8BF44DFEE6A4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9FDB1-CD1B-4CAF-9427-A15B0028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AB93B-4C2E-4406-A4E2-B8F65EAF6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6970-2715-4A1E-8B6B-A4E1DD44C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04287-2474-4D04-859D-4BAC470FD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D843E-7FD2-4BCC-988B-F6761CCF0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5528B-4BC9-46CF-B0E7-F68C86745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1FD1-7EE9-45A2-B1ED-8BF44DFEE6A4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AFE28-1E78-4D1B-AD03-C2EA9231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F0F54-BD5D-48EB-BDDE-82B3F994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6970-2715-4A1E-8B6B-A4E1DD44C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0784-6256-4244-8208-A4CCBD79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20B97-B085-428D-BA75-8DDE2BDBF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0CD7D-EE48-4657-9D4B-59A0DB77A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B7DE1-7AFA-48E4-9AEC-D9B72A8C1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1FD1-7EE9-45A2-B1ED-8BF44DFEE6A4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3CF4C-5903-41F6-8C38-CB91631CF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0C35E-0687-4D51-AAD9-D056AEA9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6970-2715-4A1E-8B6B-A4E1DD44C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5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D7E83-63E4-4D42-9AE6-F5138F011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222DC-AFBB-4B47-A843-B005B84C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74266-51E6-4696-A0F3-31E84D8BC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2A323-4E3D-4184-9DA9-9A20EA5FB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AC82C3-F23F-46AD-BEC5-43E439A73A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1C150-D9AE-46A8-88C4-FE5B04A43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1FD1-7EE9-45A2-B1ED-8BF44DFEE6A4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DF1C17-DD20-42F2-901C-415059D9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3445A-88D8-4043-B6BB-927F2E27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6970-2715-4A1E-8B6B-A4E1DD44C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99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9227-9E0B-4F36-B8F9-2FB17B3C2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88670-2347-4531-AC63-C8603D120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1FD1-7EE9-45A2-B1ED-8BF44DFEE6A4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CAAE5-7983-4A6E-AACA-8374A4234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08F3E-CA26-4A0E-AA21-C819653C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6970-2715-4A1E-8B6B-A4E1DD44C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11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72F326-0E45-4633-9F84-CD5E27A7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1FD1-7EE9-45A2-B1ED-8BF44DFEE6A4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11BF32-C03B-44D8-BB6B-78E7EA0F4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1AC0D-8C61-4E33-8F6A-7DBBA114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6970-2715-4A1E-8B6B-A4E1DD44C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58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3B78-6C18-476E-BA93-60C8D419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A44C8-4AA4-4E82-9D68-C31BFE27A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5D5B0-52EE-4039-BB82-625BDF4F6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A5734-A9EF-4C5B-9588-BC2B10C1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1FD1-7EE9-45A2-B1ED-8BF44DFEE6A4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9AE7F-DE1E-4D62-BA9A-73D8D203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308CC-C84E-4963-AA3E-9DE26CF7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6970-2715-4A1E-8B6B-A4E1DD44C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82A7-ED14-4B11-BC64-23E1E772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63C012-002D-4D2F-9FDC-832F0E437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ADD5D-BB48-4921-A2EC-D9B98463C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37C37-C22A-4E0A-A86A-2D99E4817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1FD1-7EE9-45A2-B1ED-8BF44DFEE6A4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8B2DD-95AA-4003-98E8-563EB8DC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88A17-F002-4EE5-84B2-88CD5048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6970-2715-4A1E-8B6B-A4E1DD44C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43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B8AE-33B0-413E-AF2A-3BC28EDB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2E979-BBD1-45BF-B5EB-6010EE561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E5BD-1365-4E93-B70B-B22E66EB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1FD1-7EE9-45A2-B1ED-8BF44DFEE6A4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793D0-ED95-41B4-AF17-282670C4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E2420-13B0-41C2-B2A8-DE08CF02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6970-2715-4A1E-8B6B-A4E1DD44C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17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CC3F56-B75E-4D52-A305-4BAEF5084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BA4CB-21D6-4417-BC36-7B5BBCBAB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C01BE-AEDC-4AFA-A762-0D921D20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31FD1-7EE9-45A2-B1ED-8BF44DFEE6A4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6B1DA-2776-47BD-9D81-F74D5489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5D766-AF09-4CD4-84B1-69A9DA3B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A6970-2715-4A1E-8B6B-A4E1DD44C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22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774F73-4D9F-4677-BA30-25B9857C9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99DC9-9668-46EA-A4D3-993B3BF9D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F3FCC-04CF-4D0F-8836-FC82E3E03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31FD1-7EE9-45A2-B1ED-8BF44DFEE6A4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F8914-2558-46A4-91DE-FEF748E45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10BBF-72AB-4739-85B4-8A8E84B0F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A6970-2715-4A1E-8B6B-A4E1DD44C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53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18330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1. When I survey the wondrous cross</a:t>
            </a:r>
            <a:br>
              <a:rPr lang="en-US" sz="2800" dirty="0"/>
            </a:br>
            <a:r>
              <a:rPr lang="en-US" sz="2800" dirty="0"/>
              <a:t>on which the Prince of glory died,</a:t>
            </a:r>
            <a:br>
              <a:rPr lang="en-US" sz="2800" dirty="0"/>
            </a:br>
            <a:r>
              <a:rPr lang="en-US" sz="2800" dirty="0"/>
              <a:t>my richest gain I count but loss,</a:t>
            </a:r>
            <a:br>
              <a:rPr lang="en-US" sz="2800" dirty="0"/>
            </a:br>
            <a:r>
              <a:rPr lang="en-US" sz="2800" dirty="0"/>
              <a:t>and pour contempt on all my pride.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#338 When I Survey the Wondrous Cross</a:t>
            </a:r>
          </a:p>
        </p:txBody>
      </p:sp>
    </p:spTree>
    <p:extLst>
      <p:ext uri="{BB962C8B-B14F-4D97-AF65-F5344CB8AC3E}">
        <p14:creationId xmlns:p14="http://schemas.microsoft.com/office/powerpoint/2010/main" val="66304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758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/>
              <a:t>2. Forbid it, Lord, that I should boast,</a:t>
            </a:r>
            <a:br>
              <a:rPr lang="en-US" sz="2800" dirty="0"/>
            </a:br>
            <a:r>
              <a:rPr lang="en-US" sz="2800" dirty="0"/>
              <a:t>save in the death of Christ my God:</a:t>
            </a:r>
            <a:br>
              <a:rPr lang="en-US" sz="2800" dirty="0"/>
            </a:br>
            <a:r>
              <a:rPr lang="en-US" sz="2800" dirty="0"/>
              <a:t>all the vain things that charm me most,</a:t>
            </a:r>
            <a:br>
              <a:rPr lang="en-US" sz="2800" dirty="0"/>
            </a:br>
            <a:r>
              <a:rPr lang="en-US" sz="2800" dirty="0"/>
              <a:t>I sacrifice them to his blood.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4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/>
              <a:t>3. See, from his head, his hands, his feet,</a:t>
            </a:r>
            <a:br>
              <a:rPr lang="en-US" sz="2800" dirty="0"/>
            </a:br>
            <a:r>
              <a:rPr lang="en-US" sz="2800" dirty="0"/>
              <a:t>sorrow and love flow mingled down:</a:t>
            </a:r>
            <a:br>
              <a:rPr lang="en-US" sz="2800" dirty="0"/>
            </a:br>
            <a:r>
              <a:rPr lang="en-US" sz="2800" dirty="0"/>
              <a:t>did </a:t>
            </a:r>
            <a:r>
              <a:rPr lang="en-US" sz="2800" dirty="0" err="1"/>
              <a:t>e'er</a:t>
            </a:r>
            <a:r>
              <a:rPr lang="en-US" sz="2800" dirty="0"/>
              <a:t> such love and sorrow meet,</a:t>
            </a:r>
            <a:br>
              <a:rPr lang="en-US" sz="2800" dirty="0"/>
            </a:br>
            <a:r>
              <a:rPr lang="en-US" sz="2800" dirty="0"/>
              <a:t>or thorns compose so rich a crown?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50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ADE5-31D9-4FC3-8FF2-A4B77C42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938AC-8D8F-469A-B004-AB6A80B6BC46}"/>
              </a:ext>
            </a:extLst>
          </p:cNvPr>
          <p:cNvSpPr txBox="1"/>
          <p:nvPr/>
        </p:nvSpPr>
        <p:spPr>
          <a:xfrm>
            <a:off x="1771650" y="1819275"/>
            <a:ext cx="8648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4. Were the whole realm of nature mine,</a:t>
            </a:r>
            <a:br>
              <a:rPr lang="en-US" sz="2800" dirty="0"/>
            </a:br>
            <a:r>
              <a:rPr lang="en-US" sz="2800" dirty="0"/>
              <a:t>that were a present far too small;</a:t>
            </a:r>
            <a:br>
              <a:rPr lang="en-US" sz="2800" dirty="0"/>
            </a:br>
            <a:r>
              <a:rPr lang="en-US" sz="2800" dirty="0"/>
              <a:t>love so amazing, so divine,</a:t>
            </a:r>
            <a:br>
              <a:rPr lang="en-US" sz="2800" dirty="0"/>
            </a:br>
            <a:r>
              <a:rPr lang="en-US" sz="2800" dirty="0"/>
              <a:t>demands my soul, my life, my all.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325158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2020-11-14T22:57:56Z</dcterms:created>
  <dcterms:modified xsi:type="dcterms:W3CDTF">2020-11-14T22:58:11Z</dcterms:modified>
</cp:coreProperties>
</file>