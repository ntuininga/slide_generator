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4" r:id="rId3"/>
    <p:sldId id="313" r:id="rId4"/>
    <p:sldId id="31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97F1-722B-4FB5-A2ED-15650F6D5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C7E72-3ACC-417B-B071-C27E53BDB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9E459-12ED-4736-BFE3-28D6C219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5232F-5189-4FC6-A1E2-ABAF4A33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7F54E-B4D7-420F-82B2-F76B5B9A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3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934A-9A35-4554-B6A6-7BA3671F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6E599-1D54-4E30-9458-C82B4513F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B383A-37E0-4B21-BE86-B500BD327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09AA9-1513-4250-BC20-9698B9A4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B9CA0-484D-4C8E-A32B-38AE6D3A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5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B3E8-FD29-4E4E-B00E-50409618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16455-7E2A-43BD-86FF-2B55F4F7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941A-80B6-4BC0-AF55-AEB8BA01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0C64-E206-46ED-898E-B7248577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5FFD1-D562-4E10-B665-252EF8FE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8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5B23-84E9-4454-8DDD-1EBFCA2F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92FED-5D39-4220-A2EE-D31D11B30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44227-50BC-4346-A14C-52FCB7B68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FCC7D-262B-4E11-9D37-5F413AA4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77159-EE99-496D-AA31-562EBBBE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48D5D-34FB-42E8-B228-608943BE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46E8B-D5AB-480E-BCFB-E70160C95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E4154-0976-471E-82FB-FCC46FF7B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54409-1428-4006-946F-DC8656E31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60E48A-A9D2-42AD-B5A6-7D9ADEEA3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7378C3-4F7A-45A6-91A5-487CD089B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7EF6F-67EA-4011-89A5-428A1930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9A767-6A8F-4129-A4E9-9519EABA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5ED3A-95DC-4252-A158-485009F7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6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4E9E-63AE-4999-B6D6-DB960B84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941D9-16BF-476D-8A6A-7A5FAA92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7BE52-01A4-4342-B3BC-AFE666B9C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12605-75B3-4921-A48D-23B9DFE58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7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5F762-C4DD-4967-B6E7-13C50B1B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255BF-C172-4325-A034-C50848DA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1F135-1E44-4B33-A028-45B85D3A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2B4B-4F1A-4E44-A24B-BD8B9566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6809-BBA1-466D-B8A1-92AF54725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D3A9E-A971-493C-9638-E14C1AD0A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F897F-9B70-4658-808E-44126D79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5E2AB-F5DE-4E8E-A02F-E8410304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F717F-0B4C-4FEE-8D64-37D1049D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3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7340-BCA4-46F8-8931-5852B6D5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7DC21-0663-4627-8334-562FAF053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39FBE-F965-4555-AEBD-FD2AA966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17CF8-1254-4041-A4B0-39F646B5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3FE26-D8AC-41D5-904E-DD7069E43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404DA-7A36-4322-AF0B-7DCA4D1B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1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6D75-7365-4859-AD93-BA9B0F62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DF07C-3A66-44AA-BA0C-ADBEB9C42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AD77D-B7F0-453E-8CC9-CF2DA39E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4E51C-0D18-4C9F-944D-BFD559E4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96AFE-234C-4BCD-B777-5B50A1B1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868992-E870-4B7A-B456-9E6DA761C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A1A5E-12B1-4703-BFF8-D780886D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53120-7A3C-4390-A56B-A4218750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A2C0A-4116-4844-B903-85FE76BA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7EEA-5F59-427A-9798-661361F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7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2685B-1140-4D19-AFC4-7D3E43130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127A8-1418-4D4D-9E09-47B03BBE5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094AE-D051-44F7-8823-0CA76CF08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A2DF5-0198-437F-98F8-048CEA80B6A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43D48-24BE-4F8D-AD19-45AE9BBC8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0FC06-727E-4756-A5A2-011ABC549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784C0-B284-4110-AA68-207E2D2AD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#102A Lord, Hear My Prayer for Aid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Lord, hear my prayer for aid, my plea.</a:t>
            </a:r>
          </a:p>
          <a:p>
            <a:pPr algn="ctr"/>
            <a:r>
              <a:rPr lang="en-CA" sz="2800" dirty="0"/>
              <a:t>Do not hide your face from me.</a:t>
            </a:r>
          </a:p>
          <a:p>
            <a:pPr algn="ctr"/>
            <a:r>
              <a:rPr lang="en-CA" sz="2800" dirty="0"/>
              <a:t>Incline your ear to me in need,</a:t>
            </a:r>
          </a:p>
          <a:p>
            <a:pPr algn="ctr"/>
            <a:r>
              <a:rPr lang="en-CA" sz="2800" dirty="0"/>
              <a:t>And when I call be swift to heed.</a:t>
            </a:r>
          </a:p>
          <a:p>
            <a:pPr algn="ctr"/>
            <a:r>
              <a:rPr lang="en-CA" sz="2800" dirty="0"/>
              <a:t>Like smoke my days all swiftly pass,</a:t>
            </a:r>
          </a:p>
          <a:p>
            <a:pPr algn="ctr"/>
            <a:r>
              <a:rPr lang="en-CA" sz="2800" dirty="0"/>
              <a:t>My bones are burned, my heart’s like grass.</a:t>
            </a:r>
          </a:p>
          <a:p>
            <a:pPr algn="ctr"/>
            <a:r>
              <a:rPr lang="en-CA" sz="2800" dirty="0"/>
              <a:t>I do not eat, but </a:t>
            </a:r>
            <a:r>
              <a:rPr lang="en-CA" sz="2800" dirty="0" err="1"/>
              <a:t>loadly</a:t>
            </a:r>
            <a:r>
              <a:rPr lang="en-CA" sz="2800" dirty="0"/>
              <a:t> groan;</a:t>
            </a:r>
          </a:p>
          <a:p>
            <a:pPr algn="ctr"/>
            <a:r>
              <a:rPr lang="en-CA" sz="2800" dirty="0"/>
              <a:t>I am no more than skin and bone.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37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But you, O Lord, still sit enthroned;</a:t>
            </a:r>
          </a:p>
          <a:p>
            <a:pPr algn="ctr"/>
            <a:r>
              <a:rPr lang="en-US" sz="2800" dirty="0"/>
              <a:t>Evermore your name is known.</a:t>
            </a:r>
          </a:p>
          <a:p>
            <a:pPr algn="ctr"/>
            <a:r>
              <a:rPr lang="en-US" sz="2800" dirty="0"/>
              <a:t>In mercy great you will arise</a:t>
            </a:r>
          </a:p>
          <a:p>
            <a:pPr algn="ctr"/>
            <a:r>
              <a:rPr lang="en-US" sz="2800" dirty="0"/>
              <a:t>And favor Zion in your time.</a:t>
            </a:r>
          </a:p>
          <a:p>
            <a:pPr algn="ctr"/>
            <a:r>
              <a:rPr lang="en-US" sz="2800" dirty="0"/>
              <a:t>Your servants hold her stones most dear,</a:t>
            </a:r>
          </a:p>
          <a:p>
            <a:pPr algn="ctr"/>
            <a:r>
              <a:rPr lang="en-US" sz="2800" dirty="0"/>
              <a:t>And even dust they pity here.</a:t>
            </a:r>
          </a:p>
          <a:p>
            <a:pPr algn="ctr"/>
            <a:r>
              <a:rPr lang="en-US" sz="2800" dirty="0"/>
              <a:t>All lands will fear your name, O Lord;</a:t>
            </a:r>
          </a:p>
          <a:p>
            <a:pPr algn="ctr"/>
            <a:r>
              <a:rPr lang="en-US" sz="2800" dirty="0"/>
              <a:t>All kings on earth your praise record.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89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The Lord will build up Zion there;</a:t>
            </a:r>
          </a:p>
          <a:p>
            <a:pPr algn="ctr"/>
            <a:r>
              <a:rPr lang="en-US" sz="2800" dirty="0"/>
              <a:t>He is glory will appear,</a:t>
            </a:r>
          </a:p>
          <a:p>
            <a:pPr algn="ctr"/>
            <a:r>
              <a:rPr lang="en-US" sz="2800" dirty="0"/>
              <a:t>For he regards the poor man’s cries;</a:t>
            </a:r>
          </a:p>
          <a:p>
            <a:pPr algn="ctr"/>
            <a:r>
              <a:rPr lang="en-US" sz="2800" dirty="0"/>
              <a:t>The </a:t>
            </a:r>
            <a:r>
              <a:rPr lang="en-US" sz="2800" dirty="0" err="1"/>
              <a:t>lowly’s</a:t>
            </a:r>
            <a:r>
              <a:rPr lang="en-US" sz="2800" dirty="0"/>
              <a:t> prayer he’ll not despise.</a:t>
            </a:r>
          </a:p>
          <a:p>
            <a:pPr algn="ctr"/>
            <a:r>
              <a:rPr lang="en-US" sz="2800" dirty="0"/>
              <a:t>Record this for the coming age,</a:t>
            </a:r>
          </a:p>
          <a:p>
            <a:pPr algn="ctr"/>
            <a:r>
              <a:rPr lang="en-US" sz="2800" dirty="0"/>
              <a:t>So people yet unborn may praise.</a:t>
            </a:r>
          </a:p>
          <a:p>
            <a:pPr algn="ctr"/>
            <a:r>
              <a:rPr lang="en-US" sz="2800" dirty="0"/>
              <a:t>From holy heights the Lord looked forth,</a:t>
            </a:r>
          </a:p>
          <a:p>
            <a:pPr algn="ctr"/>
            <a:r>
              <a:rPr lang="en-US" sz="2800" dirty="0"/>
              <a:t>He looked from heaven down to earth.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349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B0DF-0F15-36B8-7469-94D6D6E8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D706E3-4AC4-CC8A-1647-4655FA1F7C64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</a:t>
            </a:r>
            <a:r>
              <a:rPr lang="en-CA" sz="2800" dirty="0"/>
              <a:t>. </a:t>
            </a:r>
            <a:r>
              <a:rPr lang="en-US" sz="2800" dirty="0"/>
              <a:t>The </a:t>
            </a:r>
            <a:r>
              <a:rPr lang="en-US" sz="2800" dirty="0" err="1"/>
              <a:t>heav’n</a:t>
            </a:r>
            <a:r>
              <a:rPr lang="en-US" sz="2800" dirty="0"/>
              <a:t> and earth will pass away,</a:t>
            </a:r>
          </a:p>
          <a:p>
            <a:pPr algn="ctr"/>
            <a:r>
              <a:rPr lang="en-US" sz="2800" dirty="0"/>
              <a:t>But you ever will remain.</a:t>
            </a:r>
          </a:p>
          <a:p>
            <a:pPr algn="ctr"/>
            <a:r>
              <a:rPr lang="en-US" sz="2800" dirty="0"/>
              <a:t>They will wear out like tattered clothes;</a:t>
            </a:r>
          </a:p>
          <a:p>
            <a:pPr algn="ctr"/>
            <a:r>
              <a:rPr lang="en-US" sz="2800" dirty="0"/>
              <a:t>You change and pass them on like robes.</a:t>
            </a:r>
          </a:p>
          <a:p>
            <a:pPr algn="ctr"/>
            <a:r>
              <a:rPr lang="en-US" sz="2800" dirty="0"/>
              <a:t>But you endure, </a:t>
            </a:r>
            <a:r>
              <a:rPr lang="en-US" sz="2800" dirty="0" err="1"/>
              <a:t>fore’er</a:t>
            </a:r>
            <a:r>
              <a:rPr lang="en-US" sz="2800" dirty="0"/>
              <a:t> the same;</a:t>
            </a:r>
          </a:p>
          <a:p>
            <a:pPr algn="ctr"/>
            <a:r>
              <a:rPr lang="en-US" sz="2800" dirty="0"/>
              <a:t>Your years are endless and unchanged.</a:t>
            </a:r>
          </a:p>
          <a:p>
            <a:pPr algn="ctr"/>
            <a:r>
              <a:rPr lang="en-US" sz="2800" dirty="0"/>
              <a:t>Your servants’ children shall endure,</a:t>
            </a:r>
          </a:p>
          <a:p>
            <a:pPr algn="ctr"/>
            <a:r>
              <a:rPr lang="en-US" sz="2800" dirty="0"/>
              <a:t>Their seed will be established sure.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FEF4A-6ECE-B2BE-F7DB-A3F6F713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1363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310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#102A Lord, Hear My Prayer for Aid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#102A Lord, Hear My Prayer for Aid</dc:title>
  <dc:creator>Eric Hoogendoorn</dc:creator>
  <cp:lastModifiedBy>Neil Tuininga</cp:lastModifiedBy>
  <cp:revision>3</cp:revision>
  <dcterms:created xsi:type="dcterms:W3CDTF">2020-06-13T02:07:44Z</dcterms:created>
  <dcterms:modified xsi:type="dcterms:W3CDTF">2024-12-07T15:55:09Z</dcterms:modified>
</cp:coreProperties>
</file>