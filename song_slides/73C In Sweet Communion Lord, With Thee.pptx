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53" r:id="rId2"/>
    <p:sldId id="354" r:id="rId3"/>
    <p:sldId id="361" r:id="rId4"/>
    <p:sldId id="362" r:id="rId5"/>
    <p:sldId id="3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A1B26-1B0A-4BB5-B095-2755D2DF90D1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75DCA-AA40-496B-AC05-77AFD658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7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5697-7D68-4902-869D-73B9E640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BE6DD-36F9-44FC-8E96-EB5F22279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5D2A-E105-4DE9-87B0-689D19F6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1E7D-F5C5-41B1-8988-C74096DCA522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0F14C-A48D-4F86-8474-BC8B3F9B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CA79-5CB8-4934-A6A1-B7935B29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9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3B23-D698-41ED-917C-FAE46360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F034-21F3-4043-84AF-F282796B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CFE63-1E2E-4A99-A82C-5F78A009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B23D-B02D-4109-89D8-A3C0CD0214AA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96D1-D17B-45D0-A8AF-75F38558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A5B4E-3261-4743-9004-C19058B6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5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3A8F-8D00-4C09-9CC8-EF0957C8A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C3F80-8BB9-479B-A47F-1FFB03016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B7C2-DB74-4BAE-917A-17702EE7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4267-67C3-48AA-A997-37D397237B84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CBAEE-CD7C-480D-9666-A42D80F5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6AE5-ACD9-4E53-870C-E064FDBA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9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56C9-9DF1-478D-9474-F9066997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ACC47-8437-464E-99A9-148F9D4D7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DCB70-D6A0-43AE-806D-8F66D7E44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3185D-0AA2-43EF-81E1-5F30D51F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E569-79EE-4D30-8DC7-8AC4B052EE98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A79AF-17E3-40C7-9718-89862936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884B2-C43D-4FE4-AAC6-189921FA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0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CFC7-31AF-4027-8D30-3FE40F0C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430EF-99A1-4DE8-878A-9A6BA3B8F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98F25-D65F-46BA-A5E5-BFC2FA629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356F5-DDAD-4E70-BA6D-332453755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AD1C6-553A-45F1-8BF2-B0F085DE5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C4F55-31A5-4518-89B5-39CB3181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82905-EC73-4B16-9B54-54B23D5461A4}" type="datetime1">
              <a:rPr lang="en-US" smtClean="0"/>
              <a:t>10/14/2022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4FCBB-4F30-454C-A432-00551843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20F70-7CD0-4BBB-9CAE-916BBFA4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FAE7-D063-46D1-A0F0-6AA871FC7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DC18C-BFCE-4486-8376-0B0C9567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2232-B916-49D1-871B-DD1C195E4721}" type="datetime1">
              <a:rPr lang="en-US" smtClean="0"/>
              <a:t>10/14/2022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DE9E4-3322-451A-9168-962CF364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F16A4-ED6E-4ACA-A7B0-28847231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4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33447-8F08-43E3-B977-E975678A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2E07-9EF9-49EA-A1B6-D5E351B151B0}" type="datetime1">
              <a:rPr lang="en-US" smtClean="0"/>
              <a:t>10/14/2022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4BE61-EBFD-4EDE-A3EC-445E5480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E981C-51BA-48EC-8254-5F09D353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FFCB-0C38-41FC-9861-20D1A7A6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EBAB-848E-4E74-9911-C07BDE75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EDD7C-87C7-46DD-A92F-1EAFB793D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17E7B-E78E-4FD8-AC7E-CAA3AB59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C963B-828F-460E-963D-B80549BE211D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BB86A-79ED-471D-8B81-54AF6A62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F7F54-2498-4770-90CB-300273ED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8175-D1F6-4424-9133-04B248A8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4ABC3-CB69-41E0-9961-689B250CC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9BAAD-4FD8-4DDE-A497-0AEEA5C55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901C2-F10B-470F-8C0B-B66CE316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D69-903E-403A-8344-31A2E023D772}" type="datetime1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93151-5785-4899-8EDD-B2364B42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C7EF3-F090-44DB-A35F-8A31FF45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7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41CB-90B5-4E73-8E83-80202F29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C85AB-E04C-4FF8-81EF-A7557ECD6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5247-43D2-4DBF-AE2D-CB6177CD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BD73-67A1-40E5-879D-AE1BBBFD5AD8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9F592-55AD-40D8-990F-B15D32F3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54A74-E3AF-4A9D-B319-24062684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3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0D1CF-799C-45DB-8E0F-F9314654B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CECDE-57D8-4A79-84A8-3FB85E3D6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F50EA-DDF2-4008-B93B-06E66FF5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39203-E296-49AB-888E-F41680CD7564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8B07A-9B6D-4F1B-B0E2-278B10FF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1FB5E-E9B5-412D-9700-662FADF0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2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448C5-693F-4489-A937-8EA4B016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1F0AB-61DF-43EB-BA4F-FCA4DA1B4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6CC45-B453-4525-A597-3B6B5615A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B771A-8697-4D0E-8AA1-84A3E8D0FEDA}" type="datetime1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5533F-D09B-4112-B0A4-36DC59D29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CC26B-2D81-454E-922B-3D77AF905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4D3EB-1F7B-4707-AEBE-FB6CEFDB7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1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#73C In Sweet Communion Lord, With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In sweet communion, Lord, with thee</a:t>
            </a:r>
            <a:br>
              <a:rPr lang="en-US" sz="2800" dirty="0"/>
            </a:br>
            <a:r>
              <a:rPr lang="en-US" sz="2800" dirty="0"/>
              <a:t>I constantly abide;</a:t>
            </a:r>
            <a:br>
              <a:rPr lang="en-US" sz="2800" dirty="0"/>
            </a:br>
            <a:r>
              <a:rPr lang="en-US" sz="2800" dirty="0"/>
              <a:t>my hand thou </a:t>
            </a:r>
            <a:r>
              <a:rPr lang="en-US" sz="2800" dirty="0" err="1"/>
              <a:t>holdest</a:t>
            </a:r>
            <a:r>
              <a:rPr lang="en-US" sz="2800" dirty="0"/>
              <a:t> in thine own</a:t>
            </a:r>
            <a:br>
              <a:rPr lang="en-US" sz="2800" dirty="0"/>
            </a:br>
            <a:r>
              <a:rPr lang="en-US" sz="2800" dirty="0"/>
              <a:t>to keep me near thy side.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371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Thy counsel through my earthly way</a:t>
            </a:r>
            <a:br>
              <a:rPr lang="en-US" sz="2800" dirty="0"/>
            </a:br>
            <a:r>
              <a:rPr lang="en-US" sz="2800" dirty="0"/>
              <a:t>shall guide me and control,</a:t>
            </a:r>
            <a:br>
              <a:rPr lang="en-US" sz="2800" dirty="0"/>
            </a:br>
            <a:r>
              <a:rPr lang="en-US" sz="2800" dirty="0"/>
              <a:t>and then to glory afterward</a:t>
            </a:r>
            <a:br>
              <a:rPr lang="en-US" sz="2800" dirty="0"/>
            </a:br>
            <a:r>
              <a:rPr lang="en-US" sz="2800" dirty="0"/>
              <a:t>thou wilt receive my soul.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0365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E4F4E-2F8D-64D0-6742-F0D4E9A50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Whom have I, Lord, in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but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whom my thoughts aspire?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And, having thee, on earth is naught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I can yet desire.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80F6B-7DF0-EC1E-C771-222963F7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2347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E2F21-FBCC-86B4-3F8D-14A650341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Though flesh and heart should faint and fail,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Lord will ever be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strength and portion of my heart,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God eternally.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8E8BB-1AB2-3D2A-7D6B-BF453057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0564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To live apart from God is death,</a:t>
            </a:r>
            <a:br>
              <a:rPr lang="en-US" sz="2800" dirty="0"/>
            </a:br>
            <a:r>
              <a:rPr lang="en-US" sz="2800" dirty="0"/>
              <a:t>'tis good his face to seek;</a:t>
            </a:r>
            <a:br>
              <a:rPr lang="en-US" sz="2800" dirty="0"/>
            </a:br>
            <a:r>
              <a:rPr lang="en-US" sz="2800" dirty="0"/>
              <a:t>my refuge is the living God,</a:t>
            </a:r>
            <a:br>
              <a:rPr lang="en-US" sz="2800" dirty="0"/>
            </a:br>
            <a:r>
              <a:rPr lang="en-US" sz="2800" dirty="0"/>
              <a:t>his praise I long to speak.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01196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#73C In Sweet Communion Lord, With Thee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#73C In Sweet Communion Lord, With Thee</dc:title>
  <dc:creator>Eric Hoogendoorn</dc:creator>
  <cp:lastModifiedBy>Neil Tuininga</cp:lastModifiedBy>
  <cp:revision>2</cp:revision>
  <dcterms:created xsi:type="dcterms:W3CDTF">2020-08-14T11:52:59Z</dcterms:created>
  <dcterms:modified xsi:type="dcterms:W3CDTF">2022-10-14T23:29:20Z</dcterms:modified>
</cp:coreProperties>
</file>