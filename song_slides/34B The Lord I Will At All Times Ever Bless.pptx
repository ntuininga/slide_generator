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A92C5-A4A2-4FC6-B42C-83449FD88834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B9B7E-E660-4D23-BE16-61FA81F80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2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6FB8-E493-4B19-A736-369907CC3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041F6-E8CC-4C76-AE73-55D909826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5AF69-64E9-484A-BD46-37856C59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5012-2018-4AC7-980F-B88C1BB17EE5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67E9F-0C51-4906-92C5-C07EF911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F5C81-8B3E-46EF-B36E-460F6691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519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DFA5-CDA2-491E-8846-2A4A06BE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CB80-95D8-44F5-B3CA-3A93BD0A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6809A-C13D-4776-A96D-0F9085CB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B40C-6774-4702-A7CD-86E043FD91BA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15B58-CC36-4F8C-835A-BE54CBDD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DEA79-DD4F-4102-AEA3-B16D7734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02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B1AD-8275-49A0-A940-9F08ED6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A6CCA-8B31-4CC1-B9DF-5E3611E7A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552A-AA10-4447-BF83-51E6E7FC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A0-06D6-4BB7-9988-CE5E44C5A02D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A55E6-DE3F-4930-9E99-DCFE68E6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1927B-BB3C-4428-A782-3987520D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95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A28B-5D35-48C5-AF7A-85AE0643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DE15-6F03-461E-A2B1-2AACCB57D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E9A3D-9100-49A4-9570-556133BA9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152A-8C8A-4ABF-AC9E-85A1A0E5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EB04-6C57-4D93-A25D-8AD4A65396B5}" type="datetime1">
              <a:rPr lang="en-CA" smtClean="0"/>
              <a:t>2023-09-29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BB118-D467-4CE6-BCD3-D248A38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EC131-34DC-4E2C-80BC-468C02F0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82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E215-4ACC-47DC-B860-BE004F8D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EB02F-1D83-4FFF-A3E2-7F9F7AA29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BC81B-4518-4534-93D9-53CDA2D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2F827-C430-432D-8640-E6769D4A1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A092C-8DBB-4FDE-8590-FC57A7CA6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8FCBB-D445-49B6-9934-2F137AB5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01D5F-DB9D-4BC8-8B51-AE96176D1A62}" type="datetime1">
              <a:rPr lang="en-CA" smtClean="0"/>
              <a:t>2023-09-29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9903F-DA41-4003-BAA5-FAD4AF36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D8EE78-A744-4B49-9F23-817F65E6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60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6BC9-8440-4DCB-9DD7-9610E6AB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ABF98-7E6E-407E-AFE9-DB4D1B09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501D-72FF-4394-89EA-ADA094D5A2FA}" type="datetime1">
              <a:rPr lang="en-CA" smtClean="0"/>
              <a:t>2023-09-29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076DC-C102-478B-AB57-DF990C43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A0AE9-B645-4753-8D6B-4E2F56B1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231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D89D8-9ECE-4AEB-B634-A7846716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8D0EE-BC86-45EB-8E90-FA9BFBE3971E}" type="datetime1">
              <a:rPr lang="en-CA" smtClean="0"/>
              <a:t>2023-09-29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891B5-3605-4E5B-B4B7-88FE5DC4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C4C49-7471-4641-929D-2658823E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236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19D0-5232-46C3-A66B-4C96429D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7178-B211-4D54-BC9A-E5C15255C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C3FE3-A88C-4C85-B958-0A627B0FA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2CBF1-75D4-4B0A-A7ED-476B3A49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ED964-9999-413B-BA33-2596A6110AA5}" type="datetime1">
              <a:rPr lang="en-CA" smtClean="0"/>
              <a:t>2023-09-29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22D68-995D-44BD-BAF0-9AAAE33B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9BA73-9413-4A3D-AD4D-AF373FDB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6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C351-076C-44E1-946B-C43B176F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C761C-0482-422B-8C40-AC9DE8F33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4682-A5DD-40AB-BA52-08112501D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1DA06-347A-42E5-9B5B-35B2B16B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0559-56AC-4C07-983A-1F935F7907A3}" type="datetime1">
              <a:rPr lang="en-CA" smtClean="0"/>
              <a:t>2023-09-29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E41D1-621B-493D-85CD-8636044E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8747C-5B92-428F-A3A8-707CF3F3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515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AFED-6949-47DE-B8D2-2D1B72E8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5E088-C7EA-4B9C-B79F-086C52B50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8ABA2-02CF-421D-BB75-535DDD06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50ECB-B7F5-4C9D-8088-674665FDB7FF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2C24-1A37-418E-9D4D-8CCC6ADE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3B1DD-CFFA-4481-A1A0-0B003755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89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46AB0-0DBB-4AFC-BE75-3D0AD28F6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44E00-28A1-4137-B31E-F971244FC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066F7-8C9A-4B9B-ABDA-FA7247CA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A18E-4442-4A65-8DF0-0C82CCB323DC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F8C33-275C-43F8-BAC5-F4A24B09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0AEE-53C4-4A9D-83C3-AF985CF4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4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59CF9-64AC-4809-B74A-3622B1F0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B1FCB-93BB-468E-8CC8-3C0C22B96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DBE53-24CE-4759-AB7A-228CCDDB8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3A1C6-F9DA-418E-AE93-1D0152CA07A0}" type="datetime1">
              <a:rPr lang="en-CA" smtClean="0"/>
              <a:t>2023-09-29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7BA85-D6A1-4BBD-AFF3-46A6F5275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Book of Psalms for Sining, 1973; alt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7EC1-B178-42DC-BD16-66B789B65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42811-6D8A-45E4-BFFB-2269F3545A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107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D15E5-43DC-4DC4-B1B2-148D7DF739E1}"/>
              </a:ext>
            </a:extLst>
          </p:cNvPr>
          <p:cNvSpPr txBox="1"/>
          <p:nvPr/>
        </p:nvSpPr>
        <p:spPr>
          <a:xfrm>
            <a:off x="800100" y="238125"/>
            <a:ext cx="1059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#34B The LORD I Will At All Times Ever Bless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6418B-F830-4A39-90FC-017B4570F4FF}"/>
              </a:ext>
            </a:extLst>
          </p:cNvPr>
          <p:cNvSpPr txBox="1"/>
          <p:nvPr/>
        </p:nvSpPr>
        <p:spPr>
          <a:xfrm>
            <a:off x="1933575" y="2090172"/>
            <a:ext cx="83248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I will at all times ever bless;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praise will ever be within my mouth.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will make its boasting in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the humble hear it and be glad.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join with me to magnify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us together raise his name on high.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F4A4AA-04B2-2B93-06E9-8A8BD365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489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7186C-FD8C-42EC-B890-D5FAA6C6260A}"/>
              </a:ext>
            </a:extLst>
          </p:cNvPr>
          <p:cNvSpPr txBox="1"/>
          <p:nvPr/>
        </p:nvSpPr>
        <p:spPr>
          <a:xfrm>
            <a:off x="2033587" y="2090172"/>
            <a:ext cx="81248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 sought the LORD and he has answered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from all my terrors set me free.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look to him, be radiant, unashamed!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poor man cried; the LORD from trouble saved.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angel of the LORD encamps around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those fearing him, and he delivers them.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FEC78-14CF-C78E-8F29-1D0B5D73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020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385C1-483B-4ADE-A0FE-F4EF37428701}"/>
              </a:ext>
            </a:extLst>
          </p:cNvPr>
          <p:cNvSpPr txBox="1"/>
          <p:nvPr/>
        </p:nvSpPr>
        <p:spPr>
          <a:xfrm>
            <a:off x="1966912" y="2090172"/>
            <a:ext cx="82581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taste and you will see the LORD is good!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blest the man who puts his trust in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fear the LORD, all you he has redeemed!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those who fear him never suffer want.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Young lions hunger, they may lack for food;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those who seek the LORD shall have no want.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D4EAB-EFAC-7CF6-CB06-E667A8AF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80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385C1-483B-4ADE-A0FE-F4EF37428701}"/>
              </a:ext>
            </a:extLst>
          </p:cNvPr>
          <p:cNvSpPr txBox="1"/>
          <p:nvPr/>
        </p:nvSpPr>
        <p:spPr>
          <a:xfrm>
            <a:off x="1966912" y="2090172"/>
            <a:ext cx="825817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O come, you children, l</a:t>
            </a:r>
            <a:r>
              <a:rPr lang="en-US" sz="2800" dirty="0" err="1">
                <a:solidFill>
                  <a:srgbClr val="222222"/>
                </a:solidFill>
                <a:latin typeface="Calibri" panose="020F0502020204030204"/>
              </a:rPr>
              <a:t>isten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unto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I will teach you how to fear the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Who longs for life –its good –thro’ many days?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From evil keep your tongue, your lips from lies.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Depart from </a:t>
            </a:r>
            <a:r>
              <a:rPr lang="en-US" sz="2800" dirty="0" err="1">
                <a:solidFill>
                  <a:srgbClr val="222222"/>
                </a:solidFill>
                <a:latin typeface="Calibri" panose="020F0502020204030204"/>
              </a:rPr>
              <a:t>ev’ry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evil way, do good,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ever seek to </a:t>
            </a:r>
            <a:r>
              <a:rPr lang="en-US" sz="2800">
                <a:solidFill>
                  <a:srgbClr val="222222"/>
                </a:solidFill>
                <a:latin typeface="Calibri" panose="020F0502020204030204"/>
              </a:rPr>
              <a:t>follow after peace.</a:t>
            </a:r>
            <a:endParaRPr lang="en-US" sz="2800" dirty="0">
              <a:solidFill>
                <a:srgbClr val="222222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A9D1B-51DB-74D2-E857-C7BD7B504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Sining, 1973; alt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662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296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2021-05-07T17:51:53Z</dcterms:created>
  <dcterms:modified xsi:type="dcterms:W3CDTF">2023-09-29T18:50:57Z</dcterms:modified>
</cp:coreProperties>
</file>