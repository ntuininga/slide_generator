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357" r:id="rId4"/>
    <p:sldId id="284" r:id="rId5"/>
    <p:sldId id="38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102" y="3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BBBA8-C548-4B60-9FA2-5F36E693F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1327E-23DE-40EC-956A-34661B2533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C762C-1419-4023-8E36-47E3AF294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07BD-3413-43D3-82B3-7B000B55CC3F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D7F7E-2136-4B44-A95D-1272E947A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DAA86-4886-418E-973B-8C59D9296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A05F-5E5F-4197-8910-A725CBA05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703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ED63A-14B5-4A6D-A06F-67CBE14A6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E8101-DB03-463F-8C0D-A31F497C3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AF500-7BA7-431F-9280-3BF048FC2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07BD-3413-43D3-82B3-7B000B55CC3F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CE2BE-4EDE-4C4F-A859-3A076BF5D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3FD80-1E9E-4A42-B000-4E655EB9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A05F-5E5F-4197-8910-A725CBA05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18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5FEFF-714B-4449-A1CC-D671BB557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C6FF3-B411-4FC6-A790-79EA77624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E9AA8-C893-4533-A3F6-C7B3E3C8D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07BD-3413-43D3-82B3-7B000B55CC3F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D2DC9-7FE5-4989-8CF6-4C711EA39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D793B-DB11-4815-95CD-05FA872D9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A05F-5E5F-4197-8910-A725CBA05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98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9F651-779D-4E6F-A2CE-44C3B312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AB213-1B90-4F88-BC5D-DF2C62AD2C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519A2-4447-406F-AF95-7786E93E4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4260C-7ABD-41E0-9684-431FE893D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07BD-3413-43D3-82B3-7B000B55CC3F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47E5C-276F-4AEC-9CEF-A6C01FCD2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8FB00-F6DE-49AC-95CB-14E0098D7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A05F-5E5F-4197-8910-A725CBA05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23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E1620-1E06-4E99-A7AF-CBA640C35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E9944-E1BB-4F7B-AE0C-615302516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B360DB-83FB-4FDA-871E-9D0648996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AE794A-2B90-4BB3-B38F-D2CCB455E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C20B46-7D2C-46FE-8BE9-A365F08B8E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D8600C-3254-45D7-931F-8520D5095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07BD-3413-43D3-82B3-7B000B55CC3F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D1F159-2B10-4148-AF36-DBA3FE860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390DD3-B0F2-47D2-97BE-11CCE46B8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A05F-5E5F-4197-8910-A725CBA05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96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27A16-5751-4129-9C39-940C60677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2B7AE-6215-42F2-92C8-4E3F8F872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07BD-3413-43D3-82B3-7B000B55CC3F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F5D67-9EDA-4707-830A-03ECFB1BD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073831-9E10-4F75-ADD5-740728334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A05F-5E5F-4197-8910-A725CBA05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40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8FCCF8-FDB1-4BB7-B3F3-426C75C00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07BD-3413-43D3-82B3-7B000B55CC3F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D45214-08F4-4062-912B-DBD4CC472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9FF7A-8FC2-4FB1-BB55-18A88B52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A05F-5E5F-4197-8910-A725CBA05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608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D94C7-5DE7-4CE0-9C9C-2C448B4DA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72404-AAEF-4489-89E7-63B0B9466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BBB93A-F907-4233-A75B-0CD8187679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3EEC3-E885-4347-8E49-5D9FADF95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07BD-3413-43D3-82B3-7B000B55CC3F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DFCBF3-19FB-4145-8AF1-9917429F0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C0640B-D5D0-4956-B4BD-F4137FB76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A05F-5E5F-4197-8910-A725CBA05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414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4745-48A0-4495-9FDF-01C141809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88231E-3931-46C0-9FA0-056541E3C0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DB4B7A-2113-41FE-AC6D-E29652FAE8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3F845-CD97-4D73-A9C2-308CAFC69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07BD-3413-43D3-82B3-7B000B55CC3F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895AA-7B5A-4EB4-92BD-98963E43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8F1CF7-F86B-415C-951A-2DAD2FDF9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A05F-5E5F-4197-8910-A725CBA05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6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7833F-B22B-40B0-99DB-548E63AC4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6EDDD-DF84-4047-98E1-1767FCC9F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1B034-1FAD-4D15-805C-EAAF95CC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07BD-3413-43D3-82B3-7B000B55CC3F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48A93-5E9E-489E-94B7-BF90385DF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1A56C-C387-4576-A4D3-64C203105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A05F-5E5F-4197-8910-A725CBA05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982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39A81E-D75B-4ED6-BFB8-5EDF6A234A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A8DFD1-6A66-4E9D-925E-80450A789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0A326-D45D-4D02-A657-C65B3E208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A07BD-3413-43D3-82B3-7B000B55CC3F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9414F-4D1B-4872-9985-29B4EFC99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3C03B-B6B1-4ACA-A8B2-3DF7A85D9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A05F-5E5F-4197-8910-A725CBA05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14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544AB7-B6AC-478B-8BED-517562001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704CB-E600-45AB-AA73-072EC5B78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D48AB-185D-429B-98D0-7E47FC03C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CA07BD-3413-43D3-82B3-7B000B55CC3F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C37D9-2F6A-4CD3-8B6D-58CE59437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FCCB8-FBCB-4A99-BDB8-DC9F13BA6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75A05F-5E5F-4197-8910-A725CBA05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681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#282 I Greet Thee, Who My Sure Redeemer 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57941" y="2073004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</a:t>
            </a:r>
            <a:r>
              <a:rPr lang="en-CA" sz="2800" dirty="0"/>
              <a:t>I greet thee, who my sure Redeemer art,</a:t>
            </a:r>
            <a:br>
              <a:rPr lang="en-CA" sz="2800" dirty="0"/>
            </a:br>
            <a:r>
              <a:rPr lang="en-CA" sz="2800" dirty="0"/>
              <a:t>my only trust and Savior of my heart,</a:t>
            </a:r>
            <a:br>
              <a:rPr lang="en-CA" sz="2800" dirty="0"/>
            </a:br>
            <a:r>
              <a:rPr lang="en-CA" sz="2800" dirty="0"/>
              <a:t>who pain didst undergo for my poor sake;</a:t>
            </a:r>
            <a:br>
              <a:rPr lang="en-CA" sz="2800" dirty="0"/>
            </a:br>
            <a:r>
              <a:rPr lang="en-CA" sz="2800" dirty="0"/>
              <a:t>I pray thee from our hearts all cares to take.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F6A10-0AFD-4A92-908C-FBCD7A32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4979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207629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CA" sz="2800" dirty="0"/>
              <a:t>Thou art the King of mercy and of grace,</a:t>
            </a:r>
            <a:br>
              <a:rPr lang="en-CA" sz="2800" dirty="0"/>
            </a:br>
            <a:r>
              <a:rPr lang="en-CA" sz="2800" dirty="0"/>
              <a:t>reigning omnipotent in </a:t>
            </a:r>
            <a:r>
              <a:rPr lang="en-CA" sz="2800" dirty="0" err="1"/>
              <a:t>ev'ry</a:t>
            </a:r>
            <a:r>
              <a:rPr lang="en-CA" sz="2800" dirty="0"/>
              <a:t> place:</a:t>
            </a:r>
            <a:br>
              <a:rPr lang="en-CA" sz="2800" dirty="0"/>
            </a:br>
            <a:r>
              <a:rPr lang="en-CA" sz="2800" dirty="0"/>
              <a:t>so come, O King, and our whole being sway;</a:t>
            </a:r>
            <a:br>
              <a:rPr lang="en-CA" sz="2800" dirty="0"/>
            </a:br>
            <a:r>
              <a:rPr lang="en-CA" sz="2800" dirty="0"/>
              <a:t>shine on us with the light of thy pure day.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9370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82529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Thou art the Life, by which alone we live,</a:t>
            </a:r>
          </a:p>
          <a:p>
            <a:pPr algn="ctr"/>
            <a:r>
              <a:rPr lang="en-CA" sz="2800" dirty="0"/>
              <a:t>and all our substance and our strength receive;</a:t>
            </a:r>
          </a:p>
          <a:p>
            <a:pPr algn="ctr"/>
            <a:r>
              <a:rPr lang="en-CA" sz="2800" dirty="0"/>
              <a:t>O comfort us in death’s approaching hour,</a:t>
            </a:r>
          </a:p>
          <a:p>
            <a:pPr algn="ctr"/>
            <a:r>
              <a:rPr lang="en-CA" sz="2800" dirty="0"/>
              <a:t>stronghearted then to face it by thy </a:t>
            </a:r>
            <a:r>
              <a:rPr lang="en-CA" sz="2800" dirty="0" err="1"/>
              <a:t>pow’r</a:t>
            </a:r>
            <a:r>
              <a:rPr lang="en-CA" sz="2800" dirty="0"/>
              <a:t>.</a:t>
            </a:r>
            <a:endParaRPr 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95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207629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CA" sz="2800" dirty="0"/>
              <a:t>Thou hast the true and perfect gentleness,</a:t>
            </a:r>
            <a:br>
              <a:rPr lang="en-CA" sz="2800" dirty="0"/>
            </a:br>
            <a:r>
              <a:rPr lang="en-CA" sz="2800" dirty="0"/>
              <a:t>no harshness hast thou and no bitterness:</a:t>
            </a:r>
            <a:br>
              <a:rPr lang="en-CA" sz="2800" dirty="0"/>
            </a:br>
            <a:r>
              <a:rPr lang="en-CA" sz="2800" dirty="0"/>
              <a:t>make us to taste the sweet grace found in thee</a:t>
            </a:r>
            <a:br>
              <a:rPr lang="en-CA" sz="2800" dirty="0"/>
            </a:br>
            <a:r>
              <a:rPr lang="en-CA" sz="2800" dirty="0"/>
              <a:t>and ever stay in thy sweet unity.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33D519-576B-450A-918F-9873EBCFA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088023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1D814F9-F89B-4FE4-AF67-D26765A3C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8E664C-E0E4-4999-8BCF-369F9BCD8481}"/>
              </a:ext>
            </a:extLst>
          </p:cNvPr>
          <p:cNvSpPr txBox="1"/>
          <p:nvPr/>
        </p:nvSpPr>
        <p:spPr>
          <a:xfrm>
            <a:off x="1557337" y="1952625"/>
            <a:ext cx="90773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</a:t>
            </a:r>
            <a:r>
              <a:rPr lang="en-CA" sz="2800" dirty="0"/>
              <a:t>. Our hope is in no other save in thee;</a:t>
            </a:r>
          </a:p>
          <a:p>
            <a:pPr algn="ctr"/>
            <a:r>
              <a:rPr lang="en-CA" sz="2800" dirty="0"/>
              <a:t>our faith is built upon thy promise free;</a:t>
            </a:r>
          </a:p>
          <a:p>
            <a:pPr algn="ctr"/>
            <a:r>
              <a:rPr lang="en-CA" sz="2800" dirty="0"/>
              <a:t>O grant to us such stronger hope and sure</a:t>
            </a:r>
          </a:p>
          <a:p>
            <a:pPr algn="ctr"/>
            <a:r>
              <a:rPr lang="en-CA" sz="2800" dirty="0"/>
              <a:t>that we can boldly conquer and endure.</a:t>
            </a:r>
          </a:p>
        </p:txBody>
      </p:sp>
    </p:spTree>
    <p:extLst>
      <p:ext uri="{BB962C8B-B14F-4D97-AF65-F5344CB8AC3E}">
        <p14:creationId xmlns:p14="http://schemas.microsoft.com/office/powerpoint/2010/main" val="86895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#282 I Greet Thee, Who My Sure Redeemer Art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#282 I Greet Thee, Who My Sure Redeemer Art</dc:title>
  <dc:creator>Eric Hoogendoorn</dc:creator>
  <cp:lastModifiedBy>Eric Hoogendoorn</cp:lastModifiedBy>
  <cp:revision>2</cp:revision>
  <dcterms:created xsi:type="dcterms:W3CDTF">2020-04-25T02:38:37Z</dcterms:created>
  <dcterms:modified xsi:type="dcterms:W3CDTF">2020-11-06T15:39:24Z</dcterms:modified>
</cp:coreProperties>
</file>