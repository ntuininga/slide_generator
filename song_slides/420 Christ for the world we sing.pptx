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27BD1-02AA-4F49-9258-18E9A9378D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87EF-E55B-4E26-AA4C-E9D03BBB57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AF920-F963-4161-A6D2-4D0AB5318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1B6A7-3F1A-4407-91D7-953DDCB91FD2}" type="datetimeFigureOut">
              <a:rPr lang="en-CA" smtClean="0"/>
              <a:t>2021-02-04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22F44-74FF-44C2-9EC5-A1EC0B925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A5E5C-047C-4E1E-AE78-7FD795EBF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1B5F0-E7A9-45EC-9F38-98D85B1EC7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6141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7CC50-4C23-47DE-A26E-2A759BA43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DD7BE-6FF6-4A86-92B4-58F88B30A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D89A7-E732-4A5F-BF76-D96BF9940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1B6A7-3F1A-4407-91D7-953DDCB91FD2}" type="datetimeFigureOut">
              <a:rPr lang="en-CA" smtClean="0"/>
              <a:t>2021-02-04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5E5D1-4F1B-46C9-BA42-F6F408AAD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12680-DCA5-4F39-9DD5-C6C3C070D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1B5F0-E7A9-45EC-9F38-98D85B1EC7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1870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F0AF9-2D49-40B2-8638-200E9BC50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44E61F-8A54-4BE9-8178-037AA0698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D536C-95AB-4C89-AD01-958365462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1B6A7-3F1A-4407-91D7-953DDCB91FD2}" type="datetimeFigureOut">
              <a:rPr lang="en-CA" smtClean="0"/>
              <a:t>2021-02-04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BD1A0-C6AD-48DD-9426-7F043E79A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14DDD-0884-4437-9CB7-04890704E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1B5F0-E7A9-45EC-9F38-98D85B1EC7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48747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CDD41-4FA3-4E98-AA81-05A3E41BD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19E57-F2BF-4E15-BB3E-AABFFCF783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D27D2D-9645-49B5-A738-35AC57137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765515-5E0E-48E1-8C3D-CCFA09DBF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1B6A7-3F1A-4407-91D7-953DDCB91FD2}" type="datetimeFigureOut">
              <a:rPr lang="en-CA" smtClean="0"/>
              <a:t>2021-02-04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E17B26-28AE-433F-9CCD-254F49C91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B8D00-B76B-4E2E-901A-6857005D1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1B5F0-E7A9-45EC-9F38-98D85B1EC7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8502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ED2E7-CD17-4FDD-8F5C-5BFDA7E2E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BD38D-8FA6-4DFA-ADE6-6C3ACEA85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A819C9-F18B-4DF6-AE37-76FEE4AF81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895140-FEF1-41C3-A9C1-9839EC46E4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6E4C7C-191E-4727-92AB-D44D14DFA1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02D9D0-03BC-476D-BC62-7A7EF432D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1B6A7-3F1A-4407-91D7-953DDCB91FD2}" type="datetimeFigureOut">
              <a:rPr lang="en-CA" smtClean="0"/>
              <a:t>2021-02-04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0DA312-B98A-4DD4-9150-E0AC1547A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6C5283-CDE5-42D3-878B-5A47D74D5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1B5F0-E7A9-45EC-9F38-98D85B1EC7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57404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F79AC-8349-4A45-97B9-36E94C431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8C5D2D-BFE4-48B5-8958-75393F7C5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1B6A7-3F1A-4407-91D7-953DDCB91FD2}" type="datetimeFigureOut">
              <a:rPr lang="en-CA" smtClean="0"/>
              <a:t>2021-02-04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29AEEB-6751-4855-A46E-3AE80F0D6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C87219-E989-4FBB-912E-73CE734CD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1B5F0-E7A9-45EC-9F38-98D85B1EC7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1556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81C019-984D-4454-9980-0BCD77BB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1B6A7-3F1A-4407-91D7-953DDCB91FD2}" type="datetimeFigureOut">
              <a:rPr lang="en-CA" smtClean="0"/>
              <a:t>2021-02-04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B4138A-060E-44C5-92FA-E8AD97679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8D8F7-A873-44EF-8B4C-B35094945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1B5F0-E7A9-45EC-9F38-98D85B1EC7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3949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AE84E-A5B6-46FC-8204-28581FECF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EADD8-30FF-402E-BC0C-4A0EC4FC6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E22CA8-1C00-49E5-91DF-ED209C5C61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DD6B3C-63D4-4F8B-8372-44312C468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1B6A7-3F1A-4407-91D7-953DDCB91FD2}" type="datetimeFigureOut">
              <a:rPr lang="en-CA" smtClean="0"/>
              <a:t>2021-02-04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3C9BEF-D3CB-4291-A0EB-6B8CD2C54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9E5BD-7BD8-4070-B1AF-45B279F6F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1B5F0-E7A9-45EC-9F38-98D85B1EC7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49969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2DEAD-F351-426B-847C-95BAD7E07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E060FD-DA83-4384-865A-58AA1CB13B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927478-1ABE-4DAA-9604-0852B1B781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890D3-6F12-4DF5-AC1E-23237E2D2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1B6A7-3F1A-4407-91D7-953DDCB91FD2}" type="datetimeFigureOut">
              <a:rPr lang="en-CA" smtClean="0"/>
              <a:t>2021-02-04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3A892E-708B-4375-B67D-D3F14B154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5C2D3F-5CCA-4C7F-84B7-13848C75A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1B5F0-E7A9-45EC-9F38-98D85B1EC7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8856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94527-F696-499B-8071-186BAC483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FE92E3-7CB6-414A-B96B-0933D6DB75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2CB78-FB53-4F7C-A4FD-0230CF75E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1B6A7-3F1A-4407-91D7-953DDCB91FD2}" type="datetimeFigureOut">
              <a:rPr lang="en-CA" smtClean="0"/>
              <a:t>2021-02-04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0A550-DDFE-4FF6-BA38-770DE65A1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8AAF4-6E53-477C-8895-4F324EB45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1B5F0-E7A9-45EC-9F38-98D85B1EC7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1726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DA222A-640E-46CB-A1F8-33C67BB7A1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28E962-90C2-4891-86CA-23067449A5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46056-AF36-4566-8F19-6640427A7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1B6A7-3F1A-4407-91D7-953DDCB91FD2}" type="datetimeFigureOut">
              <a:rPr lang="en-CA" smtClean="0"/>
              <a:t>2021-02-04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CAFF9-2EA3-416A-A1A3-2782987DA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7F4E7-ED73-4E1B-A046-113299CF5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1B5F0-E7A9-45EC-9F38-98D85B1EC7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4685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6F6AF5-FE30-490A-A5FD-1A0067E33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BC963D-DE86-42A6-BD15-23BD9DDAA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6EBD1-B908-4C80-B39A-743FA1362C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E1B6A7-3F1A-4407-91D7-953DDCB91FD2}" type="datetimeFigureOut">
              <a:rPr lang="en-CA" smtClean="0"/>
              <a:t>2021-02-04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6D4D1-778C-4929-90E2-0C6B7F6806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B11BE-9E73-417A-B1FC-AA57FAA2C6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61B5F0-E7A9-45EC-9F38-98D85B1EC7B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1617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7358D8-6828-46E0-B428-9A0BA161F1BB}"/>
              </a:ext>
            </a:extLst>
          </p:cNvPr>
          <p:cNvSpPr txBox="1"/>
          <p:nvPr/>
        </p:nvSpPr>
        <p:spPr>
          <a:xfrm>
            <a:off x="1014412" y="419100"/>
            <a:ext cx="101631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4400" i="1">
                <a:solidFill>
                  <a:prstClr val="black"/>
                </a:solidFill>
                <a:latin typeface="Calibri Light" panose="020F0302020204030204"/>
              </a:rPr>
              <a:t>#420 Christ for the World We Sing</a:t>
            </a:r>
            <a:endParaRPr lang="en-CA" sz="4400" i="1" dirty="0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52B8B6-2371-4776-B4B1-BF4AB7C37376}"/>
              </a:ext>
            </a:extLst>
          </p:cNvPr>
          <p:cNvSpPr txBox="1"/>
          <p:nvPr/>
        </p:nvSpPr>
        <p:spPr>
          <a:xfrm>
            <a:off x="1914524" y="1981200"/>
            <a:ext cx="836295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1. Christ for the world we sing;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the world to Christ we bring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with loving zeal: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the poor and them that mourn,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the faint and overborne,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sin-sick and sorrow worn,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whom Christ doth heal.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2472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2D3558-B4E9-4F82-B9D7-09DCCE9B4D85}"/>
              </a:ext>
            </a:extLst>
          </p:cNvPr>
          <p:cNvSpPr txBox="1"/>
          <p:nvPr/>
        </p:nvSpPr>
        <p:spPr>
          <a:xfrm>
            <a:off x="1881187" y="1874728"/>
            <a:ext cx="842962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2. Christ for the world we sing;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the world to Christ we bring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with fervent pray'r: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the wayward and the lost,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by restless passions tossed,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redeemed at countless cost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from dark despair.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9358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7D761A-F4AE-4EDA-973F-23F9E23DFC57}"/>
              </a:ext>
            </a:extLst>
          </p:cNvPr>
          <p:cNvSpPr txBox="1"/>
          <p:nvPr/>
        </p:nvSpPr>
        <p:spPr>
          <a:xfrm>
            <a:off x="2243137" y="1857375"/>
            <a:ext cx="770572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3. Christ for the world we sing;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the world to Christ we bring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with one accord: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with us the work to share,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with us reproach to dare,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with us the cross to bear,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for Christ our Lord.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7364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197AE6-3B98-4649-B876-5EA1D959C07F}"/>
              </a:ext>
            </a:extLst>
          </p:cNvPr>
          <p:cNvSpPr txBox="1"/>
          <p:nvPr/>
        </p:nvSpPr>
        <p:spPr>
          <a:xfrm>
            <a:off x="1738312" y="1874728"/>
            <a:ext cx="871537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4. Christ for the world we sing;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the world to Christ we bring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with joyful song: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the newborn souls whose days,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reclaimed from error's ways,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inspired with hope and praise,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to Christ belong.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2858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195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2021-02-04T21:53:23Z</dcterms:created>
  <dcterms:modified xsi:type="dcterms:W3CDTF">2021-02-04T21:54:50Z</dcterms:modified>
</cp:coreProperties>
</file>