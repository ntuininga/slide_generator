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82" r:id="rId2"/>
    <p:sldId id="583" r:id="rId3"/>
    <p:sldId id="584" r:id="rId4"/>
    <p:sldId id="585" r:id="rId5"/>
    <p:sldId id="586" r:id="rId6"/>
    <p:sldId id="5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6C474-EF80-4644-8C6B-0EFCFEDF9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627DC-7C9C-4B47-9B10-55AF78219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D78C9-5407-425D-B1ED-642D7A00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2B37-33D7-491E-BF4E-E1F38A6E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41937-2FF1-4ECA-9B02-0D2D83BD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5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C4AF-320F-45C9-8DE5-80549934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7A4C7-CD6D-4168-AF6C-F99D494BE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2DE09-516C-4605-96D6-D81CF87C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5A10-8BC8-4828-982A-0339B6FA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193C6-57DB-451C-973E-9DAC8680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4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50B7-EEBF-4FA1-82ED-730FBC622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F5430-8C33-46C5-9F5F-A15F11876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3D9F-D9BB-4AC5-879E-56A02DC7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D384F-304D-44A3-960A-D6905933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BBE52-E395-424E-8ED2-940832E2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FE7C-77FA-4218-97E6-682CA11D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73144-4C75-4883-8170-3574E3D2C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1FD63-2020-4B2E-BBF4-8BC28A948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F57FF-9150-4890-BA73-5B43A0BC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3C6F9-CD35-4AA1-8117-83378532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CAD80-2BE7-4FE2-9D32-C295DA65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0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D205-8BD8-4DEE-BCCA-5AF9392AE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FDA2F-9668-4411-B78B-01ACA5ACE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1A171-88D1-4C3C-84DD-C20BB72E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C080F-39C4-48B5-87FE-8CA961540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6A382-6077-4A75-BDDB-D1022235A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E8365-CDF7-448E-A7C7-36B74A07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B7209-982C-456F-80EE-36A68F7F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34F7E-0204-483F-8B4C-763D04EB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14F8-691B-4D2B-9D4F-C95E65BB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E4CB4-59EF-4613-9399-D687B295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C268B-A131-416F-B9A4-F697284E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E01DE-39DB-4AF9-BEE7-F237C0B7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3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36FE9-C0F9-4C36-B571-20A4536C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4FDBA-F620-4B73-9690-2133A5B7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F9D89-5977-40D8-9A44-1DBDD307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6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B186-325A-49AB-BADE-46D9A3DB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4598B-4F0C-4FEE-93BA-C628D215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08A05-FA63-42B2-B198-09AA11D9D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F304-1CD2-417D-AE76-120B10DF3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3AF9C-45AE-47EA-8F74-5CF3DE7A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877E2-9459-4474-A3C8-8C4A506C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E7DD-6579-4F99-9DBF-EFABBBA1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1D24D-E49A-4FB5-ADBA-1A1DBF851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DB4AF-F4A2-4841-9F46-F0669DFD4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A559C-0108-4DB4-8D97-9A58B3AD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A6E8A-BB86-4AFD-B330-C8060C48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0C3F8-CC47-4580-871C-154BE546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1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C2A2-DBE4-4AAD-8968-A4DE69BE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C2A25-4B7A-4DDB-9C97-3EBD05E68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153F-3D88-40B3-9628-CD4263F8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A29C5-47FE-455F-9698-5D7140FB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8AD1-CA17-4E63-8CFF-6F728CF5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0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09DC0-8E6D-45E4-97CE-45C88592F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E7B96-1442-4BDA-B7DD-7962AF03C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EDDF3-3FE5-4C9F-B78D-6B4C2360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E385-3606-4A9A-8BD0-FF4521A2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16C89-B200-4338-B185-30D2E015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8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A8A7F-B190-4C68-BEC0-1B198CBAB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B6FD9-E4AD-4608-BAE7-95D37BF47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830F-B0A3-4594-9225-0C2A7DCEC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01740-4102-4119-A696-72DB195A7E28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438E-BB77-4EC2-8300-D926F3602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BFFEC-D58E-43B2-A1D5-1788A305C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1BC99-2B3F-46CA-BF29-0B4D57D4E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3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#187 I Belong to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US" sz="2800" dirty="0"/>
              <a:t>I belong to Jesus,</a:t>
            </a:r>
            <a:br>
              <a:rPr lang="en-US" sz="2800" dirty="0"/>
            </a:br>
            <a:r>
              <a:rPr lang="en-US" sz="2800" dirty="0"/>
              <a:t>I am not my own;</a:t>
            </a:r>
            <a:br>
              <a:rPr lang="en-US" sz="2800" dirty="0"/>
            </a:br>
            <a:r>
              <a:rPr lang="en-US" sz="2800" dirty="0"/>
              <a:t>all I have and all I am</a:t>
            </a:r>
            <a:br>
              <a:rPr lang="en-US" sz="2800" dirty="0"/>
            </a:br>
            <a:r>
              <a:rPr lang="en-US" sz="2800" dirty="0"/>
              <a:t>shall be his alone.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FB7670-4EB9-4A85-82B8-FB334458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043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</a:t>
            </a:r>
            <a:r>
              <a:rPr lang="en-US" sz="2800" dirty="0"/>
              <a:t>  I belong to Jesus,</a:t>
            </a:r>
            <a:br>
              <a:rPr lang="en-US" sz="2800" dirty="0"/>
            </a:br>
            <a:r>
              <a:rPr lang="en-US" sz="2800" dirty="0"/>
              <a:t>he is Lord and King,</a:t>
            </a:r>
            <a:br>
              <a:rPr lang="en-US" sz="2800" dirty="0"/>
            </a:br>
            <a:r>
              <a:rPr lang="en-US" sz="2800" dirty="0"/>
              <a:t>reigning in my inmost heart</a:t>
            </a:r>
            <a:br>
              <a:rPr lang="en-US" sz="2800" dirty="0"/>
            </a:br>
            <a:r>
              <a:rPr lang="en-US" sz="2800" dirty="0"/>
              <a:t>over </a:t>
            </a:r>
            <a:r>
              <a:rPr lang="en-US" sz="2800" dirty="0" err="1"/>
              <a:t>ev'rything</a:t>
            </a:r>
            <a:r>
              <a:rPr lang="en-US" sz="2800" dirty="0"/>
              <a:t>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6928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3</a:t>
            </a:r>
            <a:r>
              <a:rPr lang="en-US" sz="2800" dirty="0"/>
              <a:t>  I belong to Jesus,</a:t>
            </a:r>
            <a:br>
              <a:rPr lang="en-US" sz="2800" dirty="0"/>
            </a:br>
            <a:r>
              <a:rPr lang="en-US" sz="2800" dirty="0"/>
              <a:t>blessed, blessed thought!</a:t>
            </a:r>
            <a:br>
              <a:rPr lang="en-US" sz="2800" dirty="0"/>
            </a:br>
            <a:r>
              <a:rPr lang="en-US" sz="2800" dirty="0"/>
              <a:t>With his own most precious blood</a:t>
            </a:r>
            <a:br>
              <a:rPr lang="en-US" sz="2800" dirty="0"/>
            </a:br>
            <a:r>
              <a:rPr lang="en-US" sz="2800" dirty="0"/>
              <a:t>has my soul been bought.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3684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4</a:t>
            </a:r>
            <a:r>
              <a:rPr lang="en-US" sz="2800" dirty="0"/>
              <a:t>  I belong to Jesus,</a:t>
            </a:r>
            <a:br>
              <a:rPr lang="en-US" sz="2800" dirty="0"/>
            </a:br>
            <a:r>
              <a:rPr lang="en-US" sz="2800" dirty="0"/>
              <a:t>he has died for me;</a:t>
            </a:r>
            <a:br>
              <a:rPr lang="en-US" sz="2800" dirty="0"/>
            </a:br>
            <a:r>
              <a:rPr lang="en-US" sz="2800" dirty="0"/>
              <a:t>I am his and he is mine</a:t>
            </a:r>
            <a:br>
              <a:rPr lang="en-US" sz="2800" dirty="0"/>
            </a:br>
            <a:r>
              <a:rPr lang="en-US" sz="2800" dirty="0"/>
              <a:t>through eternity.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8726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5</a:t>
            </a:r>
            <a:r>
              <a:rPr lang="en-US" sz="2800" dirty="0"/>
              <a:t>  I belong to Jesus,</a:t>
            </a:r>
            <a:br>
              <a:rPr lang="en-US" sz="2800" dirty="0"/>
            </a:br>
            <a:r>
              <a:rPr lang="en-US" sz="2800" dirty="0"/>
              <a:t>he will keep my soul</a:t>
            </a:r>
            <a:br>
              <a:rPr lang="en-US" sz="2800" dirty="0"/>
            </a:br>
            <a:r>
              <a:rPr lang="en-US" sz="2800" dirty="0"/>
              <a:t>when the deathly waters dark</a:t>
            </a:r>
            <a:br>
              <a:rPr lang="en-US" sz="2800" dirty="0"/>
            </a:br>
            <a:r>
              <a:rPr lang="en-US" sz="2800" dirty="0"/>
              <a:t>round about me roll.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0943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6</a:t>
            </a:r>
            <a:r>
              <a:rPr lang="en-US" sz="2800" dirty="0"/>
              <a:t>  I belong to Jesus,</a:t>
            </a:r>
            <a:br>
              <a:rPr lang="en-US" sz="2800" dirty="0"/>
            </a:br>
            <a:r>
              <a:rPr lang="en-US" sz="2800" dirty="0"/>
              <a:t>and ere long I'll stand</a:t>
            </a:r>
            <a:br>
              <a:rPr lang="en-US" sz="2800" dirty="0"/>
            </a:br>
            <a:r>
              <a:rPr lang="en-US" sz="2800" dirty="0"/>
              <a:t>with my precious Savior there</a:t>
            </a:r>
            <a:br>
              <a:rPr lang="en-US" sz="2800" dirty="0"/>
            </a:br>
            <a:r>
              <a:rPr lang="en-US" sz="2800" dirty="0"/>
              <a:t>in the glory land.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5C080-53C7-4931-A5C7-82B93E54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412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#187 I Belong to Jesus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#187 I Belong to Jesus</dc:title>
  <dc:creator>Eric Hoogendoorn</dc:creator>
  <cp:lastModifiedBy>Eric Hoogendoorn</cp:lastModifiedBy>
  <cp:revision>1</cp:revision>
  <dcterms:created xsi:type="dcterms:W3CDTF">2022-03-26T22:43:33Z</dcterms:created>
  <dcterms:modified xsi:type="dcterms:W3CDTF">2022-03-26T22:43:53Z</dcterms:modified>
</cp:coreProperties>
</file>