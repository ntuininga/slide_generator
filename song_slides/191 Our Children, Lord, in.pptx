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16FC4-D729-45AD-8D55-C4293FB67178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C395D-2376-492C-8414-7CCA925A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6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2D134-6603-AF61-122D-7CCECE11D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ED985-E84D-17AE-C535-5EFF18707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434DB-034E-592A-2EF7-308F222BC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97470-BFA7-4CCF-94CC-0CD2AADBE76F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3A1AF-7599-2261-8E14-F5DD1C92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DCE8C-CA5C-2AF1-CD55-1DE0867F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2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3C2F-B099-1627-22B9-2D8F7699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E3058-D925-34C3-E84C-99E418BF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17DA4-F0A4-1B75-0EF2-EB538D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193E-94F5-40E4-A7BE-66E38AFEDB8C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6E639-6C74-2E9E-09FA-8EE7A0B7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EE5EE-1577-E0A5-CF87-C5645286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7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9E29-9ECC-4308-17A8-B191DA43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BD0B3-7251-6B64-69EF-725A904C4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2AA7E-2DFB-686C-9B17-8C9A70C3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55B2-EE42-40ED-9A66-94DA263CA2A5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8BB90-D267-00AC-748F-02974022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B06F6-E091-8BB0-76F9-1A7E4F38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2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FF0-3401-5BB0-6E26-959B47B2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F070-DBBE-654C-E435-78EBA6954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37A6A-CD0B-5110-1DDD-82CF7E7D0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CDF05-CAA6-D42B-4319-4BCDB698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ADC0-C4AE-4CF4-9A67-C731C29F4227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2069A-8C16-5725-DA4C-20DD5F4C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FBAA8-58DE-C362-62E5-B8804378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B401-5A8D-9F9F-19C8-8A205DBE4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AB8C9-764D-ED1A-9067-26375BD44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E2B8-A792-F958-CB39-7893F09A2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D82A10-1B1F-52C2-3CDD-4D87D3D32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0CC12-6293-CACF-1D64-85E2487F8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508411-B68D-D789-0CD6-EBFC529D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2F8D-95EA-4FA4-AACA-B313747A00D3}" type="datetime1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D8014-E60C-0FFF-5C37-BE49A077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53EF6-3677-C45E-FB2A-0DF73C5C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8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BAF0-2CA7-C4C3-DF6F-DBBC2CB1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45CF6-7824-3CF9-5580-78B27713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4B1F-4D5D-4DEC-96A5-DC1E3D774914}" type="datetime1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28314-D63C-F79F-2E94-A8AE716E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9B753-D7B5-497B-55D9-66528142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5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A79E0-66F5-AB64-CFD7-BD2E6C6B3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8A7D6-454B-4013-8D7B-95005B9CC0E3}" type="datetime1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B9D437-885F-6306-0D01-3701AFE0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98E67-89C8-0EC0-13FF-85951483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0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5F16-FAA6-1A56-F3E5-6AA5A6719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B5206-3F9F-1D3D-6F37-42117CD9E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1D7AB-1070-B8F8-F788-C44E62198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C1E2F-F115-11C3-C0DE-EEA57506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4A25-E85A-4DAF-AB13-397502CA905D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4E008-C6A1-D2A2-D7C2-CB307525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85D4A-96B6-E2A1-B6D7-C1D4C5AB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30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9A41-A7CE-D218-552B-B40852D8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C9B2C-5D7E-6897-DB47-5395B86D5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D846C-3EB6-7C6F-D31A-8C1ECA714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4018A-B6B9-E11D-DCA3-00C16C15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561C-F1EC-4BD2-9192-0C7293D60E1E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BEFCE-ABE5-2199-5F1C-A834EBDE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ADC71-6559-F71C-CF08-54319687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66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94CB-5FBD-AB95-1160-98678DF9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581D6-28B0-7E0F-006D-8D9C354C3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C113E-72FD-08FE-021C-38326717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1609-8818-4E7E-A1C9-4CED713519F0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C5342-3BDB-6B58-51FE-7246F735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3EB38-3556-E321-7C81-49331998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59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C7EC5-5E04-5430-02EB-3CF24BB41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4A9D1-B3C1-BDF9-EB8E-AA409903F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36A50-5D9F-91A6-AEF3-E742C74E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23E13-62C9-4712-8FE1-C2285DC31627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52E16-E72C-8118-614B-7C3DDF9DE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6134C-19CC-4B29-0501-5726BEF0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2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944FE5-3D30-173D-E46B-4E45C97A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A894-E8CC-37D6-2A4F-A605E9CF5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3F2D-2915-AAEF-648C-8D4558A73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068F4-8652-4F27-9CDF-B5B3C426B8DA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0A29B-F631-7D8D-477F-9BB8B2DF1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925BC-237F-88DD-EA31-31521CB28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01309-FDF5-4432-9840-4B3CF27CD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A3F0-C7F2-E1F0-6E44-D6BA525F7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#191 Our Children, Lord, in Faith and Prayer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2469-FCF8-6FAA-0865-78F90A7EB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 "/>
              </a:rPr>
              <a:t>1 Our children, Lord, in faith and prayer,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 "/>
              </a:rPr>
              <a:t>we now devote to thee;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 "/>
              </a:rPr>
              <a:t>let them thy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 "/>
              </a:rPr>
              <a:t>cov'nant</a:t>
            </a:r>
            <a:r>
              <a:rPr lang="en-US" b="0" i="0" dirty="0">
                <a:solidFill>
                  <a:srgbClr val="222222"/>
                </a:solidFill>
                <a:effectLst/>
                <a:latin typeface="Calibri "/>
              </a:rPr>
              <a:t> mercies share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 "/>
              </a:rPr>
              <a:t>and thy salvation see.</a:t>
            </a:r>
            <a:endParaRPr lang="en-US" dirty="0">
              <a:latin typeface="Calibri 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7157F-E8CB-B630-251A-0191F7F8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2398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C355-2057-769E-F2C3-80480E02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C4873-D160-84F0-33A7-6FD526B93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Such helpless babes thou didst embrace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dwelling here below;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us and ours, O God of grace,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same compassion show.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27C7B-CF08-5BA0-1126-F24AD0C3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5754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7F38-7131-7172-A4F5-919DBC5D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104B3-77DD-2194-146D-16895CB8A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 early days their hearts secure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worldly snares, we pray;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let them to the end endure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righteous way.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60883-9838-6258-D735-8E9898D5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90339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131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</vt:lpstr>
      <vt:lpstr>Calibri Light</vt:lpstr>
      <vt:lpstr>Office Theme</vt:lpstr>
      <vt:lpstr>#191 Our Children, Lord, in Faith and Prayer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2025-05-18T02:29:44Z</dcterms:created>
  <dcterms:modified xsi:type="dcterms:W3CDTF">2025-05-18T02:33:00Z</dcterms:modified>
</cp:coreProperties>
</file>