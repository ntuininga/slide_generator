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3" r:id="rId3"/>
    <p:sldId id="304" r:id="rId4"/>
    <p:sldId id="32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4EEF-B108-4BB8-B4CF-5592D12F2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7CE80-BF0E-4DBA-875D-B9991947F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CC381-E434-4B21-9D90-3F76EC6C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10DEF-6CAE-42FC-98A7-6872DA9F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2A90-2A9B-4537-9103-672CB804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2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6A2A-0DF9-40A1-8697-7DF6A999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AA43F-1711-447A-B5B2-72FF26C03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CE2FB-53FC-4367-BC07-5B8FDF02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F7174-1522-42D0-B5C0-6E2C51B2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79C45-0404-434F-954D-FD8E1269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0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0D6D-5F8A-4DC6-B12D-C5921077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9F1D3-5FC2-4F70-A2ED-98582ABB8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80992-5701-49D5-898A-DB335717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849F-6F08-4763-86E5-1DD25422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86529-13D9-4A8E-B4B4-90FF4C61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1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CA84-1278-4014-B945-8907D882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B9D3-69CE-4E2A-81B4-8EE6F4E5D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333B9-54AE-43EA-AFCB-764D1A1C6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52469-452A-4540-A657-4EF1C86C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BA208-033D-44CB-AAA4-6B9E0671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2CDA8-547E-4063-924E-A467F520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5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8DBE-925D-40FB-B4E8-C61009D69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15913-D418-45AC-9267-375A93A9D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BE544-AFC1-4B24-8613-29E8B600A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8A23D-DDF3-4236-91DD-031F4904B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FB8ED-9975-49A1-99AC-256F56F9A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E4DBB-6CB0-4E1F-A5BB-61289FB2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8E9F0-8972-421D-A204-8C57ECF5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307FF-7844-4E02-8599-60325D9A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2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B210-00FA-4D85-B6C6-AE8B8028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E42FD-9CF8-457B-B899-AD3800CD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29013-C06A-4461-A301-106E4B93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EF434-D341-4ABD-9AA7-9F98C204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02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4DB1D-ED62-4134-957B-7EE5DC565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5E4BC-0FA5-40B8-B4C5-876EF145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5D06C-AF4B-42BB-A3CE-53FF47DF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9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69C0-5D92-4116-9272-8AFE86D5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3113A-F8C8-421F-9EE3-EB2E9F0CE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F147F-0954-42FD-B506-B94D51BCF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1F550-43A7-4804-9741-7C778F46A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F6E85-0BEE-4347-9B71-7D024097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410A2-01E5-4664-B073-DC9D1DAF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2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F028-643C-44AA-8F62-45BDF3B4E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E6AE4-AAE8-4235-A3D7-9142D1B4A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59AB1-5F53-48F4-B5B5-A555415A8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0D0EB-0579-4F96-973F-FFA93D2C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9B0BA-3909-491C-BF49-138761EA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B8F4B-01BF-4FD6-979B-9FBDBD7F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1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46AC-5880-4F5C-856D-D0493E09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2A070-FDCD-494C-B220-F1ECCF6C3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B0A52-5D28-4444-B1BA-B2CA835B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C0F0-B119-4577-829B-E4E9B93A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20FDA-0F04-4D94-8E08-0B024EDF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44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B0C9E2-FF0D-446A-8653-D103A823D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D6E58-84D3-4C8D-8351-FD18E5242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969C1-2983-4D06-A67F-62F2D2C5D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CAC66-A624-4D30-BBD6-2AA0D4E9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C359F-DE0C-4F3A-81D7-3135FED9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9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B605A-53C1-4BA0-BC5C-C36CA0FC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3BD95-693C-4125-93EB-78CA5B70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065CA-C8E0-415E-A2C6-9F771C2F5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24839-15D8-49FE-B1F1-B66C698AC55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E9869-C34A-495D-BCD1-5DAC6A868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2EA5-2512-4E58-A617-ECDE84F23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9A567-4006-4582-AEA6-CE6EDC33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4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#68B O Lord, Thou Hast Ascended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O Lord, thou hast ascended on high in might to reign;</a:t>
            </a:r>
            <a:br>
              <a:rPr lang="en-US" sz="2800" dirty="0"/>
            </a:br>
            <a:r>
              <a:rPr lang="en-US" sz="2800" dirty="0"/>
              <a:t>captivity thou </a:t>
            </a:r>
            <a:r>
              <a:rPr lang="en-US" sz="2800" dirty="0" err="1"/>
              <a:t>leadest</a:t>
            </a:r>
            <a:r>
              <a:rPr lang="en-US" sz="2800" dirty="0"/>
              <a:t> a captive in thy train.</a:t>
            </a:r>
            <a:br>
              <a:rPr lang="en-US" sz="2800" dirty="0"/>
            </a:br>
            <a:r>
              <a:rPr lang="en-US" sz="2800" dirty="0"/>
              <a:t>Rich gifts to thee are offered by men who did rebel,</a:t>
            </a:r>
            <a:br>
              <a:rPr lang="en-US" sz="2800" dirty="0"/>
            </a:br>
            <a:r>
              <a:rPr lang="en-US" sz="2800" dirty="0"/>
              <a:t>who pray that now Jehovah, their God, with them may dwell.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Blest be the Lord who daily our heavy burden bears,</a:t>
            </a:r>
            <a:br>
              <a:rPr lang="en-US" sz="2800" dirty="0"/>
            </a:br>
            <a:r>
              <a:rPr lang="en-US" sz="2800" dirty="0"/>
              <a:t>the God of our salvation, who for his people cares.</a:t>
            </a:r>
            <a:br>
              <a:rPr lang="en-US" sz="2800" dirty="0"/>
            </a:br>
            <a:r>
              <a:rPr lang="en-US" sz="2800" dirty="0"/>
              <a:t>Our God is near to help us, our God is strong to save;</a:t>
            </a:r>
            <a:br>
              <a:rPr lang="en-US" sz="2800" dirty="0"/>
            </a:br>
            <a:r>
              <a:rPr lang="en-US" sz="2800" dirty="0"/>
              <a:t>the Lord alone is able to ransom from the grave.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S</a:t>
            </a:r>
            <a:r>
              <a:rPr lang="en-US" sz="2800" dirty="0" err="1"/>
              <a:t>ing</a:t>
            </a:r>
            <a:r>
              <a:rPr lang="en-US" sz="2800" dirty="0"/>
              <a:t> unto God, ye nations, ye kingdoms of the earth;</a:t>
            </a:r>
            <a:br>
              <a:rPr lang="en-US" sz="2800" dirty="0"/>
            </a:br>
            <a:r>
              <a:rPr lang="en-US" sz="2800" dirty="0"/>
              <a:t>Sing unto God, all people, and praise his matchless worth.</a:t>
            </a:r>
            <a:br>
              <a:rPr lang="en-US" sz="2800" dirty="0"/>
            </a:br>
            <a:r>
              <a:rPr lang="en-US" sz="2800" dirty="0"/>
              <a:t>He rides in royal triumph upon the </a:t>
            </a:r>
            <a:r>
              <a:rPr lang="en-US" sz="2800" dirty="0" err="1"/>
              <a:t>heav'ns</a:t>
            </a:r>
            <a:r>
              <a:rPr lang="en-US" sz="2800" dirty="0"/>
              <a:t> abroad;</a:t>
            </a:r>
            <a:br>
              <a:rPr lang="en-US" sz="2800" dirty="0"/>
            </a:br>
            <a:r>
              <a:rPr lang="en-US" sz="2800" dirty="0"/>
              <a:t>he speaks, the mountains tremble before the voice of God.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59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All glory, might, and honor ascribe to God on high;</a:t>
            </a:r>
            <a:br>
              <a:rPr lang="en-US" sz="2800" dirty="0"/>
            </a:br>
            <a:r>
              <a:rPr lang="en-US" sz="2800" dirty="0"/>
              <a:t>his arm protects his people who on his </a:t>
            </a:r>
            <a:r>
              <a:rPr lang="en-US" sz="2800" dirty="0" err="1"/>
              <a:t>pow'r</a:t>
            </a:r>
            <a:r>
              <a:rPr lang="en-US" sz="2800" dirty="0"/>
              <a:t> rely.</a:t>
            </a:r>
            <a:br>
              <a:rPr lang="en-US" sz="2800" dirty="0"/>
            </a:br>
            <a:r>
              <a:rPr lang="en-US" sz="2800" dirty="0"/>
              <a:t>Forth from thy holy dwelling thine awful glories shine;</a:t>
            </a:r>
            <a:br>
              <a:rPr lang="en-US" sz="2800" dirty="0"/>
            </a:br>
            <a:r>
              <a:rPr lang="en-US" sz="2800" dirty="0"/>
              <a:t>thou </a:t>
            </a:r>
            <a:r>
              <a:rPr lang="en-US" sz="2800" dirty="0" err="1"/>
              <a:t>strengthenest</a:t>
            </a:r>
            <a:r>
              <a:rPr lang="en-US" sz="2800" dirty="0"/>
              <a:t> thy people; unending praise be thine.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9167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#68B O Lord, Thou Hast Ascended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#68B O Lord, Thou Hast Ascended</dc:title>
  <dc:creator>Eric Hoogendoorn</dc:creator>
  <cp:lastModifiedBy>Neil Tuininga</cp:lastModifiedBy>
  <cp:revision>2</cp:revision>
  <dcterms:created xsi:type="dcterms:W3CDTF">2020-06-13T02:28:05Z</dcterms:created>
  <dcterms:modified xsi:type="dcterms:W3CDTF">2022-06-17T16:42:53Z</dcterms:modified>
</cp:coreProperties>
</file>