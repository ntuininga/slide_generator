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B5E8E-5798-4878-9F2A-ABE206E4C224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AC6EE-1B2B-40B0-B249-DE2C8741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33CD-6A3B-DEDD-B6FB-AE6554EA0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338AF-023E-E002-C858-5284B95F1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59785-E2D7-DB4B-2A32-F3E972520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044D1-77BB-426B-85C9-43E2676DC4A0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E368A-F8D8-6306-5DFD-ED3A96A1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281D6-0256-6AB3-A43F-FC45C2D82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8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723A-65AA-68CC-3EFF-83679076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0CF23-AF9F-8ADF-C41C-0F1A651A6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DC09-D91F-DADA-5CA4-92C098742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10AB-A226-4EA5-B57B-68DE4C0F771C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22457-C137-F13E-5275-DEEB4291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7BD69-A260-8BC0-7552-D82044F4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2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D5EF-AA89-F898-198C-525B96D2E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DBA02-7349-BE31-9520-400E0F834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98B10-A154-BD68-1493-1EB7D2900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322D8-49A0-4AAC-80B3-E8419287F599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4E8B1-6A38-B861-6B33-F35368FF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5D92B-7586-60D9-FC09-3544DF39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1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E384B-6AD5-074D-0A01-C4DF0A0D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8DCFB-C615-7B90-343A-80AF12B9ED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6CC2B-97E1-3D2F-F3B4-D65E2D262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389E4-67FD-F215-E42D-75E18248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96D4-6462-4279-A885-4816D6235AF4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44A3E-21A0-3FFB-E2A8-7F75F189B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778B5-F425-498B-75C9-658A8CE81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30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B1D-7EF0-38FD-6028-E70FF6F1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BAD05-69A1-67D6-704A-C740A382D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6024F-DFCC-6D20-28CD-D1FED8929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3A13D-A36F-4936-9864-9B6146D4B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F30E23-C2BE-0B39-0537-9B1EB521A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DFA73C-D282-1DD0-7A6E-92A5A08F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4415-C03D-4E72-A56F-FD1A8F5B7790}" type="datetime1">
              <a:rPr lang="en-US" smtClean="0"/>
              <a:t>5/4/2024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325E61-349F-6981-50B4-59ECEA79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2C0F9-0B2B-47FC-9AEF-C482BCDB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60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7692-F8DC-D5EA-C82B-2F8A4768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29745-5DCC-5568-072D-7F9444183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A91E8-BE5C-44C6-9779-CE642BF741DC}" type="datetime1">
              <a:rPr lang="en-US" smtClean="0"/>
              <a:t>5/4/2024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BC07C-A820-CAC7-ED0C-9D23BCF1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B299F-1934-E928-90EE-F6347FAE8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CFE8E-E080-37D1-1BC9-515E61766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9F25-AADA-4E75-93C0-5A966E5EC095}" type="datetime1">
              <a:rPr lang="en-US" smtClean="0"/>
              <a:t>5/4/2024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60DB0-8FAB-E1B7-1A29-D425EB5F2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158EB-242A-686C-D939-912691F2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9B72-74F0-A166-85DC-478E1569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BB74-1E67-F132-B9E0-D126B2047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3A487-D4A5-EC05-7299-194B29FF7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ADA0A-219F-FA9B-3D88-8FC38013B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DDFB-7C97-4980-A021-951F695FBD47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19253-4ECA-D2EF-320B-A2919B81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1C02C-F488-729A-D658-ACC44D2A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7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6AFB-973B-8722-4527-EF22BED8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3DC661-041D-9BA2-A93A-28E73EB0B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E5D9B-C6C8-2EAD-81AB-1E7B95199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3F090-82E9-BB05-B7AF-8BA871BF0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5902-829C-4CD3-A7AF-265B78F3C44B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C37AE-AAA4-9DCF-EC84-B5C8FE9A1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10C6A-AF8F-8B45-4560-FBA0D40E1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0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FD900-389B-FAE6-442E-484FE5D7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75162-504B-B681-ACC5-B6F298FBD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600BD-1362-3096-B1CE-266E5F918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5DC4-2AFD-4D84-872E-FDCC8C2F9A04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E8663-05BE-0DCF-CEFC-4716A71D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F1B74-FEC9-4878-7985-C5F9F951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33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E1D8E8-B4FC-C672-D76F-6F1B23621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FBA3D-2652-880C-570B-8990036A9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439C4-A256-F3A0-BFF5-F72ADB02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7D2A-2E18-4AD2-B9DB-846CD84D18AB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822CA-E902-4143-CC1F-728FA439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DECF6-D9C9-78CB-F0FA-517664E69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74442E-54BA-0ED4-D9E1-BC406DE6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7F447-B98F-0C29-D879-E437416C9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4A33-F199-2D56-EE0E-AF3E9C921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BB720-AD13-487F-8FA2-3079D17141A4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68A8D-D0D4-85F6-B6A4-41B9BD07B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0CB75-A684-518C-4CBA-3543BA96C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39C32-D825-4291-9E4E-3227F1AA5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0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E364-B5AE-0F16-A72A-9E2AE3BA2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/>
          <a:p>
            <a:r>
              <a:rPr lang="en-US" dirty="0"/>
              <a:t>#46C God is Our Refuge and Our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4272-C54D-613E-AF9A-8CBC748DD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God is our refuge and our strength,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 helper ever near us.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will not fear though earth be moved,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God is nigh to cheer us.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Although the mountains quake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earth's foundations shake,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though angry billows roar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break against the shore,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our mighty God will hear us.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D3194-7120-61BB-036D-3CBA5711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3684742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FA091-4D92-D7D7-0B45-78F2E57BA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God's city is forever blest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living water welling;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since God is there, she stands unmoved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'mid tumults round her swelling.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God speaks and all is peace,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from war the nations cease;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Lord of hosts is nigh.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Our father's God Most High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is our eternal dwelling.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5040E-CBFF-E524-C74F-17074764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567313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F99DF-A6EB-A972-3576-46FDE20AD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Behold what God has done on earth;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wrath brings desolation.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grace, commanding wars to cease,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brings peace in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nation.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Be still, for he is Lord,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by all the earth adored;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Lord of hosts is nigh.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Our father's God Most High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is our strong habitation.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B795F-9DA7-EFE1-E606-EB239544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4113247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217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#46C God is Our Refuge and Our Strength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#46 God is Our Refuge and Our Strength</dc:title>
  <dc:creator>Neil Tuininga</dc:creator>
  <cp:lastModifiedBy>Neil Tuininga</cp:lastModifiedBy>
  <cp:revision>3</cp:revision>
  <dcterms:created xsi:type="dcterms:W3CDTF">2022-08-12T17:53:28Z</dcterms:created>
  <dcterms:modified xsi:type="dcterms:W3CDTF">2024-05-05T03:50:18Z</dcterms:modified>
</cp:coreProperties>
</file>