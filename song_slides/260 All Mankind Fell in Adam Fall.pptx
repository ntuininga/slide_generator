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8"/>
  </p:notesMasterIdLst>
  <p:sldIdLst>
    <p:sldId id="257" r:id="rId2"/>
    <p:sldId id="258" r:id="rId3"/>
    <p:sldId id="259" r:id="rId4"/>
    <p:sldId id="260" r:id="rId5"/>
    <p:sldId id="261" r:id="rId6"/>
    <p:sldId id="262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111" d="100"/>
          <a:sy n="111" d="100"/>
        </p:scale>
        <p:origin x="59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8CACDEF-8FB1-43BA-A0F0-5E506289F6BC}" type="datetimeFigureOut">
              <a:rPr lang="en-US" smtClean="0"/>
              <a:t>2/10/2023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08AAFF6-F9A7-4271-954F-558A640AA7E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054558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78821B-54E8-5F93-83BE-6EF872AB24E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53EE489-60AC-5C1F-941E-0B4F94BF64C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21243D9-6BF0-8817-5721-BAB5549914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F2300E-FACE-4779-83BE-AF3B90B5B973}" type="datetime1">
              <a:rPr lang="en-US" smtClean="0"/>
              <a:t>2/10/2023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08B7260-2917-8EB3-171A-346112D92E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A5455F7-A39D-10D2-BE28-90C40FAA02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2DA042-F8D8-4B46-9A90-E8214D40653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04139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5A8617-6B7F-970A-BA83-5C7BECBF3F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90DA8BA-6E4C-7125-E8AF-A857F43BC51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1D6D7A3-0B4B-F289-53AE-051A4483CD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2499E8-C7C3-4C45-997F-15C4700D8A2A}" type="datetime1">
              <a:rPr lang="en-US" smtClean="0"/>
              <a:t>2/10/2023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3A1229E-721E-BBFB-7797-7AEAA57F20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DB2A543-B9DB-E6AA-FE77-A4CAF07A78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2DA042-F8D8-4B46-9A90-E8214D40653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346438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103BFD-AC07-5882-797B-8396184E84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524EBBA-0F6A-67CF-3D85-0BEA673FB3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EC63E33-7643-68F3-10CF-309402D107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10453C-6301-4599-BA25-E01929F8022E}" type="datetime1">
              <a:rPr lang="en-US" smtClean="0"/>
              <a:t>2/10/2023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46246F2-A9C7-7312-ED52-0ED01F2262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476B1C0-DFC2-8856-7952-12B7B1A887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2DA042-F8D8-4B46-9A90-E8214D40653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660636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40DF47-048D-7C88-66EB-60A2E2C935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61FD96-2298-58A0-508A-4472AB25444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7FD700C-051C-0BAD-3660-6D193ECE36C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EEE3BBC-0328-0420-45BA-C7F8527A8C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7189C0-9DFD-4ADD-9FF2-FDED61BA349C}" type="datetime1">
              <a:rPr lang="en-US" smtClean="0"/>
              <a:t>2/10/2023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6D96400-5EDC-30FD-88FC-D1BF646225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A188B80-D50F-82BC-8EDD-A4D92E67AD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2DA042-F8D8-4B46-9A90-E8214D40653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925914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867F07-B079-A7E4-FC24-54BF98EA35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66FFE1A-8775-A88D-6B16-B298780D432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4A24531-1C0E-A456-1A09-793F34A33C4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8C5AE4E-862D-08A8-F81F-064DAEF23E4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2584613-A920-AB86-26EE-EA58AD65190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3C5036B-304B-31BF-2B4A-9D65FAF76E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03735E-B8CD-40F0-A361-91C3E0CE9D26}" type="datetime1">
              <a:rPr lang="en-US" smtClean="0"/>
              <a:t>2/10/2023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0786953-8438-67F2-23A2-585A12A0C8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B79A6C7-D230-26B9-4698-70136BFBC0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2DA042-F8D8-4B46-9A90-E8214D40653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174633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9C3CBE-135B-BF68-6195-BC44D44239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5FE76E9-87FA-7D54-6874-B53A762846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03D44C-17D6-437A-A200-4CD9AF8B19E8}" type="datetime1">
              <a:rPr lang="en-US" smtClean="0"/>
              <a:t>2/10/2023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E0BCB51-7AC3-CD88-9DD8-CC894345F1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593FD9C-0962-C8DD-3F07-6924BE1B90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2DA042-F8D8-4B46-9A90-E8214D40653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676044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5EE4D2E-18B1-6C12-369B-FC363B5B46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02D5F0-13BC-4D07-AA38-208B37E410C9}" type="datetime1">
              <a:rPr lang="en-US" smtClean="0"/>
              <a:t>2/10/2023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1DB780B-B6A1-28CC-14B5-A2B6A9D39D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E2D51D3-D613-12A7-7B3E-857DA2D32E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2DA042-F8D8-4B46-9A90-E8214D40653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79310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B7890C-00AB-9914-D049-680E595C87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F13198-A6F6-60C9-091E-8B24C742D30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3F73834-B58B-FDB8-2C2D-876B3608724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BD036FD-B8C3-CF48-7FCB-CFF50AC793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B14D56-9C5E-4925-9821-923B87A1E070}" type="datetime1">
              <a:rPr lang="en-US" smtClean="0"/>
              <a:t>2/10/2023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9D3CFC8-E6A3-6BCD-BEBC-A90EB1D497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5EB02E5-996D-A44B-F7EC-A6CE15283E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2DA042-F8D8-4B46-9A90-E8214D40653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461072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96F113-33AF-2B8E-DBD3-1FC29C3A2B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7A44BBB-B02A-2FF5-49A7-F339D3FBB88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39B9BA1-4631-BC98-80FF-30156B908BB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49EAF1A-67D3-2D33-37E3-A005544553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6D8791-C773-4697-8FB7-8AE3362ADC75}" type="datetime1">
              <a:rPr lang="en-US" smtClean="0"/>
              <a:t>2/10/2023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4EAA97A-8B1F-106A-D20B-2BDE528F28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4F1C393-F3F7-4EA0-4A4D-F1D8210151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2DA042-F8D8-4B46-9A90-E8214D40653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374470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695DAC-A26A-0DB1-F2E3-491D8B5B8A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E63A219-9F06-55E7-E7AF-6815129CB2F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C13C8CD-5E19-0CD5-6E5C-71B5215F84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7EAEB8-5BC7-4473-9640-A14A125F3D06}" type="datetime1">
              <a:rPr lang="en-US" smtClean="0"/>
              <a:t>2/10/2023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0719CFE-951B-8003-0588-6661B53FE5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F6B149A-A971-BFB3-1D3C-A38CDF268C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2DA042-F8D8-4B46-9A90-E8214D40653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738764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948318E-36AE-6894-2F30-D25DEE5169F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494FDFB-DA90-932B-63BF-9F684EFDC17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199E9BA-43F0-1C9D-A0D3-712B209B0F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E30AAA-C156-4BCE-A710-1E65E57AFC54}" type="datetime1">
              <a:rPr lang="en-US" smtClean="0"/>
              <a:t>2/10/2023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7DBC730-117B-CA7D-B5FB-CC4F5C4CCF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1879204-5DE8-6487-A27A-F736225C5D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2DA042-F8D8-4B46-9A90-E8214D40653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977456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CF99EAB-6D14-4AD7-1F5A-0F0E5DA3AB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EE51665-1066-783B-546F-A29D63A7EF0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B65E3F2-62F3-E31A-EFA6-0DA1324FAF5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8F7D98B-95AC-4873-9941-702202539406}" type="datetime1">
              <a:rPr lang="en-US" smtClean="0"/>
              <a:t>2/10/2023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3ADCFCB-A06B-F13D-A917-46DA12E329F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Copyright Trinity Psalter Hymnal, 2018, used by permission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5241A25-3437-7467-809D-2DA2A439177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22DA042-F8D8-4B46-9A90-E8214D40653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05747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10EA99-5D88-C921-022B-C52AF3E146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i="1" dirty="0"/>
              <a:t>#260 All Mankind Fell in Adam’s Fall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51F9D99-DEC1-6704-294C-B02A7B018AE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en-US" b="0" i="1" dirty="0">
                <a:solidFill>
                  <a:srgbClr val="222222"/>
                </a:solidFill>
                <a:effectLst/>
              </a:rPr>
              <a:t>1</a:t>
            </a:r>
            <a:r>
              <a:rPr lang="en-US" b="0" i="0" dirty="0">
                <a:solidFill>
                  <a:srgbClr val="222222"/>
                </a:solidFill>
                <a:effectLst/>
              </a:rPr>
              <a:t> All mankind fell in Adam's fall,</a:t>
            </a:r>
            <a:br>
              <a:rPr lang="en-US" dirty="0"/>
            </a:br>
            <a:r>
              <a:rPr lang="en-US" b="0" i="0" dirty="0">
                <a:solidFill>
                  <a:srgbClr val="222222"/>
                </a:solidFill>
                <a:effectLst/>
              </a:rPr>
              <a:t>one common sin infects them all;</a:t>
            </a:r>
            <a:br>
              <a:rPr lang="en-US" dirty="0"/>
            </a:br>
            <a:r>
              <a:rPr lang="en-US" b="0" i="0" dirty="0">
                <a:solidFill>
                  <a:srgbClr val="222222"/>
                </a:solidFill>
                <a:effectLst/>
              </a:rPr>
              <a:t>from sire to son the bane descends,</a:t>
            </a:r>
            <a:br>
              <a:rPr lang="en-US" dirty="0"/>
            </a:br>
            <a:r>
              <a:rPr lang="en-US" b="0" i="0" dirty="0">
                <a:solidFill>
                  <a:srgbClr val="222222"/>
                </a:solidFill>
                <a:effectLst/>
              </a:rPr>
              <a:t>and over all its curse impends.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B1B8808-B2CA-7041-660B-F04D2C6157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</a:p>
        </p:txBody>
      </p:sp>
    </p:spTree>
    <p:extLst>
      <p:ext uri="{BB962C8B-B14F-4D97-AF65-F5344CB8AC3E}">
        <p14:creationId xmlns:p14="http://schemas.microsoft.com/office/powerpoint/2010/main" val="315305913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51D308F-43C9-53FD-E072-9CE2C7919A6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en-US" b="0" i="1" dirty="0">
                <a:solidFill>
                  <a:srgbClr val="222222"/>
                </a:solidFill>
                <a:effectLst/>
              </a:rPr>
              <a:t>2 </a:t>
            </a:r>
            <a:r>
              <a:rPr lang="en-US" b="0" dirty="0">
                <a:solidFill>
                  <a:srgbClr val="222222"/>
                </a:solidFill>
                <a:effectLst/>
              </a:rPr>
              <a:t>Through all man's </a:t>
            </a:r>
            <a:r>
              <a:rPr lang="en-US" b="0" dirty="0" err="1">
                <a:solidFill>
                  <a:srgbClr val="222222"/>
                </a:solidFill>
                <a:effectLst/>
              </a:rPr>
              <a:t>pow'rs</a:t>
            </a:r>
            <a:r>
              <a:rPr lang="en-US" b="0" dirty="0">
                <a:solidFill>
                  <a:srgbClr val="222222"/>
                </a:solidFill>
                <a:effectLst/>
              </a:rPr>
              <a:t> corruption creeps</a:t>
            </a:r>
            <a:br>
              <a:rPr lang="en-US" dirty="0"/>
            </a:br>
            <a:r>
              <a:rPr lang="en-US" b="0" dirty="0">
                <a:solidFill>
                  <a:srgbClr val="222222"/>
                </a:solidFill>
                <a:effectLst/>
              </a:rPr>
              <a:t>and him in dreadful bondage keeps;</a:t>
            </a:r>
            <a:br>
              <a:rPr lang="en-US" dirty="0"/>
            </a:br>
            <a:r>
              <a:rPr lang="en-US" b="0" dirty="0">
                <a:solidFill>
                  <a:srgbClr val="222222"/>
                </a:solidFill>
                <a:effectLst/>
              </a:rPr>
              <a:t>in guilt he draws his infant breath</a:t>
            </a:r>
            <a:br>
              <a:rPr lang="en-US" dirty="0"/>
            </a:br>
            <a:r>
              <a:rPr lang="en-US" b="0" dirty="0">
                <a:solidFill>
                  <a:srgbClr val="222222"/>
                </a:solidFill>
                <a:effectLst/>
              </a:rPr>
              <a:t>and reaps its fruits of woe and death.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C206DBE-4E39-052D-95F5-CBF418023B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</a:p>
        </p:txBody>
      </p:sp>
    </p:spTree>
    <p:extLst>
      <p:ext uri="{BB962C8B-B14F-4D97-AF65-F5344CB8AC3E}">
        <p14:creationId xmlns:p14="http://schemas.microsoft.com/office/powerpoint/2010/main" val="301261279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1CA2A3-3C0C-D01F-BD43-897F89D9F27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en-US" b="0" i="1" dirty="0">
                <a:solidFill>
                  <a:srgbClr val="222222"/>
                </a:solidFill>
                <a:effectLst/>
              </a:rPr>
              <a:t>3</a:t>
            </a:r>
            <a:r>
              <a:rPr lang="en-US" b="0" i="0" dirty="0">
                <a:solidFill>
                  <a:srgbClr val="222222"/>
                </a:solidFill>
                <a:effectLst/>
              </a:rPr>
              <a:t> From hearts depraved, to evil prone,</a:t>
            </a:r>
            <a:br>
              <a:rPr lang="en-US" dirty="0"/>
            </a:br>
            <a:r>
              <a:rPr lang="en-US" b="0" i="0" dirty="0">
                <a:solidFill>
                  <a:srgbClr val="222222"/>
                </a:solidFill>
                <a:effectLst/>
              </a:rPr>
              <a:t>flow thoughts and deeds of sin alone;</a:t>
            </a:r>
            <a:br>
              <a:rPr lang="en-US" dirty="0"/>
            </a:br>
            <a:r>
              <a:rPr lang="en-US" b="0" i="0" dirty="0">
                <a:solidFill>
                  <a:srgbClr val="222222"/>
                </a:solidFill>
                <a:effectLst/>
              </a:rPr>
              <a:t>God's image lost, the darkened soul</a:t>
            </a:r>
            <a:br>
              <a:rPr lang="en-US" dirty="0"/>
            </a:br>
            <a:r>
              <a:rPr lang="en-US" b="0" i="0" dirty="0">
                <a:solidFill>
                  <a:srgbClr val="222222"/>
                </a:solidFill>
                <a:effectLst/>
              </a:rPr>
              <a:t>nor seeks nor finds its </a:t>
            </a:r>
            <a:r>
              <a:rPr lang="en-US" b="0" i="0" dirty="0" err="1">
                <a:solidFill>
                  <a:srgbClr val="222222"/>
                </a:solidFill>
                <a:effectLst/>
              </a:rPr>
              <a:t>heav'nly</a:t>
            </a:r>
            <a:r>
              <a:rPr lang="en-US" b="0" i="0" dirty="0">
                <a:solidFill>
                  <a:srgbClr val="222222"/>
                </a:solidFill>
                <a:effectLst/>
              </a:rPr>
              <a:t> goal.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DD6AEE8-D21C-DAB2-E4F5-12F0167866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</a:p>
        </p:txBody>
      </p:sp>
    </p:spTree>
    <p:extLst>
      <p:ext uri="{BB962C8B-B14F-4D97-AF65-F5344CB8AC3E}">
        <p14:creationId xmlns:p14="http://schemas.microsoft.com/office/powerpoint/2010/main" val="138823836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57FB59F-F97D-CF03-F53C-2364D670BD6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en-US" b="0" i="1" dirty="0">
                <a:solidFill>
                  <a:srgbClr val="222222"/>
                </a:solidFill>
                <a:effectLst/>
              </a:rPr>
              <a:t>4</a:t>
            </a:r>
            <a:r>
              <a:rPr lang="en-US" b="0" i="0" dirty="0">
                <a:solidFill>
                  <a:srgbClr val="222222"/>
                </a:solidFill>
                <a:effectLst/>
              </a:rPr>
              <a:t> But Christ, the second Adam, came</a:t>
            </a:r>
            <a:br>
              <a:rPr lang="en-US" dirty="0"/>
            </a:br>
            <a:r>
              <a:rPr lang="en-US" b="0" i="0" dirty="0">
                <a:solidFill>
                  <a:srgbClr val="222222"/>
                </a:solidFill>
                <a:effectLst/>
              </a:rPr>
              <a:t>to bear our sin and woe and shame,</a:t>
            </a:r>
            <a:br>
              <a:rPr lang="en-US" dirty="0"/>
            </a:br>
            <a:r>
              <a:rPr lang="en-US" b="0" i="0" dirty="0">
                <a:solidFill>
                  <a:srgbClr val="222222"/>
                </a:solidFill>
                <a:effectLst/>
              </a:rPr>
              <a:t>to be our Life, our Light, our Way,</a:t>
            </a:r>
            <a:br>
              <a:rPr lang="en-US" dirty="0"/>
            </a:br>
            <a:r>
              <a:rPr lang="en-US" b="0" i="0" dirty="0">
                <a:solidFill>
                  <a:srgbClr val="222222"/>
                </a:solidFill>
                <a:effectLst/>
              </a:rPr>
              <a:t>our only Hope, our only Stay.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56D93DF-4A49-8803-99D7-8C1975D2D0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</a:p>
        </p:txBody>
      </p:sp>
    </p:spTree>
    <p:extLst>
      <p:ext uri="{BB962C8B-B14F-4D97-AF65-F5344CB8AC3E}">
        <p14:creationId xmlns:p14="http://schemas.microsoft.com/office/powerpoint/2010/main" val="207121980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092C67A-F5CB-8AE5-80CA-B9DC7C05CD9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en-US" b="0" i="1" dirty="0">
                <a:solidFill>
                  <a:srgbClr val="222222"/>
                </a:solidFill>
                <a:effectLst/>
              </a:rPr>
              <a:t>5</a:t>
            </a:r>
            <a:r>
              <a:rPr lang="en-US" b="0" dirty="0">
                <a:solidFill>
                  <a:srgbClr val="222222"/>
                </a:solidFill>
                <a:effectLst/>
              </a:rPr>
              <a:t> As by one man all mankind fell</a:t>
            </a:r>
            <a:br>
              <a:rPr lang="en-US" dirty="0"/>
            </a:br>
            <a:r>
              <a:rPr lang="en-US" b="0" dirty="0">
                <a:solidFill>
                  <a:srgbClr val="222222"/>
                </a:solidFill>
                <a:effectLst/>
              </a:rPr>
              <a:t>and, born in sin, was doomed to hell,</a:t>
            </a:r>
            <a:br>
              <a:rPr lang="en-US" dirty="0"/>
            </a:br>
            <a:r>
              <a:rPr lang="en-US" b="0" dirty="0">
                <a:solidFill>
                  <a:srgbClr val="222222"/>
                </a:solidFill>
                <a:effectLst/>
              </a:rPr>
              <a:t>so by one Man, who took our place,</a:t>
            </a:r>
            <a:br>
              <a:rPr lang="en-US" dirty="0"/>
            </a:br>
            <a:r>
              <a:rPr lang="en-US" b="0" dirty="0">
                <a:solidFill>
                  <a:srgbClr val="222222"/>
                </a:solidFill>
                <a:effectLst/>
              </a:rPr>
              <a:t>we all received the gift of grace.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AD9EF98-36B7-457D-6DD8-49F912F4BD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</a:p>
        </p:txBody>
      </p:sp>
    </p:spTree>
    <p:extLst>
      <p:ext uri="{BB962C8B-B14F-4D97-AF65-F5344CB8AC3E}">
        <p14:creationId xmlns:p14="http://schemas.microsoft.com/office/powerpoint/2010/main" val="85883129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8073D8-6EAB-A298-0335-668CD4B63A8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en-US" b="0" i="1" dirty="0">
                <a:solidFill>
                  <a:srgbClr val="222222"/>
                </a:solidFill>
                <a:effectLst/>
              </a:rPr>
              <a:t>6 </a:t>
            </a:r>
            <a:r>
              <a:rPr lang="en-US" b="0" i="0" dirty="0">
                <a:solidFill>
                  <a:srgbClr val="222222"/>
                </a:solidFill>
                <a:effectLst/>
              </a:rPr>
              <a:t>We thank thee, Christ; new life is ours,</a:t>
            </a:r>
            <a:br>
              <a:rPr lang="en-US" dirty="0"/>
            </a:br>
            <a:r>
              <a:rPr lang="en-US" b="0" i="0" dirty="0">
                <a:solidFill>
                  <a:srgbClr val="222222"/>
                </a:solidFill>
                <a:effectLst/>
              </a:rPr>
              <a:t>new light, new hope, new strength, new </a:t>
            </a:r>
            <a:r>
              <a:rPr lang="en-US" b="0" i="0" dirty="0" err="1">
                <a:solidFill>
                  <a:srgbClr val="222222"/>
                </a:solidFill>
                <a:effectLst/>
              </a:rPr>
              <a:t>pow'rs</a:t>
            </a:r>
            <a:r>
              <a:rPr lang="en-US" b="0" i="0" dirty="0">
                <a:solidFill>
                  <a:srgbClr val="222222"/>
                </a:solidFill>
                <a:effectLst/>
              </a:rPr>
              <a:t>:</a:t>
            </a:r>
            <a:br>
              <a:rPr lang="en-US" dirty="0"/>
            </a:br>
            <a:r>
              <a:rPr lang="en-US" b="0" i="0" dirty="0">
                <a:solidFill>
                  <a:srgbClr val="222222"/>
                </a:solidFill>
                <a:effectLst/>
              </a:rPr>
              <a:t>may grace our </a:t>
            </a:r>
            <a:r>
              <a:rPr lang="en-US" b="0" i="0" dirty="0" err="1">
                <a:solidFill>
                  <a:srgbClr val="222222"/>
                </a:solidFill>
                <a:effectLst/>
              </a:rPr>
              <a:t>ev'ry</a:t>
            </a:r>
            <a:r>
              <a:rPr lang="en-US" b="0" i="0" dirty="0">
                <a:solidFill>
                  <a:srgbClr val="222222"/>
                </a:solidFill>
                <a:effectLst/>
              </a:rPr>
              <a:t> way attend</a:t>
            </a:r>
            <a:br>
              <a:rPr lang="en-US" dirty="0"/>
            </a:br>
            <a:r>
              <a:rPr lang="en-US" b="0" i="0" dirty="0">
                <a:solidFill>
                  <a:srgbClr val="222222"/>
                </a:solidFill>
                <a:effectLst/>
              </a:rPr>
              <a:t>until we reach our journey's end!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1B75BBD-7E92-7DD3-36B2-EAE198C574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</a:p>
        </p:txBody>
      </p:sp>
    </p:spTree>
    <p:extLst>
      <p:ext uri="{BB962C8B-B14F-4D97-AF65-F5344CB8AC3E}">
        <p14:creationId xmlns:p14="http://schemas.microsoft.com/office/powerpoint/2010/main" val="336810587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289</Words>
  <Application>Microsoft Office PowerPoint</Application>
  <PresentationFormat>Widescreen</PresentationFormat>
  <Paragraphs>13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Arial</vt:lpstr>
      <vt:lpstr>Calibri</vt:lpstr>
      <vt:lpstr>Calibri Light</vt:lpstr>
      <vt:lpstr>Office Theme</vt:lpstr>
      <vt:lpstr>#260 All Mankind Fell in Adam’s Fall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#260 All Mankind Fell in Adam’s Fall</dc:title>
  <dc:creator>Neil</dc:creator>
  <cp:lastModifiedBy>Neil</cp:lastModifiedBy>
  <cp:revision>1</cp:revision>
  <dcterms:created xsi:type="dcterms:W3CDTF">2023-02-10T18:06:17Z</dcterms:created>
  <dcterms:modified xsi:type="dcterms:W3CDTF">2023-02-10T18:11:17Z</dcterms:modified>
</cp:coreProperties>
</file>