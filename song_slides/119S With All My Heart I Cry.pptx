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363" r:id="rId3"/>
    <p:sldId id="471" r:id="rId4"/>
    <p:sldId id="51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5336600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0952061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55972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422990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826669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153146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014616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9556204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230666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262172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9442048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37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753503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all my heart I cry; O LORD, please answer!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your decrees and statutes I will keep.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call to you; O save me and deliver,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all your statutes I may surely heed.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#119S With All My Heart I Cry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 rise and cry before the dawn of daylight,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 have set my hope upon your word.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eyes awake before the watch of midnight,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 may think upon your promise, LORD.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2521059"/>
            <a:ext cx="9563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LORD, hear my voice according to your mercy,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your justice give me life anew.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foes draw near with evil plans to hurt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from your law they all are far removed.</a:t>
            </a: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4FEDC7-58FD-4E2D-B972-435033A8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84FFF-3B79-4EC9-AF08-106A57CD6FFD}"/>
              </a:ext>
            </a:extLst>
          </p:cNvPr>
          <p:cNvSpPr txBox="1"/>
          <p:nvPr/>
        </p:nvSpPr>
        <p:spPr>
          <a:xfrm>
            <a:off x="1681162" y="2521059"/>
            <a:ext cx="8829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But you, O LORD my God, are always near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your commands are true and ever sure.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Long have I known from all your holy statutes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you have founded them forevermore.</a:t>
            </a:r>
          </a:p>
        </p:txBody>
      </p:sp>
    </p:spTree>
    <p:extLst>
      <p:ext uri="{BB962C8B-B14F-4D97-AF65-F5344CB8AC3E}">
        <p14:creationId xmlns:p14="http://schemas.microsoft.com/office/powerpoint/2010/main" val="23422405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2022-01-21T23:56:09Z</dcterms:created>
  <dcterms:modified xsi:type="dcterms:W3CDTF">2022-01-21T23:56:47Z</dcterms:modified>
</cp:coreProperties>
</file>