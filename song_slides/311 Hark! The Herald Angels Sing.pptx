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1" r:id="rId2"/>
    <p:sldId id="362" r:id="rId3"/>
    <p:sldId id="29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BE53B-60B4-45F7-A205-B9F5B1C4A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C40D0D-7E0F-42FE-8444-1D5BC065F6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9C557-6D4C-4770-848E-67FFE1E52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9F937-53DC-4125-B2FF-8DD1443B821C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ED498-9A81-47FB-97B8-57DE8A1E4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12542-06B2-48F8-BEBE-8E90B38F6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7904-FB47-4503-93D7-4BAC151D6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095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753DA-F97B-4495-B86B-B5A2F7AD2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ACEA4-38CC-4A7F-A34D-FF9993004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C5AB4-F2EF-4B80-8B6F-8FD4879BD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9F937-53DC-4125-B2FF-8DD1443B821C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3AE73-2CE5-4DA6-96C3-BCA075128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2361E-8AC9-4716-9942-B1E043F42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7904-FB47-4503-93D7-4BAC151D6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07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37A1C-1029-453E-8E9C-897E3A43E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3A49C-EDBC-4628-A544-9B1E41B24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C9FDA-864A-4F74-9C16-D63A5C324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9F937-53DC-4125-B2FF-8DD1443B821C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0383-D4F5-404F-B8EB-02A95E167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F89AE-C759-446C-8C0C-8509E05F8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7904-FB47-4503-93D7-4BAC151D6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834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45A80-D3F9-469E-B3BF-4251650D2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6E155-23D3-4E33-B9CD-CDCFDD851E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6EE7EE-E617-4514-8D99-52FBBD7969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7DD881-453C-46FE-A386-B7FF4FEFA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9F937-53DC-4125-B2FF-8DD1443B821C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860B4-8F6D-4865-AFEF-286900483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4E7FD-5832-4582-B3D2-B0F6F674C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7904-FB47-4503-93D7-4BAC151D6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963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4D06D-197F-41E4-B446-935766771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3C3B0-2D6C-416C-A6DA-F1D3B855C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D7F2A9-13AC-42EC-849F-FC3319140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6A4E36-105E-4BA0-817E-8E30C17ABC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D78A95-BF59-493D-B1A0-BB1597EB81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979BF6-151C-42D0-9051-A590F8B52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9F937-53DC-4125-B2FF-8DD1443B821C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749CB8-5FE3-4C83-953E-DE4DCFA8C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219A5E-569D-4D88-BE4A-FB7E53EC8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7904-FB47-4503-93D7-4BAC151D6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196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15B47-D232-4607-9A48-C16592D8C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AC2DB5-36F8-4C66-8CE4-1D3F93E0A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9F937-53DC-4125-B2FF-8DD1443B821C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026136-11D4-4203-B79B-48DB092C9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D82671-B43F-442C-816E-A809CCE69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7904-FB47-4503-93D7-4BAC151D6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105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926A37-975B-4598-BD81-D0F32ED8C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9F937-53DC-4125-B2FF-8DD1443B821C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190B5B-6393-4787-8FA7-AE1931F64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DAE46-47F0-4346-BE02-791ABCC25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7904-FB47-4503-93D7-4BAC151D6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464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5715-7720-4458-B41F-F303621CF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D438E-E70A-4506-995E-F383F0CA7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E36B51-3D24-4ED9-9B7A-CC8246102C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65A9EE-853F-4586-80C3-B896DB2EB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9F937-53DC-4125-B2FF-8DD1443B821C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CAC71-EE93-4039-9479-2D81F4F49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102E1-5171-4B07-A365-BFD9C8C29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7904-FB47-4503-93D7-4BAC151D6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737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3596B-62E8-4BF1-950E-FF6936C38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24E6FD-0C13-4941-80F6-D2DB4CE2FE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50D018-890F-427B-A28A-F6E55CD3C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152EA-4571-4489-88D5-A4902E7BB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9F937-53DC-4125-B2FF-8DD1443B821C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2A6F7-5B83-4626-9FD6-72737E8D4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487DC-46A4-4DD1-B01F-DE491B3DF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7904-FB47-4503-93D7-4BAC151D6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425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1C7D5-A932-4478-BE86-5B17212D5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B4FCF-AC03-4E52-AC87-DBC1B06A3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8D9DF-5905-4264-9633-DA6253745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9F937-53DC-4125-B2FF-8DD1443B821C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46180-96FB-4A66-B1E5-BEBD0FDAA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E9418-7487-42FA-A813-02FA325EB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7904-FB47-4503-93D7-4BAC151D6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38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EA1650-CEA5-4DF6-89E9-ED211A2FD1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A1A8AE-F883-49B3-A7D5-B18762093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79346-5F0E-451C-BAD9-5E491EECF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9F937-53DC-4125-B2FF-8DD1443B821C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EE33C-3E9F-44FD-9E06-05584E16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FE135-B202-444F-B5BF-8AD53D99B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7904-FB47-4503-93D7-4BAC151D6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51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17592B-BBB5-4C23-939D-9F7C69F4D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FD880-974D-46A1-A943-28D5CF068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C8CBF-88AE-41E0-8A4A-A88EE876E5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D9F937-53DC-4125-B2FF-8DD1443B821C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FE773-65E2-49A0-A1E7-B8A54879AB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DD8D7-D176-4191-A94A-89313E052B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97904-FB47-4503-93D7-4BAC151D6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71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018006"/>
            <a:ext cx="12192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AutoNum type="arabicPeriod"/>
            </a:pPr>
            <a:r>
              <a:rPr lang="en-US" sz="2800" dirty="0">
                <a:solidFill>
                  <a:srgbClr val="222222"/>
                </a:solidFill>
              </a:rPr>
              <a:t>Hark! the herald angels sing,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"Glory to the newborn King;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peace on earth, and mercy mild,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God and sinners reconciled!"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Joyful, all ye nations, rise,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join the triumph of the skies;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with </a:t>
            </a:r>
            <a:r>
              <a:rPr lang="en-US" sz="2800" dirty="0" err="1">
                <a:solidFill>
                  <a:srgbClr val="222222"/>
                </a:solidFill>
              </a:rPr>
              <a:t>th'angelic</a:t>
            </a:r>
            <a:r>
              <a:rPr lang="en-US" sz="2800" dirty="0">
                <a:solidFill>
                  <a:srgbClr val="222222"/>
                </a:solidFill>
              </a:rPr>
              <a:t> host proclaim,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"Christ is born in Bethlehem!“</a:t>
            </a:r>
          </a:p>
          <a:p>
            <a:pPr marL="514350" lvl="0" indent="-514350" algn="ctr">
              <a:buAutoNum type="arabicPeriod"/>
            </a:pPr>
            <a:endParaRPr lang="en-US" sz="2800" dirty="0">
              <a:solidFill>
                <a:srgbClr val="222222"/>
              </a:solidFill>
            </a:endParaRP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Refrain: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Hark! the herald angels sing,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"Glory to the new-born King!"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36525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#311 Hark! The Herald Angels Sing</a:t>
            </a:r>
          </a:p>
        </p:txBody>
      </p:sp>
    </p:spTree>
    <p:extLst>
      <p:ext uri="{BB962C8B-B14F-4D97-AF65-F5344CB8AC3E}">
        <p14:creationId xmlns:p14="http://schemas.microsoft.com/office/powerpoint/2010/main" val="663048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797510"/>
            <a:ext cx="12192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Christ, by highest </a:t>
            </a:r>
            <a:r>
              <a:rPr lang="en-US" sz="2800" dirty="0" err="1">
                <a:solidFill>
                  <a:srgbClr val="222222"/>
                </a:solidFill>
              </a:rPr>
              <a:t>heav'n</a:t>
            </a:r>
            <a:r>
              <a:rPr lang="en-US" sz="2800" dirty="0">
                <a:solidFill>
                  <a:srgbClr val="222222"/>
                </a:solidFill>
              </a:rPr>
              <a:t> adored,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Christ, the everlasting Lord!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Late in time behold him come,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offspring of the Virgin's womb.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Veiled in flesh the Godhead see;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hail </a:t>
            </a:r>
            <a:r>
              <a:rPr lang="en-US" sz="2800" dirty="0" err="1">
                <a:solidFill>
                  <a:srgbClr val="222222"/>
                </a:solidFill>
              </a:rPr>
              <a:t>th'incarnate</a:t>
            </a:r>
            <a:r>
              <a:rPr lang="en-US" sz="2800" dirty="0">
                <a:solidFill>
                  <a:srgbClr val="222222"/>
                </a:solidFill>
              </a:rPr>
              <a:t> Deity,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pleased as man with men to dwell,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Jesus, our Emmanuel.</a:t>
            </a:r>
          </a:p>
          <a:p>
            <a:pPr lvl="0" algn="ctr"/>
            <a:endParaRPr lang="en-US" sz="2800" dirty="0">
              <a:solidFill>
                <a:srgbClr val="222222"/>
              </a:solidFill>
            </a:endParaRP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Refrain: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Hark! the herald angels sing,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"Glory to the new-born King!"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641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797510"/>
            <a:ext cx="12192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Hail, the </a:t>
            </a:r>
            <a:r>
              <a:rPr lang="en-US" sz="2800" dirty="0" err="1">
                <a:solidFill>
                  <a:srgbClr val="222222"/>
                </a:solidFill>
              </a:rPr>
              <a:t>heav'n</a:t>
            </a:r>
            <a:r>
              <a:rPr lang="en-US" sz="2800" dirty="0">
                <a:solidFill>
                  <a:srgbClr val="222222"/>
                </a:solidFill>
              </a:rPr>
              <a:t>-born Prince of Peace!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Hail the Sun of Righteousness!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Light and life to all he brings,</a:t>
            </a:r>
            <a:br>
              <a:rPr lang="en-US" sz="2800" dirty="0"/>
            </a:br>
            <a:r>
              <a:rPr lang="en-US" sz="2800" dirty="0" err="1">
                <a:solidFill>
                  <a:srgbClr val="222222"/>
                </a:solidFill>
              </a:rPr>
              <a:t>ris'n</a:t>
            </a:r>
            <a:r>
              <a:rPr lang="en-US" sz="2800" dirty="0">
                <a:solidFill>
                  <a:srgbClr val="222222"/>
                </a:solidFill>
              </a:rPr>
              <a:t> with healing in his wings.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Mild, he lays his glory by,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born that man no more may die,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born to raise the sons of earth,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born to give them second birth.</a:t>
            </a:r>
          </a:p>
          <a:p>
            <a:pPr lvl="0" algn="ctr"/>
            <a:endParaRPr lang="en-US" sz="2800" dirty="0">
              <a:solidFill>
                <a:srgbClr val="222222"/>
              </a:solidFill>
            </a:endParaRP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Refrain: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Hark! the herald angels sing,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"Glory to the new-born King!"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500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2020-12-24T00:07:10Z</dcterms:created>
  <dcterms:modified xsi:type="dcterms:W3CDTF">2020-12-24T00:07:23Z</dcterms:modified>
</cp:coreProperties>
</file>