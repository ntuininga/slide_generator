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EAB1-0059-4B3B-BA94-A3DE407F8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8C147-CBC7-44FB-88C6-68701AF1A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0F59C-D606-47E3-BE6F-F1327578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65185-FC52-4833-BE7E-93BCBD53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0738F-18B0-4F04-9B78-9C23B80F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899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32A0A-3FC5-4D54-B7E5-1BE049AC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C4D16-E7A5-4756-9591-3288F15A8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DD12C-3D38-4092-863B-D728F00E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5BCDF-F8C2-4BA8-8561-6DF50EC9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E6760-2690-46A8-B2F2-E937BCF0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84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7270-BDF1-40CC-ACB3-D4265DD8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8B2F1-8818-4F6B-8C83-9A9695457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79D31-53F1-4555-AB1C-746A835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77EA8-6BEE-4399-AFA8-C1B8AC74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73C1-CC41-4B2C-A946-97AE8980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09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A25B-2C24-41D9-956C-06A5FD35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2AD0-A6DE-47FC-9290-BDAD42D08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C105A-7BB8-47DD-B6F5-EF885D30A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4AF7C-ABAB-4C54-BCCA-A2E2DA78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2CEA9-FC41-4167-B85D-52BB9666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F367A-4903-4D70-9788-011A1584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895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89C8-9A11-4CD0-9AC7-86F1713D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83DEA-B43D-4787-BEBD-D64A1358D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CCC72-F547-485B-AF52-85D4729F1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1C04F-26DA-46D3-AE9E-6F8D642FB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8321C-C4B4-49AB-8BC8-1E0EB3CBD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424CC3-423A-4402-AECB-E2F3E039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E1BA62-05C5-426C-9D00-0A0C9BE7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137026-454F-4CCA-8D1D-4C8BB819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64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03A2-C0EE-4137-AC62-FD726474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AEA82-B694-415B-841A-64AB4F5F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0BE21-7E49-488A-AC0F-7118D102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F0E5E-809C-455C-8551-04D1C3BB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451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DE07C-C28B-49DA-89BD-A78F221D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302C64-670B-4051-8ACC-1CF9F0C5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DA580-770E-4656-90BF-7F3172D0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8123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C316-9E06-40A4-B7D9-F58FC6DE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D6BD1-3A08-48E1-91A5-721232D20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019DD-6495-4EDE-8183-D14AE3652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036A3-8B0C-49D4-BCFE-BB07C93B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6DC4E-52EA-4FA8-AB1F-B4ABC0492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E5C55-AF1F-4762-9D49-FF720358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25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AB6F-63A4-4ACF-925F-A7272D50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1184F-CC4C-4168-9B1B-A03974043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8DE6C-17D5-4179-89CF-C6E2672DC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4D1E7-73B0-4FDF-9947-83B64354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23E4F-DE46-4654-8012-8979988E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5667B-16C9-465F-9177-A1C41EB8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249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E47C-2E93-4DBD-869E-9C60C962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54176-9CBB-4EB9-8246-D778CB8C1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55B93-E55C-4A03-A58C-3FFC127B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E6BCE-6AF3-4D56-93B8-0CEBAA95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687E4-70B4-4FBF-B0C2-37E9DE38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733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EB286-8BC2-41BA-B56D-5C77C0BBF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D3AD3-045D-4E42-B11C-72FC30168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8364-9558-44F1-98B9-C174A7E2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0615D-D26D-470C-AB94-A3EB1BE9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49B1-E715-45CD-9814-24D1A9E9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932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5EA58-40EC-4BA9-A4A2-D37F3C7B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2EFF8-E94D-4EDC-9A0E-ACF006F2F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0DB28-098F-40A6-A33F-C0751E178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FB43E-11DB-415C-B8A3-0309F1B54DBB}" type="datetimeFigureOut">
              <a:rPr lang="en-CA" smtClean="0"/>
              <a:t>2020-12-18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12313-07CD-415D-BF39-5AA5CBA10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E6960-D58D-4569-BFDA-2A10AA8D1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1CE3-882C-4254-BBC5-FA4D3C998B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092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026B72-B4EE-4F1F-A0FE-104FEB432239}"/>
              </a:ext>
            </a:extLst>
          </p:cNvPr>
          <p:cNvSpPr txBox="1"/>
          <p:nvPr/>
        </p:nvSpPr>
        <p:spPr>
          <a:xfrm>
            <a:off x="714375" y="209550"/>
            <a:ext cx="10763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#155B Not Unto Us, O Lord of Heaven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2C6B2-7A5B-4534-94D7-FB0F589DED61}"/>
              </a:ext>
            </a:extLst>
          </p:cNvPr>
          <p:cNvSpPr txBox="1"/>
          <p:nvPr/>
        </p:nvSpPr>
        <p:spPr>
          <a:xfrm>
            <a:off x="2533650" y="1647825"/>
            <a:ext cx="7124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>
                <a:solidFill>
                  <a:prstClr val="black"/>
                </a:solidFill>
              </a:rPr>
              <a:t>1. </a:t>
            </a:r>
            <a:r>
              <a:rPr lang="en-CA" sz="2800">
                <a:solidFill>
                  <a:prstClr val="black"/>
                </a:solidFill>
              </a:rPr>
              <a:t>Not unto us, O Lord of heav’n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But unto you be glory giv’n.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In love and truth you do fulfill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 counsels of your sov’reign will;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Though nations fail your pow’r to own,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Yet, Lord, you reign and you alone.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434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8916C-B7BA-40CD-943F-C5A03D853358}"/>
              </a:ext>
            </a:extLst>
          </p:cNvPr>
          <p:cNvSpPr txBox="1"/>
          <p:nvPr/>
        </p:nvSpPr>
        <p:spPr>
          <a:xfrm>
            <a:off x="2228850" y="1238250"/>
            <a:ext cx="7734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The idol-gods of heathen lands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are but the work of human hands;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they cannot see, they cannot speak,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their ears are deaf, their hands are weak.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Like them shall be all those who hold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gods of silver and of gold.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53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D5E4A-DD04-4355-980D-E2C59611EB7C}"/>
              </a:ext>
            </a:extLst>
          </p:cNvPr>
          <p:cNvSpPr txBox="1"/>
          <p:nvPr/>
        </p:nvSpPr>
        <p:spPr>
          <a:xfrm>
            <a:off x="1866900" y="1333500"/>
            <a:ext cx="845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>
                <a:solidFill>
                  <a:prstClr val="black"/>
                </a:solidFill>
              </a:rPr>
              <a:t>3. </a:t>
            </a:r>
            <a:r>
              <a:rPr lang="en-US" sz="2800">
                <a:solidFill>
                  <a:prstClr val="black"/>
                </a:solidFill>
              </a:rPr>
              <a:t>Let Isr’el trust in God alone,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The Lord whose grace and pow’r are known.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To him your full allegiance yield,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And he will be your help and shield.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All those who fear him God will bless;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His saints have proved his faithfulness.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395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D3B933-72B8-4451-B143-C002FD7A8106}"/>
              </a:ext>
            </a:extLst>
          </p:cNvPr>
          <p:cNvSpPr txBox="1"/>
          <p:nvPr/>
        </p:nvSpPr>
        <p:spPr>
          <a:xfrm>
            <a:off x="2276475" y="1581150"/>
            <a:ext cx="76390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All you who fear him and adore,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Lord increase you more and more.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Both great and small who him confess,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you and your children he will bless.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Yea, blest are you by him who made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heav'ns, and earth's foundations laid.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52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AE838-4660-4914-8A85-D6F6E6E07E5D}"/>
              </a:ext>
            </a:extLst>
          </p:cNvPr>
          <p:cNvSpPr txBox="1"/>
          <p:nvPr/>
        </p:nvSpPr>
        <p:spPr>
          <a:xfrm>
            <a:off x="2290762" y="1671637"/>
            <a:ext cx="76104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The heav'ns are God's since time began,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but he has giv'n the earth to man.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dead praise not the living God,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but we will sound his praise abroad.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Yea, we will ever bless his name;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 praise the Lord, his praise proclaim.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8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2020-12-19T05:16:08Z</dcterms:created>
  <dcterms:modified xsi:type="dcterms:W3CDTF">2020-12-19T05:16:08Z</dcterms:modified>
</cp:coreProperties>
</file>