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5" r:id="rId2"/>
    <p:sldId id="336" r:id="rId3"/>
    <p:sldId id="33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96" d="100"/>
          <a:sy n="96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C0284-33B1-4F23-AE1D-8FA659EAE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9E7D9-E0F8-4C9C-A018-33A2A0961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EBFE4-4F23-4429-B233-4A3755E2E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96464-4688-45FC-B293-2F83D9AEF08E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3F435-E42F-4421-9C50-4D22193B8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BA034-4902-4D17-B739-79C8B8C3B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2946-6FBB-409D-9884-60981612F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053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02B1F-8600-4D9B-BDDA-47EBA991C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8B5BD-1861-4287-A185-602BCB932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732BC-2818-4701-9720-9F466F24A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96464-4688-45FC-B293-2F83D9AEF08E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2C555-DE01-4D1B-8EA0-C6CFC299E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D1BC3-931C-481E-8EBF-0894FD07B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2946-6FBB-409D-9884-60981612F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63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E3684-70B7-4B6D-9D99-12CE271A0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0F43F3-FE9F-4201-A83A-990969160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D766C-F674-4D68-8546-D834FBC5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96464-4688-45FC-B293-2F83D9AEF08E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E9EEC-9F32-4988-8941-756E35871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FC38A-1903-406A-A694-41A607309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2946-6FBB-409D-9884-60981612F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14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E2EBB-6C8F-48F8-A0FE-5585B9153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20B31-20D9-49CD-A04D-E8050ADA13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2AC1F-83F5-4625-9AE8-302ADFC96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B9642-8110-47E2-A0B5-BD1BA2716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96464-4688-45FC-B293-2F83D9AEF08E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F4713-5CA3-4494-A7B4-9F66A5F4D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9B5DE-7E2A-4DB8-BF91-BEF63F70D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2946-6FBB-409D-9884-60981612F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785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4D0C6-8232-4FB7-840B-B3425C1FD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29734-5972-4DED-A3DF-42CC8932A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7D91B-070F-4289-B94B-853E3C36B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FF7CB0-AC57-41BC-B4CE-3135C73642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E5F6C4-A86F-4A35-BC66-9EA43D4065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E8B958-B36A-4DE1-AA7A-7DB3D0B2E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96464-4688-45FC-B293-2F83D9AEF08E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59916-FCC5-4F9B-882D-780E82122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723174-4A1D-4A27-A379-9A8952A94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2946-6FBB-409D-9884-60981612F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83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C8168-57AF-4ED9-8162-D72CEB5C7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92803D-1DD2-4CBE-AFB4-89E6C9ED9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96464-4688-45FC-B293-2F83D9AEF08E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7D8CB4-33E8-4E26-A759-ED47EFB58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98F04-04CB-4F43-9268-5616C943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2946-6FBB-409D-9884-60981612F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116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E8E2DE-6345-4EEC-8787-461087B65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96464-4688-45FC-B293-2F83D9AEF08E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854E1F-1735-43D8-AE7B-D9F1133AC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18FB2-1203-4B34-9C9E-87EEA3A89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2946-6FBB-409D-9884-60981612F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82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54871-3ED5-41B6-8A3D-AF895C0C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18C30-D3E0-433C-821F-4414A1F03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E7C4D-EA17-45A3-95EC-ACFD89E4AF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943FC1-CDE1-463F-97CC-831779808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96464-4688-45FC-B293-2F83D9AEF08E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A19B8-0535-4695-9A7D-78FB91394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25C46-F565-4A71-9A01-952262111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2946-6FBB-409D-9884-60981612F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59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7249A-3B9A-4F79-96F3-9471EDC50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B9494C-6E21-4955-AC16-BB4EB103F2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A69A62-725C-4EE1-8DDC-4FB6E2C7A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DF9596-C7EA-48FF-A0A4-F9B175ABD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96464-4688-45FC-B293-2F83D9AEF08E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F67B2-55D5-47EF-A175-2A3C7AAB7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6C8FA-324E-4AEB-B843-87BF4BEFA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2946-6FBB-409D-9884-60981612F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501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EE0B1-1317-42B6-AAA2-481B68525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CA2175-A791-4E31-9252-D94C8ED23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32E23-7C04-431A-AA35-3A6E32305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96464-4688-45FC-B293-2F83D9AEF08E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23FBC-D1F2-4C78-9C43-A4C73D18B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A4E13-3B24-4A12-B44E-D1879844B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2946-6FBB-409D-9884-60981612F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379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6BB698-6308-4F2C-8727-3DFCB16D1E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84D53-E284-4954-A5F1-61572954A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9E235-7025-443B-ACEF-D6AB5123A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96464-4688-45FC-B293-2F83D9AEF08E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35FF3-096C-4D9B-8600-4DAA98606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73603-B8EE-4DE1-B8CC-D19DB6DCF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2946-6FBB-409D-9884-60981612F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95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F9387A-3E57-42BF-8930-CB39314CB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500B9-1F9D-43E2-B971-AE224A89E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E31F9-C527-430B-943D-41BD4CE2F8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96464-4688-45FC-B293-2F83D9AEF08E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4F149-844D-44D6-B9E7-1C42D1C8DF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57C1E-FF30-4FAC-BF67-B77F542D3D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12946-6FBB-409D-9884-60981612F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644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#245 Great Is Thy Faithfulness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Great is thy faithfulness, O God my Father;</a:t>
            </a:r>
          </a:p>
          <a:p>
            <a:pPr lvl="0" algn="ctr"/>
            <a:r>
              <a:rPr lang="en-US" sz="2800" dirty="0"/>
              <a:t>there is no shadow of turning with thee;</a:t>
            </a:r>
          </a:p>
          <a:p>
            <a:pPr lvl="0" algn="ctr"/>
            <a:r>
              <a:rPr lang="en-US" sz="2800" dirty="0"/>
              <a:t>thou </a:t>
            </a:r>
            <a:r>
              <a:rPr lang="en-US" sz="2800" dirty="0" err="1"/>
              <a:t>changest</a:t>
            </a:r>
            <a:r>
              <a:rPr lang="en-US" sz="2800" dirty="0"/>
              <a:t> not, thy compassions, they fail not;</a:t>
            </a:r>
          </a:p>
          <a:p>
            <a:pPr lvl="0" algn="ctr"/>
            <a:r>
              <a:rPr lang="en-US" sz="2800" dirty="0"/>
              <a:t>as thou hast been thou forever wilt be.</a:t>
            </a:r>
          </a:p>
          <a:p>
            <a:pPr lvl="0" algn="ctr"/>
            <a:endParaRPr lang="en-US" sz="2800" dirty="0"/>
          </a:p>
          <a:p>
            <a:pPr lvl="0" algn="ctr"/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lvl="0" algn="ctr"/>
            <a:r>
              <a:rPr lang="en-US" sz="2800" dirty="0"/>
              <a:t>Great is thy faithfulness!</a:t>
            </a:r>
          </a:p>
          <a:p>
            <a:pPr lvl="0" algn="ctr"/>
            <a:r>
              <a:rPr lang="en-US" sz="2800" dirty="0"/>
              <a:t>Great is thy faithfulness!</a:t>
            </a:r>
          </a:p>
          <a:p>
            <a:pPr lvl="0" algn="ctr"/>
            <a:r>
              <a:rPr lang="en-US" sz="2800" dirty="0"/>
              <a:t>Morning by morning new mercies I see:</a:t>
            </a:r>
          </a:p>
          <a:p>
            <a:pPr lvl="0" algn="ctr"/>
            <a:r>
              <a:rPr lang="en-US" sz="2800" dirty="0"/>
              <a:t>all I have needed thy hand hath provided</a:t>
            </a:r>
          </a:p>
          <a:p>
            <a:pPr lvl="0" algn="ctr"/>
            <a:r>
              <a:rPr lang="en-US" sz="2800" dirty="0"/>
              <a:t>Great is thy faithfulness, Lord, unto me!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9FD1E3-C827-4B30-A983-F1F0071C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1923, renewed 1951 Hope Publishing Co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4436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Summer and winter and springtime and harvest,</a:t>
            </a:r>
          </a:p>
          <a:p>
            <a:pPr algn="ctr"/>
            <a:r>
              <a:rPr lang="en-US" sz="2800" dirty="0"/>
              <a:t>sun, moon, and stars in their courses above</a:t>
            </a:r>
          </a:p>
          <a:p>
            <a:pPr algn="ctr"/>
            <a:r>
              <a:rPr lang="en-US" sz="2800" dirty="0"/>
              <a:t>join with all nature in manifold witness</a:t>
            </a:r>
          </a:p>
          <a:p>
            <a:pPr algn="ctr"/>
            <a:r>
              <a:rPr lang="en-US" sz="2800" dirty="0"/>
              <a:t>to thy great faithfulness, mercy, and love.</a:t>
            </a:r>
          </a:p>
          <a:p>
            <a:pPr algn="ctr"/>
            <a:endParaRPr lang="en-US" sz="2800" dirty="0"/>
          </a:p>
          <a:p>
            <a:pPr lvl="0" algn="ctr"/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lvl="0" algn="ctr"/>
            <a:r>
              <a:rPr lang="en-US" sz="2800" dirty="0"/>
              <a:t>Great is thy faithfulness!</a:t>
            </a:r>
          </a:p>
          <a:p>
            <a:pPr lvl="0" algn="ctr"/>
            <a:r>
              <a:rPr lang="en-US" sz="2800" dirty="0"/>
              <a:t>Great is thy faithfulness!</a:t>
            </a:r>
          </a:p>
          <a:p>
            <a:pPr lvl="0" algn="ctr"/>
            <a:r>
              <a:rPr lang="en-US" sz="2800" dirty="0"/>
              <a:t>Morning by morning new mercies I see:</a:t>
            </a:r>
          </a:p>
          <a:p>
            <a:pPr lvl="0" algn="ctr"/>
            <a:r>
              <a:rPr lang="en-US" sz="2800" dirty="0"/>
              <a:t>all I have needed thy hand hath provided</a:t>
            </a:r>
          </a:p>
          <a:p>
            <a:pPr lvl="0" algn="ctr"/>
            <a:r>
              <a:rPr lang="en-US" sz="2800" dirty="0"/>
              <a:t>Great is thy faithfulness, Lord, unto me!</a:t>
            </a:r>
          </a:p>
          <a:p>
            <a:pPr algn="ctr"/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1923, renewed 1951 Hope Publishing Co</a:t>
            </a:r>
          </a:p>
        </p:txBody>
      </p:sp>
    </p:spTree>
    <p:extLst>
      <p:ext uri="{BB962C8B-B14F-4D97-AF65-F5344CB8AC3E}">
        <p14:creationId xmlns:p14="http://schemas.microsoft.com/office/powerpoint/2010/main" val="3601664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Pardon for sin and a peace that </a:t>
            </a:r>
            <a:r>
              <a:rPr lang="en-US" sz="2800" dirty="0" err="1"/>
              <a:t>endureth</a:t>
            </a:r>
            <a:r>
              <a:rPr lang="en-US" sz="2800" dirty="0"/>
              <a:t>,</a:t>
            </a:r>
          </a:p>
          <a:p>
            <a:pPr algn="ctr"/>
            <a:r>
              <a:rPr lang="en-US" sz="2800" dirty="0"/>
              <a:t>thine own dear presence to cheer and to guide,</a:t>
            </a:r>
          </a:p>
          <a:p>
            <a:pPr algn="ctr"/>
            <a:r>
              <a:rPr lang="en-US" sz="2800" dirty="0"/>
              <a:t>strength for today and bright hope for tomorrow,</a:t>
            </a:r>
          </a:p>
          <a:p>
            <a:pPr algn="ctr"/>
            <a:r>
              <a:rPr lang="en-US" sz="2800" dirty="0"/>
              <a:t>blessings all mine, with ten thousand beside!</a:t>
            </a:r>
          </a:p>
          <a:p>
            <a:pPr algn="ctr"/>
            <a:endParaRPr lang="en-US" sz="2800" dirty="0"/>
          </a:p>
          <a:p>
            <a:pPr lvl="0" algn="ctr"/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lvl="0" algn="ctr"/>
            <a:r>
              <a:rPr lang="en-US" sz="2800" dirty="0"/>
              <a:t>Great is thy faithfulness!</a:t>
            </a:r>
          </a:p>
          <a:p>
            <a:pPr lvl="0" algn="ctr"/>
            <a:r>
              <a:rPr lang="en-US" sz="2800" dirty="0"/>
              <a:t>Great is thy faithfulness!</a:t>
            </a:r>
          </a:p>
          <a:p>
            <a:pPr lvl="0" algn="ctr"/>
            <a:r>
              <a:rPr lang="en-US" sz="2800" dirty="0"/>
              <a:t>Morning by morning new mercies I see:</a:t>
            </a:r>
          </a:p>
          <a:p>
            <a:pPr lvl="0" algn="ctr"/>
            <a:r>
              <a:rPr lang="en-US" sz="2800" dirty="0"/>
              <a:t>all I have needed thy hand hath provided</a:t>
            </a:r>
          </a:p>
          <a:p>
            <a:pPr lvl="0" algn="ctr"/>
            <a:r>
              <a:rPr lang="en-US" sz="2800" dirty="0"/>
              <a:t>Great is thy faithfulness, Lord, unto me!</a:t>
            </a:r>
          </a:p>
          <a:p>
            <a:pPr algn="ctr"/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1923, renewed 1951 Hope Publishing Co</a:t>
            </a:r>
          </a:p>
        </p:txBody>
      </p:sp>
    </p:spTree>
    <p:extLst>
      <p:ext uri="{BB962C8B-B14F-4D97-AF65-F5344CB8AC3E}">
        <p14:creationId xmlns:p14="http://schemas.microsoft.com/office/powerpoint/2010/main" val="4201300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</Words>
  <Application>Microsoft Office PowerPoint</Application>
  <PresentationFormat>Widescreen</PresentationFormat>
  <Paragraphs>37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#245 Great Is Thy Faithfulness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#245 Great Is Thy Faithfulness</dc:title>
  <dc:creator>Eric Hoogendoorn</dc:creator>
  <cp:lastModifiedBy>Eric Hoogendoorn</cp:lastModifiedBy>
  <cp:revision>1</cp:revision>
  <dcterms:created xsi:type="dcterms:W3CDTF">2020-09-19T13:43:22Z</dcterms:created>
  <dcterms:modified xsi:type="dcterms:W3CDTF">2020-09-19T13:43:43Z</dcterms:modified>
</cp:coreProperties>
</file>