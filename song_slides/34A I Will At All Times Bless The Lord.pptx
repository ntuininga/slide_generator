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93" r:id="rId3"/>
    <p:sldId id="290" r:id="rId4"/>
    <p:sldId id="295" r:id="rId5"/>
    <p:sldId id="294" r:id="rId6"/>
    <p:sldId id="291" r:id="rId7"/>
    <p:sldId id="29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3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71464-F513-462A-B071-B31E9C8D7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93FA61-3100-49E1-94BD-DEA3FF36D2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C8A2A-388D-4C12-A138-002B4B382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56E1-E443-447C-87A0-21D7127419CD}" type="datetimeFigureOut">
              <a:rPr lang="en-US" smtClean="0"/>
              <a:t>3/24/2024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D0ACE-1738-481C-9E88-2D705F084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44A53E-FA4D-49C1-AB50-38A508E90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2599D-861F-4612-89E8-02CCFEBFB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136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7480C-AA64-4968-B921-2B944A3C7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8AAD0-9999-490C-AB90-FE05D19C1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39073-2F8C-4E1B-B42C-2D894B2E0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56E1-E443-447C-87A0-21D7127419CD}" type="datetimeFigureOut">
              <a:rPr lang="en-US" smtClean="0"/>
              <a:t>3/24/2024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554B6-DABC-44C9-919A-51971C190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F17BB-878A-492E-AB95-E17C4BE3E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2599D-861F-4612-89E8-02CCFEBFB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758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A109E-A569-4FBD-A87D-8AD530FBA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224E4-B130-427C-9FAC-DBBD73910E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0FFE2-7152-4770-A99E-751CE112E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56E1-E443-447C-87A0-21D7127419CD}" type="datetimeFigureOut">
              <a:rPr lang="en-US" smtClean="0"/>
              <a:t>3/24/2024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1834A-F911-4970-BB50-44B74AC12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415B8-D51F-4861-871A-31F82BBB4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2599D-861F-4612-89E8-02CCFEBFB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570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42E12-9B9E-4105-998A-A877AB3F5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C0E27-6904-48E5-95E9-4891E848D0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CA9A86-C1FE-462F-960F-945BE0E3F9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F6176-55BA-4E72-83E3-2B6423FF0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56E1-E443-447C-87A0-21D7127419CD}" type="datetimeFigureOut">
              <a:rPr lang="en-US" smtClean="0"/>
              <a:t>3/24/2024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85E046-DB49-49B1-A670-71767BC57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B2C90-A27C-4951-89F4-E98846EA8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2599D-861F-4612-89E8-02CCFEBFB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877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758F7-B6CF-4EFA-AB34-1BE183949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FFCFD-09CE-4057-860E-32C76FEC3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A27E6-846C-4686-861E-ACCA9E929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EE903D-5185-4939-9CB2-3B30E60E10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384B9D-8CCE-459D-A555-A1209C1732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614F23-5AF7-49B5-ACF4-D4EEA91F5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56E1-E443-447C-87A0-21D7127419CD}" type="datetimeFigureOut">
              <a:rPr lang="en-US" smtClean="0"/>
              <a:t>3/24/2024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078EEE-957E-4E9E-B644-BE7707A95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B86D70-3291-4F6B-9563-FAAEB3264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2599D-861F-4612-89E8-02CCFEBFB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053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E263C-BE55-424C-83BD-A7C195FE1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D50534-5D11-4CB5-9B07-2AC418AA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56E1-E443-447C-87A0-21D7127419CD}" type="datetimeFigureOut">
              <a:rPr lang="en-US" smtClean="0"/>
              <a:t>3/24/2024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C750B1-6CAB-46E1-B33E-BCC56A9D3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4A8E0C-B953-4840-90BD-2D588A30E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2599D-861F-4612-89E8-02CCFEBFB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90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544885-E69B-43E7-A5F7-1B3676D31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56E1-E443-447C-87A0-21D7127419CD}" type="datetimeFigureOut">
              <a:rPr lang="en-US" smtClean="0"/>
              <a:t>3/24/2024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4D990F-0D80-4020-9F45-21516A6E4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6FEAA-D859-4AA7-843E-FFF9AE9D5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2599D-861F-4612-89E8-02CCFEBFB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85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30904-59F8-4779-AC1E-A6D88EC30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A20C5-9E1A-4CB0-9E01-83844D8DD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806FD4-6F00-4FC4-8971-8688D1E7B6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CA2A61-930E-4737-8243-9DF0F71E0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56E1-E443-447C-87A0-21D7127419CD}" type="datetimeFigureOut">
              <a:rPr lang="en-US" smtClean="0"/>
              <a:t>3/24/2024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2815D8-BADC-4753-955F-59264822B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33FF0B-7C1F-4CBD-9B2D-ED4184927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2599D-861F-4612-89E8-02CCFEBFB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018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0789C-EBC2-42E3-B4F7-AC6E5F483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DC8A32-9A79-497D-9B72-53355EE592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BDAB78-D8A0-4678-BE49-613ED1158D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5EAB94-6B0E-4B57-867D-8E667004F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56E1-E443-447C-87A0-21D7127419CD}" type="datetimeFigureOut">
              <a:rPr lang="en-US" smtClean="0"/>
              <a:t>3/24/2024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6B8069-D309-4538-9CC9-2F8BD9ECF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38532-6756-4C51-9D01-4742391D3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2599D-861F-4612-89E8-02CCFEBFB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823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77F71-2322-4746-AD71-F665D7298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C31591-9820-4D27-9D93-11CDE33A75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19908A-F5BA-482B-A975-FDC9FBA80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56E1-E443-447C-87A0-21D7127419CD}" type="datetimeFigureOut">
              <a:rPr lang="en-US" smtClean="0"/>
              <a:t>3/24/2024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1615B-D6E5-4706-8BF1-B0707556B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8E764-3EAD-49C3-B760-CF007495E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2599D-861F-4612-89E8-02CCFEBFB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951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E03F01-A229-4891-BCE7-378672CC74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5144EA-8902-4DCB-A1B1-CA2A6C91DA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0AFD9-0AFB-4BBF-9B98-73EF53D93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56E1-E443-447C-87A0-21D7127419CD}" type="datetimeFigureOut">
              <a:rPr lang="en-US" smtClean="0"/>
              <a:t>3/24/2024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BE88B-FAED-448A-9FE9-CA76D140F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718DB-6392-429D-BDFC-32CE89CFF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2599D-861F-4612-89E8-02CCFEBFB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600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B6D9C3-C8DC-4EB7-8867-AE12CEDC7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76C22C-DC28-4635-AA6F-366B5AAD2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39571-72E5-4354-80CA-686390DA66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CD56E1-E443-447C-87A0-21D7127419CD}" type="datetimeFigureOut">
              <a:rPr lang="en-US" smtClean="0"/>
              <a:t>3/24/2024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4291C-42CB-4E26-975B-543EC86B77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32989-76C4-4563-ABB0-76E0D1BF34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82599D-861F-4612-89E8-02CCFEBFB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636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</a:t>
            </a:r>
            <a:r>
              <a:rPr lang="en-CA" sz="2800" dirty="0"/>
              <a:t> </a:t>
            </a:r>
            <a:r>
              <a:rPr lang="en-US" sz="2800" dirty="0"/>
              <a:t>I will at all time bless the Lord</a:t>
            </a:r>
          </a:p>
          <a:p>
            <a:pPr algn="ctr"/>
            <a:r>
              <a:rPr lang="en-US" sz="2800" dirty="0"/>
              <a:t>And praise him with my voice.</a:t>
            </a:r>
          </a:p>
          <a:p>
            <a:pPr algn="ctr"/>
            <a:r>
              <a:rPr lang="en-US" sz="2800" dirty="0"/>
              <a:t>I make my boast in God, the Lord,</a:t>
            </a:r>
          </a:p>
          <a:p>
            <a:pPr algn="ctr"/>
            <a:r>
              <a:rPr lang="en-US" sz="2800" dirty="0"/>
              <a:t>Let humble souls rejoice.</a:t>
            </a:r>
          </a:p>
          <a:p>
            <a:pPr algn="ctr"/>
            <a:r>
              <a:rPr lang="en-US" sz="2800" dirty="0"/>
              <a:t>O let us magnify the Lord;</a:t>
            </a:r>
          </a:p>
          <a:p>
            <a:pPr algn="ctr"/>
            <a:r>
              <a:rPr lang="en-US" sz="2800" dirty="0"/>
              <a:t>Exalt his name with me.</a:t>
            </a:r>
          </a:p>
          <a:p>
            <a:pPr algn="ctr"/>
            <a:r>
              <a:rPr lang="en-US" sz="2800" dirty="0"/>
              <a:t>I sought the Lord; he answered me;</a:t>
            </a:r>
          </a:p>
          <a:p>
            <a:pPr algn="ctr"/>
            <a:r>
              <a:rPr lang="en-US" sz="2800" dirty="0"/>
              <a:t>From fear he set me free.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#34A I Will At All Times Bless The Lord</a:t>
            </a:r>
          </a:p>
        </p:txBody>
      </p:sp>
    </p:spTree>
    <p:extLst>
      <p:ext uri="{BB962C8B-B14F-4D97-AF65-F5344CB8AC3E}">
        <p14:creationId xmlns:p14="http://schemas.microsoft.com/office/powerpoint/2010/main" val="2460431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CA" sz="2800" dirty="0"/>
              <a:t>Looking to him, their faces shine</a:t>
            </a:r>
          </a:p>
          <a:p>
            <a:pPr algn="ctr"/>
            <a:r>
              <a:rPr lang="en-CA" sz="2800" dirty="0"/>
              <a:t>And never suffer shame.</a:t>
            </a:r>
          </a:p>
          <a:p>
            <a:pPr algn="ctr"/>
            <a:r>
              <a:rPr lang="en-CA" sz="2800" dirty="0"/>
              <a:t>This poor man cried, the Lord God heard,</a:t>
            </a:r>
          </a:p>
          <a:p>
            <a:pPr algn="ctr"/>
            <a:r>
              <a:rPr lang="en-CA" sz="2800" dirty="0"/>
              <a:t>And full </a:t>
            </a:r>
            <a:r>
              <a:rPr lang="en-CA" sz="2800" dirty="0" err="1"/>
              <a:t>deliv’rance</a:t>
            </a:r>
            <a:r>
              <a:rPr lang="en-CA" sz="2800" dirty="0"/>
              <a:t> came.</a:t>
            </a:r>
          </a:p>
          <a:p>
            <a:pPr algn="ctr"/>
            <a:r>
              <a:rPr lang="en-CA" sz="2800" dirty="0"/>
              <a:t>Surely the angel of the Lord</a:t>
            </a:r>
          </a:p>
          <a:p>
            <a:pPr algn="ctr"/>
            <a:r>
              <a:rPr lang="en-CA" sz="2800" dirty="0"/>
              <a:t>Encamps around his own.</a:t>
            </a:r>
          </a:p>
          <a:p>
            <a:pPr algn="ctr"/>
            <a:r>
              <a:rPr lang="en-CA" sz="2800" dirty="0"/>
              <a:t>All those who fear him he redeems,</a:t>
            </a:r>
          </a:p>
          <a:p>
            <a:pPr algn="ctr"/>
            <a:r>
              <a:rPr lang="en-CA" sz="2800" dirty="0"/>
              <a:t>His </a:t>
            </a:r>
            <a:r>
              <a:rPr lang="en-CA" sz="2800" dirty="0" err="1"/>
              <a:t>pow’r</a:t>
            </a:r>
            <a:r>
              <a:rPr lang="en-CA" sz="2800" dirty="0"/>
              <a:t> to them is shown.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864540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 </a:t>
            </a:r>
            <a:r>
              <a:rPr lang="en-US" sz="2800" dirty="0"/>
              <a:t>O taste and see the Lord is good;</a:t>
            </a:r>
          </a:p>
          <a:p>
            <a:pPr algn="ctr"/>
            <a:r>
              <a:rPr lang="en-US" sz="2800" dirty="0"/>
              <a:t>The man who trusts is blest.</a:t>
            </a:r>
          </a:p>
          <a:p>
            <a:pPr algn="ctr"/>
            <a:r>
              <a:rPr lang="en-US" sz="2800" dirty="0"/>
              <a:t>O fear the Lord, you faithful saints;</a:t>
            </a:r>
          </a:p>
          <a:p>
            <a:pPr algn="ctr"/>
            <a:r>
              <a:rPr lang="en-US" sz="2800" dirty="0"/>
              <a:t>No need shall bring distress.</a:t>
            </a:r>
          </a:p>
          <a:p>
            <a:pPr algn="ctr"/>
            <a:r>
              <a:rPr lang="en-US" sz="2800" dirty="0"/>
              <a:t>Hunger may pierce the lion cubs</a:t>
            </a:r>
          </a:p>
          <a:p>
            <a:pPr algn="ctr"/>
            <a:r>
              <a:rPr lang="en-US" sz="2800" dirty="0"/>
              <a:t>Who suffer want of food,</a:t>
            </a:r>
          </a:p>
          <a:p>
            <a:pPr algn="ctr"/>
            <a:r>
              <a:rPr lang="en-US" sz="2800" dirty="0"/>
              <a:t>Yet those who truly seek the Lord</a:t>
            </a:r>
          </a:p>
          <a:p>
            <a:pPr algn="ctr"/>
            <a:r>
              <a:rPr lang="en-US" sz="2800" dirty="0"/>
              <a:t>Will not lack any good.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972491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 </a:t>
            </a:r>
            <a:r>
              <a:rPr lang="en-US" sz="2800" dirty="0"/>
              <a:t>Children, come near, and gather </a:t>
            </a:r>
          </a:p>
          <a:p>
            <a:pPr algn="ctr"/>
            <a:r>
              <a:rPr lang="en-US" sz="2800" dirty="0"/>
              <a:t>Round to listen to my word.</a:t>
            </a:r>
          </a:p>
          <a:p>
            <a:pPr algn="ctr"/>
            <a:r>
              <a:rPr lang="en-CA" sz="2800" dirty="0"/>
              <a:t>Come! I Will teach and counsel you </a:t>
            </a:r>
          </a:p>
          <a:p>
            <a:pPr algn="ctr"/>
            <a:r>
              <a:rPr lang="en-CA" sz="2800" dirty="0"/>
              <a:t>to fear the Lord your God.</a:t>
            </a:r>
          </a:p>
          <a:p>
            <a:pPr algn="ctr"/>
            <a:r>
              <a:rPr lang="en-CA" sz="2800" dirty="0"/>
              <a:t>Who is the one who loves his life</a:t>
            </a:r>
          </a:p>
          <a:p>
            <a:pPr algn="ctr"/>
            <a:r>
              <a:rPr lang="en-CA" sz="2800" dirty="0"/>
              <a:t>And longs to see good days;</a:t>
            </a:r>
          </a:p>
          <a:p>
            <a:pPr algn="ctr"/>
            <a:r>
              <a:rPr lang="en-CA" sz="2800" dirty="0"/>
              <a:t>Then keep your tongue from evil speech,</a:t>
            </a:r>
          </a:p>
          <a:p>
            <a:pPr algn="ctr"/>
            <a:r>
              <a:rPr lang="en-CA" sz="2800" dirty="0"/>
              <a:t>Your lips </a:t>
            </a:r>
            <a:r>
              <a:rPr lang="en-CA" sz="2800"/>
              <a:t>from lying ways.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830233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5. </a:t>
            </a:r>
            <a:r>
              <a:rPr lang="en-CA" sz="2800" dirty="0"/>
              <a:t>Turn and depart from evil paths</a:t>
            </a:r>
          </a:p>
          <a:p>
            <a:pPr algn="ctr"/>
            <a:r>
              <a:rPr lang="en-CA" sz="2800" dirty="0"/>
              <a:t> and practice what is right.</a:t>
            </a:r>
          </a:p>
          <a:p>
            <a:pPr algn="ctr"/>
            <a:r>
              <a:rPr lang="en-CA" sz="2800" dirty="0"/>
              <a:t>Do good and seek the way of peace;</a:t>
            </a:r>
          </a:p>
          <a:p>
            <a:pPr algn="ctr"/>
            <a:r>
              <a:rPr lang="en-CA" sz="2800" dirty="0"/>
              <a:t>O seek with all your might.</a:t>
            </a:r>
          </a:p>
          <a:p>
            <a:pPr algn="ctr"/>
            <a:r>
              <a:rPr lang="en-CA" sz="2800" dirty="0"/>
              <a:t>God’s eyes are fixed upon the just;</a:t>
            </a:r>
          </a:p>
          <a:p>
            <a:pPr algn="ctr"/>
            <a:r>
              <a:rPr lang="en-CA" sz="2800" dirty="0"/>
              <a:t>His ears attend their plea.</a:t>
            </a:r>
          </a:p>
          <a:p>
            <a:pPr algn="ctr"/>
            <a:r>
              <a:rPr lang="en-CA" sz="2800" dirty="0"/>
              <a:t>He sets his face against the vile,</a:t>
            </a:r>
          </a:p>
          <a:p>
            <a:pPr algn="ctr"/>
            <a:r>
              <a:rPr lang="en-CA" sz="2800" dirty="0"/>
              <a:t>Blots out </a:t>
            </a:r>
            <a:r>
              <a:rPr lang="en-CA" sz="2800"/>
              <a:t>their memory</a:t>
            </a:r>
            <a:r>
              <a:rPr lang="en-CA" sz="2800" dirty="0"/>
              <a:t>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989820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6 </a:t>
            </a:r>
            <a:r>
              <a:rPr lang="en-US" sz="2800" dirty="0"/>
              <a:t>God hears the righteous cry for help</a:t>
            </a:r>
          </a:p>
          <a:p>
            <a:pPr algn="ctr"/>
            <a:r>
              <a:rPr lang="en-US" sz="2800" dirty="0"/>
              <a:t>And frees them from all woes.</a:t>
            </a:r>
          </a:p>
          <a:p>
            <a:pPr algn="ctr"/>
            <a:r>
              <a:rPr lang="en-US" sz="2800" dirty="0"/>
              <a:t>You, Lord, are near to broken hearts</a:t>
            </a:r>
          </a:p>
          <a:p>
            <a:pPr algn="ctr"/>
            <a:r>
              <a:rPr lang="en-US" sz="2800" dirty="0"/>
              <a:t>And save the contrite souls.</a:t>
            </a:r>
          </a:p>
          <a:p>
            <a:pPr algn="ctr"/>
            <a:r>
              <a:rPr lang="en-US" sz="2800" dirty="0"/>
              <a:t>Many afflictions plague the just;</a:t>
            </a:r>
          </a:p>
          <a:p>
            <a:pPr algn="ctr"/>
            <a:r>
              <a:rPr lang="en-US" sz="2800" dirty="0"/>
              <a:t>From all, God sets him free.</a:t>
            </a:r>
          </a:p>
          <a:p>
            <a:pPr algn="ctr"/>
            <a:r>
              <a:rPr lang="en-US" sz="2800" dirty="0"/>
              <a:t>All of his bones the Lord will keep,</a:t>
            </a:r>
          </a:p>
          <a:p>
            <a:pPr algn="ctr"/>
            <a:r>
              <a:rPr lang="en-US" sz="2800" dirty="0"/>
              <a:t>And none will broken be.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192568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7 </a:t>
            </a:r>
            <a:r>
              <a:rPr lang="en-US" sz="2800" dirty="0"/>
              <a:t>Evil will slay the wicked ones</a:t>
            </a:r>
          </a:p>
          <a:p>
            <a:pPr algn="ctr"/>
            <a:r>
              <a:rPr lang="en-US" sz="2800" dirty="0"/>
              <a:t>And those who hate the just.</a:t>
            </a:r>
          </a:p>
          <a:p>
            <a:pPr algn="ctr"/>
            <a:r>
              <a:rPr lang="en-US" sz="2800" dirty="0"/>
              <a:t>God will condemn his enemies</a:t>
            </a:r>
          </a:p>
          <a:p>
            <a:pPr algn="ctr"/>
            <a:r>
              <a:rPr lang="en-US" sz="2800" dirty="0"/>
              <a:t>Who scorn the ones that trust.</a:t>
            </a:r>
          </a:p>
          <a:p>
            <a:pPr algn="ctr"/>
            <a:r>
              <a:rPr lang="en-US" sz="2800" dirty="0"/>
              <a:t>He will redeem his servants’ life;</a:t>
            </a:r>
          </a:p>
          <a:p>
            <a:pPr algn="ctr"/>
            <a:r>
              <a:rPr lang="en-US" sz="2800" dirty="0"/>
              <a:t>They will not be disowned,</a:t>
            </a:r>
          </a:p>
          <a:p>
            <a:pPr algn="ctr"/>
            <a:r>
              <a:rPr lang="en-US" sz="2800" dirty="0"/>
              <a:t>No one who trust in God, the Lord,</a:t>
            </a:r>
          </a:p>
          <a:p>
            <a:pPr algn="ctr"/>
            <a:r>
              <a:rPr lang="en-US" sz="2800" dirty="0"/>
              <a:t>Will </a:t>
            </a:r>
            <a:r>
              <a:rPr lang="en-US" sz="2800" dirty="0" err="1"/>
              <a:t>e’er</a:t>
            </a:r>
            <a:r>
              <a:rPr lang="en-US" sz="2800" dirty="0"/>
              <a:t> be overthrown.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920466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484</Words>
  <Application>Microsoft Office PowerPoint</Application>
  <PresentationFormat>Widescreen</PresentationFormat>
  <Paragraphs>64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Neil Tuininga</cp:lastModifiedBy>
  <cp:revision>5</cp:revision>
  <dcterms:created xsi:type="dcterms:W3CDTF">2020-08-29T14:10:41Z</dcterms:created>
  <dcterms:modified xsi:type="dcterms:W3CDTF">2024-03-24T15:37:53Z</dcterms:modified>
</cp:coreProperties>
</file>