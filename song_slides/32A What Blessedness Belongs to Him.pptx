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55" r:id="rId2"/>
    <p:sldId id="356" r:id="rId3"/>
    <p:sldId id="358" r:id="rId4"/>
    <p:sldId id="3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1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94087-AAFF-4633-8727-4FFF127ED2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AF400-C400-45E9-BC44-4056545D71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70C8A-009B-4E78-8C56-FD56A867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14781-7F2C-4F1E-B205-3C8B1B587F51}" type="datetimeFigureOut">
              <a:rPr lang="en-US" smtClean="0"/>
              <a:t>2/3/2023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C122B-66F7-4FD6-927A-AECB461CE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369849-E3DA-4489-B578-9C7E6B089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7AC55-79C0-4251-A2E9-C4A46BE9BC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512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8521E-D3C9-40DD-A736-4483D9A7A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AFFD2-68B0-46C7-8536-406095CB3D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CF24CD-AB7D-402C-871B-2BFDC0D7A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14781-7F2C-4F1E-B205-3C8B1B587F51}" type="datetimeFigureOut">
              <a:rPr lang="en-US" smtClean="0"/>
              <a:t>2/3/2023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754A82-F8BA-4741-A97E-EC74D51EA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6A76BE-520F-42CC-88C4-ACAE739D3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7AC55-79C0-4251-A2E9-C4A46BE9BC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523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7C3A7-B396-4B56-8E9B-66BE55624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B1E3FD-CA21-4EB2-BA4E-1117132FF0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14AD1F-CE2C-4320-89EE-325B770B2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14781-7F2C-4F1E-B205-3C8B1B587F51}" type="datetimeFigureOut">
              <a:rPr lang="en-US" smtClean="0"/>
              <a:t>2/3/2023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F5BAED-801A-4BF6-A168-9D268ECAD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E96FB-DC70-470B-849A-A9E42A340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7AC55-79C0-4251-A2E9-C4A46BE9BC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670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30539-7873-4BCB-9816-F2B67EB73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03465-22D3-45AA-A1BE-DF648AA442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11C7B2-C8F7-4699-9AAA-864A096F26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B6660A-F299-47D9-BBA8-B2F07CA88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14781-7F2C-4F1E-B205-3C8B1B587F51}" type="datetimeFigureOut">
              <a:rPr lang="en-US" smtClean="0"/>
              <a:t>2/3/2023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B62B50-A0DC-4604-8FA9-9FC1F06C3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47EA8C-C8F6-40EE-9421-CAA2F0A24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7AC55-79C0-4251-A2E9-C4A46BE9BC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312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EFB6C-47D1-4AE2-8A55-2BB47985F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FF4971-7753-4886-8A65-7C10930805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3E7D94-1A82-4AF9-9742-638EDFBD5C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470E61-4044-4A58-9FE3-F2365BF393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2BC21A-CB46-4D42-95C6-E13F3AC316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7763CA-5EC3-46E5-9787-E57ED858B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14781-7F2C-4F1E-B205-3C8B1B587F51}" type="datetimeFigureOut">
              <a:rPr lang="en-US" smtClean="0"/>
              <a:t>2/3/2023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526065-DB47-48A4-A76C-821970F34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358CDE-FA78-446A-A12A-61D8D6E4C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7AC55-79C0-4251-A2E9-C4A46BE9BC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153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636E6-A4FD-4E07-A538-BFC75A840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5FAFBF-17A3-47E6-9879-A4655C946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14781-7F2C-4F1E-B205-3C8B1B587F51}" type="datetimeFigureOut">
              <a:rPr lang="en-US" smtClean="0"/>
              <a:t>2/3/2023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5EE5FA-B5AF-4C52-BA7B-249C340CD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D7A8DC-F7F8-427A-AC33-01932C6FD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7AC55-79C0-4251-A2E9-C4A46BE9BC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561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912D40-DD0B-4603-843A-67BE9D31F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14781-7F2C-4F1E-B205-3C8B1B587F51}" type="datetimeFigureOut">
              <a:rPr lang="en-US" smtClean="0"/>
              <a:t>2/3/2023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31B925-5C16-4D19-B4D4-C449DB6CC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3463-9009-48B1-A23F-AD9CA26ED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7AC55-79C0-4251-A2E9-C4A46BE9BC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797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18070-2CD1-4368-8886-CB4183C51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CC73D-A3C3-4A8D-A111-7E1FCFFF4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29F3D4-5074-492F-9BE9-22737C68E2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7BFCDC-05C6-432C-922D-C202B4A92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14781-7F2C-4F1E-B205-3C8B1B587F51}" type="datetimeFigureOut">
              <a:rPr lang="en-US" smtClean="0"/>
              <a:t>2/3/2023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BE79C7-A266-4334-9708-C84C056F6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3D6D5A-6FE3-492C-9914-0DD11426D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7AC55-79C0-4251-A2E9-C4A46BE9BC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647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D4D87-C399-4EAA-AC17-919A5D3B7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D0ED2C-ED82-4C84-A395-94CA7BEF28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D79134-339D-4E03-BC22-E144A22AF7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FD56CC-6ED7-4A3B-B5BE-8906AE22D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14781-7F2C-4F1E-B205-3C8B1B587F51}" type="datetimeFigureOut">
              <a:rPr lang="en-US" smtClean="0"/>
              <a:t>2/3/2023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B9868E-B3F0-4584-A977-88BA1EEC6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6EAE8-0747-41D3-A0B6-952D4C2EB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7AC55-79C0-4251-A2E9-C4A46BE9BC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547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EC529-1AA5-4CDD-9109-3B7232030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269EC8-3727-415B-930A-AABF9408C4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0AC73-865C-459A-8CE5-701A98AAB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14781-7F2C-4F1E-B205-3C8B1B587F51}" type="datetimeFigureOut">
              <a:rPr lang="en-US" smtClean="0"/>
              <a:t>2/3/2023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3F929-791C-4DFC-93A7-5D42C9CBE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F54724-2F2F-4C8B-99B7-C39723834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7AC55-79C0-4251-A2E9-C4A46BE9BC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402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444C53-D26B-413A-ACF1-CD35F1722E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DE6BFB-DF6F-4914-B362-FE59093CD7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F55DBB-C87B-4BAC-88FB-09EAE8073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14781-7F2C-4F1E-B205-3C8B1B587F51}" type="datetimeFigureOut">
              <a:rPr lang="en-US" smtClean="0"/>
              <a:t>2/3/2023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EE5486-F59A-4FBC-BE19-B36547D80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393E1-D5C2-4325-9763-5286006BA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7AC55-79C0-4251-A2E9-C4A46BE9BC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927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816914-A7AB-44AE-AFCF-FF598FD86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A46AC3-B11B-438A-AE31-F1EA91AFC6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54CC6-8C5A-4465-B12C-6EBE2E69DC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E14781-7F2C-4F1E-B205-3C8B1B587F51}" type="datetimeFigureOut">
              <a:rPr lang="en-US" smtClean="0"/>
              <a:t>2/3/2023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370015-266B-44E9-8E80-E75BFED4DF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403DAC-BEDF-447F-8E70-4C3614562F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97AC55-79C0-4251-A2E9-C4A46BE9BC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383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#32A What Blessedness Belongs to Him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659285"/>
            <a:ext cx="1219199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1. </a:t>
            </a:r>
            <a:r>
              <a:rPr lang="en-US" sz="2800" dirty="0"/>
              <a:t>What blessedness belongs to him</a:t>
            </a:r>
          </a:p>
          <a:p>
            <a:pPr algn="ctr"/>
            <a:r>
              <a:rPr lang="en-US" sz="2800" dirty="0"/>
              <a:t>Who truly is </a:t>
            </a:r>
            <a:r>
              <a:rPr lang="en-US" sz="2800" dirty="0" err="1"/>
              <a:t>forgiv’n</a:t>
            </a:r>
            <a:r>
              <a:rPr lang="en-US" sz="2800" dirty="0"/>
              <a:t>,</a:t>
            </a:r>
          </a:p>
          <a:p>
            <a:pPr algn="ctr"/>
            <a:r>
              <a:rPr lang="en-US" sz="2800" dirty="0"/>
              <a:t>For whom transgression have been cleared,</a:t>
            </a:r>
          </a:p>
          <a:p>
            <a:pPr algn="ctr"/>
            <a:r>
              <a:rPr lang="en-US" sz="2800" dirty="0"/>
              <a:t>And covered in his sin.</a:t>
            </a:r>
          </a:p>
          <a:p>
            <a:pPr algn="ctr"/>
            <a:r>
              <a:rPr lang="en-US" sz="2800" dirty="0"/>
              <a:t>How blessed is the one the Lord</a:t>
            </a:r>
          </a:p>
          <a:p>
            <a:pPr algn="ctr"/>
            <a:r>
              <a:rPr lang="en-US" sz="2800" dirty="0"/>
              <a:t>Accuses not of sin,</a:t>
            </a:r>
          </a:p>
          <a:p>
            <a:pPr algn="ctr"/>
            <a:r>
              <a:rPr lang="en-US" sz="2800" dirty="0"/>
              <a:t>The man without deceit and guile,</a:t>
            </a:r>
          </a:p>
          <a:p>
            <a:pPr algn="ctr"/>
            <a:r>
              <a:rPr lang="en-US" sz="2800" dirty="0"/>
              <a:t>Whose heart is pure within.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2F6A10-0AFD-4A92-908C-FBCD7A32E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Used with permission of Crown and Covenant Publications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13410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43C2A4-CE4B-4636-AB81-04A6D7BFAC4C}"/>
              </a:ext>
            </a:extLst>
          </p:cNvPr>
          <p:cNvSpPr txBox="1"/>
          <p:nvPr/>
        </p:nvSpPr>
        <p:spPr>
          <a:xfrm>
            <a:off x="0" y="1584681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 </a:t>
            </a:r>
            <a:r>
              <a:rPr lang="en-US" sz="2800" dirty="0"/>
              <a:t>You pardoned my iniquity</a:t>
            </a:r>
          </a:p>
          <a:p>
            <a:pPr algn="ctr"/>
            <a:r>
              <a:rPr lang="en-US" sz="2800" dirty="0"/>
              <a:t>And took my guilt away,</a:t>
            </a:r>
          </a:p>
          <a:p>
            <a:pPr algn="ctr"/>
            <a:r>
              <a:rPr lang="en-US" sz="2800" dirty="0"/>
              <a:t>And therefore while you may be found,</a:t>
            </a:r>
          </a:p>
          <a:p>
            <a:pPr algn="ctr"/>
            <a:r>
              <a:rPr lang="en-US" sz="2800" dirty="0"/>
              <a:t>Let godly people pray.</a:t>
            </a:r>
          </a:p>
          <a:p>
            <a:pPr algn="ctr"/>
            <a:r>
              <a:rPr lang="en-US" sz="2800" dirty="0"/>
              <a:t>The gush of torrents will not harm;</a:t>
            </a:r>
          </a:p>
          <a:p>
            <a:pPr algn="ctr"/>
            <a:r>
              <a:rPr lang="en-US" sz="2800" dirty="0"/>
              <a:t>You hide me, give me peace.</a:t>
            </a:r>
          </a:p>
          <a:p>
            <a:pPr algn="ctr"/>
            <a:r>
              <a:rPr lang="en-US" sz="2800" dirty="0"/>
              <a:t>You keep me safe, surrounding me</a:t>
            </a:r>
          </a:p>
          <a:p>
            <a:pPr algn="ctr"/>
            <a:r>
              <a:rPr lang="en-US" sz="2800" dirty="0"/>
              <a:t>With songs of my release.</a:t>
            </a:r>
            <a:endParaRPr lang="en-CA" sz="28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51F833C-FE51-4BC5-91FF-D40F6BB63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Used with permission of Crown and Covenant Publications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88216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43C2A4-CE4B-4636-AB81-04A6D7BFAC4C}"/>
              </a:ext>
            </a:extLst>
          </p:cNvPr>
          <p:cNvSpPr txBox="1"/>
          <p:nvPr/>
        </p:nvSpPr>
        <p:spPr>
          <a:xfrm>
            <a:off x="0" y="1584681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4. </a:t>
            </a:r>
            <a:r>
              <a:rPr lang="en-US" sz="2800" dirty="0"/>
              <a:t>Instruction I will give to you,</a:t>
            </a:r>
          </a:p>
          <a:p>
            <a:pPr algn="ctr"/>
            <a:r>
              <a:rPr lang="en-US" sz="2800" dirty="0"/>
              <a:t>And teach the way to go.</a:t>
            </a:r>
          </a:p>
          <a:p>
            <a:pPr algn="ctr"/>
            <a:r>
              <a:rPr lang="en-US" sz="2800" dirty="0"/>
              <a:t>My watchful eye will guide your steps;</a:t>
            </a:r>
          </a:p>
          <a:p>
            <a:pPr algn="ctr"/>
            <a:r>
              <a:rPr lang="en-US" sz="2800" dirty="0"/>
              <a:t>My counsel you will know.</a:t>
            </a:r>
          </a:p>
          <a:p>
            <a:pPr algn="ctr"/>
            <a:r>
              <a:rPr lang="en-US" sz="2800" dirty="0"/>
              <a:t>Be not like senseless mule or horse,</a:t>
            </a:r>
          </a:p>
          <a:p>
            <a:pPr algn="ctr"/>
            <a:r>
              <a:rPr lang="en-US" sz="2800" dirty="0"/>
              <a:t>Which cannot understand,</a:t>
            </a:r>
          </a:p>
          <a:p>
            <a:pPr algn="ctr"/>
            <a:r>
              <a:rPr lang="en-US" sz="2800" dirty="0"/>
              <a:t>With bit and bridle must be curbed </a:t>
            </a:r>
          </a:p>
          <a:p>
            <a:pPr algn="ctr"/>
            <a:r>
              <a:rPr lang="en-US" sz="2800"/>
              <a:t>To </a:t>
            </a:r>
            <a:r>
              <a:rPr lang="en-US" sz="2800" dirty="0"/>
              <a:t>f</a:t>
            </a:r>
            <a:r>
              <a:rPr lang="en-US" sz="2800"/>
              <a:t>ollow </a:t>
            </a:r>
            <a:r>
              <a:rPr lang="en-US" sz="2800" dirty="0"/>
              <a:t>your command.</a:t>
            </a:r>
            <a:endParaRPr lang="en-CA" sz="28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51F833C-FE51-4BC5-91FF-D40F6BB63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Used with permission of Crown and Covenant Publications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02241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43C2A4-CE4B-4636-AB81-04A6D7BFAC4C}"/>
              </a:ext>
            </a:extLst>
          </p:cNvPr>
          <p:cNvSpPr txBox="1"/>
          <p:nvPr/>
        </p:nvSpPr>
        <p:spPr>
          <a:xfrm>
            <a:off x="0" y="1584681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5. </a:t>
            </a:r>
            <a:r>
              <a:rPr lang="en-US" sz="2800" dirty="0"/>
              <a:t>The sorrows of the wicked man</a:t>
            </a:r>
          </a:p>
          <a:p>
            <a:pPr algn="ctr"/>
            <a:r>
              <a:rPr lang="en-US" sz="2800" dirty="0"/>
              <a:t>In number shall abound,</a:t>
            </a:r>
          </a:p>
          <a:p>
            <a:pPr algn="ctr"/>
            <a:r>
              <a:rPr lang="en-US" sz="2800" dirty="0"/>
              <a:t>But those who trust in God the Lord,</a:t>
            </a:r>
          </a:p>
          <a:p>
            <a:pPr algn="ctr"/>
            <a:r>
              <a:rPr lang="en-US" sz="2800" dirty="0"/>
              <a:t>His mercy will surround.</a:t>
            </a:r>
          </a:p>
          <a:p>
            <a:pPr algn="ctr"/>
            <a:r>
              <a:rPr lang="en-US" sz="2800" dirty="0"/>
              <a:t>Be glad, you righteous, shout for joy,</a:t>
            </a:r>
          </a:p>
          <a:p>
            <a:pPr algn="ctr"/>
            <a:r>
              <a:rPr lang="en-US" sz="2800" dirty="0"/>
              <a:t>And give the Lord your praise!</a:t>
            </a:r>
          </a:p>
          <a:p>
            <a:pPr algn="ctr"/>
            <a:r>
              <a:rPr lang="en-US" sz="2800" dirty="0"/>
              <a:t>With upright hearts, O saints of God,</a:t>
            </a:r>
          </a:p>
          <a:p>
            <a:pPr algn="ctr"/>
            <a:r>
              <a:rPr lang="en-US" sz="2800" dirty="0"/>
              <a:t>Your joyful songs upraise!</a:t>
            </a:r>
            <a:endParaRPr lang="en-CA" sz="28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51F833C-FE51-4BC5-91FF-D40F6BB63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Used with permission of Crown and Covenant Publications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47845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255</Words>
  <Application>Microsoft Office PowerPoint</Application>
  <PresentationFormat>Widescreen</PresentationFormat>
  <Paragraphs>37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#32A What Blessedness Belongs to Him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#32A What Blessedness Belongs to Him</dc:title>
  <dc:creator>Eric Hoogendoorn</dc:creator>
  <cp:lastModifiedBy>Neil</cp:lastModifiedBy>
  <cp:revision>2</cp:revision>
  <dcterms:created xsi:type="dcterms:W3CDTF">2020-08-29T15:36:24Z</dcterms:created>
  <dcterms:modified xsi:type="dcterms:W3CDTF">2023-02-03T17:30:06Z</dcterms:modified>
</cp:coreProperties>
</file>