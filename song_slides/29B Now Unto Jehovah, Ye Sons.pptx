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335" r:id="rId4"/>
    <p:sldId id="33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161C8-D18B-4C6B-88E9-F5CCECBD88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196D97-BA3D-4470-B9AB-BB6D298FC1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05EB3E-F5F2-4C52-994C-CD7477848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65862-E55A-43A7-BD42-B235646C07D1}" type="datetimeFigureOut">
              <a:rPr lang="en-US" smtClean="0"/>
              <a:t>7/9/2020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87CA87-90AA-463F-B37D-D385BD264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6B7449-0262-4DBA-8A59-DAD393860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A16FF-9CB6-421A-B3FD-ADFA9D702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324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DC095-09DE-455A-ADC2-7D45E1417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CB28FB-73A8-4224-BEBB-3317C3E0FF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C21CB3-BAA8-40E7-9E64-65FC7DC0B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65862-E55A-43A7-BD42-B235646C07D1}" type="datetimeFigureOut">
              <a:rPr lang="en-US" smtClean="0"/>
              <a:t>7/9/2020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8BF0D0-0C35-4A20-A3FE-93A68BFEC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3B143D-45E0-4ACD-9E57-A4EFA5C0B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A16FF-9CB6-421A-B3FD-ADFA9D702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251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29538-D414-4DEB-AAA9-5349E0E4D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4D25E1-3D1E-47A6-943E-74D762C903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3AFB6C-0E86-4E54-BD57-9DBB995B0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65862-E55A-43A7-BD42-B235646C07D1}" type="datetimeFigureOut">
              <a:rPr lang="en-US" smtClean="0"/>
              <a:t>7/9/2020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63403A-B6CA-4DD1-81EF-EC8A6BFCC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68E35C-6384-4EAC-9DD8-6ACC13768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A16FF-9CB6-421A-B3FD-ADFA9D702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0698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D68E-2D4C-435B-BAB3-536709C4B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AF837-14E3-4E89-9149-086D500A92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411AA5-A89F-4F5B-8D43-0BE955C2C3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161432-975A-4E06-A9C6-38F78CBA6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65862-E55A-43A7-BD42-B235646C07D1}" type="datetimeFigureOut">
              <a:rPr lang="en-US" smtClean="0"/>
              <a:t>7/9/2020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99AD7B-8D7A-45C4-AEBA-681688A40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FCF52A-E9A9-4867-9E36-35FFE90E4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A16FF-9CB6-421A-B3FD-ADFA9D702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02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5CA1F-69A1-4465-8EE4-88AADC425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CEFBED-DD4F-4964-9B6A-AD4208C892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53028A-3F6F-4286-AC85-EDE50330B8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832464-9BCA-4F38-9F61-68271AB547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E8E071-46E0-48A0-BF3E-CB4DE2364D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4B1483-D85C-4F3A-B42F-55B21B2EF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65862-E55A-43A7-BD42-B235646C07D1}" type="datetimeFigureOut">
              <a:rPr lang="en-US" smtClean="0"/>
              <a:t>7/9/2020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9CEBEE-A202-458A-99A8-7732DA7DD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C4BB5C-B143-4E3D-9EDD-7FC6DEC5B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A16FF-9CB6-421A-B3FD-ADFA9D702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5269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7D876-0DF4-4D08-B876-1D9F2A08F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6A6651-F980-4B99-9D79-3A3C69C10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65862-E55A-43A7-BD42-B235646C07D1}" type="datetimeFigureOut">
              <a:rPr lang="en-US" smtClean="0"/>
              <a:t>7/9/2020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C601A7-8558-4257-8445-74D7ED7D8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6487BA-D93B-48FD-AD47-73BD4469E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A16FF-9CB6-421A-B3FD-ADFA9D702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9886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B481C3-45F5-4539-9921-44957A51B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65862-E55A-43A7-BD42-B235646C07D1}" type="datetimeFigureOut">
              <a:rPr lang="en-US" smtClean="0"/>
              <a:t>7/9/2020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E32CD7-3100-4B99-A768-C08108882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EF061E-724B-49AB-9AB3-20E4BD7F9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A16FF-9CB6-421A-B3FD-ADFA9D702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152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CE135-A4EE-4B6A-B440-B8677D40A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F5EDE5-33C3-4C91-950E-64BFFFEDDB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1A6C39-6CB4-49BC-99E2-666F72B245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CA6F99-58C4-4A1A-A561-B2A732332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65862-E55A-43A7-BD42-B235646C07D1}" type="datetimeFigureOut">
              <a:rPr lang="en-US" smtClean="0"/>
              <a:t>7/9/2020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5D3298-51D8-406D-8CB3-F08352367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B04FF5-603C-426A-A5F2-7D9919561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A16FF-9CB6-421A-B3FD-ADFA9D702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5036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3B2C4-A990-413A-9553-EEB5E39E8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F1EB9D-4669-428B-BC8A-01BD59F78A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6D314A-2DF6-48E4-902B-ABDBD6294B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A95F51-D608-4D1A-A537-48D6A70BD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65862-E55A-43A7-BD42-B235646C07D1}" type="datetimeFigureOut">
              <a:rPr lang="en-US" smtClean="0"/>
              <a:t>7/9/2020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DEAFFE-8D60-4E3B-B901-47B4064E0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E41631-A728-4E18-9621-744F59B56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A16FF-9CB6-421A-B3FD-ADFA9D702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023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08092-E878-4D45-8F5F-4A610FDEB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64EB41-F2E2-4427-8428-1FF6F527EB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DF6566-A1C1-48A0-B73F-ABC3AE402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65862-E55A-43A7-BD42-B235646C07D1}" type="datetimeFigureOut">
              <a:rPr lang="en-US" smtClean="0"/>
              <a:t>7/9/2020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B1BC54-85CC-48D9-91F1-C1837EDA5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A10D9C-6E6D-404B-918A-44C90CD7D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A16FF-9CB6-421A-B3FD-ADFA9D702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390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AF52CB-79A6-4E1A-AF7C-F9C6078B67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E876E5-8B58-410D-91AC-501DD74189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009B20-83C4-4DAD-875C-64BE4E435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65862-E55A-43A7-BD42-B235646C07D1}" type="datetimeFigureOut">
              <a:rPr lang="en-US" smtClean="0"/>
              <a:t>7/9/2020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E385E9-6542-4246-A6C9-6B431AE4F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1550DE-119F-4400-AA1A-D4822557C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A16FF-9CB6-421A-B3FD-ADFA9D702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072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9973A7-C123-4598-9DC4-742E481BB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ED0A6C-35E4-47D1-AA2A-EAE4E6A631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D10797-D5A6-4F55-BBB6-3B78A5D76C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C65862-E55A-43A7-BD42-B235646C07D1}" type="datetimeFigureOut">
              <a:rPr lang="en-US" smtClean="0"/>
              <a:t>7/9/2020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B427E4-8560-45C6-9AC7-E426AAF60F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E562DF-9AE6-4168-AC20-B897EE8EBB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9A16FF-9CB6-421A-B3FD-ADFA9D702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870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#29B Now Unto Jehovah, Ye Sons of the Mighty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819326" y="1537704"/>
            <a:ext cx="1090863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i="1" dirty="0"/>
              <a:t>1. </a:t>
            </a:r>
            <a:r>
              <a:rPr lang="en-US" sz="2800" dirty="0"/>
              <a:t>Now unto Jehovah, ye sons of the mighty,</a:t>
            </a:r>
          </a:p>
          <a:p>
            <a:pPr algn="ctr"/>
            <a:r>
              <a:rPr lang="en-US" sz="2800" dirty="0"/>
              <a:t>All glory and strength and dominion accord;</a:t>
            </a:r>
          </a:p>
          <a:p>
            <a:pPr algn="ctr"/>
            <a:r>
              <a:rPr lang="en-US" sz="2800" dirty="0"/>
              <a:t>Ascribe to him glory, and render him honor.</a:t>
            </a:r>
          </a:p>
          <a:p>
            <a:pPr algn="ctr"/>
            <a:r>
              <a:rPr lang="en-US" sz="2800" dirty="0"/>
              <a:t>In beauty of holiness worship the Lord.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1157F3-50C0-4954-B813-2EDAF42D4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2009 Standing Committee for the Publication of the Book of Praise of the Canadian Reformed Churches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2598962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EE82A-4A3D-4ABF-B78E-123384991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3085"/>
            <a:ext cx="10515600" cy="3354551"/>
          </a:xfrm>
        </p:spPr>
        <p:txBody>
          <a:bodyPr>
            <a:normAutofit/>
          </a:bodyPr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i="1" dirty="0"/>
              <a:t>2. </a:t>
            </a:r>
            <a:r>
              <a:rPr lang="en-US" dirty="0"/>
              <a:t>The voice of Jehovah, the God of all glory,</a:t>
            </a:r>
          </a:p>
          <a:p>
            <a:pPr marL="0" indent="0" algn="ctr">
              <a:lnSpc>
                <a:spcPct val="80000"/>
              </a:lnSpc>
              <a:buNone/>
            </a:pPr>
            <a:r>
              <a:rPr lang="en-US" dirty="0"/>
              <a:t>Rolls over the waters, the thunders awake;</a:t>
            </a:r>
          </a:p>
          <a:p>
            <a:pPr marL="0" indent="0" algn="ctr">
              <a:lnSpc>
                <a:spcPct val="80000"/>
              </a:lnSpc>
              <a:buNone/>
            </a:pPr>
            <a:r>
              <a:rPr lang="en-US" dirty="0"/>
              <a:t>The voice of Jehovah, majestic and mighty,</a:t>
            </a:r>
          </a:p>
          <a:p>
            <a:pPr marL="0" indent="0" algn="ctr">
              <a:lnSpc>
                <a:spcPct val="80000"/>
              </a:lnSpc>
              <a:buNone/>
            </a:pPr>
            <a:r>
              <a:rPr lang="en-US" dirty="0"/>
              <a:t>Is heard, and the cedars of Lebanon break.</a:t>
            </a:r>
            <a:endParaRPr lang="en-CA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DA5B7A-2B00-4130-A4AF-093BF8471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2009 Standing Committee for the Publication of the Book of Praise of the Canadian Reformed Churches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906728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EE82A-4A3D-4ABF-B78E-123384991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3085"/>
            <a:ext cx="10515600" cy="3354551"/>
          </a:xfrm>
        </p:spPr>
        <p:txBody>
          <a:bodyPr>
            <a:normAutofit/>
          </a:bodyPr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i="1" dirty="0"/>
              <a:t>3. </a:t>
            </a:r>
            <a:r>
              <a:rPr lang="en-US" dirty="0"/>
              <a:t>His voice makes the mountains and deserts to tremble,</a:t>
            </a:r>
          </a:p>
          <a:p>
            <a:pPr marL="0" indent="0" algn="ctr">
              <a:lnSpc>
                <a:spcPct val="80000"/>
              </a:lnSpc>
              <a:buNone/>
            </a:pPr>
            <a:r>
              <a:rPr lang="en-US" dirty="0"/>
              <a:t>Wild beasts are affrighted, the forests laid bare,</a:t>
            </a:r>
          </a:p>
          <a:p>
            <a:pPr marL="0" indent="0" algn="ctr">
              <a:lnSpc>
                <a:spcPct val="80000"/>
              </a:lnSpc>
              <a:buNone/>
            </a:pPr>
            <a:r>
              <a:rPr lang="en-US" dirty="0"/>
              <a:t>And through all creation, his wonderful temple,</a:t>
            </a:r>
          </a:p>
          <a:p>
            <a:pPr marL="0" indent="0" algn="ctr">
              <a:lnSpc>
                <a:spcPct val="80000"/>
              </a:lnSpc>
              <a:buNone/>
            </a:pPr>
            <a:r>
              <a:rPr lang="en-US" dirty="0"/>
              <a:t>All things he has fashioned  his glory declare.</a:t>
            </a:r>
            <a:endParaRPr lang="en-CA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DA5B7A-2B00-4130-A4AF-093BF8471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2009 Standing Committee for the Publication of the Book of Praise of the Canadian Reformed Churches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525523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EE82A-4A3D-4ABF-B78E-123384991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3085"/>
            <a:ext cx="10515600" cy="3354551"/>
          </a:xfrm>
        </p:spPr>
        <p:txBody>
          <a:bodyPr>
            <a:normAutofit/>
          </a:bodyPr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i="1" dirty="0"/>
              <a:t>4. </a:t>
            </a:r>
            <a:r>
              <a:rPr lang="en-US" dirty="0"/>
              <a:t>The Lord ruled in might at the flood of great waters,</a:t>
            </a:r>
          </a:p>
          <a:p>
            <a:pPr marL="0" indent="0" algn="ctr">
              <a:lnSpc>
                <a:spcPct val="80000"/>
              </a:lnSpc>
              <a:buNone/>
            </a:pPr>
            <a:r>
              <a:rPr lang="en-US" dirty="0"/>
              <a:t>A King whose dominion is never to cease;</a:t>
            </a:r>
          </a:p>
          <a:p>
            <a:pPr marL="0" indent="0" algn="ctr">
              <a:lnSpc>
                <a:spcPct val="80000"/>
              </a:lnSpc>
              <a:buNone/>
            </a:pPr>
            <a:r>
              <a:rPr lang="en-US" dirty="0"/>
              <a:t>The Lord will give blessing and strength to his people,</a:t>
            </a:r>
          </a:p>
          <a:p>
            <a:pPr marL="0" indent="0" algn="ctr">
              <a:lnSpc>
                <a:spcPct val="80000"/>
              </a:lnSpc>
              <a:buNone/>
            </a:pPr>
            <a:r>
              <a:rPr lang="en-US" dirty="0"/>
              <a:t>The Lord all his people will comfort with peace.</a:t>
            </a:r>
            <a:endParaRPr lang="en-CA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DA5B7A-2B00-4130-A4AF-093BF8471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2009 Standing Committee for the Publication of the Book of Praise of the Canadian Reformed Churches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2552527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242</Words>
  <Application>Microsoft Office PowerPoint</Application>
  <PresentationFormat>Widescreen</PresentationFormat>
  <Paragraphs>21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#29B Now Unto Jehovah, Ye Sons of the Mighty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#29B Now Unto Jehovah, Ye Sons of the Mighty</dc:title>
  <dc:creator>Eric Hoogendoorn</dc:creator>
  <cp:lastModifiedBy>Eric Hoogendoorn</cp:lastModifiedBy>
  <cp:revision>1</cp:revision>
  <dcterms:created xsi:type="dcterms:W3CDTF">2020-07-10T01:37:17Z</dcterms:created>
  <dcterms:modified xsi:type="dcterms:W3CDTF">2020-07-10T01:38:02Z</dcterms:modified>
</cp:coreProperties>
</file>