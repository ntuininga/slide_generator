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416" r:id="rId4"/>
    <p:sldId id="417" r:id="rId5"/>
    <p:sldId id="4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9A49-2063-4402-9133-DB00E1DCA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6417C-7FF5-4CB1-9547-231255FAC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73D4A-D6D6-488B-9DBF-27B54A87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C542-A43B-42CE-9473-8D0ADA49D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892B5-A2B6-40C2-A198-06EADF9F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5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73EB-5AAF-4A09-8E87-687935C4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5E7D-046F-43A6-8B09-A247E140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07606-B932-44A7-9037-9D3194E3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EAAD2-DE6A-4A72-AF65-C1516E33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A0963-D19E-4843-859E-02D02FE1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56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3F04-FE05-4736-9642-443DBBA4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32EBB-52A7-4EDE-B328-2ADD19FF2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D7B4-9647-43A2-ADD5-8B6B0A5C1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7CDD0-E345-4843-BC34-41B40FCF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2A37-2124-4CC6-82F8-D161135B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3D9C-46D9-402A-8E46-65385890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46E8-6FD2-420B-9F43-A93C455A3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EEB92-D1CF-421E-826C-27335BB7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DC5C6-7F70-487D-8174-D2F928EA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CC766-27E8-49BE-B463-A00F6BFA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7DD8A-5645-4453-85D6-90604588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9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ECA2-C70B-4C28-AA94-80075113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B1E-75AA-4E39-B4DE-1F86914DE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13B3A-618E-4F3C-9FCA-4FA63C1E2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2D7D0-1D6A-4952-A2F0-4432E744D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F4074-3FE0-4592-829E-F665772D3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687FB-DA3D-4816-BE7D-28606CE1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EC965-BEA4-4710-AE58-6F0FB9DC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1EC96-F101-42DB-BC2C-3066843D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7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493B-E9DD-4117-992B-FFF185A5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0E625-7928-485B-AFC9-A865E107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90F5D-9CCC-4BD0-8951-5A555CBB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F7343-5883-45B2-8C0E-71FB85A6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9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6A644-8A31-451C-ABE5-A39CBADC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4B5E2-AAAE-4518-9B49-2C6E6C29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BB73F-21E9-4553-B44F-FFB258E5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0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C9BAF-D298-42C7-947C-752F7908D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3EB4-D876-4D19-B428-2B64E9BD7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3F9DE-ECDA-4C1A-A6B9-AF2E63F8B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28307-4CBF-403B-8153-CB1FBA6A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8FB26-2C2B-4A65-83F3-3EE15974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4FE20-561E-4CDC-8541-A831E238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3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59B4-3E0D-4807-B60B-4C9B483B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D8607-00CF-48AC-ABC3-412E9E76DE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AFF0E-AB4A-4DAD-9604-4068390A4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9B954-E985-4D4D-ADDC-F0EB2823F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D3248-A0CE-4128-8C73-3A6FA887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D37B5-B269-4AAF-974A-2470F287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CD039-EEC5-4E81-8124-B2A76256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18D4D-1B73-4DE2-B2BE-098875F34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4F8F6-AD35-4746-83F0-ABB6EEDD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AE28-EA85-4140-B81B-567B6F7C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1B10B-119B-487B-A826-8E466355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0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C9DF4-D578-46FB-9141-17AFEC365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A3FE2-1B63-4D92-AAF9-F15279E8B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BFBE-D5FB-429E-A00A-58390FF6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5824D-4DCB-422B-856A-E0BFB17FC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39A84-85CD-404D-9ADF-21CF9384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0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C3287-D54D-46B8-84E0-127E5422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AFFD3-CFF0-482F-90CE-B8308DC27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0C245-F4EB-4C8A-B567-CF21EBA79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A8111-73C6-42A9-9ABB-491D46DC8E5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A2B4-94C3-4C78-94E1-7A98AA83A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19035-43E6-4DC7-A323-32223DAF8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EC387-74AD-43FF-B090-20DDFFD9F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5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#554 Great God, We Sing That Mighty Hand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-1" y="1891729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</a:t>
            </a:r>
            <a:r>
              <a:rPr lang="en-US" sz="2800" dirty="0"/>
              <a:t>Great God, we sing that mighty hand</a:t>
            </a:r>
            <a:br>
              <a:rPr lang="en-US" sz="2800" dirty="0"/>
            </a:br>
            <a:r>
              <a:rPr lang="en-US" sz="2800" dirty="0"/>
              <a:t>by which supported still we stand;</a:t>
            </a:r>
            <a:br>
              <a:rPr lang="en-US" sz="2800" dirty="0"/>
            </a:br>
            <a:r>
              <a:rPr lang="en-US" sz="2800" dirty="0"/>
              <a:t>the opening year thy mercy shows;</a:t>
            </a:r>
            <a:br>
              <a:rPr lang="en-US" sz="2800" dirty="0"/>
            </a:br>
            <a:r>
              <a:rPr lang="en-US" sz="2800" dirty="0"/>
              <a:t>that mercy crowns it till it close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724"/>
            <a:ext cx="121920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222"/>
                </a:solidFill>
              </a:rPr>
              <a:t>2. </a:t>
            </a:r>
            <a:r>
              <a:rPr lang="en-US" dirty="0"/>
              <a:t>By day, by night, at home, abroad,</a:t>
            </a:r>
            <a:br>
              <a:rPr lang="en-US" dirty="0"/>
            </a:br>
            <a:r>
              <a:rPr lang="en-US" dirty="0"/>
              <a:t>still are we guarded by our God;</a:t>
            </a:r>
            <a:br>
              <a:rPr lang="en-US" dirty="0"/>
            </a:br>
            <a:r>
              <a:rPr lang="en-US" dirty="0"/>
              <a:t>by his incessant bounty fed,</a:t>
            </a:r>
            <a:br>
              <a:rPr lang="en-US" dirty="0"/>
            </a:br>
            <a:r>
              <a:rPr lang="en-US" dirty="0"/>
              <a:t>by his unerring counsel led</a:t>
            </a:r>
            <a:r>
              <a:rPr lang="en-US" dirty="0">
                <a:solidFill>
                  <a:srgbClr val="222222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724"/>
            <a:ext cx="121920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222"/>
                </a:solidFill>
              </a:rPr>
              <a:t>3. </a:t>
            </a:r>
            <a:r>
              <a:rPr lang="en-US" dirty="0"/>
              <a:t>With grateful hearts the past we own;</a:t>
            </a:r>
            <a:br>
              <a:rPr lang="en-US" dirty="0"/>
            </a:br>
            <a:r>
              <a:rPr lang="en-US" dirty="0"/>
              <a:t>the future, all to us unknown,</a:t>
            </a:r>
            <a:br>
              <a:rPr lang="en-US" dirty="0"/>
            </a:br>
            <a:r>
              <a:rPr lang="en-US" dirty="0"/>
              <a:t>we to thy guardian care commit,</a:t>
            </a:r>
            <a:br>
              <a:rPr lang="en-US" dirty="0"/>
            </a:br>
            <a:r>
              <a:rPr lang="en-US" dirty="0"/>
              <a:t>and peaceful leave before thy feet</a:t>
            </a:r>
            <a:r>
              <a:rPr lang="en-US" dirty="0">
                <a:solidFill>
                  <a:srgbClr val="222222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965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724"/>
            <a:ext cx="121920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222"/>
                </a:solidFill>
              </a:rPr>
              <a:t>4. </a:t>
            </a:r>
            <a:r>
              <a:rPr lang="en-US" dirty="0"/>
              <a:t>In scenes exalted or depressed,</a:t>
            </a:r>
            <a:br>
              <a:rPr lang="en-US" dirty="0"/>
            </a:br>
            <a:r>
              <a:rPr lang="en-US" dirty="0"/>
              <a:t>thou art our joy, and thou our rest;</a:t>
            </a:r>
            <a:br>
              <a:rPr lang="en-US" dirty="0"/>
            </a:br>
            <a:r>
              <a:rPr lang="en-US" dirty="0"/>
              <a:t>thy goodness all our hopes shall raise,</a:t>
            </a:r>
            <a:br>
              <a:rPr lang="en-US" dirty="0"/>
            </a:br>
            <a:r>
              <a:rPr lang="en-US" dirty="0"/>
              <a:t>adored through all our changing days</a:t>
            </a:r>
            <a:r>
              <a:rPr lang="en-US" dirty="0">
                <a:solidFill>
                  <a:srgbClr val="222222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08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724"/>
            <a:ext cx="121920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222222"/>
                </a:solidFill>
              </a:rPr>
              <a:t>5. </a:t>
            </a:r>
            <a:r>
              <a:rPr lang="en-US" dirty="0"/>
              <a:t>When death shall interrupt these songs,</a:t>
            </a:r>
            <a:br>
              <a:rPr lang="en-US" dirty="0"/>
            </a:br>
            <a:r>
              <a:rPr lang="en-US" dirty="0"/>
              <a:t>and seal in silence mortal tongues,</a:t>
            </a:r>
            <a:br>
              <a:rPr lang="en-US" dirty="0"/>
            </a:br>
            <a:r>
              <a:rPr lang="en-US" dirty="0"/>
              <a:t>our helper God, in whom we trust,</a:t>
            </a:r>
            <a:br>
              <a:rPr lang="en-US" dirty="0"/>
            </a:br>
            <a:r>
              <a:rPr lang="en-US" dirty="0"/>
              <a:t>shall keep our souls and guard our dust</a:t>
            </a:r>
            <a:r>
              <a:rPr lang="en-US" dirty="0">
                <a:solidFill>
                  <a:srgbClr val="222222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4289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#554 Great God, We Sing That Mighty Hand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#554 Great God, We Sing That Mighty Hand</dc:title>
  <dc:creator>Eric Hoogendoorn</dc:creator>
  <cp:lastModifiedBy>Eric Hoogendoorn</cp:lastModifiedBy>
  <cp:revision>1</cp:revision>
  <dcterms:created xsi:type="dcterms:W3CDTF">2020-12-29T23:01:21Z</dcterms:created>
  <dcterms:modified xsi:type="dcterms:W3CDTF">2020-12-29T23:01:43Z</dcterms:modified>
</cp:coreProperties>
</file>