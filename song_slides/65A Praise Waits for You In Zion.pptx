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488F0-56F3-41FB-B957-AF20D498F82A}" type="datetimeFigureOut">
              <a:rPr lang="en-US" smtClean="0"/>
              <a:t>8/25/2023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A3659-2B83-49C5-8C18-A69D94CCD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60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F97C7-1BF6-B15A-6FFC-4759EDFB5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4F407-8205-2B79-82A1-7A4458557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0C23-4C47-71DB-CBFE-3299CDAC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8FA58-4AA6-4BD8-B934-2452B930B48D}" type="datetime1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78428-2485-A642-DE32-F8F60DB38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00021-C821-5344-3D23-8E0A1EB39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AC784-11CE-42CD-A357-F58A2D24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6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A967-4F6C-4B3E-C998-6B4677369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68380-3E88-C103-9FF3-398383DFE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8A2D2-9B30-8329-21DD-435E2DFD5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59D7-F0DF-48DC-B72E-F71C6689D2A2}" type="datetime1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73C95-C6E9-354C-7FA5-A8BAC55A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A570B-9BA5-7D24-7236-50EC25704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AC784-11CE-42CD-A357-F58A2D24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4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8A876-D8B3-26AB-7282-8EEC7D36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3C5D6-6EEC-4EF1-7F1D-33F8D55CD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4F929-7945-0570-9CEC-566B47C09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69F1-8CA4-4992-A8C3-CD2E62CEC2D5}" type="datetime1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4093E-2C7B-24F1-3F51-0644B7D3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D2C54-3D9A-25FD-0E99-321F5FB5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AC784-11CE-42CD-A357-F58A2D24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51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67AC-A5FA-E86B-4E94-0E5D44FD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F777C-9593-243A-3427-17751C68C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1F2E79-1DDF-06F7-5A64-F8FBADBC1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85E1C-CD16-B327-583E-874590B50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6913F-E649-4503-AEE4-1B25ADE74582}" type="datetime1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6BE87-0D1A-7FFB-80DD-870C69EAB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BE3A4-B0A7-70B0-4592-D844CE90E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AC784-11CE-42CD-A357-F58A2D24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53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E8F94-7D48-7A27-B910-9EDF312D5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3C2C8-ED65-DA8A-BA2B-B3F3750D5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AE659C-C562-E1BA-2081-B4773FDFE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BA5D20-E99A-03B6-900D-D78A0AD8E1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A61B3-36A5-22BE-DEE8-0425403E9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B71B34-25F4-9EA9-40A1-B4FC8751D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322FB-D0AF-456D-8C70-5D0BF338E24D}" type="datetime1">
              <a:rPr lang="en-US" smtClean="0"/>
              <a:t>8/25/2023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B43186-5426-25C7-D2EB-9F25FE53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3207AA-C4ED-42A5-433D-9CC5CD6E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AC784-11CE-42CD-A357-F58A2D24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54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4B01-501D-F0A6-A622-292ACBB4F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80EE8-3A4F-502F-8578-08E2A9F40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0AA8-C2A2-413D-866E-77491B3FE228}" type="datetime1">
              <a:rPr lang="en-US" smtClean="0"/>
              <a:t>8/25/2023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8FA08-6552-6196-A818-2EAE52B5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FE999-C80A-57B1-F682-C88983586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AC784-11CE-42CD-A357-F58A2D24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8127D2-BC89-82EC-D93C-519CF1915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2C409-BDF5-410B-923E-6CCA1A6E0D71}" type="datetime1">
              <a:rPr lang="en-US" smtClean="0"/>
              <a:t>8/25/2023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AE746A-0515-D5B2-F2DD-79F479BC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54DAE-7176-A4DC-128F-61239F204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AC784-11CE-42CD-A357-F58A2D24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5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EE50E-8E76-6C4F-5F93-973F42DBC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39322-A867-F8AD-1AF6-90F40C15B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80FE3-4951-2CA7-AE14-C188ECD8D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EB757-82A6-98DB-12D5-6EBFC624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2118-C4AC-441F-960E-62EB37B1187B}" type="datetime1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19B34-0826-8AA8-4419-E292E63F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438368-1197-9386-445A-6FEB1B022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AC784-11CE-42CD-A357-F58A2D24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53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E89C1-A8B5-05C5-8C9B-30E46E64B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BACC7C-73B8-F4F3-0B6F-3E7CF20F0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FFC0A0-47A1-6AC5-7AA2-2E1C534E0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FAFFF-08DF-3E00-0E96-629C411F4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D250-B522-4A0E-93B4-B7B420717D68}" type="datetime1">
              <a:rPr lang="en-US" smtClean="0"/>
              <a:t>8/25/2023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05CA4-80CC-8992-3A89-EA7770423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DFA14-D91A-D95B-6DFE-D93FB0EA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AC784-11CE-42CD-A357-F58A2D24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21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680C0-F4AC-2028-F1A7-7CC3215B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79D89-4551-55C6-17AA-7A27DC1A8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65C15-4852-5EC7-C0BB-1D21D75E9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84281-2313-4A67-AECE-FF477E5B4621}" type="datetime1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63E70-8C97-42CF-25CC-8D1E64302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26FA1-21A2-B279-88DF-DC95C0DB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AC784-11CE-42CD-A357-F58A2D24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704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57C453-6868-9409-5AF1-6053242F3E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3F0CE-F9B8-EB55-2C6B-1109985E4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DCB3C-5B52-E607-64B7-A5D6C6C67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F20E-58EF-45B0-A0B8-F6F92B7EB171}" type="datetime1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3483-EDE9-971F-CC57-F650B1BA8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A4B1B-15EF-1FE3-BF7B-478E2E5C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AC784-11CE-42CD-A357-F58A2D24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33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DB7EF5-809A-304A-5525-8DDF15692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EE0AF-A0FC-F94B-288E-DD33AEB67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88052-094D-6B2C-4201-BEA81A207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1A9E62-29F2-482D-9CF1-733E5A94B2D8}" type="datetime1">
              <a:rPr lang="en-US" smtClean="0"/>
              <a:t>8/25/2023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622C0-63C7-6236-E3D0-B9DA91E62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EE106-6FE1-861A-E29F-8CE9C8A0F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AC784-11CE-42CD-A357-F58A2D2418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8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88F60-0D7C-E4D0-2AF0-9FCA02A5B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#65A Praise Waits for You In Zion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74E41-BE37-D23D-BBA6-D606C5E79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Praise waits for you in Zion;</a:t>
            </a:r>
          </a:p>
          <a:p>
            <a:pPr marL="0" indent="0" algn="ctr">
              <a:buNone/>
            </a:pPr>
            <a:r>
              <a:rPr lang="en-US" dirty="0"/>
              <a:t>To you our vows we pay</a:t>
            </a:r>
          </a:p>
          <a:p>
            <a:pPr marL="0" indent="0" algn="ctr">
              <a:buNone/>
            </a:pPr>
            <a:r>
              <a:rPr lang="en-US" dirty="0"/>
              <a:t>All flesh will come before you,</a:t>
            </a:r>
          </a:p>
          <a:p>
            <a:pPr marL="0" indent="0" algn="ctr">
              <a:buNone/>
            </a:pPr>
            <a:r>
              <a:rPr lang="en-US" dirty="0"/>
              <a:t>O God who hears us pray.</a:t>
            </a:r>
          </a:p>
          <a:p>
            <a:pPr marL="0" indent="0" algn="ctr">
              <a:buNone/>
            </a:pPr>
            <a:r>
              <a:rPr lang="en-US" dirty="0"/>
              <a:t>When sins rise up against us,</a:t>
            </a:r>
          </a:p>
          <a:p>
            <a:pPr marL="0" indent="0" algn="ctr">
              <a:buNone/>
            </a:pPr>
            <a:r>
              <a:rPr lang="en-US" dirty="0"/>
              <a:t>Accusing </a:t>
            </a:r>
            <a:r>
              <a:rPr lang="en-US" dirty="0" err="1"/>
              <a:t>ev’ry</a:t>
            </a:r>
            <a:r>
              <a:rPr lang="en-US" dirty="0"/>
              <a:t> day,</a:t>
            </a:r>
          </a:p>
          <a:p>
            <a:pPr marL="0" indent="0" algn="ctr">
              <a:buNone/>
            </a:pPr>
            <a:r>
              <a:rPr lang="en-US" dirty="0"/>
              <a:t>You pardon our transgressions</a:t>
            </a:r>
          </a:p>
          <a:p>
            <a:pPr marL="0" indent="0" algn="ctr">
              <a:buNone/>
            </a:pPr>
            <a:r>
              <a:rPr lang="en-US" dirty="0"/>
              <a:t> and wash our sins away.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87A0D-AC44-B024-BF53-33E24AC2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805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74E41-BE37-D23D-BBA6-D606C5E79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798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2. How blest the man you’ve chosen</a:t>
            </a:r>
          </a:p>
          <a:p>
            <a:pPr marL="0" indent="0" algn="ctr">
              <a:buNone/>
            </a:pPr>
            <a:r>
              <a:rPr lang="en-US" dirty="0"/>
              <a:t>To bring within your courts.</a:t>
            </a:r>
          </a:p>
          <a:p>
            <a:pPr marL="0" indent="0" algn="ctr">
              <a:buNone/>
            </a:pPr>
            <a:r>
              <a:rPr lang="en-US" dirty="0"/>
              <a:t>We’re filled with all the goodness</a:t>
            </a:r>
          </a:p>
          <a:p>
            <a:pPr marL="0" indent="0" algn="ctr">
              <a:buNone/>
            </a:pPr>
            <a:r>
              <a:rPr lang="en-US" dirty="0"/>
              <a:t>Of your most holy house.</a:t>
            </a:r>
          </a:p>
          <a:p>
            <a:pPr marL="0" indent="0" algn="ctr">
              <a:buNone/>
            </a:pPr>
            <a:r>
              <a:rPr lang="en-US" dirty="0"/>
              <a:t>By awesome deeds you answer</a:t>
            </a:r>
          </a:p>
          <a:p>
            <a:pPr marL="0" indent="0" algn="ctr">
              <a:buNone/>
            </a:pPr>
            <a:r>
              <a:rPr lang="en-US" dirty="0"/>
              <a:t>With </a:t>
            </a:r>
            <a:r>
              <a:rPr lang="en-US" dirty="0" err="1"/>
              <a:t>righteoussness</a:t>
            </a:r>
            <a:r>
              <a:rPr lang="en-US" dirty="0"/>
              <a:t>, O God</a:t>
            </a:r>
          </a:p>
          <a:p>
            <a:pPr marL="0" indent="0" algn="ctr">
              <a:buNone/>
            </a:pPr>
            <a:r>
              <a:rPr lang="en-US" dirty="0"/>
              <a:t>Our Savior, hope of nations</a:t>
            </a:r>
          </a:p>
          <a:p>
            <a:pPr marL="0" indent="0" algn="ctr">
              <a:buNone/>
            </a:pPr>
            <a:r>
              <a:rPr lang="en-US" dirty="0"/>
              <a:t>And farthest seas abroad.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87A0D-AC44-B024-BF53-33E24AC2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27131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74E41-BE37-D23D-BBA6-D606C5E79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798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3. By strength you formed the mountains.</a:t>
            </a:r>
          </a:p>
          <a:p>
            <a:pPr marL="0" indent="0" algn="ctr">
              <a:buNone/>
            </a:pPr>
            <a:r>
              <a:rPr lang="en-US" dirty="0"/>
              <a:t>You hushed the sea’s loud voice;</a:t>
            </a:r>
          </a:p>
          <a:p>
            <a:pPr marL="0" indent="0" algn="ctr">
              <a:buNone/>
            </a:pPr>
            <a:r>
              <a:rPr lang="en-US" dirty="0"/>
              <a:t>You calmed the waves’ great roaring</a:t>
            </a:r>
          </a:p>
          <a:p>
            <a:pPr marL="0" indent="0" algn="ctr">
              <a:buNone/>
            </a:pPr>
            <a:r>
              <a:rPr lang="en-US" dirty="0"/>
              <a:t>And stilled the people’s notes.</a:t>
            </a:r>
          </a:p>
          <a:p>
            <a:pPr marL="0" indent="0" algn="ctr">
              <a:buNone/>
            </a:pPr>
            <a:r>
              <a:rPr lang="en-US" dirty="0"/>
              <a:t>Those living in remote lands</a:t>
            </a:r>
          </a:p>
          <a:p>
            <a:pPr marL="0" indent="0" algn="ctr">
              <a:buNone/>
            </a:pPr>
            <a:r>
              <a:rPr lang="en-US" dirty="0"/>
              <a:t>Will fear your wondrous ways.</a:t>
            </a:r>
          </a:p>
          <a:p>
            <a:pPr marL="0" indent="0" algn="ctr">
              <a:buNone/>
            </a:pPr>
            <a:r>
              <a:rPr lang="en-US" dirty="0"/>
              <a:t>You make the morn and evening </a:t>
            </a:r>
          </a:p>
          <a:p>
            <a:pPr marL="0" indent="0" algn="ctr">
              <a:buNone/>
            </a:pPr>
            <a:r>
              <a:rPr lang="en-US" dirty="0"/>
              <a:t>Shout with songs </a:t>
            </a:r>
            <a:r>
              <a:rPr lang="en-US"/>
              <a:t>of praise.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87A0D-AC44-B024-BF53-33E24AC2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31743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186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#65A Praise Waits for You In Zion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#65A Praise Waits for You In Zion</dc:title>
  <dc:creator>Neil Tuininga</dc:creator>
  <cp:lastModifiedBy>Neil Tuininga</cp:lastModifiedBy>
  <cp:revision>1</cp:revision>
  <dcterms:created xsi:type="dcterms:W3CDTF">2023-08-25T20:53:12Z</dcterms:created>
  <dcterms:modified xsi:type="dcterms:W3CDTF">2023-08-25T20:58:34Z</dcterms:modified>
</cp:coreProperties>
</file>