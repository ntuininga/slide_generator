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677DD-9350-4916-B108-DACD52DB6E86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EB365-B942-4549-8BE4-AC0375CC7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6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99AF-1177-D9A9-D108-F5A33AD46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5018C-8CB7-4D0F-904D-CBFDD7F34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7D251-1C38-6506-6E39-DB928F0C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06B7-4895-461E-9854-5660E2CFFF34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C9C46-59D3-075B-1542-02316C07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8C90E-0AAE-9691-D40C-09C931236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AB60-FCEF-058B-2F46-6C951EBC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8F064-003A-E49A-B309-4BCDD0358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49A95-FA83-1A38-83AD-8198E24B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2AA0E-E592-4F99-AB77-127709C0EBBD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EBA52-71A5-557D-6C2D-79D27C955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DA2E0-4560-C558-3A0F-FED5A9D26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03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BA2BC-3F8A-2AD2-C17D-362F3582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DB175-E36B-A4C1-5332-7072B8F0B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14514-0570-381E-06BE-9AAAE54F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01FB-CD00-4B65-B622-C3CCC85491F9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F5D6C-6018-DBC5-CAD8-C7525DC6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94872-E5B0-8FB0-5340-BEF0AC2D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41CA-3641-8374-984B-663D6763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923A4-EA68-F243-BFFB-03FA8A372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7F2E12-7455-55B4-B81D-106891059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1EFF7-78E7-182F-B7C4-7FE2FE761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FCD8-198D-4617-ABC8-FCDA8B7D3EA5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A6D99-A5F8-C434-23E5-6E2A068F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50D83-316E-781D-1271-9C90428B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70047-B797-D677-BC24-3C7E5FE80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7DD44-15DC-F769-ED57-08B10C6B2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75F2B-395F-E9A2-19B9-EAB9A325E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7BF3E-CC99-08BE-4DDB-49849ED1C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554EA-EC4B-7703-ECE1-AC14C877A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1B5ECC-219C-5657-3DF8-205F448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99290-BEC8-4164-9894-384744F6646E}" type="datetime1">
              <a:rPr lang="en-US" smtClean="0"/>
              <a:t>5/18/2024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0EDEB-D6F0-FB37-307F-489C02865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53EB4-38BD-194A-FB22-B5DAFA17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4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C6C3-1196-0A03-4A03-B414A268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3E439-3852-E241-EF10-8802F7EB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34502-63BF-4275-8787-44CBF0728249}" type="datetime1">
              <a:rPr lang="en-US" smtClean="0"/>
              <a:t>5/18/2024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DFA61-B30A-F511-5C17-C9E593E0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D46C2-6EDA-1DB0-F069-797755DC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52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0D335-4CA0-4E76-80DD-3D91C129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5F950-1563-4F28-BA66-FC72451E74B4}" type="datetime1">
              <a:rPr lang="en-US" smtClean="0"/>
              <a:t>5/18/2024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70F68-E976-76AC-9C82-A7184F86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65A58-1B5A-5582-5302-7EEE9632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8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F8D2-8628-85F5-6F47-CBDF9DB8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C2BAC-6200-2AF4-1B0E-79F302FF2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79405-C146-8FBC-3839-9A37818F1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46FB6-68B2-19B4-046C-0B2A828A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D2247-60E3-4123-A1C4-1646FEEEAEB9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09EA4-1FEC-1C09-6D42-524BF59E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0673D-A051-2CD9-8A41-92A59596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64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6441-882D-4CDA-BB7C-D58F2C993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4F451-AD9F-79AB-F611-51237AE7E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20A77-9454-9D63-855A-73FF01FFF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AFA25-F9A3-EB91-1CA0-B314D8C83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D6A4D-B361-4844-9072-7B58A7C5E989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BCA71-7153-67D1-E169-520E7C3C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30924-3742-FC02-2545-7EEC0D25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6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834A-AE4E-997F-0630-43B1EAFE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45091-AA4A-BFD8-9DA2-B19EBADA1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1B723-BC6A-9F05-386D-FFEC191A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E714-224E-426F-BAC1-7EF992B5CAAE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2AA63-4D73-EC63-738F-BE5DF307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0F195-9DF0-DF92-26E3-F507ADD7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6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539C9-8BB5-D8AA-42EB-D242E8BE5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C6942F-3D81-A692-5EA7-1E42010B5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18298-D30B-E576-7930-3575EDC4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C30AC-09D6-4274-919F-952E2B630FF6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CC0BA-E13F-9190-94CD-4D56A960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23438-8D34-D9A8-97E7-18B3F473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2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41E0D-248E-39E0-2916-FDB5B98DD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A80CB-3F4B-E476-EA5D-57061227F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D15E0-5B4B-F538-7D1B-B23E94071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D5845-56A1-4AF2-AF10-FAB59038D070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2E432-E255-C33B-2A29-806D2FBB1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9026F-8263-FAFF-3D20-A1D10A790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A8C4F-4C50-4BBA-9DB6-FE3E66F82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26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6CDA-FCD0-1012-A19F-94C999B3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#392 Holy Ghost, Dispel our Sadness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1611-B722-DC81-583C-331CF7AD6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Holy Ghost, dispel our sadness,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pierce the clouds of sinful night;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come, O source of sweetest gladness,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breathe your life and spread your light.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Loving Spirit, God of peace,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 distributor of grace,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upon this congregation;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hear, O hear our supplication.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C16F3-F1B7-E1BC-A828-F244484C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3988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281E-04D1-B79D-149D-77593EC02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A4A03-D535-13BF-9F70-58D006570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From that height which knows no measure,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 gracious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show'r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descend;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bringing down the richest treasure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 can wish or God can send.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Heav'nly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Glory, shining down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Father and the Son,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grant us your illumination;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upon this congregation.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440C6-803B-FEC2-BE1B-1F8B48AD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4799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689E-5D9F-B1C2-41ED-3542E171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4C6C7-3209-A28E-B920-FA141E3BC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Come, O best of all donations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God can give or we implore;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having your sweet consolations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need wish for nothing more.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 with unction and with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our souls your graces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show'r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author of the new creation,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our hearts your habitation.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2BD5E-F806-1E73-493F-4EC7CD1C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12892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#392 Holy Ghost, Dispel our Sadness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#392 Holy Ghost, Dispel our Sadness</dc:title>
  <dc:creator>Neil Tuininga</dc:creator>
  <cp:lastModifiedBy>Neil Tuininga</cp:lastModifiedBy>
  <cp:revision>1</cp:revision>
  <dcterms:created xsi:type="dcterms:W3CDTF">2024-05-19T03:46:47Z</dcterms:created>
  <dcterms:modified xsi:type="dcterms:W3CDTF">2024-05-19T03:49:24Z</dcterms:modified>
</cp:coreProperties>
</file>