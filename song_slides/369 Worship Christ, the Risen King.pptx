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DBB9-3974-4B3B-A4B7-86C78D80C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1BB49-6210-4FD2-A6E0-CB798AF68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6BEC4-B14B-4BAD-818F-13F45EFC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63745-FAA7-4F3E-87A5-01E0C3AD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77BA2-1137-42F7-83F3-1FA8F115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01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2CCC-0688-4935-814B-6A8C0F3A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C999-A4CC-4D7B-B29B-700E3CFDB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97C13-FDF4-49F5-B8AE-8A4086B1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E47C9-C8F8-46BE-8C96-CC08CF21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85FE6-2C57-4A86-A606-D49B2D0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87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2B59D-7983-4B30-AC64-4D7F7C3C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C4608-6DC8-4F40-8910-808D10FA2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6368E-7A2F-4AE9-9002-202E5553F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9451D-183B-4592-9681-C4C49601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F9B4A-BA25-4BC7-962F-085B7FA0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676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7BEBF-B9FA-48B9-A06B-2BCF84DB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CACD-C826-4D73-BC98-E6FC49668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CE58C-8332-4268-A14C-93EB7F265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9974B-FC1A-40D4-8F9F-43C257E04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71C48-E972-41FE-8D29-E1CDFBB9A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2A89B-96CC-4A52-BA60-488E5A70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709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98E4-1824-4468-9C9C-C2E17603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05A2F-035C-435F-896D-375C70E28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BF9B6-7BAB-46DF-A25C-79B2DF353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0EBCA-F3DB-48EB-90EE-5DE44DC89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82B62B-9BAA-466F-B4CE-CA57CEABE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5CBFE-9D49-444A-B779-EC7B8A2A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C35959-61D0-4620-A182-8CC6BFC12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02BE8-6B4F-4366-8226-127C30FE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342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CD030-3870-468A-9317-EE6355E2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80525-37DC-496D-8934-42D7F015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092E0-6CB2-4B96-92EE-21D2E605E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648C0-CA90-4964-BCE9-A8D4A3CD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3123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860E6-F7B3-4D1F-AA74-1AABDF376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AA586-173C-4D50-84B1-E14C3301B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A1CB1-D54F-45AB-9F0F-A62D6D43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06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7308-11AE-4E97-9CA5-4E78CEC2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E5A72-508B-42E0-8B52-E2FE0770C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F4222-511B-40B3-B393-585CBA124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2D46D-9699-411D-AC92-2B34CC43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2A759-8647-4D90-B848-DE8C807C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50720-941E-4235-950E-E0F5BB01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092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BE05-F139-467D-B555-0FEDCBB7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94506-8767-49DE-9B64-462817202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C754B-1A45-4C3C-944B-386C4F420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A5B6-BC1C-455B-BF92-1F14C570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B012F-47DC-4D2A-BE39-5B18F6AC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6F567-5616-4EB6-8FFE-AA3743CC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672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C50D-A896-4295-A6EB-BFFC3FD5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11094-D852-4208-90A3-CAB8C1B3E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82E05-CEB2-49A8-B25A-82789571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3649A-91E1-44C4-8BBB-1DAA6C549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772DF-9983-446F-BDEF-180A23FA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9539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287E0-C8A6-4EED-B769-101E73302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1BE5F-D453-4EF0-A10E-0257B28A3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61387-B448-40EC-B52C-F2898623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AD791-F5B0-488D-AC2A-09ACC083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205F6-F61B-4E1A-81C0-0C640AC0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67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47555-4EC7-4B5F-8A6B-F1D1928A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B5B83-CE2F-4462-ADE4-C71B94938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D3BAF-FF53-43C0-94D6-186E7E03D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73FD5-A1D0-4DC8-8F58-BF8BECC1F78B}" type="datetimeFigureOut">
              <a:rPr lang="en-CA" smtClean="0"/>
              <a:t>2021-04-09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BE0FF-165E-4D3D-BF92-62BDDB7C5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64BB2-2B09-4ABD-89A5-D446100AC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7A17C-84DC-43A1-9CAE-BBD55B8386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137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4DF4F1-589A-40DF-84C6-D5E242EC4471}"/>
              </a:ext>
            </a:extLst>
          </p:cNvPr>
          <p:cNvSpPr txBox="1"/>
          <p:nvPr/>
        </p:nvSpPr>
        <p:spPr>
          <a:xfrm>
            <a:off x="1143000" y="276225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#369 Worship Christ, the Risen King!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EBE3A-33D0-4731-847F-35DEB56EDCC5}"/>
              </a:ext>
            </a:extLst>
          </p:cNvPr>
          <p:cNvSpPr txBox="1"/>
          <p:nvPr/>
        </p:nvSpPr>
        <p:spPr>
          <a:xfrm>
            <a:off x="2447925" y="2090172"/>
            <a:ext cx="72961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Rise, O church, and lift your voices,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Christ has conquered death and hell.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 as all the earth rejoices;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resurrection anthems swell.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 and worship, come and worship,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worship Christ, the risen King!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0160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4C82AB-37B0-403C-A0EE-F980E40230B0}"/>
              </a:ext>
            </a:extLst>
          </p:cNvPr>
          <p:cNvSpPr txBox="1"/>
          <p:nvPr/>
        </p:nvSpPr>
        <p:spPr>
          <a:xfrm>
            <a:off x="2324100" y="2090172"/>
            <a:ext cx="7543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See the tomb where death had laid him,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empty now, its mouth declares: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“Death and I could not contain him,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throne of life he shares.”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 and worship, come and worship,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worship Christ, the risen King!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853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9D0AF-226C-40CF-8523-04970010E9C8}"/>
              </a:ext>
            </a:extLst>
          </p:cNvPr>
          <p:cNvSpPr txBox="1"/>
          <p:nvPr/>
        </p:nvSpPr>
        <p:spPr>
          <a:xfrm>
            <a:off x="2276475" y="2090172"/>
            <a:ext cx="76390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Hear the earth protest and tremble,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see the stone removed with pow’r;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hell’s minions may assemble,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cannot withstand his hour.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has conquered, he has conquered,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Christ the Lord, the risen King!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72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482CE-A07A-493A-AFA0-44584738CF7B}"/>
              </a:ext>
            </a:extLst>
          </p:cNvPr>
          <p:cNvSpPr txBox="1"/>
          <p:nvPr/>
        </p:nvSpPr>
        <p:spPr>
          <a:xfrm>
            <a:off x="2519362" y="2090172"/>
            <a:ext cx="71532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Doubt may lift its head to murmur,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scoffers mock and sinners jeer;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truth proclaims a wonder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thoughtful hearts receive with cheer.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is risen, he is risen,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receive the risen King!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950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CDDBE7-649B-4BCE-B174-491DBD923B75}"/>
              </a:ext>
            </a:extLst>
          </p:cNvPr>
          <p:cNvSpPr txBox="1"/>
          <p:nvPr/>
        </p:nvSpPr>
        <p:spPr>
          <a:xfrm>
            <a:off x="2228850" y="2090172"/>
            <a:ext cx="7734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We acclaim your life, O Jesus,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we sing your victory;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 or hell may seek to seize 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your conquest keeps us free.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 in triumph, stand in triumph,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worship Christ, the risen King!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54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235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2021-04-09T18:31:57Z</dcterms:created>
  <dcterms:modified xsi:type="dcterms:W3CDTF">2021-04-09T18:34:24Z</dcterms:modified>
</cp:coreProperties>
</file>