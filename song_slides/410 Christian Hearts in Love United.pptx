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9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A663-ADE4-44F6-BE82-CBD3F069F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D492D-9BF5-48EC-90A1-B4413FBA4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9D515-3710-4E6C-B987-6B6D7A14E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81F23-5F21-46B5-89AC-98DFC9AF0B9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CCC9D-7568-45A6-8CC4-5E01E2261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602A7-DAD6-40DD-A201-8E1FD9DE8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7BAC-F58F-4C75-95AC-D9D45B9DE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55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60BD3-415C-4116-BC02-C0D60DEF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7C69D-AB70-4B8E-AFF8-D0A64C0BA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5FD6A-A7B3-4E24-9048-F97405D2C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81F23-5F21-46B5-89AC-98DFC9AF0B9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AE6AC-1828-4EA5-8C4F-A27A2FAE9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CE10C-32AF-446D-AFA4-EDD5F9AC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7BAC-F58F-4C75-95AC-D9D45B9DE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880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4DDB1-0727-4EFE-B54E-2C2BD4A2D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145D4-853E-44D9-BE68-B2E028D46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DAA26-1F5C-406D-A464-DA16367A1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81F23-5F21-46B5-89AC-98DFC9AF0B9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CC002-FEC6-4B11-A417-DE2A7EB84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76587-6248-49F5-9343-030B148BA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7BAC-F58F-4C75-95AC-D9D45B9DE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846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A279-83E7-4545-8548-B71E9923D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C314E-593D-43FC-9FC1-8A04F49C4E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D1542-9596-4512-B031-8F7A97B5C3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14CFA-609C-4C44-AA62-94862212D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81F23-5F21-46B5-89AC-98DFC9AF0B9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2101A-0D34-47D1-9BDF-861D28A84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70797-08B5-4FE2-8D8E-2EFD4751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7BAC-F58F-4C75-95AC-D9D45B9DE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77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E42D-A034-4A65-94F2-D67C967F5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5EC8B-6DF3-4648-8865-C70AB27E7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7DE37-445A-4720-95D0-C58D94446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BE4C2A-16B8-457C-8CFF-284FA3AB9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9FBC1A-11EF-4F5A-9512-FF6BFD394B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0D848A-BA40-4A74-B411-334211CD7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81F23-5F21-46B5-89AC-98DFC9AF0B9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AE6678-0A09-4AE3-9E2A-F88A95BB9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6AC1D5-B999-479F-AD74-8E02BCE44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7BAC-F58F-4C75-95AC-D9D45B9DE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63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B9EC9-BB09-4A12-83FB-25765D026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7A5BEE-FA11-4252-8095-A1A5034D2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81F23-5F21-46B5-89AC-98DFC9AF0B9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B9875D-9F03-4F32-958A-686F4F0CF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29009D-890F-4E09-B42B-9C34A7745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7BAC-F58F-4C75-95AC-D9D45B9DE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057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CC7816-FA2C-4A15-8C0E-FF5D319EE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81F23-5F21-46B5-89AC-98DFC9AF0B9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A20F60-72E2-4AF0-97B9-B3801526E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AF303-D5C0-414E-BE84-D9E9B5F5E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7BAC-F58F-4C75-95AC-D9D45B9DE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73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2E298-EE77-45C2-A384-924C0FDE0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7159E-C82A-4BF1-BA0D-22E43AC88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73A27-BA1F-4DA1-96A6-06118512F6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50B72-94F8-458B-80D2-8874FF4A5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81F23-5F21-46B5-89AC-98DFC9AF0B9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0E552-CE09-4C98-89FF-763560356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3F71A-B1A5-427D-83FE-E4E0CD78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7BAC-F58F-4C75-95AC-D9D45B9DE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81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C84FE-D611-4B65-8B2D-30B8B0A1C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2B495-1295-465A-BAF7-DE549BC3C6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E4F8B-EF37-4CA6-9D9B-4393AAEF9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1B739F-E4E0-4329-A368-3F9E4EDE7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81F23-5F21-46B5-89AC-98DFC9AF0B9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F2BE6E-FFE2-4D05-B29D-A5F7FBEF9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07FA6-3FB5-4443-8551-F0A8BED41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7BAC-F58F-4C75-95AC-D9D45B9DE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411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2276-D884-4988-B358-B0320BB2D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3ED5A-D24B-411B-8159-8B6B83BC3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BC439-2DEF-48A6-A388-4C5F490DF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81F23-5F21-46B5-89AC-98DFC9AF0B9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21A3F-0697-49AE-9362-BE905E2C3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39D82-C4A7-4E59-812D-AAE886A12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7BAC-F58F-4C75-95AC-D9D45B9DE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06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FD55F6-897C-447B-BE8B-DD7EF0554E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AE6BF0-1A44-4311-837D-0A658DDDF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3E1A0-E88E-46DC-ACC4-092242FB5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81F23-5F21-46B5-89AC-98DFC9AF0B9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0F94C-CCAE-4A97-9164-FE20C7EEC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3F058-59C9-430C-AD7A-0CF3BA57F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7BAC-F58F-4C75-95AC-D9D45B9DE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1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62D736-FBA8-49BA-A238-74CEADD26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26316-6579-4A9F-AA29-3BE1C0BEC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3A575-1B62-43DA-A6AB-C1F513027A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681F23-5F21-46B5-89AC-98DFC9AF0B9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1B5EA-F877-4648-92BC-82981DAE97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008D1-0CC6-4DF1-921E-9F9E3A50AB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F7BAC-F58F-4C75-95AC-D9D45B9DE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78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#410 Christian Hearts in Love United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659285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US" sz="2800" dirty="0"/>
              <a:t>Christian hearts in love united, </a:t>
            </a:r>
            <a:br>
              <a:rPr lang="en-US" sz="2800" dirty="0"/>
            </a:br>
            <a:r>
              <a:rPr lang="en-US" sz="2800" dirty="0"/>
              <a:t>search to know God's holy will. </a:t>
            </a:r>
            <a:br>
              <a:rPr lang="en-US" sz="2800" dirty="0"/>
            </a:br>
            <a:r>
              <a:rPr lang="en-US" sz="2800" dirty="0"/>
              <a:t>Let his love, in us ignited, </a:t>
            </a:r>
            <a:br>
              <a:rPr lang="en-US" sz="2800" dirty="0"/>
            </a:br>
            <a:r>
              <a:rPr lang="en-US" sz="2800" dirty="0"/>
              <a:t>more and more our spirits fill. </a:t>
            </a:r>
            <a:br>
              <a:rPr lang="en-US" sz="2800" dirty="0"/>
            </a:br>
            <a:r>
              <a:rPr lang="en-US" sz="2800" dirty="0"/>
              <a:t>Christ the head, and we his members-- </a:t>
            </a:r>
            <a:br>
              <a:rPr lang="en-US" sz="2800" dirty="0"/>
            </a:br>
            <a:r>
              <a:rPr lang="en-US" sz="2800" dirty="0"/>
              <a:t>we reflect the light he is. </a:t>
            </a:r>
            <a:br>
              <a:rPr lang="en-US" sz="2800" dirty="0"/>
            </a:br>
            <a:r>
              <a:rPr lang="en-US" sz="2800" dirty="0"/>
              <a:t>Christ the master, we disciples-- </a:t>
            </a:r>
            <a:br>
              <a:rPr lang="en-US" sz="2800" dirty="0"/>
            </a:br>
            <a:r>
              <a:rPr lang="en-US" sz="2800" dirty="0"/>
              <a:t>he is ours and we are his.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F6A10-0AFD-4A92-908C-FBCD7A32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497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584681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Grant, Lord, that with your direction </a:t>
            </a:r>
            <a:br>
              <a:rPr lang="en-US" sz="2800" dirty="0"/>
            </a:br>
            <a:r>
              <a:rPr lang="en-US" sz="2800" dirty="0"/>
              <a:t>"Love each other" we comply. </a:t>
            </a:r>
            <a:br>
              <a:rPr lang="en-US" sz="2800" dirty="0"/>
            </a:br>
            <a:r>
              <a:rPr lang="en-US" sz="2800" dirty="0"/>
              <a:t>Help us live in true affection, </a:t>
            </a:r>
            <a:br>
              <a:rPr lang="en-US" sz="2800" dirty="0"/>
            </a:br>
            <a:r>
              <a:rPr lang="en-US" sz="2800" dirty="0"/>
              <a:t>your love to exemplify. </a:t>
            </a:r>
            <a:br>
              <a:rPr lang="en-US" sz="2800" dirty="0"/>
            </a:br>
            <a:r>
              <a:rPr lang="en-US" sz="2800" dirty="0"/>
              <a:t>Let our mutual love be glowing </a:t>
            </a:r>
            <a:br>
              <a:rPr lang="en-US" sz="2800" dirty="0"/>
            </a:br>
            <a:r>
              <a:rPr lang="en-US" sz="2800" dirty="0"/>
              <a:t>brightly so that all may view </a:t>
            </a:r>
            <a:br>
              <a:rPr lang="en-US" sz="2800" dirty="0"/>
            </a:br>
            <a:r>
              <a:rPr lang="en-US" sz="2800" dirty="0"/>
              <a:t>that we, as on one stem growing, </a:t>
            </a:r>
            <a:br>
              <a:rPr lang="en-US" sz="2800" dirty="0"/>
            </a:br>
            <a:r>
              <a:rPr lang="en-US" sz="2800" dirty="0"/>
              <a:t>living branches are in you.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93703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Come, then, living church of Jesus, </a:t>
            </a:r>
            <a:br>
              <a:rPr lang="en-US" sz="2800" dirty="0"/>
            </a:br>
            <a:r>
              <a:rPr lang="en-US" sz="2800" dirty="0"/>
              <a:t>covenant with him anew. </a:t>
            </a:r>
            <a:br>
              <a:rPr lang="en-US" sz="2800" dirty="0"/>
            </a:br>
            <a:r>
              <a:rPr lang="en-US" sz="2800" dirty="0"/>
              <a:t>Unto him who conquered for us </a:t>
            </a:r>
            <a:br>
              <a:rPr lang="en-US" sz="2800" dirty="0"/>
            </a:br>
            <a:r>
              <a:rPr lang="en-US" sz="2800" dirty="0"/>
              <a:t>may we pledge our service true. </a:t>
            </a:r>
            <a:br>
              <a:rPr lang="en-US" sz="2800" dirty="0"/>
            </a:br>
            <a:r>
              <a:rPr lang="en-US" sz="2800" dirty="0"/>
              <a:t>May our lives reflect the brightness </a:t>
            </a:r>
            <a:br>
              <a:rPr lang="en-US" sz="2800" dirty="0"/>
            </a:br>
            <a:r>
              <a:rPr lang="en-US" sz="2800" dirty="0"/>
              <a:t>of God's love in Jesus shown. </a:t>
            </a:r>
            <a:br>
              <a:rPr lang="en-US" sz="2800" dirty="0"/>
            </a:br>
            <a:r>
              <a:rPr lang="en-US" sz="2800" dirty="0"/>
              <a:t>To the world we then bear witness: </a:t>
            </a:r>
            <a:br>
              <a:rPr lang="en-US" sz="2800" dirty="0"/>
            </a:br>
            <a:r>
              <a:rPr lang="en-US" sz="2800" dirty="0"/>
              <a:t>we belong to God alone. 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8561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#410 Christian Hearts in Love United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#410 Christian Hearts in Love United</dc:title>
  <dc:creator>Eric Hoogendoorn</dc:creator>
  <cp:lastModifiedBy>Eric Hoogendoorn</cp:lastModifiedBy>
  <cp:revision>1</cp:revision>
  <dcterms:created xsi:type="dcterms:W3CDTF">2020-08-01T00:06:12Z</dcterms:created>
  <dcterms:modified xsi:type="dcterms:W3CDTF">2020-08-01T00:06:35Z</dcterms:modified>
</cp:coreProperties>
</file>