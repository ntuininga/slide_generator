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2" r:id="rId2"/>
    <p:sldId id="313" r:id="rId3"/>
    <p:sldId id="314" r:id="rId4"/>
    <p:sldId id="32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73FDF-E51F-4FEB-9504-692F0F46F7F6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600EE-4E55-43F5-955F-1EF839174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8EE1-0DA3-4FEF-AC94-E4BD684CB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D7C83-8B3C-44B0-BAF1-8D53E5226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88396-AD68-41E3-9AFD-2A5D9754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B00ED-D929-496C-A51A-0F5DA102500D}" type="datetime1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FEAE3-9D7C-464A-A65F-53A07A5E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9DB38-2E8A-4836-B3D4-75DBA7FD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70B4-6A44-44A5-ABF9-BFBFD603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0E47-1031-47D6-863E-30F249ED5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AD4FA-E0BC-4F1F-B049-04D54B1E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1ED79-8E3A-4D9D-9DEB-12A93125207A}" type="datetime1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650F4-D839-4608-8491-B9F940A9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4432-6C4E-48DA-894A-F1CE4EB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8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6835-E78A-4F8F-B664-6D643120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6CD44-35FF-4EDC-B7DD-4F02FA618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8EA30-1892-473B-AD97-743B3C03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DA81-CB55-4C93-B244-7B6C670CE6A7}" type="datetime1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D81BF-E937-4210-A9DE-A14DA01C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27297-9910-4A98-B07B-2AC54268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6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25C9-5350-4CEE-A79D-DE5FA9E4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8271-00E6-47FB-BE6F-3C54487ED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698F-1881-4459-BA02-932CDF94E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95301-51A3-4B2A-B48C-FA19A064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6CC8-4B82-4C4A-AE54-F09620D1A5A1}" type="datetime1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FBB96-97BF-4F0B-97D7-D365000C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B1014-22F8-4D91-B8D0-732A8EA6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0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B77C-25A8-45E7-9829-5C07AB1A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D7D32-7351-4592-AB6F-F47C7B725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FBFE8-66AB-482F-8DEE-306596CB9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F1352-A410-4F6A-991D-FFE2A3AA5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43319-A4ED-45FB-B5D7-452544F83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CE8E0-2822-4AAF-88C9-A196AC0C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6615-FC9D-403B-8ECC-13291F0FF449}" type="datetime1">
              <a:rPr lang="en-US" smtClean="0"/>
              <a:t>6/4/2020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D443A-D94A-4A39-A187-898B0CAA8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1E5BB-AF3B-4473-A419-B7F5C7A3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6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8E0D-3D0D-4947-B255-73F61D7A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031E4-94EC-47F3-B50A-5457ABC3F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C9A0-C3DD-4B67-BE2D-B72A2CB46900}" type="datetime1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B3E7E-E2A9-48E5-8446-55C9DE87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A0EAD-7C02-4658-93FE-B5906F66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3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BE765-8534-4B48-8402-63772A17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E431-10E3-4C60-A2F1-9EDA016D6393}" type="datetime1">
              <a:rPr lang="en-US" smtClean="0"/>
              <a:t>6/4/2020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AAB15-D584-4D1C-B8B2-189217B4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6998F-1DF5-431D-8748-194582FE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6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0001-DEA5-4641-8C24-12081C3B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A4AE7-4BEF-4151-8A67-1A85C605B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CDBAE-8B8F-47E0-8978-672C6AC63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3327A-CB6E-406E-9A01-20A3BEE3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7A9-6ABD-4C14-97FF-7AEE5A95516F}" type="datetime1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B426E-B5CE-462A-ADD8-E3C8EB73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00879-6400-4C14-96D0-5F43EE26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6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B884-7012-4E66-85BC-A1A8EB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9BBDB-F820-4B91-888E-B9EBC662D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4D9DD-A3B9-47B4-A11E-309CF536F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1D43-C7C9-4545-BB7C-132B4E80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64E68-AA47-43AE-8221-EF9426BB8752}" type="datetime1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2216F-2D74-4F85-92D3-FCD3260C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D034F-6BEA-40CA-8008-32EB20B9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4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0B97-2845-4E4A-A1B5-C370F3FE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D062A-F29B-406D-BE32-CBCD041AA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0096C-E2C0-4B1A-8064-B9A3559A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16833-3138-4CCA-A8D3-2E8C2E10E52B}" type="datetime1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38B3A-1635-4B7B-810F-F81040D5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02DB-81E2-47AC-AE9C-8D26288C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6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ADE22-B668-4F79-93B9-31C3EB9E5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C69AF-5534-44E3-B3F7-03478E909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D1946-291D-4E61-82A9-CA092BB2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949B-9AB9-43B7-9253-0C17DBEDB3DF}" type="datetime1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87D3D-5C84-4ECC-AC60-F3BBC7D8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A843-E909-4CA8-9652-F6B646C4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3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DD5E9-9AFC-4FD0-8A82-54CE4D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1AE37-86C6-4ADA-A8F7-6CD7E2EFC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4E559-D67D-4F9F-8962-957519334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D3075-9A7D-4405-A9A7-8C09D63983A8}" type="datetime1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15AB1-D40A-416C-A514-664FE83A4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891B4-68D9-489E-A5A7-E1B3FBD99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74F5-682C-4CB6-9AE2-EC791EC25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7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The Lord is my refuge, how then can you say,</a:t>
            </a:r>
          </a:p>
          <a:p>
            <a:pPr algn="ctr"/>
            <a:r>
              <a:rPr lang="en-US" sz="2800" dirty="0"/>
              <a:t>“O flee like a bird to your mountain away.</a:t>
            </a:r>
          </a:p>
          <a:p>
            <a:pPr algn="ctr"/>
            <a:r>
              <a:rPr lang="en-US" sz="2800" dirty="0"/>
              <a:t>The godless take aim with their bow and their dart,</a:t>
            </a:r>
          </a:p>
          <a:p>
            <a:pPr algn="ctr"/>
            <a:r>
              <a:rPr lang="en-US" sz="2800" dirty="0"/>
              <a:t>Like snipers they shoot at the upright in heart.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#11B The Lord is My Refuge</a:t>
            </a:r>
          </a:p>
        </p:txBody>
      </p:sp>
    </p:spTree>
    <p:extLst>
      <p:ext uri="{BB962C8B-B14F-4D97-AF65-F5344CB8AC3E}">
        <p14:creationId xmlns:p14="http://schemas.microsoft.com/office/powerpoint/2010/main" val="269806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“</a:t>
            </a:r>
            <a:r>
              <a:rPr lang="en-US" sz="2800" dirty="0"/>
              <a:t>When evil prevails, they foundations remove;</a:t>
            </a:r>
            <a:endParaRPr lang="en-CA" sz="2800" dirty="0"/>
          </a:p>
          <a:p>
            <a:pPr algn="ctr"/>
            <a:r>
              <a:rPr lang="en-CA" sz="2800" dirty="0"/>
              <a:t>O what then, O what then, can righteous men do?”</a:t>
            </a:r>
          </a:p>
          <a:p>
            <a:pPr algn="ctr"/>
            <a:r>
              <a:rPr lang="en-CA" sz="2800" dirty="0"/>
              <a:t>Be sure that the Lord in his temple on high,</a:t>
            </a:r>
          </a:p>
          <a:p>
            <a:pPr algn="ctr"/>
            <a:r>
              <a:rPr lang="en-CA" sz="2800" dirty="0"/>
              <a:t>In heaven enthroned, over men casts his eye.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172370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The Lord looks on man with his all-searching eyes;</a:t>
            </a:r>
          </a:p>
          <a:p>
            <a:pPr algn="ctr"/>
            <a:r>
              <a:rPr lang="en-US" sz="2800" dirty="0"/>
              <a:t>His eyelids observe, and their conduct he tries.</a:t>
            </a:r>
          </a:p>
          <a:p>
            <a:pPr algn="ctr"/>
            <a:r>
              <a:rPr lang="en-US" sz="2800" dirty="0"/>
              <a:t>The Lord test the righteous who walk in his ways;</a:t>
            </a:r>
          </a:p>
          <a:p>
            <a:pPr algn="ctr"/>
            <a:r>
              <a:rPr lang="en-US" sz="2800" dirty="0"/>
              <a:t>His soul hates the wicked, who terror embrace.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4610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The Lord will send judgment and pour out hot coals;</a:t>
            </a:r>
          </a:p>
          <a:p>
            <a:pPr algn="ctr"/>
            <a:r>
              <a:rPr lang="en-US" sz="2800" dirty="0"/>
              <a:t>O’er all the ungodly his scorching wind rolls.</a:t>
            </a:r>
          </a:p>
          <a:p>
            <a:pPr algn="ctr"/>
            <a:r>
              <a:rPr lang="en-US" sz="2800" dirty="0"/>
              <a:t>The Lord, ever righteous, his justice portrays;</a:t>
            </a:r>
          </a:p>
          <a:p>
            <a:pPr algn="ctr"/>
            <a:r>
              <a:rPr lang="en-US" sz="2800" dirty="0"/>
              <a:t>By grace all the upright will look on his face.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Reformed Churches of New Zealand Hymnal Committee, 2004</a:t>
            </a:r>
          </a:p>
        </p:txBody>
      </p:sp>
    </p:spTree>
    <p:extLst>
      <p:ext uri="{BB962C8B-B14F-4D97-AF65-F5344CB8AC3E}">
        <p14:creationId xmlns:p14="http://schemas.microsoft.com/office/powerpoint/2010/main" val="36990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2020-06-05T01:40:54Z</dcterms:created>
  <dcterms:modified xsi:type="dcterms:W3CDTF">2020-06-05T01:43:52Z</dcterms:modified>
</cp:coreProperties>
</file>