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355" r:id="rId4"/>
    <p:sldId id="356" r:id="rId5"/>
    <p:sldId id="3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3B6A2-5B3F-4C03-BD76-338FB0E88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7812F-05E7-48EF-BA76-45803A697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EBBD2-0F0E-4A63-A5CE-6EF3F1BC7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F072-3D49-4787-9767-5D16D3A5249E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EDB5B-6BA8-487A-9A34-42050DDF5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DD6A2-17A8-469F-BC96-3DE3974EF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8B57-FB57-43A6-BE45-F9C139A44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40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6DF24-DC7A-4D49-A557-7220534B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ABA3E-1D59-4583-8A5F-1FA27DBB3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05342-130B-46A2-8027-E5896B47F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F072-3D49-4787-9767-5D16D3A5249E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A0333-D038-4D76-946A-AF71E80B9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0EAA-DEB6-4EEF-9D23-22838124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8B57-FB57-43A6-BE45-F9C139A44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01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D29B-54F9-4573-9495-07C6FA9C0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D18A5-9F6D-41E2-8A72-FE120D97C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669AB-F672-4BFE-8801-5D05D5D39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F072-3D49-4787-9767-5D16D3A5249E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3D445-14B6-46CB-8E0D-110969840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164E8-481B-4D3B-9933-DFF64811A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8B57-FB57-43A6-BE45-F9C139A44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57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3B992-BB56-47E2-B82C-6F211C99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F9836-D362-485D-A034-5873E35C9A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564B8-6334-4D9F-BEB2-B61912529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1F080-664C-461F-A815-79DDCDCAB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F072-3D49-4787-9767-5D16D3A5249E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0B721-7E37-4104-B354-78C876AB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6BED8-2531-47C9-A20F-F889EB735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8B57-FB57-43A6-BE45-F9C139A44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79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BC92D-61EE-4A22-A0F6-2A6436D3A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29181-3551-4A59-93C6-CC77130CF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F3C8E-4E8A-4B6B-A991-B1247E150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8A35E5-BF3C-49CE-9D18-43ED497DC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FDDF2F-B66A-4200-B439-95718A16A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690283-0660-4175-A4BC-4B8CEF9A5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F072-3D49-4787-9767-5D16D3A5249E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CE3330-7722-4B02-AA26-4F7B0EDFA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8149E-8165-4F12-84C1-7F428B369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8B57-FB57-43A6-BE45-F9C139A44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76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994B-BAD7-47A0-81C2-01232316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3BAA95-1369-47DD-8BC0-268453BAB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F072-3D49-4787-9767-5D16D3A5249E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895A0F-7E98-46C7-BF02-8A235B25E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AA832-761C-4C46-90B9-6E11FEC56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8B57-FB57-43A6-BE45-F9C139A44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2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04AF-4FB1-4C42-B72D-5129AA4B1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F072-3D49-4787-9767-5D16D3A5249E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A53679-5C6E-4270-9A27-BD37C95A4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8A128-FC9A-4305-B867-C946DAE4A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8B57-FB57-43A6-BE45-F9C139A44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96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47E42-C2DE-4AB7-9A53-52E90F199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FA946-2B40-4E34-B4DE-91CA86416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53DB3-11A1-4541-99C5-6F2461279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7BA4A9-1FEC-44F9-9297-F20E50F0C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F072-3D49-4787-9767-5D16D3A5249E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13138-2DE7-4E8D-8436-3C633C5A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EA7A8-D718-44CE-9E8A-0C3EF92CB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8B57-FB57-43A6-BE45-F9C139A44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12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25EAE-AFFB-4AC0-A06D-62A0F96A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3CC5F-98C8-4CCA-85F6-FC7105E166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16D10-0E92-4ABE-87BD-10DFEF3F6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27D76-1308-4692-93D5-5EAFC94DB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F072-3D49-4787-9767-5D16D3A5249E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7FBD9-DE67-4E15-95AE-C424BF6E1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988C9-5953-4CD6-8A85-E13A4BB1A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8B57-FB57-43A6-BE45-F9C139A44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4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CEFE1-B930-414B-83A1-5475B6326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E512F-73DD-4022-A1C2-33C50E7A2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476A6-A3CA-4368-AF9B-545FBBCDE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F072-3D49-4787-9767-5D16D3A5249E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6801D-DC32-4989-A475-E568586C9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55383-F13C-48EA-9F79-8DD54982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8B57-FB57-43A6-BE45-F9C139A44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93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C04E1D-C596-4652-A0ED-FFB0D29B3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6B448-5AA3-4D74-A213-58B59A233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2BBEE-E983-495A-B6B5-2EE71C66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F072-3D49-4787-9767-5D16D3A5249E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7CC2B-E1B9-4C1D-9D2D-18D5DDBC3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65F1-773B-4875-880B-3169FBB86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8B57-FB57-43A6-BE45-F9C139A44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2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42B694-D37D-420A-BD2F-38E38B010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62D7F-DC44-4A0C-A0CA-48C318BA7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A057C-2476-41D2-8412-57F578BAE4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6F072-3D49-4787-9767-5D16D3A5249E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1857E-675D-4DB2-A8B1-C87F56403A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7E0D4-A5D3-4068-A2B8-7EFE00DD3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68B57-FB57-43A6-BE45-F9C139A44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67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The tender love a father has</a:t>
            </a:r>
            <a:br>
              <a:rPr lang="en-US" sz="2800" dirty="0"/>
            </a:br>
            <a:r>
              <a:rPr lang="en-US" sz="2800" dirty="0"/>
              <a:t>for all his children dear,</a:t>
            </a:r>
            <a:br>
              <a:rPr lang="en-US" sz="2800" dirty="0"/>
            </a:br>
            <a:r>
              <a:rPr lang="en-US" sz="2800" dirty="0"/>
              <a:t>such love the Lord bestows on them</a:t>
            </a:r>
            <a:br>
              <a:rPr lang="en-US" sz="2800" dirty="0"/>
            </a:br>
            <a:r>
              <a:rPr lang="en-US" sz="2800" dirty="0"/>
              <a:t>who worship him in fear.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#103D The Tender Love a Father Has</a:t>
            </a: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 </a:t>
            </a:r>
            <a:r>
              <a:rPr lang="en-US" sz="2800" dirty="0"/>
              <a:t>The Lord remembers we are dust,</a:t>
            </a:r>
            <a:br>
              <a:rPr lang="en-US" sz="2800" dirty="0"/>
            </a:br>
            <a:r>
              <a:rPr lang="en-US" sz="2800" dirty="0"/>
              <a:t>and all our frailty knows;</a:t>
            </a:r>
            <a:br>
              <a:rPr lang="en-US" sz="2800" dirty="0"/>
            </a:br>
            <a:r>
              <a:rPr lang="en-US" sz="2800" dirty="0"/>
              <a:t>man's days are like the tender grass,</a:t>
            </a:r>
            <a:br>
              <a:rPr lang="en-US" sz="2800" dirty="0"/>
            </a:br>
            <a:r>
              <a:rPr lang="en-US" sz="2800" dirty="0"/>
              <a:t>and as the </a:t>
            </a:r>
            <a:r>
              <a:rPr lang="en-US" sz="2800" dirty="0" err="1"/>
              <a:t>flow'r</a:t>
            </a:r>
            <a:r>
              <a:rPr lang="en-US" sz="2800" dirty="0"/>
              <a:t> he grows.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</a:t>
            </a:r>
          </a:p>
        </p:txBody>
      </p:sp>
    </p:spTree>
    <p:extLst>
      <p:ext uri="{BB962C8B-B14F-4D97-AF65-F5344CB8AC3E}">
        <p14:creationId xmlns:p14="http://schemas.microsoft.com/office/powerpoint/2010/main" val="93406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 </a:t>
            </a:r>
            <a:r>
              <a:rPr lang="en-US" sz="2800" dirty="0"/>
              <a:t>The </a:t>
            </a:r>
            <a:r>
              <a:rPr lang="en-US" sz="2800" dirty="0" err="1"/>
              <a:t>flow'r</a:t>
            </a:r>
            <a:r>
              <a:rPr lang="en-US" sz="2800" dirty="0"/>
              <a:t> is withered by the wind</a:t>
            </a:r>
            <a:br>
              <a:rPr lang="en-US" sz="2800" dirty="0"/>
            </a:br>
            <a:r>
              <a:rPr lang="en-US" sz="2800" dirty="0"/>
              <a:t>that smites with blighting breath;</a:t>
            </a:r>
            <a:br>
              <a:rPr lang="en-US" sz="2800" dirty="0"/>
            </a:br>
            <a:r>
              <a:rPr lang="en-US" sz="2800" dirty="0"/>
              <a:t>so man is quickly swept away</a:t>
            </a:r>
            <a:br>
              <a:rPr lang="en-US" sz="2800" dirty="0"/>
            </a:br>
            <a:r>
              <a:rPr lang="en-US" sz="2800" dirty="0"/>
              <a:t>before the blast of death.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</a:t>
            </a:r>
          </a:p>
        </p:txBody>
      </p:sp>
    </p:spTree>
    <p:extLst>
      <p:ext uri="{BB962C8B-B14F-4D97-AF65-F5344CB8AC3E}">
        <p14:creationId xmlns:p14="http://schemas.microsoft.com/office/powerpoint/2010/main" val="2762089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 </a:t>
            </a:r>
            <a:r>
              <a:rPr lang="en-US" sz="2800" dirty="0"/>
              <a:t>Unchanging is the love of God,</a:t>
            </a:r>
            <a:br>
              <a:rPr lang="en-US" sz="2800" dirty="0"/>
            </a:br>
            <a:r>
              <a:rPr lang="en-US" sz="2800" dirty="0"/>
              <a:t>from age to age the same,</a:t>
            </a:r>
            <a:br>
              <a:rPr lang="en-US" sz="2800" dirty="0"/>
            </a:br>
            <a:r>
              <a:rPr lang="en-US" sz="2800" dirty="0"/>
              <a:t>displayed to all who do his will</a:t>
            </a:r>
            <a:br>
              <a:rPr lang="en-US" sz="2800" dirty="0"/>
            </a:br>
            <a:r>
              <a:rPr lang="en-US" sz="2800" dirty="0"/>
              <a:t>and reverence his name.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</a:t>
            </a:r>
          </a:p>
        </p:txBody>
      </p:sp>
    </p:spTree>
    <p:extLst>
      <p:ext uri="{BB962C8B-B14F-4D97-AF65-F5344CB8AC3E}">
        <p14:creationId xmlns:p14="http://schemas.microsoft.com/office/powerpoint/2010/main" val="2576596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 </a:t>
            </a:r>
            <a:r>
              <a:rPr lang="en-US" sz="2800" dirty="0"/>
              <a:t>Those who his gracious </a:t>
            </a:r>
            <a:r>
              <a:rPr lang="en-US" sz="2800" dirty="0" err="1"/>
              <a:t>cov'nant</a:t>
            </a:r>
            <a:r>
              <a:rPr lang="en-US" sz="2800" dirty="0"/>
              <a:t> keep</a:t>
            </a:r>
            <a:br>
              <a:rPr lang="en-US" sz="2800" dirty="0"/>
            </a:br>
            <a:r>
              <a:rPr lang="en-US" sz="2800" dirty="0"/>
              <a:t>the Lord will ever bless;</a:t>
            </a:r>
            <a:br>
              <a:rPr lang="en-US" sz="2800" dirty="0"/>
            </a:br>
            <a:r>
              <a:rPr lang="en-US" sz="2800" dirty="0"/>
              <a:t>their children's children shall rejoice</a:t>
            </a:r>
            <a:br>
              <a:rPr lang="en-US" sz="2800" dirty="0"/>
            </a:br>
            <a:r>
              <a:rPr lang="en-US" sz="2800" dirty="0"/>
              <a:t>to see his righteousness.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</a:t>
            </a:r>
          </a:p>
        </p:txBody>
      </p:sp>
    </p:spTree>
    <p:extLst>
      <p:ext uri="{BB962C8B-B14F-4D97-AF65-F5344CB8AC3E}">
        <p14:creationId xmlns:p14="http://schemas.microsoft.com/office/powerpoint/2010/main" val="2158795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2020-09-04T02:53:26Z</dcterms:created>
  <dcterms:modified xsi:type="dcterms:W3CDTF">2020-09-04T02:53:47Z</dcterms:modified>
</cp:coreProperties>
</file>