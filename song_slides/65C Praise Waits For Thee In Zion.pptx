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84" r:id="rId4"/>
    <p:sldId id="285" r:id="rId5"/>
    <p:sldId id="286" r:id="rId6"/>
    <p:sldId id="28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5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EEF8F-264C-4B9A-B9E0-46E27E605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A607ED-8F6C-4CB8-B4A8-A70C7DEFD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9117F-4633-403B-944C-5C404742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6730B-3A32-458E-8E4D-8040C55C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C4ADB-A7A8-4241-A43A-5F0D43F25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55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1A47B-AB52-455C-A64D-0A260708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F2512-7C65-49EF-9963-47869C431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A1DDA-0151-493C-9F04-B52E5D329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602C-87DF-41BB-9ADE-E764757B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4DA3B-09E6-46F9-ACF3-68E078F4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27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50D7-DDA4-44CE-8AD6-AB9E639E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465EC7-87A7-4AC2-876B-3079D4A47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F5AF0-36B8-4C63-BE5B-FEFDF360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E8BCE-D5C3-453B-91ED-CCB858BE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F0926-D7FA-4DC2-9DFF-A57CF95C1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0899B-0750-4B6B-95DC-9C8C2322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41AA4-D0DA-4390-A5C2-1E62AA392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D5F17-3A02-4AB2-83D3-E065A4B89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ABC32-6608-4D41-82B4-4C77D531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DEABF1-24B2-43BA-8368-C45D1F3C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5A10F8-11CE-473E-955E-443A9A11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63FE-BDE9-45F0-80F0-E1F411ED4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FC249-F1B2-419F-A056-BB1F89C4D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13E678-6569-4B2B-81AF-5E083279B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4520C4-64AE-423D-BCB1-D16462A79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3F971-9D71-493E-A437-FBCFE09E6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45E615-B482-4CF9-B895-5AD05CC66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CDED9-B189-4432-8E91-E28B1B29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D3F777-D2F5-47CA-ADE3-12CC33E99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48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A3E20-963C-4A32-B380-A7353C209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F3111C-7CA1-4FB0-B47C-FFB7F027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32A3D-03E6-4CFE-83DD-F89FFB5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B1E68-7117-47DF-A796-2D3D1BC4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8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8F0E1-BD6C-469B-9856-3C25B21F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21733-D634-45D0-8865-EE4421F8C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53DD2-2493-4B4C-935E-D7B166AD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61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BA7CE-BE59-443A-B69E-86358BEE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39161-1807-45AB-A31E-C4C1DF149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208A3-52A7-44CE-BF44-6ABCCFFCE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FB738-0E20-460B-8196-089AC6CD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58B73-7359-44CE-BCDE-96D4F8D4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D68AE-D3A6-4EF8-84E7-070265B1D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7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BB22D-E0DD-4373-BED0-FC4D4CDB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C614A-C879-4F73-B741-6D62FF9E40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B18434-E2EA-49C3-9EF4-E4D433B3A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DF15C-8E05-4A60-BF97-90A5A788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F3B7F-8BB8-4A6B-A8B0-F31C766BF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06507-72CC-4C4F-86FE-456D01D9F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13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51D4-DC88-4634-8A91-19FBDF1C9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9CC055-F1B2-45CE-8F3D-161321530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D7830-B296-42F4-A57F-371B7DE4A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059A3-5236-4851-B832-668666F1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CD9D-441A-48E1-AD3C-1E0834C12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739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02C890-551A-4ADB-9515-7CE9F10DF5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DE6045-1DDD-4A45-B188-4589A2E2D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C7564-57E6-4A3C-B349-5B2AD7660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CF4BE-68AB-4C79-A5FF-62359166B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2D44E-A6F0-4DF7-8B6C-821EF97A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69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16150-8B63-4C2E-8341-25814281F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A808C-A410-45C2-8D68-A6392595E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5CEB9-2167-49B1-8A31-1E9A8124CA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2FAAA-ADB4-4845-9EE7-5D13F7DD62BE}" type="datetimeFigureOut">
              <a:rPr lang="en-US" smtClean="0"/>
              <a:t>4/22/2022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9CDB2-CFE6-4EB3-AEBD-BD6C5C293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BC189-3F95-4FB8-9BC8-FB7430DE1D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AF6E3-C5C6-44E3-AD0B-2FBA984981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2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#65C Praise Waits For Thee In Zion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57941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Praise waits for thee in Zion; </a:t>
            </a:r>
            <a:br>
              <a:rPr lang="en-US" sz="2800" dirty="0"/>
            </a:br>
            <a:r>
              <a:rPr lang="en-US" sz="2800" dirty="0"/>
              <a:t>all men shall worship there</a:t>
            </a:r>
            <a:br>
              <a:rPr lang="en-US" sz="2800" dirty="0"/>
            </a:br>
            <a:r>
              <a:rPr lang="en-US" sz="2800" dirty="0"/>
              <a:t>and pay their vows before thee, </a:t>
            </a:r>
            <a:br>
              <a:rPr lang="en-US" sz="2800" dirty="0"/>
            </a:br>
            <a:r>
              <a:rPr lang="en-US" sz="2800" dirty="0"/>
              <a:t>O God who </a:t>
            </a:r>
            <a:r>
              <a:rPr lang="en-US" sz="2800" dirty="0" err="1"/>
              <a:t>hearest</a:t>
            </a:r>
            <a:r>
              <a:rPr lang="en-US" sz="2800" dirty="0"/>
              <a:t> prayer.</a:t>
            </a:r>
            <a:br>
              <a:rPr lang="en-US" sz="2800" dirty="0"/>
            </a:br>
            <a:r>
              <a:rPr lang="en-US" sz="2800" dirty="0"/>
              <a:t>Our sins rise up against us, </a:t>
            </a:r>
            <a:br>
              <a:rPr lang="en-US" sz="2800" dirty="0"/>
            </a:br>
            <a:r>
              <a:rPr lang="en-US" sz="2800" dirty="0"/>
              <a:t>prevailing day by day,</a:t>
            </a:r>
            <a:br>
              <a:rPr lang="en-US" sz="2800" dirty="0"/>
            </a:br>
            <a:r>
              <a:rPr lang="en-US" sz="2800" dirty="0"/>
              <a:t>but thou wilt show us mercy </a:t>
            </a:r>
            <a:br>
              <a:rPr lang="en-US" sz="2800" dirty="0"/>
            </a:br>
            <a:r>
              <a:rPr lang="en-US" sz="2800" dirty="0"/>
              <a:t>and take our guilt away.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How blest the man thou </a:t>
            </a:r>
            <a:r>
              <a:rPr lang="en-US" sz="2800" dirty="0" err="1"/>
              <a:t>callest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and </a:t>
            </a:r>
            <a:r>
              <a:rPr lang="en-US" sz="2800" dirty="0" err="1"/>
              <a:t>bringest</a:t>
            </a:r>
            <a:r>
              <a:rPr lang="en-US" sz="2800" dirty="0"/>
              <a:t> near to thee,</a:t>
            </a:r>
            <a:br>
              <a:rPr lang="en-US" sz="2800" dirty="0"/>
            </a:br>
            <a:r>
              <a:rPr lang="en-US" sz="2800" dirty="0"/>
              <a:t>that in thy courts forever </a:t>
            </a:r>
            <a:br>
              <a:rPr lang="en-US" sz="2800" dirty="0"/>
            </a:br>
            <a:r>
              <a:rPr lang="en-US" sz="2800" dirty="0"/>
              <a:t>his dwelling place may be;</a:t>
            </a:r>
            <a:br>
              <a:rPr lang="en-US" sz="2800" dirty="0"/>
            </a:br>
            <a:r>
              <a:rPr lang="en-US" sz="2800" dirty="0"/>
              <a:t>He shall within thy temple </a:t>
            </a:r>
            <a:br>
              <a:rPr lang="en-US" sz="2800" dirty="0"/>
            </a:br>
            <a:r>
              <a:rPr lang="en-US" sz="2800" dirty="0"/>
              <a:t>be satisfied with grace</a:t>
            </a:r>
            <a:br>
              <a:rPr lang="en-US" sz="2800" dirty="0"/>
            </a:br>
            <a:r>
              <a:rPr lang="en-US" sz="2800" dirty="0"/>
              <a:t>and filled with all the goodness </a:t>
            </a:r>
            <a:br>
              <a:rPr lang="en-US" sz="2800" dirty="0"/>
            </a:br>
            <a:r>
              <a:rPr lang="en-US" sz="2800" dirty="0"/>
              <a:t>of thy most holy place.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593703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O God of our salvation, </a:t>
            </a:r>
            <a:br>
              <a:rPr lang="en-US" sz="2800" dirty="0"/>
            </a:br>
            <a:r>
              <a:rPr lang="en-US" sz="2800" dirty="0"/>
              <a:t>since thou dost love the right,</a:t>
            </a:r>
            <a:br>
              <a:rPr lang="en-US" sz="2800" dirty="0"/>
            </a:br>
            <a:r>
              <a:rPr lang="en-US" sz="2800" dirty="0"/>
              <a:t>thou wilt an answer send us </a:t>
            </a:r>
            <a:br>
              <a:rPr lang="en-US" sz="2800" dirty="0"/>
            </a:br>
            <a:r>
              <a:rPr lang="en-US" sz="2800" dirty="0"/>
              <a:t>in wondrous deeds of might.</a:t>
            </a:r>
            <a:br>
              <a:rPr lang="en-US" sz="2800" dirty="0"/>
            </a:br>
            <a:r>
              <a:rPr lang="en-US" sz="2800" dirty="0"/>
              <a:t>In all earth's habitations, </a:t>
            </a:r>
            <a:br>
              <a:rPr lang="en-US" sz="2800" dirty="0"/>
            </a:br>
            <a:r>
              <a:rPr lang="en-US" sz="2800" dirty="0"/>
              <a:t>on all the boundless sea,</a:t>
            </a:r>
            <a:br>
              <a:rPr lang="en-US" sz="2800" dirty="0"/>
            </a:br>
            <a:r>
              <a:rPr lang="en-US" sz="2800" dirty="0"/>
              <a:t>man finds no sure reliance, </a:t>
            </a:r>
            <a:br>
              <a:rPr lang="en-US" sz="2800" dirty="0"/>
            </a:br>
            <a:r>
              <a:rPr lang="en-US" sz="2800" dirty="0"/>
              <a:t>no peace, apart from thee.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088023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Thy might sets fast the mountains; </a:t>
            </a:r>
            <a:br>
              <a:rPr lang="en-US" sz="2800" dirty="0"/>
            </a:br>
            <a:r>
              <a:rPr lang="en-US" sz="2800" dirty="0"/>
              <a:t>strength girds thee evermore</a:t>
            </a:r>
            <a:br>
              <a:rPr lang="en-US" sz="2800" dirty="0"/>
            </a:br>
            <a:r>
              <a:rPr lang="en-US" sz="2800" dirty="0"/>
              <a:t>to calm the raging peoples </a:t>
            </a:r>
            <a:br>
              <a:rPr lang="en-US" sz="2800" dirty="0"/>
            </a:br>
            <a:r>
              <a:rPr lang="en-US" sz="2800" dirty="0"/>
              <a:t>and still the ocean’s roar.</a:t>
            </a:r>
            <a:br>
              <a:rPr lang="en-US" sz="2800" dirty="0"/>
            </a:br>
            <a:r>
              <a:rPr lang="en-US" sz="2800" dirty="0"/>
              <a:t>Thy majesty and greatness </a:t>
            </a:r>
            <a:br>
              <a:rPr lang="en-US" sz="2800" dirty="0"/>
            </a:br>
            <a:r>
              <a:rPr lang="en-US" sz="2800" dirty="0"/>
              <a:t>are through all lands confessed,</a:t>
            </a:r>
            <a:br>
              <a:rPr lang="en-US" sz="2800" dirty="0"/>
            </a:br>
            <a:r>
              <a:rPr lang="en-US" sz="2800" dirty="0"/>
              <a:t>and joy on earth thou </a:t>
            </a:r>
            <a:r>
              <a:rPr lang="en-US" sz="2800" dirty="0" err="1"/>
              <a:t>sendest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afar, from east to west.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662244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To bless the earth thou </a:t>
            </a:r>
            <a:r>
              <a:rPr lang="en-US" sz="2800" dirty="0" err="1"/>
              <a:t>sendest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from thine abundant store</a:t>
            </a:r>
            <a:br>
              <a:rPr lang="en-US" sz="2800" dirty="0"/>
            </a:br>
            <a:r>
              <a:rPr lang="en-US" sz="2800" dirty="0"/>
              <a:t>the waters of the springtime, </a:t>
            </a:r>
            <a:br>
              <a:rPr lang="en-US" sz="2800" dirty="0"/>
            </a:br>
            <a:r>
              <a:rPr lang="en-US" sz="2800" dirty="0"/>
              <a:t>enriching it once more.</a:t>
            </a:r>
            <a:br>
              <a:rPr lang="en-US" sz="2800" dirty="0"/>
            </a:br>
            <a:r>
              <a:rPr lang="en-US" sz="2800" dirty="0"/>
              <a:t>The seed by thee provided </a:t>
            </a:r>
            <a:br>
              <a:rPr lang="en-US" sz="2800" dirty="0"/>
            </a:br>
            <a:r>
              <a:rPr lang="en-US" sz="2800" dirty="0"/>
              <a:t>is sown o'er hill and plain,</a:t>
            </a:r>
            <a:br>
              <a:rPr lang="en-US" sz="2800" dirty="0"/>
            </a:br>
            <a:r>
              <a:rPr lang="en-US" sz="2800" dirty="0"/>
              <a:t>and thou with gentle showers </a:t>
            </a:r>
            <a:br>
              <a:rPr lang="en-US" sz="2800" dirty="0"/>
            </a:br>
            <a:r>
              <a:rPr lang="en-US" sz="2800" dirty="0"/>
              <a:t>dost bless the springing grain.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781273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659285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 </a:t>
            </a:r>
            <a:r>
              <a:rPr lang="en-US" sz="2800" dirty="0"/>
              <a:t>The year with good thou </a:t>
            </a:r>
            <a:r>
              <a:rPr lang="en-US" sz="2800" dirty="0" err="1"/>
              <a:t>crownest</a:t>
            </a:r>
            <a:r>
              <a:rPr lang="en-US" sz="2800"/>
              <a:t>, </a:t>
            </a:r>
            <a:br>
              <a:rPr lang="en-US" sz="2800"/>
            </a:br>
            <a:r>
              <a:rPr lang="en-US" sz="2800"/>
              <a:t>the earth thy mercy fills,</a:t>
            </a:r>
            <a:br>
              <a:rPr lang="en-US" sz="2800"/>
            </a:br>
            <a:r>
              <a:rPr lang="en-US" sz="2800"/>
              <a:t>the wilderness is fruitful, </a:t>
            </a:r>
            <a:br>
              <a:rPr lang="en-US" sz="2800"/>
            </a:br>
            <a:r>
              <a:rPr lang="en-US" sz="2800"/>
              <a:t>and joyful are the hills;</a:t>
            </a:r>
            <a:br>
              <a:rPr lang="en-US" sz="2800"/>
            </a:br>
            <a:r>
              <a:rPr lang="en-US" sz="2800"/>
              <a:t>with corn the vales are covered, </a:t>
            </a:r>
            <a:br>
              <a:rPr lang="en-US" sz="2800"/>
            </a:br>
            <a:r>
              <a:rPr lang="en-US" sz="2800"/>
              <a:t>the flocks in pastures graze;</a:t>
            </a:r>
            <a:br>
              <a:rPr lang="en-US" sz="2800"/>
            </a:br>
            <a:r>
              <a:rPr lang="en-US" sz="2800"/>
              <a:t>All nature joins in singing </a:t>
            </a:r>
            <a:br>
              <a:rPr lang="en-US" sz="2800"/>
            </a:br>
            <a:r>
              <a:rPr lang="en-US" sz="2800"/>
              <a:t>a joyful song of praise.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1987134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341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#65C Praise Waits For Thee In Zion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#65C Praise Waits For Thee In Zion</dc:title>
  <dc:creator>Eric Hoogendoorn</dc:creator>
  <cp:lastModifiedBy>Eric Hoogendoorn</cp:lastModifiedBy>
  <cp:revision>2</cp:revision>
  <dcterms:created xsi:type="dcterms:W3CDTF">2020-04-25T02:20:06Z</dcterms:created>
  <dcterms:modified xsi:type="dcterms:W3CDTF">2022-04-23T02:51:03Z</dcterms:modified>
</cp:coreProperties>
</file>