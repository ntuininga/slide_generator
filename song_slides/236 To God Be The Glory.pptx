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298" r:id="rId3"/>
    <p:sldId id="29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49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9E64-E1E2-4BCD-B123-97142AC62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EBDECC-BB8D-44D8-8AF6-47B85061A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6C12F7-DF9C-43E7-81B9-43B3DC1C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C4426-3CEA-480A-8679-F0C08EAD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343C0-03CE-43ED-827B-51C1FBAC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430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C3957-5D14-4B51-8595-60765C85B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6EE3D-7AF4-4ACE-B3BF-A21BAEB59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DDB9A-54EA-4583-B467-2ED9E3768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BDFD0-F456-4B25-94D2-FCEB0BCE0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AEE6F-128C-4B83-9EE8-E8D75105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22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4FF21-522F-4350-B377-A05BD90DD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A7131-E8CA-4B4D-9B43-38F37CB37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96870-6D45-44FE-84BF-906AF743E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6DF2-C097-4206-99A8-BF16A91B4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CA879-01E9-423B-A2E2-E8485248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194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83B3A-21C7-46E8-B349-C409AFAC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1AF28-62BD-4AC4-B038-1B56B322F3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576436-C947-46BD-8CFD-433E3AC7E9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3A01CC-2079-46D6-9072-1D9665B6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3A560-6CA9-40C3-829E-5C9AA1B2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1DFF2-B0C3-4D8D-A0E3-55100B774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21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549E2-A8FF-4A8A-B2E6-0C432444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D3CC1-02FE-4D90-8719-7795A195F1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21A3EB-1F3A-4549-B7D0-D5FEA9A9F1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2AABA-7807-4546-A918-AF1500F32C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6148FC-69A1-46D9-87A3-D72E0EA60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AD49FB-2802-446B-82FC-A5A2121DC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D76588-4609-4792-BD12-58C391F6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19955E-8D5E-4218-A1A8-5146EDD8F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41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F3C04-4A2C-49E9-A053-BC44B068E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3BDA2-A0DB-453E-9AED-58D59EBA0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5872C-2806-46DA-8B65-95405DF97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10BD05-525E-4185-A097-DFE2F7D0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14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2C6F04-5619-45E0-8EA3-58FBE03A6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3280F3-1405-470C-9137-B7086D5B8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BCB33E-C2CC-40AB-A8BC-738E4D560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63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D5EC7-105E-40EE-8C5C-79F3A9B8A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07364-FA7D-4099-A84B-80CA9F534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ED4A65-68DA-4B2F-A2D6-C52015474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AE2F8D-1A5E-4492-AF6F-50D54014E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A0D51-B043-4E7D-A838-E3BCD724A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09189-F992-42E6-A562-0686439E2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73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E897-319E-4698-8791-D4892EE95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EC0F70-4EB1-4AB9-80E8-18710D53EF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9892FA-EC35-4057-B0AE-99ACEAB8D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9E82C-4F0A-4FD6-8A68-F18EAAA37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1EAAC-71A6-48FD-B581-8B6D9E27F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2AC425-DEED-431C-BA3E-5A1AE993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45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EE69-B2BB-4817-B768-917A52A1C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0E793-E696-4F4A-B91F-F627EBD79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E8846D-7717-448E-A880-113013F38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23414-FEAF-4171-885C-8B7B5F0B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894A6-01A6-40F3-80DE-A72DA92D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83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D1B99-2534-497E-96D6-C3572A174E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4AE7F-D403-47C2-A12C-3374AFC8A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F6C83-091B-4FA8-B150-D16CA1B4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334DB6-B7F2-4D63-AF42-2DFA56EEA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D5574-BC20-4A93-B970-BF17D20C8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369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46248-BE5F-4394-B331-04C4084CE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F62F1-7CF4-40A4-9A47-B7F0E7013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0AB1A-B7DF-46D1-A22A-C49EBACC09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646FA-260A-4541-88CB-03BFCE6D7B0A}" type="datetimeFigureOut">
              <a:rPr lang="en-US" smtClean="0"/>
              <a:t>5/15/2020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42626-3A5E-4A8B-A6FD-5B92B8E84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B1C42-00F4-42C4-9686-476FCF4CD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D321A1-EB35-4FAF-8E23-8933B4302D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18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</a:t>
            </a:r>
            <a:r>
              <a:rPr lang="en-CA" sz="2800" dirty="0"/>
              <a:t> </a:t>
            </a:r>
            <a:r>
              <a:rPr lang="en-US" sz="2800" dirty="0"/>
              <a:t>To God be the glory, great things he has done!</a:t>
            </a:r>
            <a:br>
              <a:rPr lang="en-US" sz="2800" dirty="0"/>
            </a:br>
            <a:r>
              <a:rPr lang="en-US" sz="2800" dirty="0"/>
              <a:t>So loved he the world that he gave us his Son,</a:t>
            </a:r>
            <a:br>
              <a:rPr lang="en-US" sz="2800" dirty="0"/>
            </a:br>
            <a:r>
              <a:rPr lang="en-US" sz="2800" dirty="0"/>
              <a:t>who yielded his life an atonement for sin,</a:t>
            </a:r>
            <a:br>
              <a:rPr lang="en-US" sz="2800" dirty="0"/>
            </a:br>
            <a:r>
              <a:rPr lang="en-US" sz="2800" dirty="0"/>
              <a:t>and opened the life gate that we may go in.</a:t>
            </a:r>
            <a:br>
              <a:rPr lang="en-US" sz="2800" dirty="0"/>
            </a:br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Praise the Lord, praise the Lord,</a:t>
            </a:r>
            <a:br>
              <a:rPr lang="en-US" sz="2800" dirty="0"/>
            </a:br>
            <a:r>
              <a:rPr lang="en-US" sz="2800" dirty="0"/>
              <a:t>let the earth hear his voice!</a:t>
            </a:r>
            <a:br>
              <a:rPr lang="en-US" sz="2800" dirty="0"/>
            </a:br>
            <a:r>
              <a:rPr lang="en-US" sz="2800" dirty="0"/>
              <a:t>Praise the Lord, praise the Lord,</a:t>
            </a:r>
            <a:br>
              <a:rPr lang="en-US" sz="2800" dirty="0"/>
            </a:br>
            <a:r>
              <a:rPr lang="en-US" sz="2800" dirty="0"/>
              <a:t>let the people rejoice!</a:t>
            </a:r>
            <a:br>
              <a:rPr lang="en-US" sz="2800" dirty="0"/>
            </a:br>
            <a:r>
              <a:rPr lang="en-US" sz="2800" dirty="0"/>
              <a:t>O come to the Father thro' Jesus the Son,</a:t>
            </a:r>
            <a:br>
              <a:rPr lang="en-US" sz="2800" dirty="0"/>
            </a:br>
            <a:r>
              <a:rPr lang="en-US" sz="2800" dirty="0"/>
              <a:t>and give him the glory, great things he has done!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#236 To God Be The Glory</a:t>
            </a:r>
          </a:p>
        </p:txBody>
      </p:sp>
    </p:spTree>
    <p:extLst>
      <p:ext uri="{BB962C8B-B14F-4D97-AF65-F5344CB8AC3E}">
        <p14:creationId xmlns:p14="http://schemas.microsoft.com/office/powerpoint/2010/main" val="1612951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O perfect redemption, the purchase of blood!</a:t>
            </a:r>
            <a:br>
              <a:rPr lang="en-US" sz="2800" dirty="0"/>
            </a:br>
            <a:r>
              <a:rPr lang="en-US" sz="2800" dirty="0"/>
              <a:t>To </a:t>
            </a:r>
            <a:r>
              <a:rPr lang="en-US" sz="2800" dirty="0" err="1"/>
              <a:t>ev'ry</a:t>
            </a:r>
            <a:r>
              <a:rPr lang="en-US" sz="2800" dirty="0"/>
              <a:t> believer the promise of God;</a:t>
            </a:r>
            <a:br>
              <a:rPr lang="en-US" sz="2800" dirty="0"/>
            </a:br>
            <a:r>
              <a:rPr lang="en-US" sz="2800" dirty="0"/>
              <a:t>the vilest offender who truly believes,</a:t>
            </a:r>
            <a:br>
              <a:rPr lang="en-US" sz="2800" dirty="0"/>
            </a:br>
            <a:r>
              <a:rPr lang="en-US" sz="2800" dirty="0"/>
              <a:t>that moment from Jesus forgiveness receives.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Praise the Lord, praise the Lord,</a:t>
            </a:r>
            <a:br>
              <a:rPr lang="en-US" sz="2800" dirty="0"/>
            </a:br>
            <a:r>
              <a:rPr lang="en-US" sz="2800" dirty="0"/>
              <a:t>let the earth hear his voice!</a:t>
            </a:r>
            <a:br>
              <a:rPr lang="en-US" sz="2800" dirty="0"/>
            </a:br>
            <a:r>
              <a:rPr lang="en-US" sz="2800" dirty="0"/>
              <a:t>Praise the Lord, praise the Lord,</a:t>
            </a:r>
            <a:br>
              <a:rPr lang="en-US" sz="2800" dirty="0"/>
            </a:br>
            <a:r>
              <a:rPr lang="en-US" sz="2800" dirty="0"/>
              <a:t>let the people rejoice!</a:t>
            </a:r>
            <a:br>
              <a:rPr lang="en-US" sz="2800" dirty="0"/>
            </a:br>
            <a:r>
              <a:rPr lang="en-US" sz="2800" dirty="0"/>
              <a:t>O come to the Father thro' Jesus the Son,</a:t>
            </a:r>
            <a:br>
              <a:rPr lang="en-US" sz="2800" dirty="0"/>
            </a:br>
            <a:r>
              <a:rPr lang="en-US" sz="2800" dirty="0"/>
              <a:t>and give him the glory, great things he has done!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013887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164134"/>
            <a:ext cx="12192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Great things he has taught us, great things he has done,</a:t>
            </a:r>
            <a:br>
              <a:rPr lang="en-US" sz="2800" dirty="0"/>
            </a:br>
            <a:r>
              <a:rPr lang="en-US" sz="2800" dirty="0"/>
              <a:t>and great our rejoicing through Jesus the Son;</a:t>
            </a:r>
            <a:br>
              <a:rPr lang="en-US" sz="2800" dirty="0"/>
            </a:br>
            <a:r>
              <a:rPr lang="en-US" sz="2800" dirty="0"/>
              <a:t>but purer and higher and greater will be</a:t>
            </a:r>
            <a:br>
              <a:rPr lang="en-US" sz="2800" dirty="0"/>
            </a:br>
            <a:r>
              <a:rPr lang="en-US" sz="2800" dirty="0"/>
              <a:t>our wonder, our transport, when Jesus we see.</a:t>
            </a:r>
          </a:p>
          <a:p>
            <a:pPr algn="ctr"/>
            <a:endParaRPr lang="en-US" sz="2800" dirty="0"/>
          </a:p>
          <a:p>
            <a:pPr algn="ctr"/>
            <a:r>
              <a:rPr lang="en-US" sz="2800" i="1" dirty="0"/>
              <a:t>Refrain</a:t>
            </a:r>
            <a:r>
              <a:rPr lang="en-US" sz="2800" dirty="0"/>
              <a:t>:</a:t>
            </a:r>
            <a:br>
              <a:rPr lang="en-US" sz="2800" dirty="0"/>
            </a:br>
            <a:r>
              <a:rPr lang="en-US" sz="2800" dirty="0"/>
              <a:t>Praise the Lord, praise the Lord,</a:t>
            </a:r>
            <a:br>
              <a:rPr lang="en-US" sz="2800" dirty="0"/>
            </a:br>
            <a:r>
              <a:rPr lang="en-US" sz="2800" dirty="0"/>
              <a:t>let the earth hear his voice!</a:t>
            </a:r>
            <a:br>
              <a:rPr lang="en-US" sz="2800" dirty="0"/>
            </a:br>
            <a:r>
              <a:rPr lang="en-US" sz="2800" dirty="0"/>
              <a:t>Praise the Lord, praise the Lord,</a:t>
            </a:r>
            <a:br>
              <a:rPr lang="en-US" sz="2800" dirty="0"/>
            </a:br>
            <a:r>
              <a:rPr lang="en-US" sz="2800" dirty="0"/>
              <a:t>let the people rejoice!</a:t>
            </a:r>
            <a:br>
              <a:rPr lang="en-US" sz="2800" dirty="0"/>
            </a:br>
            <a:r>
              <a:rPr lang="en-US" sz="2800" dirty="0"/>
              <a:t>O come to the Father thro' Jesus the Son,</a:t>
            </a:r>
            <a:br>
              <a:rPr lang="en-US" sz="2800" dirty="0"/>
            </a:br>
            <a:r>
              <a:rPr lang="en-US" sz="2800" dirty="0"/>
              <a:t>and give him the glory, great things he has done!</a:t>
            </a:r>
          </a:p>
          <a:p>
            <a:pPr marL="514350" indent="-514350" algn="ctr">
              <a:buAutoNum type="arabicPeriod"/>
            </a:pP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24341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2020-05-16T03:08:29Z</dcterms:created>
  <dcterms:modified xsi:type="dcterms:W3CDTF">2020-05-16T03:09:08Z</dcterms:modified>
</cp:coreProperties>
</file>