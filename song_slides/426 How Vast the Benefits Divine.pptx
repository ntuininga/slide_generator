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294" r:id="rId3"/>
    <p:sldId id="29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9F9C3-CA88-4BEB-9E7A-94BBFB442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7A4CF-8644-40C8-B4D3-2B01803FA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F409A-3007-434D-8287-56E91F4B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B8EB9-FFE7-4ADD-ABE7-D5D7FF33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00DF1-B635-4003-B407-013BF2EC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6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C5F9-3753-488E-A2EA-ED1BAD82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221CD-9469-40E4-B7AE-BE7C1F681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E802-234A-46FE-8A86-B773E15E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66333-5C64-4F18-830D-AC4C6466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1F35F-A7C7-4DF1-BAF5-0ADE14D4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8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8EC6-6BA9-4BE1-8CFF-DF86F29E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1B929-B932-4157-937C-FC660702B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D3658-C8C1-4B6D-A929-5E3F69FE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8FC91-9FD4-4965-B00B-7DCC1626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C99E7-DA53-456C-9A4D-20A630CA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8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DCFA4-6DA2-4E5C-A46E-51FB856D3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50489-015B-489C-B1E8-A7C4C7A13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8F68C-E852-480F-B780-41CF3214F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8C557-7AA1-407E-B5A9-4300179B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A1B9C-F40B-4E8F-B89C-BFCBFFB8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D955A-B929-4A38-84F7-DF5049FE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1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B633-364E-4038-BE44-917B00C4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86F8D-B0F4-4EBC-90EE-DF8E4B795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247AC-4818-4F89-852B-8397D4D3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867B3-991E-4DA0-8180-E7B39ECEE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914F4-5F28-419E-9873-78550CD05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FF08-0631-499A-8142-547269DAB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B9308-C7C2-4989-BF28-AA30144F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164A-1E91-4DC5-842C-508758CE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9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7F7E-C157-4C38-A812-4F6E8D96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AF29F-368C-47C4-A1AA-95BF24B1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8F9AE-DA97-47DE-B3B6-1C086A91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AE0C5-83D1-4CCE-94F2-744A22E8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87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90F5E-BA79-487C-9213-CE3E4DF14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64DE35-CFD7-4379-8A27-0D859121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0A343-D716-43FB-A1A3-E351E1FA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17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4BC33-C40D-47EA-83AD-3853CBAF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5ACB3-31AF-4148-ACEF-11CA339D2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4A14F-CB0C-44C9-942A-8D656F27F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D9408-AF6B-4ED6-9B6A-51CA85B00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38E3A-B2EE-448A-AF16-EF237201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13E0C-48D3-4C46-B82A-9BB53EC7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7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BC30-51DC-40EF-85FB-EB089D05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377A3F-3D8E-4B8F-B759-ED63CEDD3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4FF04-6CE0-481D-A1E7-543DBB30B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D198E-8283-4131-8122-7EDF198FF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8A6E1-C390-4B33-B2B3-218FC360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FD895-E9FE-4992-9766-0D3D2BD1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9033-EB81-4100-ABAF-5F95B4C1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FBBE0-57AE-4D1A-B043-0687C80C1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F8231-0083-4E6E-B9AD-D98B0FF4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BEC0F-0672-469F-A32B-91032BA1D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0A4B-215A-4FB4-BBED-68855520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01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961A0-BEEE-4887-AD64-9CEE577A0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F13C2-0D43-4CA6-90D8-48F7E5E6A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DB31C-69B5-4FF5-B9EB-42B1EAC0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F5142-71CB-4E21-86C9-C01182DB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0C7AF-5888-495C-9460-9FA910BB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6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0C9129-39DC-41E2-9E1A-D44AE049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F4E4E-F0A3-4177-A837-E8ACC9365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4F36C-C5AE-48DA-9BA3-E3BEF4D27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BD51E-0138-4C8B-9B5E-67F978846E87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02875-F7AA-47F9-B0AD-EA64878B5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4CA29-4EAE-4B9D-BDA6-074A47214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BE892-9577-4FA0-91F9-07FF746FC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1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How vast the benefits divine</a:t>
            </a:r>
            <a:br>
              <a:rPr lang="en-US" sz="2800" dirty="0"/>
            </a:br>
            <a:r>
              <a:rPr lang="en-US" sz="2800" dirty="0"/>
              <a:t>which we in Christ possess!</a:t>
            </a:r>
            <a:br>
              <a:rPr lang="en-US" sz="2800" dirty="0"/>
            </a:br>
            <a:r>
              <a:rPr lang="en-US" sz="2800" dirty="0"/>
              <a:t>We are redeemed from sin and shame,</a:t>
            </a:r>
            <a:br>
              <a:rPr lang="en-US" sz="2800" dirty="0"/>
            </a:br>
            <a:r>
              <a:rPr lang="en-US" sz="2800" dirty="0"/>
              <a:t>and called to holiness.</a:t>
            </a:r>
            <a:br>
              <a:rPr lang="en-US" sz="2800" dirty="0"/>
            </a:br>
            <a:r>
              <a:rPr lang="en-US" sz="2800" dirty="0" err="1"/>
              <a:t>'Tis</a:t>
            </a:r>
            <a:r>
              <a:rPr lang="en-US" sz="2800" dirty="0"/>
              <a:t> not for works that we have done,</a:t>
            </a:r>
            <a:br>
              <a:rPr lang="en-US" sz="2800" dirty="0"/>
            </a:br>
            <a:r>
              <a:rPr lang="en-US" sz="2800" dirty="0"/>
              <a:t>these all to him we owe;</a:t>
            </a:r>
            <a:br>
              <a:rPr lang="en-US" sz="2800" dirty="0"/>
            </a:br>
            <a:r>
              <a:rPr lang="en-US" sz="2800" dirty="0"/>
              <a:t>but he of his electing love</a:t>
            </a:r>
            <a:br>
              <a:rPr lang="en-US" sz="2800" dirty="0"/>
            </a:br>
            <a:r>
              <a:rPr lang="en-US" sz="2800" dirty="0"/>
              <a:t>salvation doth bestow.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#426 How Vast the Benefits Divine</a:t>
            </a:r>
          </a:p>
        </p:txBody>
      </p:sp>
    </p:spTree>
    <p:extLst>
      <p:ext uri="{BB962C8B-B14F-4D97-AF65-F5344CB8AC3E}">
        <p14:creationId xmlns:p14="http://schemas.microsoft.com/office/powerpoint/2010/main" val="209939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To thee, O Lord, alone is due</a:t>
            </a:r>
            <a:br>
              <a:rPr lang="en-US" sz="2800" dirty="0"/>
            </a:br>
            <a:r>
              <a:rPr lang="en-US" sz="2800" dirty="0"/>
              <a:t>all glory and renown;</a:t>
            </a:r>
            <a:br>
              <a:rPr lang="en-US" sz="2800" dirty="0"/>
            </a:br>
            <a:r>
              <a:rPr lang="en-US" sz="2800" dirty="0"/>
              <a:t>aught to ourselves we dare not take,</a:t>
            </a:r>
            <a:br>
              <a:rPr lang="en-US" sz="2800" dirty="0"/>
            </a:br>
            <a:r>
              <a:rPr lang="en-US" sz="2800" dirty="0"/>
              <a:t>or rob thee of thy crown.</a:t>
            </a:r>
            <a:br>
              <a:rPr lang="en-US" sz="2800" dirty="0"/>
            </a:br>
            <a:r>
              <a:rPr lang="en-US" sz="2800" dirty="0"/>
              <a:t>Thou </a:t>
            </a:r>
            <a:r>
              <a:rPr lang="en-US" sz="2800" dirty="0" err="1"/>
              <a:t>wast</a:t>
            </a:r>
            <a:r>
              <a:rPr lang="en-US" sz="2800" dirty="0"/>
              <a:t> thyself our Surety </a:t>
            </a:r>
            <a:br>
              <a:rPr lang="en-US" sz="2800" dirty="0"/>
            </a:br>
            <a:r>
              <a:rPr lang="en-US" sz="2800" dirty="0"/>
              <a:t>in God's redemption plan;</a:t>
            </a:r>
            <a:br>
              <a:rPr lang="en-US" sz="2800" dirty="0"/>
            </a:br>
            <a:r>
              <a:rPr lang="en-US" sz="2800" dirty="0"/>
              <a:t>in thee his grace was given us,</a:t>
            </a:r>
            <a:br>
              <a:rPr lang="en-US" sz="2800" dirty="0"/>
            </a:br>
            <a:r>
              <a:rPr lang="en-US" sz="2800" dirty="0"/>
              <a:t>long ere the world began.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1464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Safe in the arms of </a:t>
            </a:r>
            <a:r>
              <a:rPr lang="en-US" sz="2800" dirty="0" err="1"/>
              <a:t>sov'ereign</a:t>
            </a:r>
            <a:r>
              <a:rPr lang="en-US" sz="2800" dirty="0"/>
              <a:t> love</a:t>
            </a:r>
            <a:br>
              <a:rPr lang="en-US" sz="2800" dirty="0"/>
            </a:br>
            <a:r>
              <a:rPr lang="en-US" sz="2800" dirty="0"/>
              <a:t>we ever shall remain;</a:t>
            </a:r>
            <a:br>
              <a:rPr lang="en-US" sz="2800" dirty="0"/>
            </a:br>
            <a:r>
              <a:rPr lang="en-US" sz="2800" dirty="0"/>
              <a:t>nor shall the rage of earth or hell</a:t>
            </a:r>
            <a:br>
              <a:rPr lang="en-US" sz="2800" dirty="0"/>
            </a:br>
            <a:r>
              <a:rPr lang="en-US" sz="2800" dirty="0"/>
              <a:t>make thy sure counsel vain.</a:t>
            </a:r>
            <a:br>
              <a:rPr lang="en-US" sz="2800" dirty="0"/>
            </a:br>
            <a:r>
              <a:rPr lang="en-US" sz="2800" dirty="0"/>
              <a:t>Not one of all the chosen race</a:t>
            </a:r>
            <a:br>
              <a:rPr lang="en-US" sz="2800" dirty="0"/>
            </a:br>
            <a:r>
              <a:rPr lang="en-US" sz="2800" dirty="0"/>
              <a:t>but shall to </a:t>
            </a:r>
            <a:r>
              <a:rPr lang="en-US" sz="2800" dirty="0" err="1"/>
              <a:t>heav'n</a:t>
            </a:r>
            <a:r>
              <a:rPr lang="en-US" sz="2800" dirty="0"/>
              <a:t> attain;</a:t>
            </a:r>
            <a:br>
              <a:rPr lang="en-US" sz="2800" dirty="0"/>
            </a:br>
            <a:r>
              <a:rPr lang="en-US" sz="2800" dirty="0"/>
              <a:t>here they will share abounding grace,</a:t>
            </a:r>
            <a:br>
              <a:rPr lang="en-US" sz="2800" dirty="0"/>
            </a:br>
            <a:r>
              <a:rPr lang="en-US" sz="2800" dirty="0"/>
              <a:t>and there with Jesus reign.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2087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2020-06-05T02:05:42Z</dcterms:created>
  <dcterms:modified xsi:type="dcterms:W3CDTF">2020-06-05T02:06:05Z</dcterms:modified>
</cp:coreProperties>
</file>