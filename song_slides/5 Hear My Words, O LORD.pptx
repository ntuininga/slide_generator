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09ED-04C8-4017-86C6-00640FBA0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3D09B-2024-4B3D-AA24-6C330FE9B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6F047-F48E-4559-83B0-DDC98FDCD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54BF5-35FF-48EB-B0EF-2F3AF2CE9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6B9DA-30DE-4098-B9D5-6AA71993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4774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D498-F87B-42E4-A261-08DCC728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FF370-6D2E-40A3-9EC9-C9D9DB339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CFEBC-C70F-407A-ACF5-D87BDA39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BD345-3EB9-4431-87EE-607663ECE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2E2DE-95E1-4125-8737-04C74EF7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036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EC3F-BAF9-4B0E-B91F-8885D758D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A04B3-63B3-495E-B780-2DE2B620E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3FB1-2E96-4466-9301-3F3E086F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C1332-8773-4BC6-B06F-BC565869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DED2-C008-4D33-BF7F-9E0A0B04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1125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ABDC-71AD-404C-BB3B-6A0A37B15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6033-95B0-45C1-B4EF-FA90E2C1A3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4A683-54CE-4691-A3ED-620CA4D4F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D381F-A50C-4D52-888E-EF8F5635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8C240-9944-41D9-9137-5B5F5A60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92687-D1DF-49E2-9F8A-153CBEFC0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097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961F-AD42-4BC0-8576-8E570A021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AE43C-23AA-4930-9A41-6F54EFD61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3AD38-5915-405E-BD39-373197CED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CE920-D4FC-4280-90DD-278649A7C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05026-94E9-4700-B257-70BEDE29C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69A58-CBA3-4753-B19B-AE34E1F72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212795-47A0-4AE1-AEF9-B137CDA60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0B26D-7F84-4FD9-8AA6-AA014A744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903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5686-A5D2-4A25-8DF6-55402AE4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9CF68-0667-4E2A-AAD4-31AE9280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9D33B-0950-4BD7-AE6B-0B1FFBC7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080E0-E1D2-44BC-99B1-BDBC49AEC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6867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0F93B-67FC-4061-AB28-5C89BAAC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62266-7197-4EE1-8D83-808BAD62E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F7730-E46B-4504-A803-C887C57D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1761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7F22-AC8A-496C-804B-500B767D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F08A6-A5FB-4C10-A283-665633C50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E82C3-1D1C-443E-83E9-CCBC5D11D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8DCCE-C746-49E3-BC00-7A739B679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8857A-460F-4AA7-BD5A-24BEFC1A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07551-F056-48B2-A965-0347546B8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3502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AFDD-3B36-42F3-BF34-96F899E87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92D98-8FA0-46A6-A8FA-5B514E3DD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030B4-0F5B-4D8D-AFA4-2E1A642FB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7A567-4A49-4EB4-A463-DE12B89CC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0634F3-96F5-4415-B4BF-8BC385BCE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31BE-00C7-4F76-B062-11B428AC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59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682B-A932-4528-904B-D6A002CD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6CB4C-6BF1-4E21-B9B6-F720DD7F4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898D4-F7DF-4523-9075-0600FD41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AE2B1-1B69-43A3-9D4C-F0632FD8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FC867-7084-4B4E-902A-DDD5EC6D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6449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5CF7A1-230A-4BFF-A9BC-65127D8EE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EDA07-6455-4638-AFF5-D6F754EBC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8E109-E2D6-48CB-BD1E-4D952A50C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EC05A-C196-46D0-BB88-1980F75E0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3875D-D161-435B-BC4D-80D285DF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29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97644-7B7C-4A29-A5BB-179FB9AE6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03E21-CCE4-4520-8074-6336DDBA2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510B-5E8A-40E7-8308-7D9C3B74F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0EE13-175B-4B62-82EA-CD299C67C1F9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EABF2-0E0A-4DB4-875A-321B83E7F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9AA3A-00D9-4324-B9C8-E0475B8454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E4F7C-EBD5-4C70-A972-4EB019FCDB9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3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33F725-00CD-4705-855D-FD9D14BFD9A1}"/>
              </a:ext>
            </a:extLst>
          </p:cNvPr>
          <p:cNvSpPr txBox="1"/>
          <p:nvPr/>
        </p:nvSpPr>
        <p:spPr>
          <a:xfrm>
            <a:off x="552450" y="171450"/>
            <a:ext cx="11087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 Hear My Words, O LORD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90B06-248A-4EB8-8138-AFD72840C197}"/>
              </a:ext>
            </a:extLst>
          </p:cNvPr>
          <p:cNvSpPr txBox="1"/>
          <p:nvPr/>
        </p:nvSpPr>
        <p:spPr>
          <a:xfrm>
            <a:off x="2152650" y="1659285"/>
            <a:ext cx="78867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Hear my words, O LORD my God;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listen to my sighs and groans.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Hear my cry, my king, my God,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pray to you alone.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When the morning comes, O LORD,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shall hear my pleading cries;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watch when comes the dawn;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will bring my sacrifice.</a:t>
            </a:r>
          </a:p>
        </p:txBody>
      </p:sp>
    </p:spTree>
    <p:extLst>
      <p:ext uri="{BB962C8B-B14F-4D97-AF65-F5344CB8AC3E}">
        <p14:creationId xmlns:p14="http://schemas.microsoft.com/office/powerpoint/2010/main" val="1930138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F0A9B2-8DDA-4709-B70F-DF01EFC5FB02}"/>
              </a:ext>
            </a:extLst>
          </p:cNvPr>
          <p:cNvSpPr txBox="1"/>
          <p:nvPr/>
        </p:nvSpPr>
        <p:spPr>
          <a:xfrm>
            <a:off x="2233612" y="1999698"/>
            <a:ext cx="7724775" cy="2858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Surely you are not a God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in evil takes delight;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evil shall not dwell with you,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nor the proud stand in your sight.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Evildoers, LORD, you hate;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lying ones will you lay waste.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Men who murder and deceive,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God, the LORD, abhors and hates.</a:t>
            </a:r>
          </a:p>
        </p:txBody>
      </p:sp>
    </p:spTree>
    <p:extLst>
      <p:ext uri="{BB962C8B-B14F-4D97-AF65-F5344CB8AC3E}">
        <p14:creationId xmlns:p14="http://schemas.microsoft.com/office/powerpoint/2010/main" val="44829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2D8D93-2D15-4500-B195-E4C0423AEBDD}"/>
              </a:ext>
            </a:extLst>
          </p:cNvPr>
          <p:cNvSpPr txBox="1"/>
          <p:nvPr/>
        </p:nvSpPr>
        <p:spPr>
          <a:xfrm>
            <a:off x="2271712" y="1999698"/>
            <a:ext cx="7648575" cy="2858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But in your great love will I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 into your house of grace.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Rev'rent, I will worship there,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bowing toward your holy place.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Guide me safely, O my LORD,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your perfect righteousness;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since my enemies are near,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straight paths before my face.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351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2D4192-B7FE-4151-B036-9585367D1D2F}"/>
              </a:ext>
            </a:extLst>
          </p:cNvPr>
          <p:cNvSpPr txBox="1"/>
          <p:nvPr/>
        </p:nvSpPr>
        <p:spPr>
          <a:xfrm>
            <a:off x="1500187" y="1659285"/>
            <a:ext cx="91916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Let all those who flee to you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their refuge and be glad.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them ever sing for joy,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 them protection spread.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Those who truly love your name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magnify you with their praise.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will bless the righteous,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shielding him with all your grace.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530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261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2</cp:revision>
  <dcterms:created xsi:type="dcterms:W3CDTF">2021-05-07T17:26:56Z</dcterms:created>
  <dcterms:modified xsi:type="dcterms:W3CDTF">2022-01-09T00:08:12Z</dcterms:modified>
</cp:coreProperties>
</file>