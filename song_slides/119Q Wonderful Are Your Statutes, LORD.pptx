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B9EE5-2A15-45F9-9BEE-56AD2DE4542E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20521-E562-4D8D-B882-2FB3D7C7B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70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42538-4EC6-E416-725F-DDF99A275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D6864-0C61-83D7-ABC5-FB7A05FCBE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A9AD8-0B30-19E9-C03E-49C58FE2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60CD-E51E-4D7F-87AD-CC60427CBB8D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090C4-1A47-3419-B5F4-FCFDBFB1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56BD-6C00-F786-DCFD-9E502737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9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9B21-3065-BF71-D316-6262ED995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F2AEB-2EC8-6446-C403-2F72C52F0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968D2-6BA8-53F9-B4A7-AA3DCC8D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FC07A-D22B-485E-ACF4-568D75670C96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C3538-8DBE-1304-FC54-69D8EDE8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4E7E-99A8-2C6B-BCCB-86F73A09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9CD3F-F335-F736-57A2-D0B0203B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F7F14-F4BB-CCBF-F3CE-EAD878A72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E2677-E752-0042-892C-3F15114AC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EAB7-51EE-4904-A54C-B97FAAE4F3C9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AE67E-EDE3-8C46-D4AD-E53B68E8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9D146-0F1A-FAA0-3B31-A63DFC7E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9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DCD5F-9CE4-DF87-7271-5A76BCD0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A2B16-0F1C-5625-FEA7-E60FC7295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0F3EC-D156-C3C8-BFDB-7EF4BF16A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6EC5D-2512-BEDE-05A5-64C14EE9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6989-6B4E-4773-B401-0604CDFC958E}" type="datetime1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0622A-2337-DF87-B46C-94D4FD45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59B40-16F0-4762-FDCE-6918A4DD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29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FEB6-33EA-E231-EA93-BF79122E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0961B-6189-301F-5CA5-3114CF745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06F6D-D59F-674F-7B5F-E505E5EFC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C3921-B0C5-CBDE-22DF-6DBF24F1D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CAE884-49FD-7E21-CEB5-7A5064119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74F42C-51AA-5119-E378-26C5ABC5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2BB0E-A819-4C6B-A03F-181C2596C3C2}" type="datetime1">
              <a:rPr lang="en-US" smtClean="0"/>
              <a:t>7/23/2022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6C7047-8000-F583-4877-B234B98EE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15689-B04B-994C-DC6C-98B16FEC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3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41D54-9D00-06B5-7EA2-2E267DB7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11DDC-5C27-0414-538D-DEA87A95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7FA7E-8739-4666-BBE3-5830019CD872}" type="datetime1">
              <a:rPr lang="en-US" smtClean="0"/>
              <a:t>7/23/2022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930EF-C528-0EE1-EE62-A092F52FF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CFF0D-04DD-BA73-5DD1-C5FE6DE6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9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CEE605-D26B-446D-5D35-FE064160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4816-58FA-4038-935B-EE5BDF362574}" type="datetime1">
              <a:rPr lang="en-US" smtClean="0"/>
              <a:t>7/23/2022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B4462-8B2F-B637-794A-07825CCD5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DA45D-EA26-F647-D2CA-53F200DF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2A25B-F55D-BD25-7733-2F499968C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C310B-7557-CCB9-4079-0B7B3BCDE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62CED-F40A-A111-C828-376D68732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985BC-8567-FBF1-9814-117BAA14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AA9B-5230-4EF4-948D-B7CA5DFF26AA}" type="datetime1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B0F81-EEC1-5F0D-57C4-954FD146B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6BD7B-12D2-179F-55C7-5A9DBE59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5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D1CB-CC46-2C73-CC44-E5A508FC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13C12-9271-5A40-9BF5-C684DA536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44D24-DA45-1948-0207-C0BFF3497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EE211-0D9C-739C-9726-AC20297B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B754-2939-44A1-BE8F-95332F0C7E93}" type="datetime1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0899A-0B7E-3C6B-3B0F-0F23F40A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5665E-919B-5A68-8F09-DB447096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06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22EE-A8C9-1DA3-7F01-488A9734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1CF47-08B7-DB7E-DD47-D604406F8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17297-5CAA-29E3-CDC5-05643F43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E5531-B420-44C5-A2ED-A54F4F968711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B2929-2CB5-9FD0-C112-7D6E5F44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7C420-C115-CFD3-C6F7-0E3BCF17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27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9102C-D059-4602-496F-6B23C8AC5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EC9F4-B933-5157-C0C4-20021E50A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A5C4-F05F-868E-FD68-54237B10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4F99-2991-42F8-B327-990B0F44D546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E1E06-9FE3-D0CE-DCA9-3856FB2D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6374D-6C78-92BC-02CD-3CF3C1D4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7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59879E-FCF4-C8CE-135E-800B154A4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9F69F-4348-AC72-FCEA-794EC5DB9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788B9-CBE1-C94F-A612-F3F1E5225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C2FB9-115F-454B-AAA3-8D50F86AF2FC}" type="datetime1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B0879-74E2-6865-2486-7417626F1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139E2-1510-713A-AC1B-F82A0A379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DA9A0-80FB-4547-85A1-B73F098C6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3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BB81-BE3D-0FC1-9E11-0318074C7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119Q Wonderful Are Your Statutes, LORD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C645B-9DAF-63EB-CE96-CD5462557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Wonderful are your statues, LORD,</a:t>
            </a:r>
          </a:p>
          <a:p>
            <a:pPr marL="0" indent="0" algn="ctr">
              <a:buNone/>
            </a:pPr>
            <a:r>
              <a:rPr lang="en-US" dirty="0"/>
              <a:t>So my soul keeps your wise commands.</a:t>
            </a:r>
          </a:p>
          <a:p>
            <a:pPr marL="0" indent="0" algn="ctr">
              <a:buNone/>
            </a:pPr>
            <a:r>
              <a:rPr lang="en-US" dirty="0"/>
              <a:t>As they unfold, your words give light, </a:t>
            </a:r>
          </a:p>
          <a:p>
            <a:pPr marL="0" indent="0" algn="ctr">
              <a:buNone/>
            </a:pPr>
            <a:r>
              <a:rPr lang="en-US" dirty="0"/>
              <a:t>Teaching the truth to simple ones.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C6580-7095-8901-4A29-BB4ED7E88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131978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C448-DDF0-7E5B-2027-7CE7D7FAB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I open wide my mouth and pant;</a:t>
            </a:r>
          </a:p>
          <a:p>
            <a:pPr marL="0" indent="0" algn="ctr">
              <a:buNone/>
            </a:pPr>
            <a:r>
              <a:rPr lang="en-US" dirty="0"/>
              <a:t>O how I long to know your ways.</a:t>
            </a:r>
          </a:p>
          <a:p>
            <a:pPr marL="0" indent="0" algn="ctr">
              <a:buNone/>
            </a:pPr>
            <a:r>
              <a:rPr lang="en-US" dirty="0"/>
              <a:t>As with all those who love your name,</a:t>
            </a:r>
          </a:p>
          <a:p>
            <a:pPr marL="0" indent="0" algn="ctr">
              <a:buNone/>
            </a:pPr>
            <a:r>
              <a:rPr lang="en-US" dirty="0"/>
              <a:t>Turn unto me and show your grace.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572F6-0459-59A3-C12F-F58BFC43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47458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37F3B-60D6-7180-1C16-84BA6E672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Make firm my footsteps in your word;</a:t>
            </a:r>
          </a:p>
          <a:p>
            <a:pPr marL="0" indent="0" algn="ctr">
              <a:buNone/>
            </a:pPr>
            <a:r>
              <a:rPr lang="en-US" dirty="0"/>
              <a:t>Let no corruption rule my way.</a:t>
            </a:r>
          </a:p>
          <a:p>
            <a:pPr marL="0" indent="0" algn="ctr">
              <a:buNone/>
            </a:pPr>
            <a:r>
              <a:rPr lang="en-US" dirty="0"/>
              <a:t>Free me from man’s oppressive </a:t>
            </a:r>
            <a:r>
              <a:rPr lang="en-US" dirty="0" err="1"/>
              <a:t>pow’r</a:t>
            </a:r>
            <a:r>
              <a:rPr lang="en-US" dirty="0"/>
              <a:t>,</a:t>
            </a:r>
          </a:p>
          <a:p>
            <a:pPr marL="0" indent="0" algn="ctr">
              <a:buNone/>
            </a:pPr>
            <a:r>
              <a:rPr lang="en-US" dirty="0"/>
              <a:t>That your commands I may obey.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C6D4A-0674-87D6-948A-ED569474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4289869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AEF21-FEC8-DEA2-172D-B7EA542AB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Lord, on your servant shine your face;</a:t>
            </a:r>
          </a:p>
          <a:p>
            <a:pPr marL="0" indent="0" algn="ctr">
              <a:buNone/>
            </a:pPr>
            <a:r>
              <a:rPr lang="en-US" dirty="0"/>
              <a:t>Teach me the statues you have made.</a:t>
            </a:r>
          </a:p>
          <a:p>
            <a:pPr marL="0" indent="0" algn="ctr">
              <a:buNone/>
            </a:pPr>
            <a:r>
              <a:rPr lang="en-US" dirty="0"/>
              <a:t>Rivers of tears stream down my face,</a:t>
            </a:r>
          </a:p>
          <a:p>
            <a:pPr marL="0" indent="0" algn="ctr">
              <a:buNone/>
            </a:pPr>
            <a:r>
              <a:rPr lang="en-US" dirty="0"/>
              <a:t>For your commands are not obeyed.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889B2-1F7F-A942-8E99-EA25830E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1643487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179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119Q Wonderful Are Your Statutes, LORD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119Q Wonderful Are Your Statutes, LORD</dc:title>
  <dc:creator>Neil Tuininga</dc:creator>
  <cp:lastModifiedBy>Neil Tuininga</cp:lastModifiedBy>
  <cp:revision>2</cp:revision>
  <dcterms:created xsi:type="dcterms:W3CDTF">2022-07-23T16:57:29Z</dcterms:created>
  <dcterms:modified xsi:type="dcterms:W3CDTF">2022-07-23T17:01:49Z</dcterms:modified>
</cp:coreProperties>
</file>