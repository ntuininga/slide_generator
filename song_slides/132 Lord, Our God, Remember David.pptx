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88" r:id="rId2"/>
    <p:sldId id="589" r:id="rId3"/>
    <p:sldId id="591" r:id="rId4"/>
    <p:sldId id="5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455C3-EB7E-4366-8045-8756FB168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6399D-3D27-46C6-89CE-77EC1CD2A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5B412-21E8-4EF4-905E-1C442738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E31C4-4CB3-40D8-890B-F3112F99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B4FC2-F7EE-449C-8AB2-B18084BE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3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F312-BDBC-421C-A1CA-1E82DE37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F66B-06A4-4365-A760-DB58621E7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9EEA0-249C-4C5B-B77A-DDF5A048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5F95B-37DD-4681-9879-3C30DA73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6232C-E6E8-4BEE-B9A0-8156FC62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6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22CF-00BD-402A-8D82-F275B5DD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3160C-50DF-4DBB-B542-0419F5844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B141-F8A5-48C7-BE9E-218D585A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2A9C3-A3C7-4B79-A9D4-4544E728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BB829-0676-4CE7-9DE1-76916EB6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88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F984-98C3-40EA-B8AB-08A560EB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889D-BF8C-446E-973F-859325C4D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85333-0F3D-4117-BBFC-5C52500E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872A4-86F3-4206-AF33-6F4FE473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5FF39-A4F2-40BE-B794-FEA9AEFD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32FE3-4FE5-4B54-8FCF-84776DDB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27119-65F0-41F4-A4C9-305391F5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FC21E-74C4-466E-A132-E104627C2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F58D0-4878-4A0E-B70E-222F9598D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7E7D1-7104-45BD-9A66-2FE4FADE4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A3D81-7D9A-497B-A158-C780CAF63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D9D7B-CDD2-4C4D-9AE5-443849D1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2E609-3A3D-41EE-9455-BA10A649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89E03-5BBE-4789-9BF1-BA4C2C8D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9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11A4-5E18-4A54-9139-DBBE0072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B1CDD-3A80-4BFF-9F14-11895C5A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2E05B-E697-4779-8E54-7EB6852F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B81F8-99D3-4A24-82D9-4BB9FAFE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0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EFF6E-5C0B-4D13-92F6-25DF61F0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52312-3F4A-407B-BC11-72B19A76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576EE-F68D-4427-90AB-57837E37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6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2ACE-FA46-4934-8751-4EDC3079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CD36D-C20A-4A46-9FB7-4E063951D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F56D6-6A14-4310-AB26-F888F19A5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53C9E-A148-461A-8AEA-353480B89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69BB8-13B3-4301-8BC9-6CDB31ED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A2814-39B2-48B7-ACCE-14D258E0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6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1D8F-F433-4504-998F-4B3DA802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59E64-FD57-4334-BE74-B7741E39A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34BC5-0A84-4600-AA35-199B3162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FCF6D-1B58-4F66-842A-FDC3CEA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10804-AAAA-4E7F-8AE4-25053E79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1C131-A4F2-4CAE-94BD-ED763084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0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177A-E56B-4C3C-928E-3BBB24CA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5DAA2-9406-4801-92CA-B41FF087C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15C3-1C11-4CF3-8918-1F8057E9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06EFF-CA16-44DB-AB3C-5283FA84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9A2F0-9234-48C4-82B3-72752CBD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4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F5D6D-E78D-4EE9-928A-53B7CC1E3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CDA82-8332-4377-896D-B2D804AE6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CB255-AA96-45A1-A7C7-FEF7AD7A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149B2-2C80-4F36-9747-B89760EF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5FE7E-5FD6-4C51-893F-6A65CB0F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13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C55593-DFB2-4FEB-A040-3810C8E4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7BA2-B648-4DFF-8916-806EA6DC7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4AB52-6B3E-46B6-9EB6-782BF86C0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C215-A6D0-4AF0-90D3-1FCCE7C1EFDF}" type="datetimeFigureOut">
              <a:rPr lang="en-US" smtClean="0"/>
              <a:t>6/29/2024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EFF85-8CE0-4A32-BC4A-EAC3F3150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A5BEF-AF97-4959-9F72-A0D40C511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96577-364B-4EAE-8EFE-6BBF361AF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1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#132 Lord, Our God, Remember David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66978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Lord, Our God, remember David,</a:t>
            </a:r>
          </a:p>
          <a:p>
            <a:pPr algn="ctr"/>
            <a:r>
              <a:rPr lang="en-US" sz="2800" dirty="0"/>
              <a:t>all the grief and pain he bore,</a:t>
            </a:r>
          </a:p>
          <a:p>
            <a:pPr algn="ctr"/>
            <a:r>
              <a:rPr lang="en-US" sz="2800" dirty="0"/>
              <a:t>How he swore an oath and made a</a:t>
            </a:r>
          </a:p>
          <a:p>
            <a:pPr algn="ctr"/>
            <a:r>
              <a:rPr lang="en-US" sz="2800" dirty="0"/>
              <a:t>vow to Jacob’s mighty Lord:</a:t>
            </a:r>
          </a:p>
          <a:p>
            <a:pPr algn="ctr"/>
            <a:r>
              <a:rPr lang="en-US" sz="2800" dirty="0"/>
              <a:t>“I my house will never enter;</a:t>
            </a:r>
          </a:p>
          <a:p>
            <a:pPr algn="ctr"/>
            <a:r>
              <a:rPr lang="en-US" sz="2800" dirty="0"/>
              <a:t>rest and slumber I will shun,</a:t>
            </a:r>
          </a:p>
          <a:p>
            <a:pPr algn="ctr"/>
            <a:r>
              <a:rPr lang="en-US" sz="2800" dirty="0"/>
              <a:t>till I find the Lord a dwelling</a:t>
            </a:r>
          </a:p>
          <a:p>
            <a:pPr algn="ctr"/>
            <a:r>
              <a:rPr lang="en-US" sz="2800" dirty="0"/>
              <a:t>fit for Jacob’s Mighty One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3451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8263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For the sake of your own servant,</a:t>
            </a:r>
          </a:p>
          <a:p>
            <a:pPr algn="ctr"/>
            <a:r>
              <a:rPr lang="en-US" sz="2800" dirty="0"/>
              <a:t>David, your appointed one,</a:t>
            </a:r>
          </a:p>
          <a:p>
            <a:pPr algn="ctr"/>
            <a:r>
              <a:rPr lang="en-US" sz="2800" dirty="0"/>
              <a:t>Do not turn away your favor</a:t>
            </a:r>
          </a:p>
          <a:p>
            <a:pPr algn="ctr"/>
            <a:r>
              <a:rPr lang="en-US" sz="2800" dirty="0"/>
              <a:t>from his own anointed son.</a:t>
            </a:r>
          </a:p>
          <a:p>
            <a:pPr algn="ctr"/>
            <a:r>
              <a:rPr lang="en-US" sz="2800" dirty="0"/>
              <a:t>God has sworn an oath to David;</a:t>
            </a:r>
          </a:p>
          <a:p>
            <a:pPr algn="ctr"/>
            <a:r>
              <a:rPr lang="en-US" sz="2800" dirty="0"/>
              <a:t>he his word will not disown:</a:t>
            </a:r>
          </a:p>
          <a:p>
            <a:pPr algn="ctr"/>
            <a:r>
              <a:rPr lang="en-US" sz="2800" dirty="0"/>
              <a:t>“I will choose from your descendants</a:t>
            </a:r>
          </a:p>
          <a:p>
            <a:pPr algn="ctr"/>
            <a:r>
              <a:rPr lang="en-US" sz="2800" dirty="0"/>
              <a:t>one to sit upon your throne”.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1447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8263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If your sons will keep my </a:t>
            </a:r>
            <a:r>
              <a:rPr lang="en-US" sz="2800" dirty="0" err="1"/>
              <a:t>cov’nant</a:t>
            </a:r>
            <a:r>
              <a:rPr lang="en-US" sz="2800" dirty="0"/>
              <a:t>, </a:t>
            </a:r>
          </a:p>
          <a:p>
            <a:pPr algn="ctr"/>
            <a:r>
              <a:rPr lang="en-US" sz="2800" dirty="0"/>
              <a:t>all the statues I make known,</a:t>
            </a:r>
          </a:p>
          <a:p>
            <a:pPr algn="ctr"/>
            <a:r>
              <a:rPr lang="en-US" sz="2800" dirty="0"/>
              <a:t>Surely then their sons will also </a:t>
            </a:r>
          </a:p>
          <a:p>
            <a:pPr algn="ctr"/>
            <a:r>
              <a:rPr lang="en-US" sz="2800" dirty="0"/>
              <a:t>sit forever on your throne.</a:t>
            </a:r>
          </a:p>
          <a:p>
            <a:pPr algn="ctr"/>
            <a:r>
              <a:rPr lang="en-US" sz="2800" dirty="0"/>
              <a:t>For the Lord has chosen Zion; </a:t>
            </a:r>
          </a:p>
          <a:p>
            <a:pPr algn="ctr"/>
            <a:r>
              <a:rPr lang="en-US" sz="2800" dirty="0"/>
              <a:t>there he wishes to remain;</a:t>
            </a:r>
          </a:p>
          <a:p>
            <a:pPr algn="ctr"/>
            <a:r>
              <a:rPr lang="en-US" sz="2800" dirty="0"/>
              <a:t>Her</a:t>
            </a:r>
            <a:r>
              <a:rPr lang="en-CA" sz="2800" dirty="0"/>
              <a:t>e’s my resting place forever</a:t>
            </a:r>
            <a:r>
              <a:rPr lang="en-CA" sz="2800"/>
              <a:t>; </a:t>
            </a:r>
          </a:p>
          <a:p>
            <a:pPr algn="ctr"/>
            <a:r>
              <a:rPr lang="en-CA" sz="2800"/>
              <a:t>here </a:t>
            </a:r>
            <a:r>
              <a:rPr lang="en-CA" sz="2800" dirty="0"/>
              <a:t>it pleases me to reign.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9537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8263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“I will richly bless her storehouse,</a:t>
            </a:r>
          </a:p>
          <a:p>
            <a:pPr algn="ctr"/>
            <a:r>
              <a:rPr lang="en-US" sz="2800" dirty="0"/>
              <a:t>satisfy her poor with bread,</a:t>
            </a:r>
          </a:p>
          <a:p>
            <a:pPr algn="ctr"/>
            <a:r>
              <a:rPr lang="en-US" sz="2800" dirty="0"/>
              <a:t>clothe her priests with my salvation,</a:t>
            </a:r>
          </a:p>
          <a:p>
            <a:pPr algn="ctr"/>
            <a:r>
              <a:rPr lang="en-US" sz="2800" dirty="0"/>
              <a:t>make her saints supremely glad.</a:t>
            </a:r>
          </a:p>
          <a:p>
            <a:pPr algn="ctr"/>
            <a:r>
              <a:rPr lang="en-US" sz="2800" dirty="0"/>
              <a:t>I will raise a horn for David,</a:t>
            </a:r>
          </a:p>
          <a:p>
            <a:pPr algn="ctr"/>
            <a:r>
              <a:rPr lang="en-US" sz="2800" dirty="0"/>
              <a:t>for my chosen make a light.</a:t>
            </a:r>
          </a:p>
          <a:p>
            <a:pPr algn="ctr"/>
            <a:r>
              <a:rPr lang="en-US" sz="2800" dirty="0"/>
              <a:t>All his foes with shame I’ll cover;</a:t>
            </a:r>
          </a:p>
          <a:p>
            <a:pPr algn="ctr"/>
            <a:r>
              <a:rPr lang="en-US" sz="2800" dirty="0"/>
              <a:t>but his crown will shine most bright.”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208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#132 Lord, Our God, Remember David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#132 Lord, Our God, Remember David</dc:title>
  <dc:creator>Eric Hoogendoorn</dc:creator>
  <cp:lastModifiedBy>Neil Tuininga</cp:lastModifiedBy>
  <cp:revision>2</cp:revision>
  <dcterms:created xsi:type="dcterms:W3CDTF">2022-04-09T22:50:48Z</dcterms:created>
  <dcterms:modified xsi:type="dcterms:W3CDTF">2024-06-30T02:41:06Z</dcterms:modified>
</cp:coreProperties>
</file>