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2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4F2069-EA7A-4F01-8DAD-236ECC0A72F2}" type="datetimeFigureOut">
              <a:rPr lang="en-US" smtClean="0"/>
              <a:t>9/15/2023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1E786-489A-448A-8044-2F34F0E51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7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6878-53D2-2B33-8027-2E0310851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19ACE-B8E9-2252-40F8-BFEA49CF5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DAAF-72FA-8BD2-6DD5-DC499145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78FE-97EB-4758-AF34-0D5F53D6EC6B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C360A-B18F-3B25-AD38-6A444694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16CB3-3413-9DFB-9528-EBD0C78D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A4BA-BC16-6711-D33D-8F234031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FE0D-F879-08AC-D87C-3202C6B57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3D433-4336-014D-77B0-790816F5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3F38-734B-479D-A768-2C0DDB7EC81B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8EDA7-2B66-3F40-77D7-0EEE9064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4DDD2-8B6D-8BC8-F418-A4D8C9CF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8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2B59-E02A-669D-6754-4B688B31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4D59B-C37C-9DB6-3ECF-38292D15C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2B0E-2675-6E2B-F9D3-63691065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BBABD-C515-414B-81E4-6413D6DC3D88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CCE8C-83DB-E261-7128-C5A6B8D3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213D0-0DA6-63BA-BE82-6624533E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7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D3FF-6084-F6F0-7B89-EBF260C8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2363B-E903-98B1-F17F-4E29A915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6CC7C-DE28-2211-8074-FDDAF4608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CBB30-C785-109F-108F-084751BD6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CF51-E7A5-4C91-A8A9-824E44A4EEB3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C5A05-7137-042F-D0B9-E5C111EC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6A3D6-903B-FC5C-BBC8-05FDB2FC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0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33C7-DFE9-C77D-518E-38E418F8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F64CA-DAC8-C931-9AAE-DDCEA5EA3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0EA30-525E-0674-7BC6-EE3193E8D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39DF3-2227-7542-0758-B250A47EE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482D14-F0B8-8FBD-30F9-AC5898A45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BC485-D533-2793-98C2-FB557209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9860-9E6A-465D-A312-A48FF9227F35}" type="datetime1">
              <a:rPr lang="en-US" smtClean="0"/>
              <a:t>9/15/2023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1EF54-F92A-D653-946C-3062972A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D011C-6DDC-86E3-553A-582A3D3E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5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0761-0AB2-A834-70FF-E733DA73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2B14D-846B-4753-522F-732EEAC40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6B3C3-93A0-4DA5-9FDC-E757B2D17DF7}" type="datetime1">
              <a:rPr lang="en-US" smtClean="0"/>
              <a:t>9/15/2023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44813-C123-8279-4C2D-1D5532A3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DE437-8587-3029-5CAD-4FE76F30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2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C9BF8-43C4-2E2D-BEB1-A2EDE3A5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0D7-939F-4BFB-A376-33902779A713}" type="datetime1">
              <a:rPr lang="en-US" smtClean="0"/>
              <a:t>9/15/2023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2E193-6B1E-1B8F-3C74-4321D32B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C2F26-A841-78C2-046B-65869114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1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5551-C65D-6B35-7482-7DDD1875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DA319-E281-1C0F-D416-8450C0884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22E44-10E8-3F8C-46AF-32FD7A0D4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A5E77-7767-A74E-386E-BC7C7E1B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87983-4EE6-4C33-8182-A648FE49A8D7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62249-EC4C-5821-3A17-77369DC9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DC367-9AB7-D428-6B48-C8611379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4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12178-4365-2066-5777-F648600B4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C43ECD-C81F-C7B2-83B4-6672AFC1D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4F340-F6B6-52AF-F91C-95FBAA62B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84148-5A27-1118-47A0-AB79C721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4169-ABD8-4329-B1C9-2FD6E9807CCA}" type="datetime1">
              <a:rPr lang="en-US" smtClean="0"/>
              <a:t>9/15/2023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11C88-5815-5148-C597-E68E5712B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21BE5-8E71-9ADF-EBCD-F9A901A1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0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EC3C-14F6-2E2E-7975-3C63B826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66A38-3F91-A0F1-FCFA-F8CB74F24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C8E23-AE7B-101A-EB19-7DD965EC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55D69-F0FF-471F-B525-580A7E665A74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C4F42-C603-A225-E07A-41FB6E55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5C249-A4E9-F851-1D42-C3965E78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8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A73CD-9CE1-3B33-9925-A704D38F0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BB51B-5903-7E5C-143F-F8862ECFB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4713E-6D2E-8068-9634-008C599A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6BABF-6F14-4D44-9406-359286EB0E3E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6F18-FE98-816F-D79B-21058E36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F770F-73B9-8E95-54CA-EEBDD9D8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9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3669AB-9AEF-83EA-74A9-C401D261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416A8-1616-D133-928D-072FB801E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AF82C-8169-BBE2-5D23-2BB5F3A79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50ED8-EF3E-4981-BC4D-3CA3D3EFF7AE}" type="datetime1">
              <a:rPr lang="en-US" smtClean="0"/>
              <a:t>9/15/2023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16A5E-4612-73BD-4E07-D8DD530B4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BE5F8-7D06-32D1-86C4-CCFD16F97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15FE7-7184-4F02-B402-6C7425386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4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ABD7-E866-A932-63FA-1BC7533E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57" y="365125"/>
            <a:ext cx="11714671" cy="1325563"/>
          </a:xfrm>
        </p:spPr>
        <p:txBody>
          <a:bodyPr/>
          <a:lstStyle/>
          <a:p>
            <a:r>
              <a:rPr lang="en-US" dirty="0"/>
              <a:t>#116A I Love the LORD, for He Has Heard My Voice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C6164-66DA-FF08-9390-379312439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I love the Lord, for he has heard my voice;</a:t>
            </a:r>
          </a:p>
          <a:p>
            <a:pPr marL="0" indent="0" algn="ctr">
              <a:buNone/>
            </a:pPr>
            <a:r>
              <a:rPr lang="en-US" dirty="0"/>
              <a:t>He heard my please for mercy and for grace.</a:t>
            </a:r>
          </a:p>
          <a:p>
            <a:pPr marL="0" indent="0" algn="ctr">
              <a:buNone/>
            </a:pPr>
            <a:r>
              <a:rPr lang="en-US" dirty="0"/>
              <a:t>Since he inclined his ear to my request,</a:t>
            </a:r>
          </a:p>
          <a:p>
            <a:pPr marL="0" indent="0" algn="ctr">
              <a:buNone/>
            </a:pPr>
            <a:r>
              <a:rPr lang="en-US" dirty="0"/>
              <a:t>I’ll call on him as long as life shall last.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5B7F0-564B-CA06-BEB0-6895F1DC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0391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C409E-5A8F-7302-D555-10008C286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Anguish of death encompassed me about;</a:t>
            </a:r>
          </a:p>
          <a:p>
            <a:pPr marL="0" indent="0" algn="ctr">
              <a:buNone/>
            </a:pPr>
            <a:r>
              <a:rPr lang="en-US" dirty="0"/>
              <a:t>Cords of the grave and terror held me down.</a:t>
            </a:r>
          </a:p>
          <a:p>
            <a:pPr marL="0" indent="0" algn="ctr">
              <a:buNone/>
            </a:pPr>
            <a:r>
              <a:rPr lang="en-US" dirty="0"/>
              <a:t>I was distressed. I called upon his name:</a:t>
            </a:r>
          </a:p>
          <a:p>
            <a:pPr marL="0" indent="0" algn="ctr">
              <a:buNone/>
            </a:pPr>
            <a:r>
              <a:rPr lang="en-US" dirty="0"/>
              <a:t>“Rescue my soul, O Lord my God, I pray”.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5533D-5F48-835F-1694-DB523D30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89600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1D598-7238-A84A-1C5B-714D7037E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Righteous and gracious is the Lord our God,</a:t>
            </a:r>
          </a:p>
          <a:p>
            <a:pPr marL="0" indent="0" algn="ctr">
              <a:buNone/>
            </a:pPr>
            <a:r>
              <a:rPr lang="en-US" dirty="0"/>
              <a:t>Rich in his mercy, tender in his love.</a:t>
            </a:r>
          </a:p>
          <a:p>
            <a:pPr marL="0" indent="0" algn="ctr">
              <a:buNone/>
            </a:pPr>
            <a:r>
              <a:rPr lang="en-US" dirty="0"/>
              <a:t>He will preserve the simple in their need;</a:t>
            </a:r>
          </a:p>
          <a:p>
            <a:pPr marL="0" indent="0" algn="ctr">
              <a:buNone/>
            </a:pPr>
            <a:r>
              <a:rPr lang="en-US" dirty="0"/>
              <a:t>When I was low, he came and rescued 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FECB6-18D5-8B78-319A-9A7F4A95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846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1D598-7238-A84A-1C5B-714D7037E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Rest, O my soul; the Lord has blessed you well,</a:t>
            </a:r>
          </a:p>
          <a:p>
            <a:pPr marL="0" indent="0" algn="ctr">
              <a:buNone/>
            </a:pPr>
            <a:r>
              <a:rPr lang="en-US" dirty="0"/>
              <a:t>For you, O Lord, from death redeemed my soul.</a:t>
            </a:r>
          </a:p>
          <a:p>
            <a:pPr marL="0" indent="0" algn="ctr">
              <a:buNone/>
            </a:pPr>
            <a:r>
              <a:rPr lang="en-US" dirty="0"/>
              <a:t>You dried my tears, my stumbling feet restored.</a:t>
            </a:r>
          </a:p>
          <a:p>
            <a:pPr marL="0" indent="0" algn="ctr">
              <a:buNone/>
            </a:pPr>
            <a:r>
              <a:rPr lang="en-US" dirty="0"/>
              <a:t>I’ll walk the land of life before the Lord.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FECB6-18D5-8B78-319A-9A7F4A95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2651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1D16C-3469-435D-F022-F037C4D3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I spoke in anguish, though I still believed:</a:t>
            </a:r>
          </a:p>
          <a:p>
            <a:pPr marL="0" indent="0" algn="ctr">
              <a:buNone/>
            </a:pPr>
            <a:r>
              <a:rPr lang="en-US" dirty="0"/>
              <a:t>“I’m greatly troubled by my pain and grief.”</a:t>
            </a:r>
          </a:p>
          <a:p>
            <a:pPr marL="0" indent="0" algn="ctr">
              <a:buNone/>
            </a:pPr>
            <a:r>
              <a:rPr lang="en-US" dirty="0"/>
              <a:t>I am your handmaid’s son, your servant true.</a:t>
            </a:r>
          </a:p>
          <a:p>
            <a:pPr marL="0" indent="0" algn="ctr">
              <a:buNone/>
            </a:pPr>
            <a:r>
              <a:rPr lang="en-US" dirty="0"/>
              <a:t>I offer thankful sacrifice to you.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A3FD6-024F-8E48-4E04-ED1FEC42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3788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B25F-2A03-7A69-101D-03B3B8D16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What shall I render now unto the Lord</a:t>
            </a:r>
          </a:p>
          <a:p>
            <a:pPr marL="0" indent="0" algn="ctr">
              <a:buNone/>
            </a:pPr>
            <a:r>
              <a:rPr lang="en-US" dirty="0"/>
              <a:t> for all his benefits on my bestowed?</a:t>
            </a:r>
          </a:p>
          <a:p>
            <a:pPr marL="0" indent="0" algn="ctr">
              <a:buNone/>
            </a:pPr>
            <a:r>
              <a:rPr lang="en-US" dirty="0"/>
              <a:t>I’ll lift salvation’s cup, and with his saints</a:t>
            </a:r>
          </a:p>
          <a:p>
            <a:pPr marL="0" indent="0" algn="ctr">
              <a:buNone/>
            </a:pPr>
            <a:r>
              <a:rPr lang="en-US" dirty="0"/>
              <a:t>I’ll pay my vows and </a:t>
            </a:r>
            <a:r>
              <a:rPr lang="en-US"/>
              <a:t>call upon his name.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1E4E7-3002-F03C-8FBF-618681C87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1477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B25F-2A03-7A69-101D-03B3B8D16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8. I call upon God’s name with thankful praise.</a:t>
            </a:r>
          </a:p>
          <a:p>
            <a:pPr marL="0" indent="0" algn="ctr">
              <a:buNone/>
            </a:pPr>
            <a:r>
              <a:rPr lang="en-US" dirty="0"/>
              <a:t>Mid all his people I will pay my vows.</a:t>
            </a:r>
          </a:p>
          <a:p>
            <a:pPr marL="0" indent="0" algn="ctr">
              <a:buNone/>
            </a:pPr>
            <a:r>
              <a:rPr lang="en-US"/>
              <a:t>Here, </a:t>
            </a:r>
            <a:r>
              <a:rPr lang="en-US" dirty="0"/>
              <a:t>in the Lord’s house I will pay my vows,</a:t>
            </a:r>
          </a:p>
          <a:p>
            <a:pPr marL="0" indent="0" algn="ctr">
              <a:buNone/>
            </a:pPr>
            <a:r>
              <a:rPr lang="en-US" dirty="0"/>
              <a:t>Here, in the Lord’s house, in his temple courts,</a:t>
            </a:r>
          </a:p>
          <a:p>
            <a:pPr marL="0" indent="0" algn="ctr">
              <a:buNone/>
            </a:pPr>
            <a:r>
              <a:rPr lang="en-US" dirty="0"/>
              <a:t>In you, Jerusalem. O praise the Lord!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1E4E7-3002-F03C-8FBF-618681C87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36502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387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#116A I Love the LORD, for He Has Heard My Voice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#116A I Love the LORD, for He Has Heard My Voice</dc:title>
  <dc:creator>Neil</dc:creator>
  <cp:lastModifiedBy>Neil Tuininga</cp:lastModifiedBy>
  <cp:revision>4</cp:revision>
  <dcterms:created xsi:type="dcterms:W3CDTF">2023-02-24T15:35:00Z</dcterms:created>
  <dcterms:modified xsi:type="dcterms:W3CDTF">2023-09-16T02:48:21Z</dcterms:modified>
</cp:coreProperties>
</file>