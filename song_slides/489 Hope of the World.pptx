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89427-222A-4383-B451-7EBC3D97BF62}" type="datetimeFigureOut">
              <a:rPr lang="en-US" smtClean="0"/>
              <a:t>12/28/2024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2BA19-6F5B-422C-B43D-4B1968684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3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DA75-46ED-7AD1-A4A7-21A53EC60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A0BCC-E844-6C1F-D0AC-FDB4219D2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DB4DF-5978-2F76-D077-9568D49F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FE602-5036-43E5-8985-F5D59375EC03}" type="datetime1">
              <a:rPr lang="en-US" smtClean="0"/>
              <a:t>12/28/2024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2A74C-ADD0-7CD4-C2E6-6E1BD8C0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5F2D1-6C1E-857E-2A22-F0B2757E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9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D7EC-8524-E34B-DD89-D355B438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C44C-4ADD-D8B4-F955-C8CE9C38F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4A40C-DACF-E8D6-1901-33CFA047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4B64-81BB-482B-A486-D3DBA3B35485}" type="datetime1">
              <a:rPr lang="en-US" smtClean="0"/>
              <a:t>12/28/2024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C2DBD-5E23-9914-DC1E-FC19A405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1A2A-AFED-86D4-0101-823C9A17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7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68A7-EE9B-234A-7D4B-8185F219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BE637-F54D-F6C4-294D-0ED9D617F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65F17-5F3B-D13B-CA08-9750285D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773A-219D-4373-B205-386244117B01}" type="datetime1">
              <a:rPr lang="en-US" smtClean="0"/>
              <a:t>12/28/2024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2AAAA-FF96-6BFF-937D-50D5EB49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F69B4-33C1-2481-A47F-72FBBEFB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6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E87A-359B-BB4E-E4FD-A6CC5028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40F16-13A4-AFFA-6436-7AB25D54F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02461-5B07-C74F-C28E-017E82E37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CC9ED-6351-1680-3501-1B578DFF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448D-FCDA-493B-BFA1-5BC3EC94DA7D}" type="datetime1">
              <a:rPr lang="en-US" smtClean="0"/>
              <a:t>12/28/2024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67D79-8F0A-B2BF-744E-8F460903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82EBC-3DB6-1B35-3D53-6076214F5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5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9EBB-791E-7274-F61A-295BAEDC6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DFE30-8DE8-E240-0378-1A01F9F4F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80022-F2BF-AE3B-5F72-3CE900DDA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83CCA-2F84-DFC3-453C-E0F9C4DC4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EF4E9-E801-DFC2-A705-39C562A0A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A22D0-425C-35B2-3EB7-85A9EA64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AA17B-D626-4741-8F69-1B5DBBD7CA83}" type="datetime1">
              <a:rPr lang="en-US" smtClean="0"/>
              <a:t>12/28/2024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A2FA5-359E-08CD-232E-E9D39750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73390-086E-A275-E671-3790FD42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1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39E9-3EC1-88CF-9D29-6EBE51F0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4CB1B-0B82-BB43-7DB6-BF5AA9FE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714-38B8-4B67-BB71-7D609E9C8E78}" type="datetime1">
              <a:rPr lang="en-US" smtClean="0"/>
              <a:t>12/28/2024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0AFF6-D15E-F350-36E9-97CDDFB0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785BF-A5AF-7A22-2275-848977DB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6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BFF763-FF53-EED9-3689-6E10B1C97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40878-4379-4B18-8B5C-2CC615178F36}" type="datetime1">
              <a:rPr lang="en-US" smtClean="0"/>
              <a:t>12/28/2024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91272-483C-3207-3068-C6E67E7E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D7C92-F06D-80C9-5960-96547D16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6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20EC-5D72-FCF9-B6EE-409E5AB84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72C1-6051-EC33-A89E-04A580B83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B0E7-AC36-E369-1290-EC9AA8FD3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612C0-075C-07F5-4FC0-227E5716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74E4-AFA4-4281-BACE-FA2676E4DB20}" type="datetime1">
              <a:rPr lang="en-US" smtClean="0"/>
              <a:t>12/28/2024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C69AC-2D7C-5ECF-8400-760F8871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AE032-897F-8084-A265-45EC31AF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9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C458-6723-19EC-0A0C-D4C001FD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5ABC2-3DB8-6D39-540D-0A681A882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03573-26E4-8160-3A72-1EA7CFDC5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04FE7-4C30-95FE-6B38-0844BE48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D1AA-AD03-4723-851B-96928D5BD054}" type="datetime1">
              <a:rPr lang="en-US" smtClean="0"/>
              <a:t>12/28/2024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6944C-BCC6-0DC5-650F-5748DC0B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5B5D3-982B-B223-D63E-F97AFE68D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3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DB46-078F-0B0D-35C5-DCC41599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DB918-3CA8-CF89-1320-267FBB629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5294E-97E0-00A7-2592-D723F964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79D9-652F-4CF7-A3A8-152F66FB0654}" type="datetime1">
              <a:rPr lang="en-US" smtClean="0"/>
              <a:t>12/28/2024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C16A4-88E7-6EC2-CF55-145715D2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5CBFC-56A5-3777-1A2A-E5A19062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02D59-1A89-DE90-7B0D-331D73551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8C0EB-6108-9861-CB81-FA00078AE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06E9A-DFA3-4178-F161-54A213BB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D06C-7EC5-4660-BE31-AE252B97E769}" type="datetime1">
              <a:rPr lang="en-US" smtClean="0"/>
              <a:t>12/28/2024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2483-82FC-A14B-F38E-CE9C6B38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41272-8725-CD74-E50D-5F304820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8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03E1C-33FB-6623-630F-CAFE4DF4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3BBF9-0DCB-EE70-0967-A78CEB36C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7466C-1455-06EB-DCAE-49DAE2297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6C8BD-7850-4321-BA08-A52DC2B0511F}" type="datetime1">
              <a:rPr lang="en-US" smtClean="0"/>
              <a:t>12/28/2024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46429-A2CD-0574-474F-C94DFF99D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Hope Publishing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65FD-E0B7-DA5C-2B5A-73A417F98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9378B-1102-4496-9302-CD81B1BFF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7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B312-B1DE-630D-BBFB-6955F2F1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#489 Hope of the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4A605-E6E3-F8F0-E5F9-EEF701338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Hope of the world, thou Christ of great compassion,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 to our fearful hearts by conflict rent.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us, thy people, from consuming passion,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by our own false hopes and aims are spent.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4D2E5-D238-7CED-C4E2-851CCF3F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4579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1E145-0F54-5DF4-A3FB-596FF6BF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853A-C699-81F2-B461-6B9D59EEB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Hope of the world, God's gift from highest heaven,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bringing to hungry souls the bread of life,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let thy Spirit unto us be given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heal earth's wounds and end her bitter strife.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F66F34-AA0C-0ADC-DA3B-CAA9A5B5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B78C76-E7C7-3466-34AC-23E96769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7555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A808-8496-C737-0E10-F777E81A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34E74-CBB2-1D34-7E2E-99F86F243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Hope of the world, afoot on dusty highways,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showing to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wand'ring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souls the path of light;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walk thou beside us, lest the tempting byways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lure us away from thee to endless night.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A3F81B-9322-DB26-4B05-302530AD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A2FE09-AE59-9A56-7B0E-51453D30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7625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2663-FDBF-4994-4EAF-F908B405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8FE0-AD62-F504-6EFE-0EFDB2781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Hope of the world, who by thy cross didst save us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death and dark despair, from sin and guilt;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render back the love thy mercy gave us;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thou our lives, and use them as thou wilt.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89B8FD-18CF-7EC7-A71A-0396299A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7521EA-F939-1CCD-0084-98F2ED3D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4329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6032-4116-D4A6-8572-4C7A5F9D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0A7CC-2E2C-A453-C19B-9B09B120D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Hope of the world, O Christ o'er death victorious,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by this sign didst conquer grief and pain,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would be faithful to thy gospel glorious: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 art our Lord! Thou dost forever reign!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BCA578-65CB-5E56-2C6D-BA84AE19D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2DDF46-337E-AA6C-01FE-BC2B26CA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Hope Publishing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8055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#489 Hope of the World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2</cp:revision>
  <dcterms:created xsi:type="dcterms:W3CDTF">2024-12-28T18:03:58Z</dcterms:created>
  <dcterms:modified xsi:type="dcterms:W3CDTF">2024-12-28T18:09:48Z</dcterms:modified>
</cp:coreProperties>
</file>