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7FBE0-B640-4DF3-B2E1-6C27BD74E749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47F8D-910B-48E6-BE81-D8F34A7E0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84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9283-B8EB-A8D4-38BA-EAD36AFE9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7E66B-D4E9-6F25-DFF0-122C89C82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AC697-2815-750D-97BC-8FD8E506E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F2E2-3E42-44F6-8474-7F821A1D409F}" type="datetime1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65CC2-83E6-4A75-C96E-79FAD86B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C4110-F57D-F29F-71E7-C7C2D7E5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10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F715-7021-65F3-CC9C-48E3098E1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92BB-659D-0785-8B1C-1140B70F1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BEFC5-DFA4-68AB-3D23-6CA85886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9B05-B833-4B46-93F7-61E037EA574F}" type="datetime1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8C23A-8E56-3F32-A930-E645D2E6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9FE90-7A2E-D8CD-23A5-9648FA6C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7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04F9-3345-6496-85A3-0E76B2DB3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87E20-E76B-7C64-7122-3AE1263D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39CD8-324C-EAAC-8241-1E3730E7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EB8C-5DCC-4DD1-BEBA-113772A7BF5D}" type="datetime1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65E28-565E-64C8-0D72-768205E8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13294-7F2A-737E-1D89-0399B2CFA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8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9FA4-930F-A591-4425-4FDEF463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A131-3E2C-5357-0629-273B9492B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6899-F01F-1BF9-78F5-63F63AB4D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EDD60-B8A2-813A-21E3-9C63594C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D3869-E774-4C2F-B5C3-5A86F41CA928}" type="datetime1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07F3A-3709-6CA1-9C2E-ECF1B56C7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5C0E7-7B9C-F874-CD99-EF77EB6B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8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D69C-5ED3-2CEF-3EA7-1F2D3372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A6F5F-549F-4DD6-9DB3-63B8B2DB6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CFC1F-1E2B-C0CE-A4C0-84A909034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F8BA69-233D-21F6-AEA9-E6C6AA9C4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C8EAA-8D6E-B075-4FE9-96A0039BF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5B3FD-F363-FBB4-48B4-FA4455E7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713C2-4B91-404E-A300-C4CAE7F2150A}" type="datetime1">
              <a:rPr lang="en-US" smtClean="0"/>
              <a:t>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82B5C6-74A2-7A23-9AF3-1C1592DB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82AAB-9D4F-BB01-AB6B-68CFBA21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3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F3D4-A1BC-B016-ED8D-DC1E49BD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98B65-5ED9-033C-6978-0655E12B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CF04-FB23-4F27-B361-B92DE4C9C564}" type="datetime1">
              <a:rPr lang="en-US" smtClean="0"/>
              <a:t>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C0BF1F-25D2-833A-833A-16FC7E7D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EE546-9BF8-8288-D189-6B545F2C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3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4E2EBB-92D1-CB1A-96A4-5ACA51FD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E7C9-6239-4961-8459-91206C0B3751}" type="datetime1">
              <a:rPr lang="en-US" smtClean="0"/>
              <a:t>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CBA3F-5523-13C5-F0DE-1CEF4EC2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8CC59-E3F1-ADF8-736C-06592102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9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56A9-6141-8210-D128-DC3EE585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67AAD-49CD-456F-4E63-6D7D54001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0A931-FF33-CD95-E236-E4D75E264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57E3B-F12C-CBE4-1ECF-7539EB7E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D13FA-FA75-472E-9FE6-D57D11B71B0B}" type="datetime1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D9E82-9858-DFE0-7157-263AB572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A5B6D-21A0-69E2-1091-42601FFD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4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20222-BE80-7C5F-A554-9637CF15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0EDD9-BB4C-80E6-6536-0BAF53A70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1CFB2-4BA0-0FA8-526B-6E68DF730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9CCDD-22C1-88FA-B455-E40A0B42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C0DA-558C-4BEA-9ACC-CFBFBB56F5B7}" type="datetime1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E9BBE-5805-C348-5FAC-9380EF41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6DA55-B934-6CBA-4A40-995B8F94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88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FB5B-D5E3-6F35-9350-8DAF35B8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0A1A0-E9F9-47BE-F186-5793BC534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913A8-033C-EC30-8FA1-62D3DC9A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6D7E-5C0D-4A75-992F-53B4E80E1C05}" type="datetime1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FF84F-1A18-2756-8D98-E85165AE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E2E35-9241-B365-8EF7-713C6A79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3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14FCA-88EB-525A-BFB5-894347AD1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73503-CE9A-8B55-4391-61F1A89B1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D7D7E-4FE2-2C16-725D-D5D26FED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57B51-C61A-4548-AFCC-405CEA922147}" type="datetime1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85BD7-5678-0D75-1988-1EC3E3C8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B78CA-5F17-19F9-D605-E63AF99A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9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A5653-DFD1-9262-5C7E-71760C40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5CB59-66A3-3860-A259-0F769A375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AC68E-9567-0DC0-8256-6211EB456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F84CD-4A1E-48CB-9D2B-20E46EC7B085}" type="datetime1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981F3-2BD1-8320-0A30-ADAB56854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366A1-DF2D-034E-5B63-DB29B6A4A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AD89C-37E9-43CB-9ACD-8E10B0E9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3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5C6D-AB38-B491-D59E-F1F898EA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#423 Far and Near the Fields are Teeming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CA17B-BA3D-12B5-61B2-53FB6CCD7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Far and near the fields are teeming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the waves of ripened grain;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 and near their gold is gleaming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o'er the sunny slope and plain.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Lord of harvest, send forth reapers;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 us, Lord, to thee we cry;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them now the sheaves to gather,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ere the harvest-time pass by.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873107-1FB0-DFC3-A918-A85B07AA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1634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5882-0B35-CF7B-90A6-058D9106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22E69-214C-5D44-AF98-75201BF85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Send them forth with morn's first beaming,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them in the noontide's glare;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sun's last rays are gleaming,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bid them gather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ev'rywhere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 algn="ctr">
              <a:buNone/>
            </a:pPr>
            <a:endParaRPr lang="en-US" dirty="0">
              <a:solidFill>
                <a:srgbClr val="22222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Lord of harvest, send forth reapers;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 us, Lord, to thee we cry;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them now the sheaves to gather,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ere the harvest-time pass by.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C8646-AB24-26F6-9435-7EB12471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0303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6E11-882E-B3FA-BAE3-04A3A190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91FE4-08A4-ECA2-5B47-E89B529DA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Thou whom Christ the Lord is sending,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gather now the sheaves of gold;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heav'nward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then at evening wending,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thou shalt come with joy </a:t>
            </a:r>
            <a:r>
              <a:rPr lang="en-US" b="0" i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untold.</a:t>
            </a:r>
          </a:p>
          <a:p>
            <a:pPr marL="0" indent="0" algn="ctr">
              <a:buNone/>
            </a:pPr>
            <a:endParaRPr lang="en-US" b="0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Lord of harvest, send forth reapers;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 us, Lord, to thee we cry;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them now the sheaves to gather,</a:t>
            </a:r>
            <a:b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ere the harvest-time pass by.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65272-4598-E38C-6E6D-7B31BF0D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87623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250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#423 Far and Near the Fields are Teeming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2025-02-09T03:42:07Z</dcterms:created>
  <dcterms:modified xsi:type="dcterms:W3CDTF">2025-02-09T03:45:28Z</dcterms:modified>
</cp:coreProperties>
</file>