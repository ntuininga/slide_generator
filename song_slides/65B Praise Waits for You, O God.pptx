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58" r:id="rId2"/>
    <p:sldId id="359" r:id="rId3"/>
    <p:sldId id="471" r:id="rId4"/>
    <p:sldId id="472" r:id="rId5"/>
    <p:sldId id="47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2" autoAdjust="0"/>
    <p:restoredTop sz="94660"/>
  </p:normalViewPr>
  <p:slideViewPr>
    <p:cSldViewPr snapToGrid="0">
      <p:cViewPr varScale="1">
        <p:scale>
          <a:sx n="81" d="100"/>
          <a:sy n="81" d="100"/>
        </p:scale>
        <p:origin x="108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C9844-7141-4CCB-90B3-B05FB2EC82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D51CFA-FC46-4FBF-B160-2BA2BD6E12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9ED88-5E71-4EE4-8E8C-B893B200E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3F24-368C-4E24-B957-DF521AA8C673}" type="datetimeFigureOut">
              <a:rPr lang="en-US" smtClean="0"/>
              <a:t>8/5/2021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A36003-7EFC-497A-A40A-4E12E1766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DE14E1-937F-49EA-87D8-1D59E76D3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9A07D-5535-44BA-9388-66403EEFFC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149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D202A-1413-4621-B338-E0C9E1032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025CD-C3D9-4A28-ACC1-DAB6C008E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E4E02-9CC6-458A-B106-7E0890D7D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3F24-368C-4E24-B957-DF521AA8C673}" type="datetimeFigureOut">
              <a:rPr lang="en-US" smtClean="0"/>
              <a:t>8/5/2021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71A6A8-3775-4C9A-B657-E19CFD419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7F9778-8428-41AD-A012-3255D5D0D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9A07D-5535-44BA-9388-66403EEFFC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717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C91C0-2DA6-4A2F-9F29-869CD32A9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C83648-3EAF-40D8-9F39-93A3088917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804395-5AA1-4304-9D66-184223F45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3F24-368C-4E24-B957-DF521AA8C673}" type="datetimeFigureOut">
              <a:rPr lang="en-US" smtClean="0"/>
              <a:t>8/5/2021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A699F8-6132-4AA4-86F5-A3AA60288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5D26B-87EB-40EB-A33F-9FB26692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9A07D-5535-44BA-9388-66403EEFFC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58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34F5B-4793-4BCD-A0D4-621F2E081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6EB9D-6DA2-4AB0-829D-E73F617CC8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70F750-0EA0-44F0-B992-F954E4E553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64E804-7AE9-46F7-ADA7-368D3E066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3F24-368C-4E24-B957-DF521AA8C673}" type="datetimeFigureOut">
              <a:rPr lang="en-US" smtClean="0"/>
              <a:t>8/5/2021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6F54A6-A3AB-44BE-AA13-BE23714D5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5A471A-7CB3-4945-AEDB-907FD9B28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9A07D-5535-44BA-9388-66403EEFFC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935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A1BB2-B989-47DA-B340-20377EB8B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9CA959-74F4-4291-B6FA-50BDBC049D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F39358-8CB7-45B3-95DA-27F7E7D24E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D743B4-F208-414B-9DB0-7C5BF1CCBF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3B540B-A9E9-47D1-BDB9-505EEDDC69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2FE4F8-5E5D-4A6D-865C-B702C6FD1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3F24-368C-4E24-B957-DF521AA8C673}" type="datetimeFigureOut">
              <a:rPr lang="en-US" smtClean="0"/>
              <a:t>8/5/2021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E7C061-1D1A-410E-93DF-933D975B1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CF615F-B13B-483E-8F43-B36547C08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9A07D-5535-44BA-9388-66403EEFFC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370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DC85F-F7B7-49D3-97A7-5D3EBEF94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F94DFF-0E57-4377-A155-07AD82408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3F24-368C-4E24-B957-DF521AA8C673}" type="datetimeFigureOut">
              <a:rPr lang="en-US" smtClean="0"/>
              <a:t>8/5/2021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0910BA-986C-45C1-845D-23B687B4F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339317-471C-4D61-8231-17FFF2B27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9A07D-5535-44BA-9388-66403EEFFC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155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EBA3CB-85A5-4F04-BEFB-B056375C1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3F24-368C-4E24-B957-DF521AA8C673}" type="datetimeFigureOut">
              <a:rPr lang="en-US" smtClean="0"/>
              <a:t>8/5/2021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089DB5-9BB2-4B6A-B0F5-5D6427167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2691A2-F5A4-4620-A4B3-4E0A07788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9A07D-5535-44BA-9388-66403EEFFC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24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5C062-9028-48A2-A538-256A1EB68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7E738-0FC5-4311-A16B-A16A78D797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2D014E-0B0A-4EFB-9C93-E898360E6A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29C231-E2ED-4B05-9910-196CF5B87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3F24-368C-4E24-B957-DF521AA8C673}" type="datetimeFigureOut">
              <a:rPr lang="en-US" smtClean="0"/>
              <a:t>8/5/2021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C4878C-220C-4278-8F86-183096BAE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D2ECD9-17E1-4A20-9E5A-C35D13088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9A07D-5535-44BA-9388-66403EEFFC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148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266DC-D91B-4B35-BBD2-6EF79E2CB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896F99-D33B-444A-81F8-E9A6461100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810878-D2E8-4107-BFE6-81D458D202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273279-0E88-4351-981E-6CF60F2C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3F24-368C-4E24-B957-DF521AA8C673}" type="datetimeFigureOut">
              <a:rPr lang="en-US" smtClean="0"/>
              <a:t>8/5/2021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7B3E72-3F3B-4C10-AE7A-57FF82C7C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70C7D1-C2C8-49A9-92E6-0FA0356F9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9A07D-5535-44BA-9388-66403EEFFC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563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49B2F-28D7-4186-A795-C27CDA3BD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921A87-4614-46AB-A831-DF2DEF63D8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DB8034-26AA-4886-A0A9-1CD9DDC9D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3F24-368C-4E24-B957-DF521AA8C673}" type="datetimeFigureOut">
              <a:rPr lang="en-US" smtClean="0"/>
              <a:t>8/5/2021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DD66A1-CE49-4F98-B9D3-BAC1B944D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178933-D8E4-41E5-A06F-EDE95F83F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9A07D-5535-44BA-9388-66403EEFFC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494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F4140E-5A91-4FBB-B6EB-C1CF386515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D5DC21-F141-4E0A-BE2B-BBAC5BB2E7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C5E2BB-C9CF-44E5-9EC1-77C847CC4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3F24-368C-4E24-B957-DF521AA8C673}" type="datetimeFigureOut">
              <a:rPr lang="en-US" smtClean="0"/>
              <a:t>8/5/2021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2762FB-B20F-41F7-8FBA-3C942F227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B41C38-4D30-45CA-8C78-82FE0C194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9A07D-5535-44BA-9388-66403EEFFC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584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6A46D8-7AB8-44A3-ABE2-C8C8662CD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A5CF39-D8BE-47FB-AA49-CDA7549C04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ED2C40-0DE9-424E-A2A6-629638B8C6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C63F24-368C-4E24-B957-DF521AA8C673}" type="datetimeFigureOut">
              <a:rPr lang="en-US" smtClean="0"/>
              <a:t>8/5/2021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1FB7BD-120B-4422-B34A-638B00F181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F64668-F0A8-4BA1-A64A-8BE6FA233F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59A07D-5535-44BA-9388-66403EEFFC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550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360447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CA" i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7092B7-9169-465D-BAEB-7133B522B108}"/>
              </a:ext>
            </a:extLst>
          </p:cNvPr>
          <p:cNvSpPr txBox="1"/>
          <p:nvPr/>
        </p:nvSpPr>
        <p:spPr>
          <a:xfrm>
            <a:off x="0" y="1659285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Praise waits for you, O God, in Zion;</a:t>
            </a: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you o</a:t>
            </a:r>
            <a:r>
              <a:rPr lang="en-US" sz="2800" dirty="0" err="1">
                <a:solidFill>
                  <a:prstClr val="black"/>
                </a:solidFill>
                <a:latin typeface="Calibri" panose="020F0502020204030204"/>
              </a:rPr>
              <a:t>ur</a:t>
            </a: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 vows are due.</a:t>
            </a: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 God who </a:t>
            </a: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hears the </a:t>
            </a:r>
            <a:r>
              <a:rPr lang="en-US" sz="2800" dirty="0" err="1">
                <a:solidFill>
                  <a:prstClr val="black"/>
                </a:solidFill>
                <a:latin typeface="Calibri" panose="020F0502020204030204"/>
              </a:rPr>
              <a:t>pray’rs</a:t>
            </a: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 we offer,</a:t>
            </a: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 flesh shall come to you.</a:t>
            </a: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When all my sins prevail against me,</a:t>
            </a: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Transgressions you forgive.</a:t>
            </a: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How blest the one you choose and summon</a:t>
            </a: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Within your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cour</a:t>
            </a:r>
            <a:r>
              <a:rPr lang="en-US" sz="2800" dirty="0" err="1">
                <a:solidFill>
                  <a:prstClr val="black"/>
                </a:solidFill>
                <a:latin typeface="Calibri" panose="020F0502020204030204"/>
              </a:rPr>
              <a:t>ts</a:t>
            </a: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 to live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1CBE453-0925-47C9-B42E-49E41CDC5E92}"/>
              </a:ext>
            </a:extLst>
          </p:cNvPr>
          <p:cNvSpPr/>
          <p:nvPr/>
        </p:nvSpPr>
        <p:spPr>
          <a:xfrm>
            <a:off x="2285026" y="136525"/>
            <a:ext cx="762195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#65B Praise Waits for You, O God</a:t>
            </a:r>
            <a:endParaRPr kumimoji="0" lang="en-CA" sz="4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9099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228600" y="1613118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With goodness from your house you fill us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‘til we are satisfied.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O God, within your holy temple,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Our needs are all supplied.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You answer us, O God our Savior,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By awesome, righteous deeds;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You are the hope of all earth’s regions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And all the farthest seas.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46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3118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3</a:t>
            </a: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God, by his strength has set the mountains,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Adorned with wondrous </a:t>
            </a:r>
            <a:r>
              <a:rPr lang="en-CA" sz="2800" dirty="0" err="1">
                <a:solidFill>
                  <a:prstClr val="black"/>
                </a:solidFill>
                <a:latin typeface="Calibri" panose="020F0502020204030204"/>
              </a:rPr>
              <a:t>pow’r</a:t>
            </a: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He stills the raging waves and oceans,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The people’s loud uproar.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Those dwelling in earth’s farthest regions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Are awestruck by your signs.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From morning’s dawn to evening’s sunset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You make glad shouts arise.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6881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3118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You visit earth with all your bounty,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Enriching it with rain.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God’s stream is full of flowing water,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Providing for their grain.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You soften furrows with your showers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And make a level field.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Thus Lord, you have prepared the blessing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Of full and growing yield.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2674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3118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5. O God, you crown the year with goodness,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Your wagons overflow.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The desert pastures swell with bounty;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With joy the hills are clothed.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The fields are dressed with flocks and cattle,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The valleys decked in grain.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They shout and sing together gladly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Their jubilant refrain.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1495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341</Words>
  <Application>Microsoft Office PowerPoint</Application>
  <PresentationFormat>Widescreen</PresentationFormat>
  <Paragraphs>46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1</cp:revision>
  <dcterms:created xsi:type="dcterms:W3CDTF">2021-08-06T03:18:29Z</dcterms:created>
  <dcterms:modified xsi:type="dcterms:W3CDTF">2021-08-06T03:18:54Z</dcterms:modified>
</cp:coreProperties>
</file>