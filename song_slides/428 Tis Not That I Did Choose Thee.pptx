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4" r:id="rId2"/>
    <p:sldId id="3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53066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349831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635534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024985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1543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277084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50323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22314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78783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367997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918149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936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FAD22-7860-4975-9E75-6ECBB3C4D3B2}"/>
              </a:ext>
            </a:extLst>
          </p:cNvPr>
          <p:cNvSpPr txBox="1"/>
          <p:nvPr/>
        </p:nvSpPr>
        <p:spPr>
          <a:xfrm>
            <a:off x="1393029" y="1861443"/>
            <a:ext cx="94059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'Tis not that I did choose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for, Lord, that could not be;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heart would still refuse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hadst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thou not chosen me.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from the sin that stained 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hast cleansed and set me free;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old thou hast ordained me,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 should live to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5B24-F760-490B-B1B0-4C225006A747}"/>
              </a:ext>
            </a:extLst>
          </p:cNvPr>
          <p:cNvSpPr txBox="1"/>
          <p:nvPr/>
        </p:nvSpPr>
        <p:spPr>
          <a:xfrm>
            <a:off x="226214" y="136525"/>
            <a:ext cx="1173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#428 ‘Tis Not That I Did Choose Thee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2DE6-7BB6-4015-80FB-36808E6847B4}"/>
              </a:ext>
            </a:extLst>
          </p:cNvPr>
          <p:cNvSpPr txBox="1"/>
          <p:nvPr/>
        </p:nvSpPr>
        <p:spPr>
          <a:xfrm>
            <a:off x="2514599" y="1659285"/>
            <a:ext cx="7162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'Twas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sov'reign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mercy called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taught my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op'ning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mind;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world had else enthralled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glories blind.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heart owns none before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thy rich grace I thirst;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knowing, if I love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must have loved me first.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2021-11-06T17:21:24Z</dcterms:created>
  <dcterms:modified xsi:type="dcterms:W3CDTF">2021-11-06T17:21:59Z</dcterms:modified>
</cp:coreProperties>
</file>