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55357-BB4B-49E6-9A5B-B5DD33324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6BFFC-EA32-4783-B72D-9D76F8D86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00CFE-AA4F-4702-BEB9-44C7707E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EA43A-6D16-4DB8-9735-867EB574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3DAD2-9D03-4469-AD28-AD307A50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1491-78F7-41A5-A1F0-74E2FCEA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9B0F-72C8-49DE-8754-1C65D7F4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ECAA-A128-4F99-A1E3-89A9E99E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F1E33-03C4-4838-88FD-995C1C69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4A14D-F0E2-40F2-92B8-456B238F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7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3CB5-BA78-46AE-A7F3-71A78774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451B1-3E36-498D-A4E9-99E14ACEB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3022-AAA5-4E1F-AE41-68C7449B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2100E-8939-45F0-B9CA-80052061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7F52-7C17-4D80-B0A2-26F5E74C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4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083C-3D00-4C5D-9FC3-F673A605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49FB5-7F25-4621-A5A9-9D9FD5582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5C1D1-C2E1-4ECC-960B-DCA27045D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40F4A-F725-4795-9F09-B3970039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EE296-0985-4687-8A31-4622F7AE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DE521-1C5B-4E59-9118-F32E8D28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5724-E003-49CB-9600-2E2547419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52F1F-CBC9-4DDE-A5F6-C1F026E2F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C56C0-0FC3-4D84-8C1E-0D4D6945B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31FFC-AB10-4517-8FB3-4F18C07D3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00635-8396-4DBF-B6C1-DB6266877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5B707-C269-460D-AFA3-9037EC72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37387-E5F7-4FE7-93E7-B09E2DA3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7FF00-4B38-4E27-9B0A-33B9C4FF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5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6167-A3DF-461E-93B1-2DF26143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89BAB-42EB-47E9-B574-01FD5B7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1A94D-DCFA-40A8-9BF2-E065C5E9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7F3DD-A224-4F4A-B076-0EE56BEC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8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02CED-D0CF-41A6-B36D-C827B94A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00F3A-952F-414F-B041-47368504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7EF2-614D-4DB7-AB97-54969077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7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4BC5-E120-4035-B061-19FD80F7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C65B-E003-47E1-B690-58556A59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24941-F9ED-4FA8-A229-519B1B986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B1834-C71E-4C06-962A-C83388B0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E180D-B469-4942-BFF0-E30677C2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167D5-B32E-4CF0-993B-E127D7C4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7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2EE8-0E34-452D-898F-19B58C41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1E1AF-6893-4B36-B565-57FB91469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D53A4-BF26-4EB7-8FDC-487A08A9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7F6D6-E8CD-4BCC-A6EE-A2AB318F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1DB7F-5FB5-4269-BDA7-ECD4EDE7E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3F416-0464-4547-972B-E4199A7B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EC4D-B020-4B40-B13E-995886C5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14FC5-FAE1-4415-BAB9-04B7651A2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CD490-299D-431A-97EC-D75E0610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DCD9-4404-44CC-9AF9-2462A9BA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AD73B-8848-4470-A0D5-2A218B57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5705E-8C03-449D-9239-830AA5F0F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A5464-3AAC-4E84-B99B-052DFC30B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68BB-8C7F-4D26-B2C1-41371138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80D50-108B-44DC-BA1A-97959B50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123F-30BA-48B5-8B4C-63D6F72E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0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C5F10-A64D-46DE-9A39-EDEC30C3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C7C70-8F55-4A52-87D1-918990CBA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908BC-AF64-40E6-AAC1-B9B2888AF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5241-66A8-4EA0-9385-6495F00F4732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01071-95D9-4CA0-8CA2-FEEF3CA04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46A6-0385-4366-AC2F-753EE99F7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8E1C4-E86B-4DAD-B18F-26C704A7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4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#150A Hallelujah! Praise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Hallelujah! Praise the Lord</a:t>
            </a:r>
          </a:p>
          <a:p>
            <a:pPr algn="ctr"/>
            <a:r>
              <a:rPr lang="en-US" sz="2800" dirty="0"/>
              <a:t>In his house with one accord!</a:t>
            </a:r>
          </a:p>
          <a:p>
            <a:pPr algn="ctr"/>
            <a:r>
              <a:rPr lang="en-US" sz="2800" dirty="0"/>
              <a:t>Praise him in the wide extent</a:t>
            </a:r>
          </a:p>
          <a:p>
            <a:pPr algn="ctr"/>
            <a:r>
              <a:rPr lang="en-US" sz="2800" dirty="0"/>
              <a:t>Of his spacious firmament.</a:t>
            </a:r>
          </a:p>
          <a:p>
            <a:pPr algn="ctr"/>
            <a:r>
              <a:rPr lang="en-US" sz="2800" dirty="0"/>
              <a:t>Sing and shout his praise uprightly.</a:t>
            </a:r>
          </a:p>
          <a:p>
            <a:pPr algn="ctr"/>
            <a:r>
              <a:rPr lang="en-US" sz="2800" dirty="0"/>
              <a:t>His unbounded greatness praise</a:t>
            </a:r>
          </a:p>
          <a:p>
            <a:pPr algn="ctr"/>
            <a:r>
              <a:rPr lang="en-US" sz="2800" dirty="0"/>
              <a:t>And extol his wondrous ways;</a:t>
            </a:r>
          </a:p>
          <a:p>
            <a:pPr algn="ctr"/>
            <a:r>
              <a:rPr lang="en-US" sz="2800" dirty="0"/>
              <a:t>Praise him for his deeds so mighty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411210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Praise him with the trumpet blast;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Praise his glory unsurpassed.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Praise him with the harp and lute;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Praise him with the strings and flute.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Worship him in exultation,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And with tambourine and dance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Praise his glorious excellence.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CA" dirty="0"/>
              <a:t>Praise the Lord! Sing Hallelujah!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477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Let the clashing cymbals ring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To the praise of God our King.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With clanging cymbals’ noise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Come before him and rejoice.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Let the breath of all things living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Praise him with a mighty sound.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Let your voices shake the ground.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Praise the Lord! Sing hallelujah!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213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#150A Hallelujah! Praise The Lord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#150A Hallelujah! Praise The Lord</dc:title>
  <dc:creator>Eric Hoogendoorn</dc:creator>
  <cp:lastModifiedBy>Neil</cp:lastModifiedBy>
  <cp:revision>2</cp:revision>
  <dcterms:created xsi:type="dcterms:W3CDTF">2020-07-04T15:19:24Z</dcterms:created>
  <dcterms:modified xsi:type="dcterms:W3CDTF">2023-02-03T17:44:44Z</dcterms:modified>
</cp:coreProperties>
</file>