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89F68F80-AF70-4205-9E78-5790A3C43DB4}" type="datetime1">
              <a:rPr b="0" lang="en-US" sz="1200" spc="-1" strike="noStrike">
                <a:solidFill>
                  <a:srgbClr val="8b8b8b"/>
                </a:solidFill>
                <a:latin typeface="Calibri"/>
              </a:rPr>
              <a:t>08/05/2023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with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067A132-714F-401A-9D78-32ABF0F7E6A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#542 Stand Up, Stand Up for Jesus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 </a:t>
            </a: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Stand up, stand up for Jesus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ye soldiers of the cross;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lift high his royal banner,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it must not suffer loss: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from vict’ry unto vict’ry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his army he shall lead,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‘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til ev’ry foe is vanquished,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and Christ is Lord indeed.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with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838080" y="1069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2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Stand up, stand up for Jesus,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trumpet call obey;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forth to the mighty conflict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this his glorious day: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ye that are men now serve him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against unnumbered foes;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let courage rise with danger,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and strength to strength oppose. 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with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Shape 1"/>
          <p:cNvSpPr txBox="1"/>
          <p:nvPr/>
        </p:nvSpPr>
        <p:spPr>
          <a:xfrm>
            <a:off x="838080" y="1069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3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Stand up, stand up for Jesus,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stand in his strength alone;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arm of flesh will fail you,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ye dare not trust your own: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put on the gospel armor,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each piece put on with pray’r;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where duty calls, or danger,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be never wanting there.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with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838080" y="1069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222222"/>
                </a:solidFill>
                <a:latin typeface="Calibri"/>
              </a:rPr>
              <a:t>4</a:t>
            </a: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. Stand up, stand up for Jesus,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strife will not be long;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this day the noise of battle,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next the victor’s song: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to him that overcometh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 crown of life shall be;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he with the King of glory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shall reign eternally.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Copyright Trinity Psalter Hymnal, 2018, used with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LibreOffice/7.0.4.2$Linux_X86_64 LibreOffice_project/00$Build-2</Application>
  <AppVersion>15.0000</AppVersion>
  <Words>214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2022-07-29T15:34:55Z</dcterms:created>
  <dc:creator>Neil Tuininga</dc:creator>
  <dc:description/>
  <dc:language>en-CA</dc:language>
  <cp:lastModifiedBy/>
  <dcterms:modified xsi:type="dcterms:W3CDTF">2023-08-05T17:48:47Z</dcterms:modified>
  <cp:revision>5</cp:revision>
  <dc:subject/>
  <dc:title>#540 Soldiers of Christ, Arise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