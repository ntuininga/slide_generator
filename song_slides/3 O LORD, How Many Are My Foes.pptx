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2" r:id="rId2"/>
    <p:sldId id="363" r:id="rId3"/>
    <p:sldId id="383" r:id="rId4"/>
    <p:sldId id="384" r:id="rId5"/>
    <p:sldId id="38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BEF9D-4BBB-4410-9E5D-A0BFF489B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1B1F1-8D46-4816-8B17-83B335176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A3938-0D9D-4959-B3D3-4378BC284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A0073-AD29-45AF-B0C6-A37A397BB7D8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4EE74-9494-44A1-B288-952A8EAA0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3CD19-A0A5-47B0-B9A8-B60DBBC5D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3E2A-5177-4EC6-B600-923FE9AA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952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BA4C-FB1E-4A93-A5F6-A7B12839D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4D6C8-5B7D-4609-97CD-5718186F0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EFA09-4227-4D61-B9D0-55EC03448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A0073-AD29-45AF-B0C6-A37A397BB7D8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7A1B7-21BF-41C1-A04E-59D91F7CD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7D17A-1E37-4168-9684-AEB8EEC6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3E2A-5177-4EC6-B600-923FE9AA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43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9CF09-EB1E-4E7A-8516-438CA803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5F2FE-320B-49BC-AA58-193C0AFA6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2C84A-FC33-4B20-9F2C-D04F3FB6E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A0073-AD29-45AF-B0C6-A37A397BB7D8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4CE07-CB20-4F05-8B97-CC7A499A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E2111-724B-4405-BC8D-E52CB5C7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3E2A-5177-4EC6-B600-923FE9AA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1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1DE14-EDAE-44E0-8DAD-5EF2B4AF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06C43-395F-4E59-8772-97F8484A6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E3D04-F1B0-42A0-9801-7A5AE588E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5C801-E928-415F-BC0C-E0AFFB43E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A0073-AD29-45AF-B0C6-A37A397BB7D8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FF597-4C52-4D46-8DC8-DE0DBBCAE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5F02A-EFBF-4BE3-9275-F5CB91D59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3E2A-5177-4EC6-B600-923FE9AA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35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53EF-8DDE-431B-B8DF-B423CC4EF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DA20F-3359-4E43-AE3D-802769084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B94D5-DD12-4651-B11E-69312654E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1FFFB0-57D2-4E25-A196-D0FE09ACD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466742-6D43-4490-B3A3-3E621CE3A9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B5921-3FD9-4854-85BC-12908E6CD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A0073-AD29-45AF-B0C6-A37A397BB7D8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19AC99-02C8-4D4C-8811-CECFD92FF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C5C7D0-08F9-4CCC-BA53-D4BF0D237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3E2A-5177-4EC6-B600-923FE9AA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13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F0C98-B6B7-4D49-96E3-946C6DFD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50EAB-DC5D-4533-BED9-6970ABB81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A0073-AD29-45AF-B0C6-A37A397BB7D8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6D496-8CF9-4268-BCFE-5F963C2EB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AAFE9-861E-4582-82DE-E6B5CC856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3E2A-5177-4EC6-B600-923FE9AA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60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E950B6-4F5F-414B-A53F-59007ABC1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A0073-AD29-45AF-B0C6-A37A397BB7D8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7AD002-A232-49E8-8307-D016E3089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591F9-4432-4754-A934-5893426C5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3E2A-5177-4EC6-B600-923FE9AA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2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C6A37-8001-451A-94C4-8C5836F2D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5F74A-F65F-4F64-87B8-0EA659BBA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F4D09-0D39-44DA-AC0C-18DE42618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8C7F4-D07C-46C0-BBBC-AD52FF52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A0073-AD29-45AF-B0C6-A37A397BB7D8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B1F7C-2134-446D-9643-6BB5A422F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0E312-61B2-4003-B8E4-8BB63E31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3E2A-5177-4EC6-B600-923FE9AA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59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7E641-B2F7-40C8-8861-28A20E1D1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01471-1D41-4E64-BA85-0B1E66C66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B118D-D0A0-4F2D-ACED-B02444EAF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481C9-6B36-4E74-B07B-E3486B781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A0073-AD29-45AF-B0C6-A37A397BB7D8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8A29B-3403-4C72-B98A-34DEFBCD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BD8A7-A5CC-45CF-B832-2E2C82A7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3E2A-5177-4EC6-B600-923FE9AA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8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3A3F5-EDF6-4A9F-8B26-BB77976DA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29467-6C1A-4C37-B329-831B9395F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D2690-3E04-4C1B-A451-CBAB3D52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A0073-AD29-45AF-B0C6-A37A397BB7D8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25914-32E1-4691-939B-E0834026A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B0042-6DA7-4F46-B41A-FD8A98533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3E2A-5177-4EC6-B600-923FE9AA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46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E7CD33-11FC-4ECD-AED6-D31C7F9E6B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6729C4-9ACE-476B-BF7B-0CBF6FAFF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3FD6F-C38C-442D-9928-D3B227C31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A0073-AD29-45AF-B0C6-A37A397BB7D8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7B66C-D3FF-490F-8BF5-54C885B6D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0938F-6511-43AF-B001-8571CD04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3E2A-5177-4EC6-B600-923FE9AA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9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CF1E00-C346-4718-A8D4-591E31E70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3766D-ED8B-44FB-AB02-C2FE67B22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578BF-DB03-444A-B4BA-489A04B18C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A0073-AD29-45AF-B0C6-A37A397BB7D8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3F09C-A7DF-445E-8181-79139C67B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7C41B-96C3-48EC-86B1-7BC054941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73E2A-5177-4EC6-B600-923FE9AAD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4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84556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CA" sz="2800" dirty="0"/>
              <a:t>O LORD, how many are my foes!</a:t>
            </a:r>
          </a:p>
          <a:p>
            <a:pPr algn="ctr"/>
            <a:r>
              <a:rPr lang="en-CA" sz="2800" dirty="0"/>
              <a:t>Against me many rise.</a:t>
            </a:r>
          </a:p>
          <a:p>
            <a:pPr algn="ctr"/>
            <a:r>
              <a:rPr lang="en-CA" sz="2800" dirty="0"/>
              <a:t>They say of me, “He has no help,</a:t>
            </a:r>
          </a:p>
          <a:p>
            <a:pPr algn="ctr"/>
            <a:r>
              <a:rPr lang="en-CA" sz="2800" dirty="0"/>
              <a:t>though he on God relies.”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Crown and Covenant Publications, used with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#3 O LORD, How Many Are My Foes!</a:t>
            </a: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You are my shield and glory, LORD,</a:t>
            </a:r>
          </a:p>
          <a:p>
            <a:pPr algn="ctr"/>
            <a:r>
              <a:rPr lang="en-CA" sz="2800" dirty="0"/>
              <a:t>the lifter of my head.</a:t>
            </a:r>
          </a:p>
          <a:p>
            <a:pPr algn="ctr"/>
            <a:r>
              <a:rPr lang="en-CA" sz="2800" dirty="0"/>
              <a:t>I cried out “LORD!” and from his hill</a:t>
            </a:r>
          </a:p>
          <a:p>
            <a:pPr algn="ctr"/>
            <a:r>
              <a:rPr lang="en-CA" sz="2800" dirty="0"/>
              <a:t>his answer to me sped.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Crown and Covenant Publications, used with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5188AE-252F-461D-824C-8C9E90397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Crown and Covenant Publications, used with permission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71510E-E92A-49E5-998F-9FCD076F1C34}"/>
              </a:ext>
            </a:extLst>
          </p:cNvPr>
          <p:cNvSpPr txBox="1"/>
          <p:nvPr/>
        </p:nvSpPr>
        <p:spPr>
          <a:xfrm>
            <a:off x="1557337" y="1981200"/>
            <a:ext cx="9077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</a:t>
            </a:r>
            <a:r>
              <a:rPr lang="en-CA" sz="2800" dirty="0"/>
              <a:t>. I lay down, slept, and woke again;</a:t>
            </a:r>
          </a:p>
          <a:p>
            <a:pPr algn="ctr"/>
            <a:r>
              <a:rPr lang="en-CA" sz="2800" dirty="0"/>
              <a:t>the LORD sustains my life.</a:t>
            </a:r>
          </a:p>
          <a:p>
            <a:pPr algn="ctr"/>
            <a:r>
              <a:rPr lang="en-CA" sz="2800" dirty="0" err="1"/>
              <a:t>Tho</a:t>
            </a:r>
            <a:r>
              <a:rPr lang="en-CA" sz="2800" dirty="0"/>
              <a:t>’ thousands round me take their stand,</a:t>
            </a:r>
          </a:p>
          <a:p>
            <a:pPr algn="ctr"/>
            <a:r>
              <a:rPr lang="en-CA" sz="2800" dirty="0"/>
              <a:t>I fear not in the strife.</a:t>
            </a:r>
          </a:p>
        </p:txBody>
      </p:sp>
    </p:spTree>
    <p:extLst>
      <p:ext uri="{BB962C8B-B14F-4D97-AF65-F5344CB8AC3E}">
        <p14:creationId xmlns:p14="http://schemas.microsoft.com/office/powerpoint/2010/main" val="92264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FC1E63-1F55-4EF9-9BE4-95BD88A0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Crown and Covenant Publications, used with permission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0AE0EB-E00E-4FB5-AA87-281812B6FE21}"/>
              </a:ext>
            </a:extLst>
          </p:cNvPr>
          <p:cNvSpPr txBox="1"/>
          <p:nvPr/>
        </p:nvSpPr>
        <p:spPr>
          <a:xfrm>
            <a:off x="2100262" y="1924050"/>
            <a:ext cx="79914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</a:t>
            </a:r>
            <a:r>
              <a:rPr lang="en-CA" sz="2800" dirty="0"/>
              <a:t>. Arise, O LORD, and save me, God!</a:t>
            </a:r>
          </a:p>
          <a:p>
            <a:pPr algn="ctr"/>
            <a:r>
              <a:rPr lang="en-CA" sz="2800" dirty="0"/>
              <a:t>You punish all my foes.</a:t>
            </a:r>
          </a:p>
          <a:p>
            <a:pPr algn="ctr"/>
            <a:r>
              <a:rPr lang="en-CA" sz="2800" dirty="0"/>
              <a:t>You smite the face of wicked men,</a:t>
            </a:r>
          </a:p>
          <a:p>
            <a:pPr algn="ctr"/>
            <a:r>
              <a:rPr lang="en-CA" sz="2800" dirty="0"/>
              <a:t>and break their teeth with blows.</a:t>
            </a:r>
          </a:p>
        </p:txBody>
      </p:sp>
    </p:spTree>
    <p:extLst>
      <p:ext uri="{BB962C8B-B14F-4D97-AF65-F5344CB8AC3E}">
        <p14:creationId xmlns:p14="http://schemas.microsoft.com/office/powerpoint/2010/main" val="3040667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6CBB28-EF6C-42C7-99DC-93BC4E9F2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Crown and Covenant Publications, used with permission</a:t>
            </a: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7070AD-0818-422F-967E-07399B9102B1}"/>
              </a:ext>
            </a:extLst>
          </p:cNvPr>
          <p:cNvSpPr txBox="1"/>
          <p:nvPr/>
        </p:nvSpPr>
        <p:spPr>
          <a:xfrm>
            <a:off x="1952625" y="1895475"/>
            <a:ext cx="82867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</a:t>
            </a:r>
            <a:r>
              <a:rPr lang="en-CA" sz="2800" dirty="0"/>
              <a:t>. </a:t>
            </a:r>
            <a:r>
              <a:rPr lang="en-CA" sz="2800" dirty="0" err="1"/>
              <a:t>Deliv’rance</a:t>
            </a:r>
            <a:r>
              <a:rPr lang="en-CA" sz="2800" dirty="0"/>
              <a:t> to the LORD belongs,</a:t>
            </a:r>
          </a:p>
          <a:p>
            <a:pPr algn="ctr"/>
            <a:r>
              <a:rPr lang="en-CA" sz="2800" dirty="0"/>
              <a:t>Salvation his alone!</a:t>
            </a:r>
          </a:p>
          <a:p>
            <a:pPr algn="ctr"/>
            <a:r>
              <a:rPr lang="en-CA" sz="2800" dirty="0"/>
              <a:t>Your blessing on your people, LORD,</a:t>
            </a:r>
          </a:p>
          <a:p>
            <a:pPr algn="ctr"/>
            <a:r>
              <a:rPr lang="en-CA" sz="2800" dirty="0"/>
              <a:t>Forevermore be shown!</a:t>
            </a:r>
          </a:p>
        </p:txBody>
      </p:sp>
    </p:spTree>
    <p:extLst>
      <p:ext uri="{BB962C8B-B14F-4D97-AF65-F5344CB8AC3E}">
        <p14:creationId xmlns:p14="http://schemas.microsoft.com/office/powerpoint/2010/main" val="873338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2020-11-06T15:40:08Z</dcterms:created>
  <dcterms:modified xsi:type="dcterms:W3CDTF">2020-11-06T15:40:23Z</dcterms:modified>
</cp:coreProperties>
</file>