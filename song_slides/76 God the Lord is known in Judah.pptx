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89070-0BDC-456B-B442-3B81D860D6B4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FBDE1-12BB-4312-B8DF-C004E1796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8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91DB-300D-4070-BAC0-8A7291B40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4265B-1743-452F-B69D-BCB14C01B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5FE54-2A06-48F3-814D-6A9019333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DA97-4DF9-49AB-8A3A-3A15EEC1E724}" type="datetime1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492EE-F8B0-4676-B1C0-F846D0AC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8F163-F20F-432E-84E1-B9F74CD0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921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601F-82D7-4966-9D7C-4589DEE29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6541-D044-4D20-999E-B006A6B7E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5F6B8-ED2F-49C4-9DBA-93D1AE8A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C2FF-0C9D-47C1-9B13-8F998067F556}" type="datetime1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78250-A7D3-42B7-B126-C80E918A2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0BB1-20D9-4C60-9D0E-A7B3D3FD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990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C7BC-6956-4C1D-BD59-1A274700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41C7-A473-414B-8DEA-13D6D2D71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84B8D-01FB-4149-B22F-C7CE1AA5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B4F6-E37B-4637-91BD-688110CF7D1C}" type="datetime1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67135-E1FF-41BD-844B-F934AE317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36B28-720A-4468-BFB2-87A548CE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5913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75C2-D718-44F6-AE92-12EE19D5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B0C1F-0D86-4552-9E6D-52D6FBBC2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33557-C9CA-4F07-8F7C-619DDF9E8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89EBB-BCA1-432D-BD15-848C6F3C1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DAD0-EEBB-4A1E-ACF1-C11F5981B6DE}" type="datetime1">
              <a:rPr lang="en-CA" smtClean="0"/>
              <a:t>2024-08-17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B0C6D-5E49-453E-83DE-9E554504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7CA1F-5D94-4031-83F6-D93D1639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79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8E0D-BCA4-4BAD-9EB6-0A8AAB18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3CA80-F1D1-4849-B5F3-E69A05F76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4D56B-A532-43A1-894C-BC4D87120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1181BF-8E73-462D-9E73-3B3F8D2C0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FA72E-C903-4E35-B914-ECA3CF476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0150C-B22A-452D-A602-16BEC6C1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40F99-12EB-4564-A32E-6A1F97A19140}" type="datetime1">
              <a:rPr lang="en-CA" smtClean="0"/>
              <a:t>2024-08-17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F2C761-58EC-4F9C-99FA-1BE09AFF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F6FB2D-F624-4843-91F8-1A2D6FD5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9105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A8B1-9EF9-4829-9AEC-13B54392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1FBB2-4617-4E46-850B-832D5EE3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594F1-D377-4C24-B6DF-E05954B6114D}" type="datetime1">
              <a:rPr lang="en-CA" smtClean="0"/>
              <a:t>2024-08-17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1E85A-BE06-46F6-8E2F-FF57B434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00A8A-663D-43A4-8E4D-E623913F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535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156F4-D998-40AC-9915-03242CEE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6538-8EEF-4533-8806-07358208650B}" type="datetime1">
              <a:rPr lang="en-CA" smtClean="0"/>
              <a:t>2024-08-17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06CD6-59B6-479B-B7AF-B73B0EE2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AC041-8662-49FE-B535-9FB146E7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286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48F4-0C3C-4E75-97F9-B79994D3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3A122-FD3B-4D56-92AC-63AF51CDF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0BA73-FD13-4F2D-BB72-A724C792A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A93CF-E331-4B71-B21E-34EF9303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E27C8-EB71-482E-A882-AECAF563C6AC}" type="datetime1">
              <a:rPr lang="en-CA" smtClean="0"/>
              <a:t>2024-08-17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604D3-C481-4EB0-9749-C9A7CB2C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5D9D-7933-4794-B72E-38D8023E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91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7E0D-249F-4770-8E15-2B031E5E1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E4C54B-E036-4CBA-8C7C-46D721252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5514A-EA33-4EE0-A412-79B8E9769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0D1C4-8CD3-42E2-BC09-2ECEE584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5C70-8AF1-4129-A096-AB10E18B0F5F}" type="datetime1">
              <a:rPr lang="en-CA" smtClean="0"/>
              <a:t>2024-08-17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CE5B5-7080-41C1-9CA7-49DF5FB5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C5E76-F4F0-41B8-9AB0-C0D9BCE5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337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335B-F91E-48EB-9D64-DFC938B7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A45DA-48C7-4CD8-918D-1A02F5EB9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4E146-E535-4216-9AD7-3CE47525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053E-3012-4A5C-93A8-0BC6CF2F17EB}" type="datetime1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17A90-9261-4E38-845D-E64B0E0F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06E0-A1B7-4A9F-AD33-18497317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044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00447-5179-4D3F-A6DF-854941A35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BA7BB-AFBA-4671-872E-C030FA45A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92066-5F03-4C72-A349-F74006B3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29AE-F677-4DAF-9BCF-E211D7B6E18C}" type="datetime1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99FF6-7BA3-42CF-A42D-7F4F606C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C9502-4F40-49F5-A371-7970A755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606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52E16-6F1A-4B1E-8063-D3ECFB33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7EE1D-8A5B-4E10-B8B0-343E7AA72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60DB3-C9F1-4D0C-8173-58DA3AFD9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DA9BF-FC7C-4CFF-9B9D-6A69BC5B814F}" type="datetime1">
              <a:rPr lang="en-CA" smtClean="0"/>
              <a:t>2024-08-17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325FC-6302-4B65-91A4-95A4BCB43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Trinity Psalter, 2000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D6182-5A42-4616-B061-CA898F0A8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CB6A8-3C3A-4DFA-A634-AA0FA2365E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811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027BFC-C462-4A95-9E93-D7E35BD3B76E}"/>
              </a:ext>
            </a:extLst>
          </p:cNvPr>
          <p:cNvSpPr txBox="1"/>
          <p:nvPr/>
        </p:nvSpPr>
        <p:spPr>
          <a:xfrm>
            <a:off x="862012" y="123825"/>
            <a:ext cx="10467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#76 God the Lord Is Known in Judah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57E0E-CBE1-4BEC-8C80-F4CF497B0872}"/>
              </a:ext>
            </a:extLst>
          </p:cNvPr>
          <p:cNvSpPr txBox="1"/>
          <p:nvPr/>
        </p:nvSpPr>
        <p:spPr>
          <a:xfrm>
            <a:off x="2366961" y="2090172"/>
            <a:ext cx="74580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>
                <a:solidFill>
                  <a:prstClr val="black"/>
                </a:solidFill>
              </a:rPr>
              <a:t>God the Lord is known in Judah;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great his name in Israel;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he has pitched his tent in Salem;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he abides on Zion’s hill.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There he broke the flashing arrows,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shield and sword designed to kill.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09F780-0A2A-63C1-E652-CE0CE870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</p:spTree>
    <p:extLst>
      <p:ext uri="{BB962C8B-B14F-4D97-AF65-F5344CB8AC3E}">
        <p14:creationId xmlns:p14="http://schemas.microsoft.com/office/powerpoint/2010/main" val="383041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5E892-FF2E-4942-BF23-39D6E6C4FC61}"/>
              </a:ext>
            </a:extLst>
          </p:cNvPr>
          <p:cNvSpPr txBox="1"/>
          <p:nvPr/>
        </p:nvSpPr>
        <p:spPr>
          <a:xfrm>
            <a:off x="2257425" y="2090172"/>
            <a:ext cx="76771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2.</a:t>
            </a:r>
            <a:r>
              <a:rPr lang="en-US" sz="2800" i="1">
                <a:solidFill>
                  <a:prstClr val="black"/>
                </a:solidFill>
              </a:rPr>
              <a:t> </a:t>
            </a:r>
            <a:r>
              <a:rPr lang="en-US" sz="2800">
                <a:solidFill>
                  <a:prstClr val="black"/>
                </a:solidFill>
              </a:rPr>
              <a:t>You are more majestic, glorious,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than the mountains full of prey.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You have spoiled the valient-hearted;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wrapped in sleep of death are they.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Men of war, whose hands are useless,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cannot stand amidst the fray.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6F667-1E39-D357-9109-08811968C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</p:spTree>
    <p:extLst>
      <p:ext uri="{BB962C8B-B14F-4D97-AF65-F5344CB8AC3E}">
        <p14:creationId xmlns:p14="http://schemas.microsoft.com/office/powerpoint/2010/main" val="10856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5E892-FF2E-4942-BF23-39D6E6C4FC61}"/>
              </a:ext>
            </a:extLst>
          </p:cNvPr>
          <p:cNvSpPr txBox="1"/>
          <p:nvPr/>
        </p:nvSpPr>
        <p:spPr>
          <a:xfrm>
            <a:off x="2257425" y="2090172"/>
            <a:ext cx="76771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4.</a:t>
            </a:r>
            <a:r>
              <a:rPr lang="en-US" sz="2800" i="1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When from </a:t>
            </a:r>
            <a:r>
              <a:rPr lang="en-US" sz="2800" dirty="0" err="1">
                <a:solidFill>
                  <a:prstClr val="black"/>
                </a:solidFill>
              </a:rPr>
              <a:t>heav’n</a:t>
            </a:r>
            <a:r>
              <a:rPr lang="en-US" sz="2800" dirty="0">
                <a:solidFill>
                  <a:prstClr val="black"/>
                </a:solidFill>
              </a:rPr>
              <a:t> you uttered judgment,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all the earth in fear stood still,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While to save the poor and humble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God in judgment worked his will.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E’en the wrath of man shall praise you;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You shall wear it like a belt.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30392-A49C-FB63-1988-767FE823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</p:spTree>
    <p:extLst>
      <p:ext uri="{BB962C8B-B14F-4D97-AF65-F5344CB8AC3E}">
        <p14:creationId xmlns:p14="http://schemas.microsoft.com/office/powerpoint/2010/main" val="34662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1F79F-E8F3-4146-952A-1AB3BC45F0E8}"/>
              </a:ext>
            </a:extLst>
          </p:cNvPr>
          <p:cNvSpPr txBox="1"/>
          <p:nvPr/>
        </p:nvSpPr>
        <p:spPr>
          <a:xfrm>
            <a:off x="2538412" y="2090172"/>
            <a:ext cx="71151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5. Give the LORD your God your promise,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keeping all your vows sincere.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Come, let all around bring off’rings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unto him who is revered;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he cuts off the pride of princes,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he by kings of earth is feared.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A907B-DE11-9BD6-C443-9A7EA8172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Trinity Psalter, 2000 alt.</a:t>
            </a:r>
          </a:p>
        </p:txBody>
      </p:sp>
    </p:spTree>
    <p:extLst>
      <p:ext uri="{BB962C8B-B14F-4D97-AF65-F5344CB8AC3E}">
        <p14:creationId xmlns:p14="http://schemas.microsoft.com/office/powerpoint/2010/main" val="4183464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3</cp:revision>
  <dcterms:created xsi:type="dcterms:W3CDTF">2021-03-26T23:04:11Z</dcterms:created>
  <dcterms:modified xsi:type="dcterms:W3CDTF">2024-08-17T17:32:15Z</dcterms:modified>
</cp:coreProperties>
</file>