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B42D-45BD-466D-BEB5-168421641B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777EB2-ACAE-451C-A5D6-ED4D4D87CD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5E329-EBB4-42B1-9EB8-92E7F125C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849D-0B3E-46CF-9B37-85EDC0A23C2C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72897-42FA-4D94-85DF-663726FBE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7553A-C303-4055-A96D-D402F7F34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D68AB-4B85-439B-AD91-CE0AD2444C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1716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ABB1F-4B5A-491F-8453-69F3D1562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AE1EC-331D-4DFE-BF32-69AC873E9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9AC2-87E0-437F-8A93-4ED1356F4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849D-0B3E-46CF-9B37-85EDC0A23C2C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93BFF-7AF7-48E7-A777-341FA23A3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EFAE1-4F3E-49E2-92F2-54F5691DD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D68AB-4B85-439B-AD91-CE0AD2444C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0235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136C0-722A-45B8-8BE1-02DADF135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68EC5-2C55-4234-B6AC-EE84307D2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6EA23-1F2B-4943-8FE7-8C54C504A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849D-0B3E-46CF-9B37-85EDC0A23C2C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3D0F3-C650-4E70-89EC-117317F63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DFEC5-5F22-478E-837D-64A6EECC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D68AB-4B85-439B-AD91-CE0AD2444C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5562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84C0D-1D41-4F00-806A-C7057B4DF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D8206-88AB-4124-8FDC-A54D36FFFC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21A9F1-F3B1-445F-89A0-EF8521D4A8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C713D3-6CCD-4BB8-80F2-884C54A4D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849D-0B3E-46CF-9B37-85EDC0A23C2C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521EB1-40E2-40E2-9392-A10D7835D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262218-3243-4D93-8873-20DC593C4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D68AB-4B85-439B-AD91-CE0AD2444C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9065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A9FF6-2ED5-47CF-B218-A1CDF6DE6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070F7D-C89D-4712-B8F3-6277E2C05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750C81-B4FC-4453-83EA-E1D290ECC6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BA7AB3-C0F3-4E1A-83B2-79AD8C9229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084DB2-390A-4116-BE60-6F2F51FDA4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A9D588-DCC9-4194-BBB2-CBDDCCFDF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849D-0B3E-46CF-9B37-85EDC0A23C2C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D21BC2-646E-4A7B-B72B-688DF355F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8CC591-48C5-432C-848C-C363AAD74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D68AB-4B85-439B-AD91-CE0AD2444C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2434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DF185-2F57-4C63-9EEC-53C07B751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975148-92F0-46E9-A652-62D9C4275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849D-0B3E-46CF-9B37-85EDC0A23C2C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EC4B07-C6B2-4285-8BF0-6646CD33B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64C670-DD91-4416-A66B-297A2B946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D68AB-4B85-439B-AD91-CE0AD2444C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78460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B2C718-EA35-49AD-A87E-07FE85271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849D-0B3E-46CF-9B37-85EDC0A23C2C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EEA6EE-6C57-4040-BFCF-0592B2120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15FBC7-3702-4178-A7EF-4B0746B9C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D68AB-4B85-439B-AD91-CE0AD2444C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4136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0014B-58E4-43E1-8CB7-7C6D9719B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5311B-BB1E-4390-8661-E47AE237E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291FA8-4B93-45AC-BA3C-4AB760CB49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8D6BEF-875F-4B5E-B231-EE81CA42A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849D-0B3E-46CF-9B37-85EDC0A23C2C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AC0896-ED93-44B6-BD95-253A19479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9FDCB1-15E2-4F68-A0FD-46B9480FB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D68AB-4B85-439B-AD91-CE0AD2444C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570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BDCB4-00AB-4AF6-8099-4D6ECC179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92B85B-5006-437B-8E35-713CF004A7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21383F-B9F4-4018-B5EA-148C5C7A71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F31E0E-AEA0-4048-B74B-BFC720B0F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849D-0B3E-46CF-9B37-85EDC0A23C2C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DC3D30-C66D-44C8-BC66-DC5869243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79B2F1-62F2-4275-9133-8C02477C5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D68AB-4B85-439B-AD91-CE0AD2444C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1903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5DAB7-7164-4730-9408-F4D74EB1F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A15EEE-A5EC-42C5-BF99-C80433FAD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2F23A-DC41-4CBC-BE34-B69EC604E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849D-0B3E-46CF-9B37-85EDC0A23C2C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C4616-C364-41CD-8DBB-FA05DC939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DD725-4130-4802-AD53-510C81245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D68AB-4B85-439B-AD91-CE0AD2444C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1063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19BDE4-1E56-4568-A55C-D5F55BADB7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0B7810-C53C-4B8A-B796-C21A6318B6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F5CDC-A104-470C-B99F-BC95FFA34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849D-0B3E-46CF-9B37-85EDC0A23C2C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3B118-2C27-4854-A902-23150891C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99794-0BC5-42EC-B8C8-B4434AD9F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D68AB-4B85-439B-AD91-CE0AD2444C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20599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D46CDB-1473-414D-A969-A337AECB8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EFBEC8-81FE-4831-8C24-2CC54DE85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0C646-133D-4E69-B1D0-F61BBED317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8B849D-0B3E-46CF-9B37-85EDC0A23C2C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7C8FF-CA8D-4789-970F-39A18E2725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237A3-E5D2-4585-9591-E31B8D1830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1D68AB-4B85-439B-AD91-CE0AD2444C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7299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FB472C-7C7F-4E00-83FD-1DB93BC9BF1B}"/>
              </a:ext>
            </a:extLst>
          </p:cNvPr>
          <p:cNvSpPr txBox="1"/>
          <p:nvPr/>
        </p:nvSpPr>
        <p:spPr>
          <a:xfrm>
            <a:off x="119062" y="228600"/>
            <a:ext cx="119538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#122A I Was Filled with Joy and Gladness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92AA74-BF64-43B1-97F9-733E48EDD897}"/>
              </a:ext>
            </a:extLst>
          </p:cNvPr>
          <p:cNvSpPr txBox="1"/>
          <p:nvPr/>
        </p:nvSpPr>
        <p:spPr>
          <a:xfrm>
            <a:off x="1323974" y="1874728"/>
            <a:ext cx="954405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was filled with joy and gladness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they said with one accord,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“Let us make our pilgrim journey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the house of God the LORD.”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</a:t>
            </a:r>
            <a:r>
              <a:rPr kumimoji="0" lang="en-CA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Jerus’lem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O </a:t>
            </a:r>
            <a:r>
              <a:rPr kumimoji="0" lang="en-CA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Jerus’lem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are standing in your gates;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are standing in your gates.</a:t>
            </a:r>
          </a:p>
        </p:txBody>
      </p:sp>
    </p:spTree>
    <p:extLst>
      <p:ext uri="{BB962C8B-B14F-4D97-AF65-F5344CB8AC3E}">
        <p14:creationId xmlns:p14="http://schemas.microsoft.com/office/powerpoint/2010/main" val="1187173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4A4188-33EB-41A0-AEDB-BBCDD4893C01}"/>
              </a:ext>
            </a:extLst>
          </p:cNvPr>
          <p:cNvSpPr txBox="1"/>
          <p:nvPr/>
        </p:nvSpPr>
        <p:spPr>
          <a:xfrm>
            <a:off x="1666875" y="1874728"/>
            <a:ext cx="885825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</a:t>
            </a: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As a city bound together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 Jerusalem designed.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There, by law, the tribes ascending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thank the LORD in praise combined.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Thrones of David, thrones of David,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there for royal justice stand;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there for royal justice stand.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42392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DFC461-5DE9-4882-B630-7F03F8BA6724}"/>
              </a:ext>
            </a:extLst>
          </p:cNvPr>
          <p:cNvSpPr txBox="1"/>
          <p:nvPr/>
        </p:nvSpPr>
        <p:spPr>
          <a:xfrm>
            <a:off x="1724025" y="1874728"/>
            <a:ext cx="874395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Pray for peace, the peace of Zion: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“Prosper those who love you well!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Peace be in your walls forever;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safety in your towers dwell!”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Peace and safety, peace and safety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Jerusalem abound;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Jerusalem abound.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4161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BF87D7-6765-4F37-A1A6-90B5640DD04B}"/>
              </a:ext>
            </a:extLst>
          </p:cNvPr>
          <p:cNvSpPr txBox="1"/>
          <p:nvPr/>
        </p:nvSpPr>
        <p:spPr>
          <a:xfrm>
            <a:off x="1971675" y="1874728"/>
            <a:ext cx="824865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For the sake of my companions,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my brothers, I will say: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“May God’s peace abide within you!”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the temple’s sake I pray.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the LORD’s house, for the LORD’s house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will ever seek your good;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will ever seek your good.</a:t>
            </a:r>
          </a:p>
        </p:txBody>
      </p:sp>
    </p:spTree>
    <p:extLst>
      <p:ext uri="{BB962C8B-B14F-4D97-AF65-F5344CB8AC3E}">
        <p14:creationId xmlns:p14="http://schemas.microsoft.com/office/powerpoint/2010/main" val="4066844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206</Words>
  <Application>Microsoft Office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2021-10-01T21:37:07Z</dcterms:created>
  <dcterms:modified xsi:type="dcterms:W3CDTF">2022-01-29T00:46:39Z</dcterms:modified>
</cp:coreProperties>
</file>