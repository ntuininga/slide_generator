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18" r:id="rId3"/>
    <p:sldId id="319" r:id="rId4"/>
    <p:sldId id="337" r:id="rId5"/>
    <p:sldId id="33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09C4-05FB-4FFD-9C0D-FC08E983C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1C963-CF65-4893-87BE-E5508D48D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CC50-AB32-417B-B921-493F4BC6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60865-33E7-4290-A318-0C1C34AE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198E1-BEDC-4B41-9BC6-7259C79C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1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E989-EA0B-4855-A3AE-1C02BA3F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D3362-325A-41D5-BB1B-A335A88D2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67A06-7131-4DE6-A4D8-6F0EE862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67F28-F572-48D1-A626-C2BE1A77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6E918-145D-4B41-90E8-EBADBFC7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8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34FD-CB1E-420B-A84B-0D06B95A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31946-6F7A-4758-9635-53A1AE931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EB37-F7B1-4975-B85A-DB6F8583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06B70-3871-4DB7-8BC3-9DFD7CDC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19A32-D35F-4492-B790-77E94914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6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3585-7448-45CD-BBFD-A51C19FA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B72AC-26D2-4C3E-81A8-9E76EFFC8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7DAA1-A93E-4F9A-B7BB-AD9033B16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70E27-AE14-494A-93EF-F4EC8CCF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E0D95-37A5-46E1-8C81-8765B0A5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E034B-B3AB-4D1B-8C86-C6671658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4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4D674-056C-4DDC-A2D2-7B1DFBB4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1A262-B82C-4DCB-9CA4-3D82E609E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D511C-8F00-4894-A6C9-3781EDA10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A6739-20E0-4D95-AA06-64B4F468D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20E58-5CA0-4EEF-B59F-610BBFBF2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834DD-91B0-4448-B7A9-99C41D1C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81417-E439-4AF4-A0BD-0ABFB3A7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3660C-2C68-424E-8659-C8925965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5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4555-2394-430A-BC35-BF39ECCE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1A5CE-FD0B-425B-A6F7-CB1DBB08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90B54-63B2-413D-B357-325745A9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32079-3757-4E69-B5C6-C59A4149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4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3341E-29E6-4537-B15C-02C97008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EA2C95-19A5-42B8-9EDA-B67EEBE81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FB120-CCA7-4688-A258-F8AC248C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125F-51C1-42D7-BD11-8664AD27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14944-5F45-4047-9021-FF29FCC54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90333-82BC-4CEB-8EB8-92BE1ED77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AB3F1-A4C6-4160-BE92-302D8C5C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FA5BA-9884-4623-960B-6F493943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ED913-A2CD-47B8-BDCF-FA75C807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12B2-EF16-4B2C-ACE4-757492074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2D80E-F9FA-49C7-A109-F3A94112C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219B3-7756-4193-AB72-FBEB527C9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EC8BC-3952-4C56-8180-D6432939E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C14D1-DC3C-4CF5-B3EA-2EDF92878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3AC96-BF12-4092-B76C-CB8DF47D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317D-3624-44E6-8F09-F45A4B42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2D598-6606-47AB-B11B-E32F70D81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B9515-D66D-46E3-B020-7EA4DBD7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57D86-F91E-41D9-974D-8784F8007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29710-1F19-4269-AB00-55284903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0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10F00-B383-42E7-A6DE-FA849E001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FF513-8833-4AA8-AE27-C15EA03D1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65511-C318-4D31-AFD0-4CB27207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8F4BA-4519-4493-91CA-630E5F34F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06BAF-3DD5-4E86-9164-4B779413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9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8320B-1ECC-4AEC-86D3-DE5B8F07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D6833-C8A8-4F10-8F70-6B2EA9B89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0FF12-552E-403C-88DD-7EABEB272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CF3B-24A5-4A96-A8AB-42C95B21F775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635FE-CDA9-46A2-81C6-4F66F3259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231BB-0F93-49DE-B040-A35A388B6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B5594-E741-4111-BECB-669BA7F7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2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#386 Lo! He Comes With Clouds Descending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Lo! he comes with clouds descending,</a:t>
            </a:r>
            <a:br>
              <a:rPr lang="en-US" sz="2800" dirty="0"/>
            </a:br>
            <a:r>
              <a:rPr lang="en-US" sz="2800" dirty="0"/>
              <a:t>once for favored sinners slain;</a:t>
            </a:r>
            <a:br>
              <a:rPr lang="en-US" sz="2800" dirty="0"/>
            </a:br>
            <a:r>
              <a:rPr lang="en-US" sz="2800" dirty="0"/>
              <a:t>thousand, thousand saints attending</a:t>
            </a:r>
            <a:br>
              <a:rPr lang="en-US" sz="2800" dirty="0"/>
            </a:br>
            <a:r>
              <a:rPr lang="en-US" sz="2800" dirty="0"/>
              <a:t>swell the triumph of his train.</a:t>
            </a:r>
            <a:br>
              <a:rPr lang="en-US" sz="2800" dirty="0"/>
            </a:br>
            <a:r>
              <a:rPr lang="en-US" sz="2800" dirty="0"/>
              <a:t>Alleluia! Alleluia!</a:t>
            </a:r>
            <a:br>
              <a:rPr lang="en-US" sz="2800" dirty="0"/>
            </a:br>
            <a:r>
              <a:rPr lang="en-US" sz="2800" dirty="0"/>
              <a:t>God appears on earth to reign.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 err="1"/>
              <a:t>Ev'ry</a:t>
            </a:r>
            <a:r>
              <a:rPr lang="en-US" sz="2800" dirty="0"/>
              <a:t> eye shall now behold him,</a:t>
            </a:r>
            <a:br>
              <a:rPr lang="en-US" sz="2800" dirty="0"/>
            </a:br>
            <a:r>
              <a:rPr lang="en-US" sz="2800" dirty="0"/>
              <a:t>robed in dreadful majesty;</a:t>
            </a:r>
            <a:br>
              <a:rPr lang="en-US" sz="2800" dirty="0"/>
            </a:br>
            <a:r>
              <a:rPr lang="en-US" sz="2800" dirty="0"/>
              <a:t>those who set at naught and sold him,</a:t>
            </a:r>
            <a:br>
              <a:rPr lang="en-US" sz="2800" dirty="0"/>
            </a:br>
            <a:r>
              <a:rPr lang="en-US" sz="2800" dirty="0"/>
              <a:t>pierced, and nailed him to the tree,</a:t>
            </a:r>
            <a:br>
              <a:rPr lang="en-US" sz="2800" dirty="0"/>
            </a:br>
            <a:r>
              <a:rPr lang="en-US" sz="2800" dirty="0"/>
              <a:t>deeply wailing, deeply wailing,</a:t>
            </a:r>
            <a:br>
              <a:rPr lang="en-US" sz="2800" dirty="0"/>
            </a:br>
            <a:r>
              <a:rPr lang="en-US" sz="2800" dirty="0"/>
              <a:t>shall the true Messiah see.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642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 err="1"/>
              <a:t>Ev'ry</a:t>
            </a:r>
            <a:r>
              <a:rPr lang="en-US" sz="2800" dirty="0"/>
              <a:t> island, sea, and mountain,</a:t>
            </a:r>
            <a:br>
              <a:rPr lang="en-US" sz="2800" dirty="0"/>
            </a:br>
            <a:r>
              <a:rPr lang="en-US" sz="2800" dirty="0" err="1"/>
              <a:t>heav'n</a:t>
            </a:r>
            <a:r>
              <a:rPr lang="en-US" sz="2800" dirty="0"/>
              <a:t> and earth, shall flee away;</a:t>
            </a:r>
            <a:br>
              <a:rPr lang="en-US" sz="2800" dirty="0"/>
            </a:br>
            <a:r>
              <a:rPr lang="en-US" sz="2800" dirty="0"/>
              <a:t>all who hate him must, confounded,</a:t>
            </a:r>
            <a:br>
              <a:rPr lang="en-US" sz="2800" dirty="0"/>
            </a:br>
            <a:r>
              <a:rPr lang="en-US" sz="2800" dirty="0"/>
              <a:t>hear the trump proclaim the day:</a:t>
            </a:r>
            <a:br>
              <a:rPr lang="en-US" sz="2800" dirty="0"/>
            </a:br>
            <a:r>
              <a:rPr lang="en-US" sz="2800" dirty="0"/>
              <a:t>Come to judgment! Come to judgment!</a:t>
            </a:r>
            <a:br>
              <a:rPr lang="en-US" sz="2800" dirty="0"/>
            </a:br>
            <a:r>
              <a:rPr lang="en-US" sz="2800" dirty="0"/>
              <a:t>Come to judgment, come away!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345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Now Redemption, long expected,</a:t>
            </a:r>
            <a:br>
              <a:rPr lang="en-US" sz="2800" dirty="0"/>
            </a:br>
            <a:r>
              <a:rPr lang="en-US" sz="2800" dirty="0"/>
              <a:t>see in solemn pomp appear!</a:t>
            </a:r>
            <a:br>
              <a:rPr lang="en-US" sz="2800" dirty="0"/>
            </a:br>
            <a:r>
              <a:rPr lang="en-US" sz="2800" dirty="0"/>
              <a:t>All his saints, by man rejected,</a:t>
            </a:r>
            <a:br>
              <a:rPr lang="en-US" sz="2800" dirty="0"/>
            </a:br>
            <a:r>
              <a:rPr lang="en-US" sz="2800" dirty="0"/>
              <a:t>now shall meet him in the air.</a:t>
            </a:r>
            <a:br>
              <a:rPr lang="en-US" sz="2800" dirty="0"/>
            </a:br>
            <a:r>
              <a:rPr lang="en-US" sz="2800" dirty="0"/>
              <a:t>Alleluia! Alleluia!</a:t>
            </a:r>
            <a:br>
              <a:rPr lang="en-US" sz="2800" dirty="0"/>
            </a:br>
            <a:r>
              <a:rPr lang="en-US" sz="2800" dirty="0"/>
              <a:t>See the day of God appear!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029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Yea, amen! let all adore thee,</a:t>
            </a:r>
            <a:br>
              <a:rPr lang="en-US" sz="2800" dirty="0"/>
            </a:br>
            <a:r>
              <a:rPr lang="en-US" sz="2800" dirty="0"/>
              <a:t>high on thine eternal throne;</a:t>
            </a:r>
            <a:br>
              <a:rPr lang="en-US" sz="2800" dirty="0"/>
            </a:br>
            <a:r>
              <a:rPr lang="en-US" sz="2800" dirty="0"/>
              <a:t>Savior, take the </a:t>
            </a:r>
            <a:r>
              <a:rPr lang="en-US" sz="2800" dirty="0" err="1"/>
              <a:t>pow'r</a:t>
            </a:r>
            <a:r>
              <a:rPr lang="en-US" sz="2800" dirty="0"/>
              <a:t> and glory,</a:t>
            </a:r>
            <a:br>
              <a:rPr lang="en-US" sz="2800" dirty="0"/>
            </a:br>
            <a:r>
              <a:rPr lang="en-US" sz="2800" dirty="0"/>
              <a:t>claim the kingdom for thine own.</a:t>
            </a:r>
            <a:br>
              <a:rPr lang="en-US" sz="2800" dirty="0"/>
            </a:br>
            <a:r>
              <a:rPr lang="en-US" sz="2800" dirty="0"/>
              <a:t>O come quickly, O come quickly;</a:t>
            </a:r>
            <a:br>
              <a:rPr lang="en-US" sz="2800" dirty="0"/>
            </a:br>
            <a:r>
              <a:rPr lang="en-US" sz="2800" dirty="0"/>
              <a:t>alleluia! come, Lord, come.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0035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#386 Lo! He Comes With Clouds Descending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#386 Lo! He Comes With Clouds Descending</dc:title>
  <dc:creator>Eric Hoogendoorn</dc:creator>
  <cp:lastModifiedBy>Eric Hoogendoorn</cp:lastModifiedBy>
  <cp:revision>1</cp:revision>
  <dcterms:created xsi:type="dcterms:W3CDTF">2020-06-27T02:02:34Z</dcterms:created>
  <dcterms:modified xsi:type="dcterms:W3CDTF">2020-06-27T02:02:54Z</dcterms:modified>
</cp:coreProperties>
</file>