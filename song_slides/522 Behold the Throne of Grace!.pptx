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A33F4-663E-449E-8475-D8CB6D018E83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5994-1595-4C50-BE43-12613058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1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1921-8ECB-58A1-1FF8-3313BAAE1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74E1-751F-66C5-1905-7943B45E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1312D-9705-C62A-B94E-A7D272FC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37D3-A5F2-4C66-84E8-65E014DB5991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16862-890E-EB57-E628-40C643C0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F284-8DF3-913C-D0BD-267DE81F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3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80E7-6478-AC83-115E-7FE057C92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6365-CB7E-30F7-A336-81C7F53E3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4DF7-F120-CE99-BD2E-B8D05732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CE19-F7BE-40EC-A7BE-A79EC4C386EB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0BF7F-7E44-75B0-59A0-504FBA6D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905E-663E-3057-9853-D28E2632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6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DC17-0403-F198-640B-DA5F94AF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C889E-3ABF-14FC-4327-4D5E16125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9FD5A-D6EC-13D2-9A9D-9D92F0A3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161A-7BA2-42FB-B076-AAE65FF5D17B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9954F-EEEC-867B-AFC3-B5323C26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708F-2C37-7E3E-4A16-2BCA813C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4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8020-69EF-349B-C1B9-50688943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B527F-9D9F-13EE-A8DF-642C93D62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F3604-DA1F-33D4-AB73-623DD167E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4C510-8C8E-2FA4-D3DC-22F8A177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069FB-08E4-4DB3-AD44-57FCA27504AB}" type="datetime1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78BEC-3C67-2FA4-837E-C465370C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AA53B-952C-D433-8E6E-34F87CA2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54EA-6FA8-C546-29A7-073676E9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01542-DDD3-06A1-BF81-418C4F0C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DEEAC-03C9-9DB3-A29F-09EFA7608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63623-65B0-2064-29A7-53FA1C4E5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241BC-C830-2B4A-F3A3-4D15F33BA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A91D8-3DC7-AC66-CF48-7512FD44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BDAD-0332-4F92-9A72-490989EF5ABE}" type="datetime1">
              <a:rPr lang="en-US" smtClean="0"/>
              <a:t>9/30/2023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BB4C0-0E2E-FDF6-EF82-C01A601B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B82B8-8812-185E-73AF-C9C5E80C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5E67-FBF4-9167-375B-EE046252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0CD24-9466-515E-677D-9D5BF486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D607-51B9-416A-BFCC-108311A10E39}" type="datetime1">
              <a:rPr lang="en-US" smtClean="0"/>
              <a:t>9/30/2023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7F34B-10C5-7260-ACC7-F9E49EF9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C2706-3DA0-712F-580D-41A7BBC5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FD2D2-3D3A-7755-0C80-106B1966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EBB8-49BC-484C-9199-3174BB6009A8}" type="datetime1">
              <a:rPr lang="en-US" smtClean="0"/>
              <a:t>9/30/2023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BCCDA-493A-F9B7-9619-48239124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002AA-72B7-327E-2CF6-89E44EEA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6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E20D6-247B-8C4D-0566-FA9807D1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B4A9-C6B3-3D50-1C1A-8DB24AAB2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FCD53-7550-0526-345F-E6C007B70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F4103-A155-2D04-A617-D96A6D89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1C04-0B63-40DA-B09B-38CF6EEDA83D}" type="datetime1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F859C-7C66-750E-1905-AE06D1B6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624D7-4235-9C04-D2C5-E9B4D72B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3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D91E-E5E8-2494-D3CC-2A80A26C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1A8CA-DAF5-8114-E478-DE25920F3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A9C3F-373B-7DA1-6AA0-12F5BEDC6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8103D-D91B-72F3-7AF6-3EDE3DA8B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0859-B354-4D6D-B04A-A3E3906385F3}" type="datetime1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0670-63EC-B1EB-0A8E-1128A526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300BD-2126-B389-111E-1DAEF218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3012-360D-63D0-FE0D-76B5B594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1B2EA-D8E7-61DA-C8E9-2BBAD70EA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7ED7-A0F8-35ED-0E3A-CF1C01BF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0765-A739-4BB3-A129-23D909A09627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BB38E-A480-FFC1-089E-5D6157CF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BA3A0-0CC2-24E2-B2B9-2C55EC08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3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88A242-4854-22DB-9A65-B7892554C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6CF23-6C10-1B6D-465A-72D9BAB37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BC0C1-46B5-7128-D61A-690A3116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55E23-E01E-4D93-AA0E-6E23713E6BA9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9316-53C9-F48B-CF1D-022E8369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D0CDB-EB89-3ECC-F540-03DBC88C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9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14461-3352-0E63-A27C-85D2202F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3F4B8-32A0-E911-962E-D8D8CD755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A6E4D-ED80-4BFF-90F0-78E48E2AB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6A310-C614-4E3C-82CA-8429F2C7BB36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1225C-9DAD-0973-AA21-AFCDDF8D2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A2D2-36D9-298B-7132-579AB56DA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02143-AB83-4B11-B153-E12B5E548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3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35FE-2B88-9D55-B9F8-C9DD7E08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#522 Behold the Throne of Grace!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F168-B020-02CC-CFEA-FFC6B32BB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Behold the throne of grace!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promise calls me near: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there Jesus shows a smiling face,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waits to answer prayer.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222AE-702F-BFE0-F8D3-DDC7A76C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2045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FA0D-0FF8-649F-630F-59C190A6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8D9B-5F10-862F-EA5D-22172A47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That rich atoning blood,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which sprinkled round we see,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provides for those who come to God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 all prevailing plea.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5AA4C-45F5-3977-E215-FD60CE9D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6591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76FA-FA13-ABE9-AF51-E9F9248E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DCFC-718E-5EF0-5DCF-D60412DA3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My soul, ask what thou wilt;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 canst not be too bold;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since his own blood for thee he spilt,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what else can he withhold?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B71CC-89EA-D3C4-BD6D-37E2780D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5684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444C-324C-460C-B886-050C4D91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448B-5DA6-9D6B-82BB-DB80F0052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Beyond thy utmost wants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love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can bless;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praying souls he always grants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than they can express.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757A8-FFE5-78A1-B81C-F81BBDE5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59062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1031-E11A-3338-A55D-4001F8A4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46319-655F-D5F0-A695-183584FF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Thine image, Lord, bestow,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thy presence and thy love;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ask to serve thee here below,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reign with thee above.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63158-EA83-D148-F482-44E82D21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9641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6588-CA0E-B450-4D73-409C65E9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D6748-5112-8ADB-6AB4-D1C66E915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6 Teach me to live by faith;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conform my will to thine;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me victorious be in death,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then in glory shine.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9304D-A356-D834-B0F2-C4E6D1E5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41671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240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#522 Behold the Throne of Grace!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#522 Behold the Throne of Grace!</dc:title>
  <dc:creator>Neil Tuininga</dc:creator>
  <cp:lastModifiedBy>Neil Tuininga</cp:lastModifiedBy>
  <cp:revision>1</cp:revision>
  <dcterms:created xsi:type="dcterms:W3CDTF">2023-09-30T15:34:39Z</dcterms:created>
  <dcterms:modified xsi:type="dcterms:W3CDTF">2023-09-30T15:38:54Z</dcterms:modified>
</cp:coreProperties>
</file>