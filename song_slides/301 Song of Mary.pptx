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8" r:id="rId2"/>
    <p:sldId id="369" r:id="rId3"/>
    <p:sldId id="500" r:id="rId4"/>
    <p:sldId id="537" r:id="rId5"/>
    <p:sldId id="53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0871219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7972892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1989691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7322854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2021-12-24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1187466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2021-12-24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942247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2021-12-24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7343250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1188439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2021-12-24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656464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9151717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9001804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2021-12-24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790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2142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2015 Lou Ann Shafer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D0F74D-35E2-4191-A28E-96336015008C}"/>
              </a:ext>
            </a:extLst>
          </p:cNvPr>
          <p:cNvSpPr txBox="1"/>
          <p:nvPr/>
        </p:nvSpPr>
        <p:spPr>
          <a:xfrm>
            <a:off x="430379" y="117475"/>
            <a:ext cx="113312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#301 Song of 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169835-1CFD-4B70-A271-D02D6ADA7A80}"/>
              </a:ext>
            </a:extLst>
          </p:cNvPr>
          <p:cNvSpPr txBox="1"/>
          <p:nvPr/>
        </p:nvSpPr>
        <p:spPr>
          <a:xfrm>
            <a:off x="2019299" y="2521059"/>
            <a:ext cx="8153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soul doth magnify the Lord;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spirit doth rejoice in God,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he, my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Saviour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did in grace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t’s h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umble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state regard.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2122600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4312" y="6315075"/>
            <a:ext cx="4143375" cy="2921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2015 Lou Ann Shafer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253CD-BCF1-454A-96BF-20923E703F59}"/>
              </a:ext>
            </a:extLst>
          </p:cNvPr>
          <p:cNvSpPr txBox="1"/>
          <p:nvPr/>
        </p:nvSpPr>
        <p:spPr>
          <a:xfrm>
            <a:off x="1733550" y="2521059"/>
            <a:ext cx="8724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Behold, all generations hence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blessedness will e’er proclaim.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Mighty One hath done great things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me, and holy is his name.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51232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8D59F3-7ED3-41E0-BF1F-50BCF4886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2015 Lou Ann Shafer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1B2CA-5B91-4774-BBA1-8324B88AF9D5}"/>
              </a:ext>
            </a:extLst>
          </p:cNvPr>
          <p:cNvSpPr txBox="1"/>
          <p:nvPr/>
        </p:nvSpPr>
        <p:spPr>
          <a:xfrm>
            <a:off x="2105025" y="2521059"/>
            <a:ext cx="7981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For generations, fearing him,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mercy will on them abide.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mighty arm displays his strength;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scatters those who dwell in pride.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304499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F6D8DE-2959-4E4E-A830-1EF29A77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2015 Lou Ann Shafer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20BB0-0978-47F9-9F7C-D1AC7A31389E}"/>
              </a:ext>
            </a:extLst>
          </p:cNvPr>
          <p:cNvSpPr txBox="1"/>
          <p:nvPr/>
        </p:nvSpPr>
        <p:spPr>
          <a:xfrm>
            <a:off x="1624012" y="2521059"/>
            <a:ext cx="89439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He cast the mighty from their thrones,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lifted those of low estate.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hungry he hath filled with good;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rich he empty sent away.</a:t>
            </a:r>
          </a:p>
        </p:txBody>
      </p:sp>
    </p:spTree>
    <p:extLst>
      <p:ext uri="{BB962C8B-B14F-4D97-AF65-F5344CB8AC3E}">
        <p14:creationId xmlns:p14="http://schemas.microsoft.com/office/powerpoint/2010/main" val="676075737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99D379-343A-48B8-A8D4-A31FDB24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2015 Lou Ann Shafer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E86B9B-241F-493B-9323-1EFB340FC2D6}"/>
              </a:ext>
            </a:extLst>
          </p:cNvPr>
          <p:cNvSpPr txBox="1"/>
          <p:nvPr/>
        </p:nvSpPr>
        <p:spPr>
          <a:xfrm>
            <a:off x="2014537" y="2521059"/>
            <a:ext cx="81629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He helped his servant Israel,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mem’ry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his mercy sure,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told our father Abraham,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to his seed forevermore.</a:t>
            </a:r>
          </a:p>
        </p:txBody>
      </p:sp>
    </p:spTree>
    <p:extLst>
      <p:ext uri="{BB962C8B-B14F-4D97-AF65-F5344CB8AC3E}">
        <p14:creationId xmlns:p14="http://schemas.microsoft.com/office/powerpoint/2010/main" val="3488723622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2021-12-24T23:33:59Z</dcterms:created>
  <dcterms:modified xsi:type="dcterms:W3CDTF">2021-12-24T23:34:42Z</dcterms:modified>
</cp:coreProperties>
</file>