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1A58-BD34-4C31-AD8B-56A9F9E63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78C21-461E-4C2E-AB53-CA2A07769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F2C1A-29A0-4D3B-951E-F41E098A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C628-DD2F-4D12-8A52-7F4D703B3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F40CF-5D28-4647-A78C-99D0D40E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2270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2227-DEB5-4EEE-AFBF-E7BD0031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1F0A-1FF1-4A89-961B-9ABE4CB69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E286-BD48-46A1-8E85-EAF3A8E5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08C6C-37EE-46B3-B7B1-5333E2AD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9859A-B114-4B6D-AF6F-EF178D91A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831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FD8C-F88B-48DF-AE47-BEA62FD0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94E21-61D9-4659-979C-17DA4D832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F665E-23CB-4941-9DCE-52F66654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7789C-976F-4578-B576-8A23EAFF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7580B-02FB-48F7-9295-1B3B8852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448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887D-6FA2-446D-A9DA-4FA193C2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AA9D8-AC6E-4ED3-833A-FEB6F4B10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18850-11C3-4B0C-8944-3BCEA8192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1CDBD-A9A6-4B6F-B394-7DB3E90B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17DEA-ADEA-4D8A-8693-42BB435D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DA830-265D-46BA-AB4A-2A3066C0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193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52CE-F977-448A-8B54-38B5671C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38293-32B4-4D49-A289-C64657881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50AD4-2ADF-4F43-A606-DB421823B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BD126B-7EB2-441D-A910-F2072EEA0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F1A67-4E4B-4C7B-8B82-63FCCC92C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A281BA-1198-4A84-BA2B-42F861C7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24BC3-149D-40CC-986D-F5D78C59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68A5B-5699-475F-B9B9-012AAAE2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804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1766-1CC8-4C37-B308-5366C96A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AB24E-FA3F-49B7-BD09-EAF39359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A6D08-5CC5-44EE-8332-D9354C5B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A5F28-D1F5-4867-A5D6-C3D159EF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88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A4E02-CCA6-4AC8-83DA-EEC825C3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C2D2A-ADC2-4FBC-8891-BD178AE9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D3238-0B42-4844-A3A7-DDFF348F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427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4FB4-2840-4ABD-AC9F-3FFBA8E81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E0488-7DAF-4712-90A9-676C66F18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F9ABC-E18F-463B-922F-BF4EE596A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747CB-D0DD-4548-9C9D-1F489DEE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C29AE-58C6-465B-84B2-9989D8B29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787A8-812A-4268-B683-3D8B2AAD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1092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A266-71A7-4D83-B010-58D058F9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46444-AEE0-46C8-B573-AC777D1BA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5F9ED-5A94-49EE-8E9D-8C0185653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27FAD-E985-4E93-92F6-8257A6C7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0EC48-31D7-4DAF-9EAF-7EB4FD87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FFCFC-97DC-4D24-9D1C-95058660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877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5799-51D8-4795-8BA9-89B83C04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619C1-F83E-4887-873E-330F60AD8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2703A-A8B4-4006-9D52-6494C60C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35629-71EA-4305-9D3A-EDC3192E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AC4A5-34BD-4874-B2CD-0FAB8AA4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975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37F8F-55FF-4966-8411-8D23C864E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03376-0C5B-4CF6-82C0-044EBD933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D3D6-3BA3-498E-BE76-78E58AEE9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BAFDC-B600-43DF-ABB9-79B1A23D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DFF4-3FC6-42E8-A06D-283114EB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392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29434-3603-4C33-A1E3-A36D24BD8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001A4-3F69-4009-8557-35A3A3744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B2D0B-A26C-4BB6-A5C6-CDE35799D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11A41-A932-4762-9AF3-D55A28447E86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3307-AD1A-47CF-B9E6-EFBE91E1C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F156-8807-4F89-ACC6-F7BCE08CA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54965-0072-4328-AC03-CAD7BAE50B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7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97AD78-4F76-4E68-A976-5F18FB61F92A}"/>
              </a:ext>
            </a:extLst>
          </p:cNvPr>
          <p:cNvSpPr txBox="1"/>
          <p:nvPr/>
        </p:nvSpPr>
        <p:spPr>
          <a:xfrm>
            <a:off x="657225" y="257175"/>
            <a:ext cx="10877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#525 Saviour, like a Shepherd Lead Us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35AC0-B36C-4E54-860D-07E91FE72196}"/>
              </a:ext>
            </a:extLst>
          </p:cNvPr>
          <p:cNvSpPr txBox="1"/>
          <p:nvPr/>
        </p:nvSpPr>
        <p:spPr>
          <a:xfrm>
            <a:off x="1176337" y="1800225"/>
            <a:ext cx="9839325" cy="3533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Savior, like a shepherd lead 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much we need thy tender care;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in thy pleasant pastures feed 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our use thy folds prepare.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Jesus, blessed Jesus,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hast bought us, thine we are;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Jesus, blessed Jesus,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hast bought us, thine we are.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318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73B330-AAD5-46FC-A776-A7F683F7FDC8}"/>
              </a:ext>
            </a:extLst>
          </p:cNvPr>
          <p:cNvSpPr txBox="1"/>
          <p:nvPr/>
        </p:nvSpPr>
        <p:spPr>
          <a:xfrm>
            <a:off x="2005012" y="1447800"/>
            <a:ext cx="8181975" cy="359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We are thine; do thou befriend 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be the guardian of our way;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keep thy flock, from sin defend 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seek us when we go astray.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Jesus, blessed Jesus,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hear, O hear us when we pray;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Jesus, blessed Jesus,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hear, O hear us when we pray.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76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F0D99-B718-404F-9FDB-96B714E39BEF}"/>
              </a:ext>
            </a:extLst>
          </p:cNvPr>
          <p:cNvSpPr txBox="1"/>
          <p:nvPr/>
        </p:nvSpPr>
        <p:spPr>
          <a:xfrm>
            <a:off x="1700212" y="1276350"/>
            <a:ext cx="8791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Thou hast promised to receive 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poor and sinful tho' we be;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hast mercy to relieve 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grace to cleanse and pow'r to free.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Jesus, blessed Jesus,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us early turn to thee;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Jesus, blessed Jesus,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us early turn to thee.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736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9FDFA-FD4F-4022-89CA-3DC6D665CC90}"/>
              </a:ext>
            </a:extLst>
          </p:cNvPr>
          <p:cNvSpPr txBox="1"/>
          <p:nvPr/>
        </p:nvSpPr>
        <p:spPr>
          <a:xfrm>
            <a:off x="2005012" y="1747837"/>
            <a:ext cx="8181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Early let us seek thy favor,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early let us do thy will;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Lord and only Savior,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thy love our bosoms fill.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Jesus, blessed Jesus,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hast loved us, love us still;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blessed Jesus, blessed Jesus,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hast loved us, love us still.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189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279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2021-02-04T21:47:50Z</dcterms:created>
  <dcterms:modified xsi:type="dcterms:W3CDTF">2021-02-04T21:50:01Z</dcterms:modified>
</cp:coreProperties>
</file>