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59" r:id="rId3"/>
    <p:sldId id="372" r:id="rId4"/>
    <p:sldId id="40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976A-3F6E-4F70-A1DE-B062F10B2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EE2AB-D4EE-406F-827B-EBE8A8EB9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1F4E2-B54C-4598-8D00-4132A427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6D8AB-5CA5-417F-AE9C-4E641914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32112-42ED-4EE5-8DD4-9B1548C1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8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F7E9-3396-4B3F-85BB-A8495A1F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57AB5-740C-4AAE-850A-1B0F124FC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FD399-B9F8-46BA-A5A0-5220EE53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210C5-9D4F-47A2-AEF7-BB12ED4F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88C6E-5F62-4F47-AAB3-AD673E64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4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D480-CC70-40F2-9072-939A45D7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4AB07-2DAF-468D-9987-CBC4DB2A1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18D3F-8895-4673-9ACB-112453E0D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86A6E-1E20-47A9-9F82-D32C873B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7472A-4922-4E31-A776-C4798DF7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89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B2749-9EB0-46CD-9481-DF6811103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9F017-E03C-4578-99A7-E9B5CE315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FD49D-8279-4DB9-87E1-46B64C14D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66886-6CC3-4CE7-9878-61C55FCC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886DD-C78C-4C48-BB0B-5245968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07A0F-79AA-4E8C-BF5A-ABC016BC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9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820C-A756-4CC7-847A-87EEF515F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3DA6C-A59A-44E1-AE00-3A0EAF689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FE655-7255-4E6B-8FFC-0154C5F56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B0E19-1E49-4E5D-B5BE-E83A604AE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FEF5F-F211-4BB8-866D-E433B2740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FFC60-C464-409E-B7B8-6811C017A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66B5D-9238-45EC-AC5C-CB054115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B9F76-AC39-443D-9E68-44E6EB66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6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54F84-1F7F-42FF-BC29-37D92155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A53CE-CC4E-4C2F-B859-C719F51C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42298-CC46-4D5A-AB09-AF4750B6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44F74-3A3A-4DDD-9512-E6198D32A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7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32439-E10D-4786-801D-784FDD1CF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5CD56-2A0C-49A1-A067-4D04D535A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937CB-03CA-4C4E-9FA3-41E1AE5AA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1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7BE5-8452-4FF2-B49E-285301A40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B5759-3720-4E00-9DC9-687CA862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1B7C7-F2A9-4E67-A049-9901F7C2F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DC4FC-DF47-483D-9D60-CBE77A204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55445-B4DA-4A6B-8A88-05169162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0619A-39B7-4666-A2EA-A7930D7C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4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1DDE-538F-4540-A5A8-4728EF40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1465F-9117-4100-ABDC-FF5BADDD3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E4EC5-0192-4328-85B9-020210FB7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77E86-E78A-4364-8194-545053234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3E58F-1CC7-4D5B-B06B-50790653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BC522-A613-4849-AABA-F21F573C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0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97583-041A-4D8A-826A-8F19902A3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BE877-50A2-421A-B299-3285D2A2E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45C68-0C38-4304-AA2A-4FD21935A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10063-BAEA-4B51-A5B7-93FEF7D0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1B473-36A6-4B50-89D9-13DC174D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4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FF23D3-F667-4147-8486-D8BC3A8379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01DE2-3861-4DAC-B010-3EDD6798F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37A9C-4A41-4EE4-8317-852A22B2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2F74A-1261-4CD7-A105-9ABE145B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134CF-E7F7-46CE-8495-02E28CF4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84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BD6589-F758-4948-9280-4008A8B2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0A3F1-2E32-4EEF-8C59-435CF904B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3791A-BB48-4701-BFAD-EA29A4E27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F3768-FE26-47BF-B487-CB5F3284822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15F28-CA93-412D-A72C-3F3D9D268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EDFC1-F468-4DF9-BBE8-1995359CC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3ADD8-AB8A-4B65-B3AA-10DCD0B3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0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#299 Joy to the World! The Lord Has Come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5E3CE-1398-4B41-B2AB-5076284A6451}"/>
              </a:ext>
            </a:extLst>
          </p:cNvPr>
          <p:cNvSpPr txBox="1"/>
          <p:nvPr/>
        </p:nvSpPr>
        <p:spPr>
          <a:xfrm>
            <a:off x="0" y="17777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BC9EF-AC92-448E-B279-36DE4E3738C5}"/>
              </a:ext>
            </a:extLst>
          </p:cNvPr>
          <p:cNvSpPr txBox="1"/>
          <p:nvPr/>
        </p:nvSpPr>
        <p:spPr>
          <a:xfrm>
            <a:off x="152400" y="19301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092B7-9169-465D-BAEB-7133B522B108}"/>
              </a:ext>
            </a:extLst>
          </p:cNvPr>
          <p:cNvSpPr txBox="1"/>
          <p:nvPr/>
        </p:nvSpPr>
        <p:spPr>
          <a:xfrm>
            <a:off x="0" y="161636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</a:t>
            </a:r>
            <a:r>
              <a:rPr lang="en-US" sz="2800" dirty="0"/>
              <a:t>Joy to the world! The Lord is come:</a:t>
            </a:r>
            <a:br>
              <a:rPr lang="en-US" sz="2800" dirty="0"/>
            </a:br>
            <a:r>
              <a:rPr lang="en-US" sz="2800" dirty="0"/>
              <a:t>let earth receive her King;</a:t>
            </a:r>
            <a:br>
              <a:rPr lang="en-US" sz="2800" dirty="0"/>
            </a:br>
            <a:r>
              <a:rPr lang="en-US" sz="2800" dirty="0"/>
              <a:t>let </a:t>
            </a:r>
            <a:r>
              <a:rPr lang="en-US" sz="2800" dirty="0" err="1"/>
              <a:t>ev'ry</a:t>
            </a:r>
            <a:r>
              <a:rPr lang="en-US" sz="2800" dirty="0"/>
              <a:t> heart prepare him room,</a:t>
            </a:r>
            <a:br>
              <a:rPr lang="en-US" sz="2800" dirty="0"/>
            </a:br>
            <a:r>
              <a:rPr lang="en-US" sz="2800" dirty="0"/>
              <a:t>and </a:t>
            </a:r>
            <a:r>
              <a:rPr lang="en-US" sz="2800" dirty="0" err="1"/>
              <a:t>heav'n</a:t>
            </a:r>
            <a:r>
              <a:rPr lang="en-US" sz="2800" dirty="0"/>
              <a:t> and nature sing,</a:t>
            </a:r>
            <a:br>
              <a:rPr lang="en-US" sz="2800" dirty="0"/>
            </a:br>
            <a:r>
              <a:rPr lang="en-US" sz="2800" dirty="0"/>
              <a:t>and </a:t>
            </a:r>
            <a:r>
              <a:rPr lang="en-US" sz="2800" dirty="0" err="1"/>
              <a:t>heav'n</a:t>
            </a:r>
            <a:r>
              <a:rPr lang="en-US" sz="2800" dirty="0"/>
              <a:t> and nature sing,</a:t>
            </a:r>
            <a:br>
              <a:rPr lang="en-US" sz="2800" dirty="0"/>
            </a:br>
            <a:r>
              <a:rPr lang="en-US" sz="2800" dirty="0"/>
              <a:t>and </a:t>
            </a:r>
            <a:r>
              <a:rPr lang="en-US" sz="2800" dirty="0" err="1"/>
              <a:t>heav'n</a:t>
            </a:r>
            <a:r>
              <a:rPr lang="en-US" sz="2800" dirty="0"/>
              <a:t>, and </a:t>
            </a:r>
            <a:r>
              <a:rPr lang="en-US" sz="2800" dirty="0" err="1"/>
              <a:t>heav'n</a:t>
            </a:r>
            <a:r>
              <a:rPr lang="en-US" sz="2800" dirty="0"/>
              <a:t> and nature sing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9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3589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2. </a:t>
            </a:r>
            <a:r>
              <a:rPr lang="en-US" sz="2800" dirty="0"/>
              <a:t>Joy to the earth! The Savior reigns:</a:t>
            </a:r>
            <a:br>
              <a:rPr lang="en-US" sz="2800" dirty="0"/>
            </a:br>
            <a:r>
              <a:rPr lang="en-US" sz="2800" dirty="0"/>
              <a:t>let men their songs employ;</a:t>
            </a:r>
            <a:br>
              <a:rPr lang="en-US" sz="2800" dirty="0"/>
            </a:br>
            <a:r>
              <a:rPr lang="en-US" sz="2800" dirty="0"/>
              <a:t>while fields and floods, rocks, hills, and plains</a:t>
            </a:r>
            <a:br>
              <a:rPr lang="en-US" sz="2800" dirty="0"/>
            </a:br>
            <a:r>
              <a:rPr lang="en-US" sz="2800" dirty="0"/>
              <a:t>repeat the sounding joy,</a:t>
            </a:r>
            <a:br>
              <a:rPr lang="en-US" sz="2800" dirty="0"/>
            </a:br>
            <a:r>
              <a:rPr lang="en-US" sz="2800" dirty="0"/>
              <a:t>repeat the sounding joy,</a:t>
            </a:r>
            <a:br>
              <a:rPr lang="en-US" sz="2800" dirty="0"/>
            </a:br>
            <a:r>
              <a:rPr lang="en-US" sz="2800" dirty="0"/>
              <a:t>repeat, repeat the sounding joy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658D45-914C-476D-8B51-D61D19B1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87538-0B62-44C8-8388-D6CEF80DEABB}"/>
              </a:ext>
            </a:extLst>
          </p:cNvPr>
          <p:cNvSpPr txBox="1"/>
          <p:nvPr/>
        </p:nvSpPr>
        <p:spPr>
          <a:xfrm>
            <a:off x="0" y="1613589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</a:t>
            </a:r>
            <a:r>
              <a:rPr lang="en-US" sz="2800" dirty="0"/>
              <a:t>No more let sins and sorrows grow,</a:t>
            </a:r>
            <a:br>
              <a:rPr lang="en-US" sz="2800" dirty="0"/>
            </a:br>
            <a:r>
              <a:rPr lang="en-US" sz="2800" dirty="0"/>
              <a:t>nor thorns infest the ground;</a:t>
            </a:r>
            <a:br>
              <a:rPr lang="en-US" sz="2800" dirty="0"/>
            </a:br>
            <a:r>
              <a:rPr lang="en-US" sz="2800" dirty="0"/>
              <a:t>he comes to make his blessings flow</a:t>
            </a:r>
            <a:br>
              <a:rPr lang="en-US" sz="2800" dirty="0"/>
            </a:br>
            <a:r>
              <a:rPr lang="en-US" sz="2800" dirty="0"/>
              <a:t>far as the curse is found,</a:t>
            </a:r>
            <a:br>
              <a:rPr lang="en-US" sz="2800" dirty="0"/>
            </a:br>
            <a:r>
              <a:rPr lang="en-US" sz="2800" dirty="0"/>
              <a:t>far as the curse is found,</a:t>
            </a:r>
            <a:br>
              <a:rPr lang="en-US" sz="2800" dirty="0"/>
            </a:br>
            <a:r>
              <a:rPr lang="en-US" sz="2800" dirty="0"/>
              <a:t>far as, far as the curse is found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17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658D45-914C-476D-8B51-D61D19B1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87538-0B62-44C8-8388-D6CEF80DEABB}"/>
              </a:ext>
            </a:extLst>
          </p:cNvPr>
          <p:cNvSpPr txBox="1"/>
          <p:nvPr/>
        </p:nvSpPr>
        <p:spPr>
          <a:xfrm>
            <a:off x="0" y="1613589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</a:t>
            </a:r>
            <a:r>
              <a:rPr lang="en-US" sz="2800" dirty="0"/>
              <a:t>He rules the world with truth and grace,</a:t>
            </a:r>
            <a:br>
              <a:rPr lang="en-US" sz="2800" dirty="0"/>
            </a:br>
            <a:r>
              <a:rPr lang="en-US" sz="2800" dirty="0"/>
              <a:t>and makes the nations prove</a:t>
            </a:r>
            <a:br>
              <a:rPr lang="en-US" sz="2800" dirty="0"/>
            </a:br>
            <a:r>
              <a:rPr lang="en-US" sz="2800" dirty="0"/>
              <a:t>the glories of his righteousness</a:t>
            </a:r>
            <a:br>
              <a:rPr lang="en-US" sz="2800" dirty="0"/>
            </a:br>
            <a:r>
              <a:rPr lang="en-US" sz="2800" dirty="0"/>
              <a:t>and wonders of his love,</a:t>
            </a:r>
            <a:br>
              <a:rPr lang="en-US" sz="2800" dirty="0"/>
            </a:br>
            <a:r>
              <a:rPr lang="en-US" sz="2800" dirty="0"/>
              <a:t>and wonders of his love,</a:t>
            </a:r>
            <a:br>
              <a:rPr lang="en-US" sz="2800" dirty="0"/>
            </a:br>
            <a:r>
              <a:rPr lang="en-US" sz="2800" dirty="0"/>
              <a:t>and wonders, wonders of his love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970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2020-12-23T23:43:39Z</dcterms:created>
  <dcterms:modified xsi:type="dcterms:W3CDTF">2020-12-23T23:43:58Z</dcterms:modified>
</cp:coreProperties>
</file>