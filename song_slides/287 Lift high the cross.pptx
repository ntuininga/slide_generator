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5E14D-0AC6-4FC7-A25B-5F6A4A90F8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D68184-C329-410C-9C8F-D0E902BB03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583696-2517-4DF8-9FFA-4F6430D0A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57C84-B18E-4691-9198-523083B35AB2}" type="datetimeFigureOut">
              <a:rPr lang="en-CA" smtClean="0"/>
              <a:t>2021-03-12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22CAE-270F-4087-86AF-EB704AB7E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4BBA59-B21B-412E-AA64-8E6EFDE7A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C29DE-342E-4042-B8F2-5092FAEA2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83360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B54C5-14A2-4DA4-95CB-211B860D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0AE1A-A6B7-4C48-8F6B-2A5C595ACB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1B87B1-EC50-41CE-A934-3FB1D74DA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57C84-B18E-4691-9198-523083B35AB2}" type="datetimeFigureOut">
              <a:rPr lang="en-CA" smtClean="0"/>
              <a:t>2021-03-12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9F05C6-5D16-4986-A270-3AEB63349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E962BC-C54C-4D0F-B567-A17C24031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C29DE-342E-4042-B8F2-5092FAEA2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29842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81465-C675-4010-9724-10DDECBAC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3681D8-40EB-4F71-B931-CB7626DF9B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8830A-6918-4CBA-A895-B9855323C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57C84-B18E-4691-9198-523083B35AB2}" type="datetimeFigureOut">
              <a:rPr lang="en-CA" smtClean="0"/>
              <a:t>2021-03-12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1C649-BFEC-48C4-B84A-03D502AAC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DAC291-6539-4EC5-87B5-B600F884B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C29DE-342E-4042-B8F2-5092FAEA2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1118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B0C13-C62C-476F-886B-2E68B0156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84022-194F-44C1-92B2-7D9DDA83D5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85B43D-4CE9-4A4B-88D8-9A2CA9BA9C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6598BF-1464-4760-90FB-010081085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57C84-B18E-4691-9198-523083B35AB2}" type="datetimeFigureOut">
              <a:rPr lang="en-CA" smtClean="0"/>
              <a:t>2021-03-12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A1A0B3-5B48-4E5F-9630-1B7D984D9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5C1BFA-25AD-4DE6-AD17-8CF83EE50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C29DE-342E-4042-B8F2-5092FAEA2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1433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2DD0B-70D0-43EA-BE7E-00B5113C8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87BCC9-1A99-46E3-B015-9CFC5881EE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CCFF20-3224-4736-86A3-A81EC36539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54DF4A-E6B0-4E03-B147-6D07AC2392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30B3CD-7E83-4F96-A10D-7DC5EE1081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BC840F-8662-4B61-B7B4-1A1E8AA80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57C84-B18E-4691-9198-523083B35AB2}" type="datetimeFigureOut">
              <a:rPr lang="en-CA" smtClean="0"/>
              <a:t>2021-03-12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6B5538-EFE0-4FBC-B4D0-035AD1884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3DF6BF-2A15-4375-9105-34F1608C3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C29DE-342E-4042-B8F2-5092FAEA2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14634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2D4D2-7FB9-43B9-9348-42FDFD56C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FFC8FF-2D88-4CE9-9DFE-30348FDC0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57C84-B18E-4691-9198-523083B35AB2}" type="datetimeFigureOut">
              <a:rPr lang="en-CA" smtClean="0"/>
              <a:t>2021-03-12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AB757A-23B8-466E-9920-6A6BAAF95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D84FE0-D759-4A7E-89B7-9C402CD58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C29DE-342E-4042-B8F2-5092FAEA2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49516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7BF122-88D4-4D00-97D8-44515B63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57C84-B18E-4691-9198-523083B35AB2}" type="datetimeFigureOut">
              <a:rPr lang="en-CA" smtClean="0"/>
              <a:t>2021-03-12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863DA2-3DB9-49A1-9F1A-764DE3FAB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2DCFB-7999-4347-B117-5A283D232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C29DE-342E-4042-B8F2-5092FAEA2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00276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FA8E4-42A7-4B2B-B9B7-1DCE4A215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E6B55-2917-4269-9400-E2D030EFEB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DE59B6-F070-4E7D-88B6-88D7668E17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B60906-AFC4-49E2-AE6D-2650C20E0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57C84-B18E-4691-9198-523083B35AB2}" type="datetimeFigureOut">
              <a:rPr lang="en-CA" smtClean="0"/>
              <a:t>2021-03-12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EFBC9A-234C-453F-9D0F-B1E294420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910C9A-FD90-4678-9E65-CA9FABFCD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C29DE-342E-4042-B8F2-5092FAEA2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53435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8A15D-9A53-4A1B-9B80-898C3803F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0F22F3-D54E-4C13-A739-112375A606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F2DA75-E9FF-47B1-8264-7C2763B95F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CB85C3-DB2F-4729-A14F-11E967BA8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57C84-B18E-4691-9198-523083B35AB2}" type="datetimeFigureOut">
              <a:rPr lang="en-CA" smtClean="0"/>
              <a:t>2021-03-12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B94479-F917-45A0-9AF8-7DA694021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1F2FAC-0CAA-48B2-9E01-82DC82698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C29DE-342E-4042-B8F2-5092FAEA2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64940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4B59C-3AEF-4749-86D5-8535BDD16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5CF3A0-884E-440D-B53C-4ADCDDF444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8FAC3-8A58-4A0C-8B67-D3C7B0C5B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57C84-B18E-4691-9198-523083B35AB2}" type="datetimeFigureOut">
              <a:rPr lang="en-CA" smtClean="0"/>
              <a:t>2021-03-12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08C84-23B6-4BF6-9FD4-EBB0FB351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97B206-310E-477B-965C-4DAC72C2E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C29DE-342E-4042-B8F2-5092FAEA2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36675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4A5A49-BC5F-444F-8926-406B37F696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8E22BF-92B5-48ED-9AE7-07C3B77878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D22415-86F4-4127-BA39-C3038709E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57C84-B18E-4691-9198-523083B35AB2}" type="datetimeFigureOut">
              <a:rPr lang="en-CA" smtClean="0"/>
              <a:t>2021-03-12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79915-CAF5-4D00-879C-178473F21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C1450-90B0-48C6-B653-283175720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C29DE-342E-4042-B8F2-5092FAEA2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05743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4D4A86-4395-4D71-B29D-D0641FD8E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B12D9-1866-4FA7-B981-581D7D7246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D18C6E-1042-4196-86D2-A52D32936F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57C84-B18E-4691-9198-523083B35AB2}" type="datetimeFigureOut">
              <a:rPr lang="en-CA" smtClean="0"/>
              <a:t>2021-03-12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95C1E-B307-48B5-995E-EBBC6FA263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5513C-BFA4-42AB-95FA-38A5C6001C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BC29DE-342E-4042-B8F2-5092FAEA2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37580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7E3811-6427-4272-8705-24B525477C81}"/>
              </a:ext>
            </a:extLst>
          </p:cNvPr>
          <p:cNvSpPr txBox="1"/>
          <p:nvPr/>
        </p:nvSpPr>
        <p:spPr>
          <a:xfrm>
            <a:off x="628650" y="228600"/>
            <a:ext cx="109347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4400" i="1">
                <a:solidFill>
                  <a:prstClr val="black"/>
                </a:solidFill>
                <a:latin typeface="Calibri Light" panose="020F0302020204030204"/>
              </a:rPr>
              <a:t>#287 Lift High the Cross</a:t>
            </a:r>
            <a:endParaRPr lang="en-CA" sz="4400" i="1" dirty="0">
              <a:solidFill>
                <a:prstClr val="black"/>
              </a:solidFill>
              <a:latin typeface="Calibri Light" panose="020F03020202040302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CED307-FAED-4ABC-A8F0-EDE625B9F927}"/>
              </a:ext>
            </a:extLst>
          </p:cNvPr>
          <p:cNvSpPr txBox="1"/>
          <p:nvPr/>
        </p:nvSpPr>
        <p:spPr>
          <a:xfrm>
            <a:off x="1943100" y="1228725"/>
            <a:ext cx="8305800" cy="4400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Refrain:</a:t>
            </a:r>
          </a:p>
          <a:p>
            <a:pPr lvl="0" algn="ctr"/>
            <a:r>
              <a:rPr lang="en-US" sz="2800">
                <a:solidFill>
                  <a:srgbClr val="222222"/>
                </a:solidFill>
              </a:rPr>
              <a:t>Lift high the cross,</a:t>
            </a:r>
          </a:p>
          <a:p>
            <a:pPr lvl="0" algn="ctr"/>
            <a:r>
              <a:rPr lang="en-US" sz="2800">
                <a:solidFill>
                  <a:srgbClr val="222222"/>
                </a:solidFill>
              </a:rPr>
              <a:t>the love of Christ proclaim,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till all the world adore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his sacred name. </a:t>
            </a:r>
          </a:p>
          <a:p>
            <a:pPr lvl="0" algn="ctr"/>
            <a:endParaRPr lang="en-CA" sz="2800">
              <a:solidFill>
                <a:prstClr val="black"/>
              </a:solidFill>
            </a:endParaRP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1. </a:t>
            </a:r>
            <a:r>
              <a:rPr lang="en-US" sz="2800">
                <a:solidFill>
                  <a:srgbClr val="222222"/>
                </a:solidFill>
              </a:rPr>
              <a:t>Come, brethren, follow</a:t>
            </a:r>
          </a:p>
          <a:p>
            <a:pPr lvl="0" algn="ctr"/>
            <a:r>
              <a:rPr lang="en-US" sz="2800">
                <a:solidFill>
                  <a:srgbClr val="222222"/>
                </a:solidFill>
              </a:rPr>
              <a:t>where our Saviour trod,</a:t>
            </a:r>
          </a:p>
          <a:p>
            <a:pPr lvl="0" algn="ctr"/>
            <a:r>
              <a:rPr lang="en-US" sz="2800">
                <a:solidFill>
                  <a:srgbClr val="222222"/>
                </a:solidFill>
              </a:rPr>
              <a:t>our King victorious, </a:t>
            </a:r>
          </a:p>
          <a:p>
            <a:pPr lvl="0" algn="ctr"/>
            <a:r>
              <a:rPr lang="en-US" sz="2800">
                <a:solidFill>
                  <a:srgbClr val="222222"/>
                </a:solidFill>
              </a:rPr>
              <a:t>Christ, the Song of God.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03196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90B676-94D9-41CF-AF60-704F035D9990}"/>
              </a:ext>
            </a:extLst>
          </p:cNvPr>
          <p:cNvSpPr txBox="1"/>
          <p:nvPr/>
        </p:nvSpPr>
        <p:spPr>
          <a:xfrm>
            <a:off x="2062162" y="1228397"/>
            <a:ext cx="806767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 Refrain:</a:t>
            </a:r>
          </a:p>
          <a:p>
            <a:pPr lvl="0" algn="ctr"/>
            <a:r>
              <a:rPr lang="en-US" sz="2800">
                <a:solidFill>
                  <a:srgbClr val="222222"/>
                </a:solidFill>
              </a:rPr>
              <a:t>Lift high the cross,</a:t>
            </a:r>
          </a:p>
          <a:p>
            <a:pPr lvl="0" algn="ctr"/>
            <a:r>
              <a:rPr lang="en-US" sz="2800">
                <a:solidFill>
                  <a:srgbClr val="222222"/>
                </a:solidFill>
              </a:rPr>
              <a:t>the love of Christ proclaim,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till all the world adore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his sacred name.</a:t>
            </a:r>
          </a:p>
          <a:p>
            <a:pPr lvl="0" algn="ctr"/>
            <a:endParaRPr lang="en-CA" sz="2800">
              <a:solidFill>
                <a:prstClr val="black"/>
              </a:solidFill>
            </a:endParaRP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2. Led on their way by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this triumphant sign,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the hosts of God in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conqu’ring ranks combine.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68859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B568DF-CA94-417C-A58E-28E1BA49FB11}"/>
              </a:ext>
            </a:extLst>
          </p:cNvPr>
          <p:cNvSpPr txBox="1"/>
          <p:nvPr/>
        </p:nvSpPr>
        <p:spPr>
          <a:xfrm>
            <a:off x="2295525" y="1228397"/>
            <a:ext cx="760095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Refrain:</a:t>
            </a:r>
          </a:p>
          <a:p>
            <a:pPr lvl="0" algn="ctr"/>
            <a:r>
              <a:rPr lang="en-US" sz="2800">
                <a:solidFill>
                  <a:srgbClr val="222222"/>
                </a:solidFill>
              </a:rPr>
              <a:t>Lift high the cross,</a:t>
            </a:r>
          </a:p>
          <a:p>
            <a:pPr lvl="0" algn="ctr"/>
            <a:r>
              <a:rPr lang="en-US" sz="2800">
                <a:solidFill>
                  <a:srgbClr val="222222"/>
                </a:solidFill>
              </a:rPr>
              <a:t>the love of Christ proclaim,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till all the world adore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his sacred name.</a:t>
            </a:r>
          </a:p>
          <a:p>
            <a:pPr lvl="0" algn="ctr"/>
            <a:endParaRPr lang="en-CA" sz="2800">
              <a:solidFill>
                <a:prstClr val="black"/>
              </a:solidFill>
            </a:endParaRP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3. O Lord, once lifted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on the glorious tree,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as thou hast promised,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draw men unto thee.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803907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ED87BB-6555-4168-BFC2-4B6F7EB3B0F5}"/>
              </a:ext>
            </a:extLst>
          </p:cNvPr>
          <p:cNvSpPr txBox="1"/>
          <p:nvPr/>
        </p:nvSpPr>
        <p:spPr>
          <a:xfrm>
            <a:off x="1490662" y="1238250"/>
            <a:ext cx="9210675" cy="4524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Refrain:</a:t>
            </a:r>
          </a:p>
          <a:p>
            <a:pPr lvl="0" algn="ctr"/>
            <a:r>
              <a:rPr lang="en-US" sz="2800">
                <a:solidFill>
                  <a:srgbClr val="222222"/>
                </a:solidFill>
              </a:rPr>
              <a:t>Lift high the cross,</a:t>
            </a:r>
          </a:p>
          <a:p>
            <a:pPr lvl="0" algn="ctr"/>
            <a:r>
              <a:rPr lang="en-US" sz="2800">
                <a:solidFill>
                  <a:srgbClr val="222222"/>
                </a:solidFill>
              </a:rPr>
              <a:t>the love of Christ proclaim,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till all the world adore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his sacred name.</a:t>
            </a:r>
          </a:p>
          <a:p>
            <a:pPr lvl="0" algn="ctr"/>
            <a:endParaRPr lang="en-CA" sz="2800">
              <a:solidFill>
                <a:prstClr val="black"/>
              </a:solidFill>
            </a:endParaRP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4. Thy kingdom come, that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earth’s despair may cease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beneath the shadow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of its healing peace.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73583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BC2CE7-5A1D-48E0-867C-056B6FBBD816}"/>
              </a:ext>
            </a:extLst>
          </p:cNvPr>
          <p:cNvSpPr txBox="1"/>
          <p:nvPr/>
        </p:nvSpPr>
        <p:spPr>
          <a:xfrm>
            <a:off x="1847850" y="1228397"/>
            <a:ext cx="84963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Refrain:</a:t>
            </a:r>
          </a:p>
          <a:p>
            <a:pPr lvl="0" algn="ctr"/>
            <a:r>
              <a:rPr lang="en-US" sz="2800">
                <a:solidFill>
                  <a:srgbClr val="222222"/>
                </a:solidFill>
              </a:rPr>
              <a:t>Lift high the cross,</a:t>
            </a:r>
          </a:p>
          <a:p>
            <a:pPr lvl="0" algn="ctr"/>
            <a:r>
              <a:rPr lang="en-US" sz="2800">
                <a:solidFill>
                  <a:srgbClr val="222222"/>
                </a:solidFill>
              </a:rPr>
              <a:t>the love of Christ proclaim,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till all the world adore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his sacred name.</a:t>
            </a:r>
          </a:p>
          <a:p>
            <a:pPr lvl="0" algn="ctr"/>
            <a:endParaRPr lang="en-CA" sz="2800">
              <a:solidFill>
                <a:prstClr val="black"/>
              </a:solidFill>
            </a:endParaRP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5. For thy blest cross which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doth for us atone,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creation’s praises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rise before thy throne.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6617719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220</Words>
  <Application>Microsoft Office PowerPoint</Application>
  <PresentationFormat>Widescreen</PresentationFormat>
  <Paragraphs>51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2021-03-12T20:22:25Z</dcterms:created>
  <dcterms:modified xsi:type="dcterms:W3CDTF">2021-03-12T20:24:22Z</dcterms:modified>
</cp:coreProperties>
</file>