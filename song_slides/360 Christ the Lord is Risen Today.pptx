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4" r:id="rId4"/>
    <p:sldId id="284" r:id="rId5"/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3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A829-FCAE-4809-881F-01B7AD7DF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72255-3941-4F6C-A6CE-CED1E8874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B12EE-FBA5-48C1-96BC-AE1151D7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C85C-EFA0-4A14-87EA-E4EC83D1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107F-7962-407C-9AF1-66BAF30D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0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CE8A-61FB-4F98-9EB8-EEEA9E80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698D-2177-46D6-B8B7-6378ED10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11B7-A319-4617-BB2B-75ED68E7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6ADAD-3EF4-40A3-91CF-DF207852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A13F-6561-4D56-B8E3-C5C8329A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94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1E02-0AC6-4917-B295-AD62F3BD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C1A4D-1D52-4A8C-A16F-1A79F9F2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C5C28-F794-46DF-BE96-D1B9946D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D852E-EBA4-468F-A440-9B1302E5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BDCE-65E8-4657-ACB2-C0A8CA2F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6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9FE5-8D10-482A-A0B4-CAB245F5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0B3E7-6A6C-4398-98AF-6DB726610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97649-B25D-44A7-ADAB-4E9683F0C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89E8D-6696-4640-8F8E-83406C30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DCC20-3D62-4CA1-A0CE-3F3E669B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BAFA8-40A5-40AF-8B5C-0337A4C0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2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A0A5-46FA-4313-9863-B2D2F456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A2A9E-063F-46FB-82BB-5731D1316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D2D4-3687-473D-81FE-7D07C71DD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BF4F-490B-457E-8AC7-D2B17280D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83B5B-6794-433C-8B96-FCF54A51B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43C63-C6DE-4ECF-8908-C484227B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4868E-F07E-4823-8894-34F2871E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FBBA1-0AEE-492C-B3F0-00CB766E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B6F9-7482-4B15-9B21-FBB09BB3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E407B-E8BF-41AB-B9EF-ECEFA57F7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92771-5E8F-4A25-B314-270FA08A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54064-FD57-4F4F-AD08-CB0EC9A5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6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53525-B0EB-4D1F-B007-40E2BBD3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D1295-0850-4DDA-AF30-28F78E84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F808E-113E-4401-897B-37240005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0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0091-6F29-42DE-B1E6-BDA54659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FD3D-8038-4B3D-8452-608B823E3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08786-C4C2-4874-9ADB-975D31C62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D8FAD-628D-411F-A9BC-5629A60F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69121-1A59-42FF-961C-2F639C11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0FA89-8DE8-46A7-81A3-EE4E8952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0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E135-49F3-4382-91FD-0D8BE8CC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D43D6-85B5-463B-A1C9-9AD71CE40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CBC5A-39F6-49EB-8775-FE5928099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4EE80-600D-4903-81A1-093E1872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ED9BF-05E5-441B-BCD1-177B0CDC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06CCE-C74D-468E-AB87-147FDA90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0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07DD-DE13-4A94-AD6E-F9464C78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D8126-A648-45AE-BE7B-CD18C4FA1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BED57-96DD-485F-B211-67ABD815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7657B-E192-4EFC-B101-E4242056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4F9E7-C440-49FE-8ECA-5636D07C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2469D-BCE6-46C9-83E0-3F6701D2D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E255C-65EF-4D56-B721-BEEDC4FA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9F1D8-9B9C-4192-8144-8531A751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F37BB-16A4-4A78-9A18-7A680009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7518-82B5-42F5-8773-94C31B5F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D521-023F-4314-8B17-47C189CE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7ABF-B119-484A-98A7-27CDD8A82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F0936-9D23-47A9-8EC9-227963E7B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E4CC2-EB67-4763-91F4-0D10E194E0E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7CECE-9F81-4E4B-AD49-F75E6C1C2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1CDA2-2369-465E-AAD5-599A9B14F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29A21-CAF3-47EE-ABB8-D1B4D4149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0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#360 Christ the Lord is Risen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2073004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CA" sz="2800" dirty="0"/>
              <a:t>"Christ the Lord is </a:t>
            </a:r>
            <a:r>
              <a:rPr lang="en-CA" sz="2800" dirty="0" err="1"/>
              <a:t>ris'n</a:t>
            </a:r>
            <a:r>
              <a:rPr lang="en-CA" sz="2800" dirty="0"/>
              <a:t> today," Alleluia!</a:t>
            </a:r>
            <a:br>
              <a:rPr lang="en-CA" sz="2800" dirty="0"/>
            </a:br>
            <a:r>
              <a:rPr lang="en-CA" sz="2800" dirty="0"/>
              <a:t>sons of men and angels say; Alleluia!</a:t>
            </a:r>
            <a:br>
              <a:rPr lang="en-CA" sz="2800" dirty="0"/>
            </a:br>
            <a:r>
              <a:rPr lang="en-CA" sz="2800" dirty="0"/>
              <a:t>raise your joys and triumphs high; Alleluia!</a:t>
            </a:r>
            <a:br>
              <a:rPr lang="en-CA" sz="2800" dirty="0"/>
            </a:br>
            <a:r>
              <a:rPr lang="en-CA" sz="2800" dirty="0"/>
              <a:t>sing ye </a:t>
            </a:r>
            <a:r>
              <a:rPr lang="en-CA" sz="2800" dirty="0" err="1"/>
              <a:t>heav'ns</a:t>
            </a:r>
            <a:r>
              <a:rPr lang="en-CA" sz="2800" dirty="0"/>
              <a:t> and earth reply. Alleluia!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Love’s redeeming work is done; Alleluia!</a:t>
            </a:r>
            <a:br>
              <a:rPr lang="en-CA" sz="2800" dirty="0"/>
            </a:br>
            <a:r>
              <a:rPr lang="en-CA" sz="2800" dirty="0"/>
              <a:t>fought the fight, the battle won; Alleluia!</a:t>
            </a:r>
            <a:br>
              <a:rPr lang="en-CA" sz="2800" dirty="0"/>
            </a:br>
            <a:r>
              <a:rPr lang="en-CA" sz="2800" dirty="0"/>
              <a:t>death in vain forbids him rise; Alleluia!</a:t>
            </a:r>
            <a:br>
              <a:rPr lang="en-CA" sz="2800" dirty="0"/>
            </a:br>
            <a:r>
              <a:rPr lang="en-CA" sz="2800" dirty="0"/>
              <a:t>Christ hath opened paradise. Alleluia!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94CF-7049-CC2D-75C0-9A0D719C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A5FD71-CCB7-F9D2-88D6-71D049388B35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Vain the stone, the watch, the seal; Alleluia!</a:t>
            </a:r>
          </a:p>
          <a:p>
            <a:pPr algn="ctr"/>
            <a:r>
              <a:rPr lang="en-CA" sz="2800" dirty="0"/>
              <a:t>Christ hast burst the gates of hell; Alleluia!</a:t>
            </a:r>
          </a:p>
          <a:p>
            <a:pPr algn="ctr"/>
            <a:r>
              <a:rPr lang="en-CA" sz="2800" dirty="0"/>
              <a:t>Death in vain forbids him rise; Alleluia!</a:t>
            </a:r>
          </a:p>
          <a:p>
            <a:pPr algn="ctr"/>
            <a:r>
              <a:rPr lang="en-CA" sz="2800" dirty="0"/>
              <a:t>Christ hath opened paradise. Alleluia!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5D0C57-5F8A-08B4-DC0B-9FF33D66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3413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Lives again our glorious King; Alleluia!</a:t>
            </a:r>
            <a:br>
              <a:rPr lang="en-CA" sz="2800" dirty="0"/>
            </a:br>
            <a:r>
              <a:rPr lang="en-CA" sz="2800" dirty="0"/>
              <a:t>where, O death, is now thy sting? Alleluia!</a:t>
            </a:r>
            <a:br>
              <a:rPr lang="en-CA" sz="2800" dirty="0"/>
            </a:br>
            <a:r>
              <a:rPr lang="en-CA" sz="2800" dirty="0"/>
              <a:t>Once he died, our souls to save; Alleluia!</a:t>
            </a:r>
            <a:br>
              <a:rPr lang="en-CA" sz="2800" dirty="0"/>
            </a:br>
            <a:r>
              <a:rPr lang="en-CA" sz="2800" dirty="0"/>
              <a:t>where thy victory, O grave? Alleluia!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3D519-576B-450A-918F-9873EB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CA" sz="2800" dirty="0"/>
              <a:t>Hail, the Lord of earth and </a:t>
            </a:r>
            <a:r>
              <a:rPr lang="en-CA" sz="2800" dirty="0" err="1"/>
              <a:t>heav'n</a:t>
            </a:r>
            <a:r>
              <a:rPr lang="en-CA" sz="2800" dirty="0"/>
              <a:t>! Alleluia!</a:t>
            </a:r>
            <a:br>
              <a:rPr lang="en-CA" sz="2800" dirty="0"/>
            </a:br>
            <a:r>
              <a:rPr lang="en-CA" sz="2800" dirty="0"/>
              <a:t>Praise to thee by both be </a:t>
            </a:r>
            <a:r>
              <a:rPr lang="en-CA" sz="2800" dirty="0" err="1"/>
              <a:t>giv'n</a:t>
            </a:r>
            <a:r>
              <a:rPr lang="en-CA" sz="2800" dirty="0"/>
              <a:t>; Alleluia!</a:t>
            </a:r>
            <a:br>
              <a:rPr lang="en-CA" sz="2800" dirty="0"/>
            </a:br>
            <a:r>
              <a:rPr lang="en-CA" sz="2800" dirty="0"/>
              <a:t>thee we greet triumphant now; Alleluia!</a:t>
            </a:r>
            <a:br>
              <a:rPr lang="en-CA" sz="2800" dirty="0"/>
            </a:br>
            <a:r>
              <a:rPr lang="en-CA" sz="2800" dirty="0"/>
              <a:t>hail, the Resurrection, thou! Alleluia!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3D519-576B-450A-918F-9873EB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9954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#360 Christ the Lord is Risen Today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#360 Christ the Lord is Risen Today</dc:title>
  <dc:creator>Eric Hoogendoorn</dc:creator>
  <cp:lastModifiedBy>Neil Tuininga</cp:lastModifiedBy>
  <cp:revision>2</cp:revision>
  <dcterms:created xsi:type="dcterms:W3CDTF">2020-04-25T02:41:07Z</dcterms:created>
  <dcterms:modified xsi:type="dcterms:W3CDTF">2025-04-18T02:46:10Z</dcterms:modified>
</cp:coreProperties>
</file>