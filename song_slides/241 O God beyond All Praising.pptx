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67" d="100"/>
          <a:sy n="67" d="100"/>
        </p:scale>
        <p:origin x="644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CDA8F9-7462-422B-9E29-F132CC37353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20A8165-C57C-4CB2-BEBC-F4C9B15D8CF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E065F6A-46D6-4CD5-8F00-2D24848C26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8751A3-29B7-4FFD-BC64-9CE090505D4C}" type="datetimeFigureOut">
              <a:rPr lang="en-CA" smtClean="0"/>
              <a:t>2021-06-18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4238BCB-C6C0-49B6-90B9-D4B34CAFAB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B5BB7AC-7BC1-4652-862B-E2B069B8FC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010170-02CC-489C-940D-3833737B1D7E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49765303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4C28B3-3E44-45D1-9F5D-6CF4D7A1C5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3670E73-4379-4D88-BB27-C6F3EE374CB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E626C28-A928-4AB5-A753-0EEF79E429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8751A3-29B7-4FFD-BC64-9CE090505D4C}" type="datetimeFigureOut">
              <a:rPr lang="en-CA" smtClean="0"/>
              <a:t>2021-06-18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3BB0203-3309-416B-9C1C-2716B803E9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E95EE31-1D01-42F0-A61A-6D12A13815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010170-02CC-489C-940D-3833737B1D7E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62862666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34063E-2566-409D-B301-5C05C2431E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93F253E-CC82-4B9F-8394-A904313B2DE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5FFB237-484A-4DB0-A900-59B39C9125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8751A3-29B7-4FFD-BC64-9CE090505D4C}" type="datetimeFigureOut">
              <a:rPr lang="en-CA" smtClean="0"/>
              <a:t>2021-06-18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A93572A-EB94-4094-96AA-AAB857A413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5F4830E-1ECD-46F8-AEFF-801B10CCA3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010170-02CC-489C-940D-3833737B1D7E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413294764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2D7476-1DF5-4B76-A6C9-A387648AF4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2617D9-DDC8-4975-8BA5-2C55F745948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0348903-31A7-41EC-AF0F-600AC437C05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4F40B71-CE98-47EE-875C-BB241401CC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8751A3-29B7-4FFD-BC64-9CE090505D4C}" type="datetimeFigureOut">
              <a:rPr lang="en-CA" smtClean="0"/>
              <a:t>2021-06-18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96A255E-D4CE-4B69-B7F1-FFB396469D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965D79B-17BE-4717-BA0D-6732755067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010170-02CC-489C-940D-3833737B1D7E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00830393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5B405B-8587-4A65-8BE2-72366E8820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FA3E1ED-A822-4194-B1DE-F762DBBAB6A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91E4046-7244-4799-ACC2-5A5FF5EF87C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5D23978-E58A-41C9-B063-513E776EB30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6BF9563-F1D4-4382-B461-EE032B9D75E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9231981-F31E-4A23-A15D-E883ABD69F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8751A3-29B7-4FFD-BC64-9CE090505D4C}" type="datetimeFigureOut">
              <a:rPr lang="en-CA" smtClean="0"/>
              <a:t>2021-06-18</a:t>
            </a:fld>
            <a:endParaRPr lang="en-CA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3674734-80F4-43BE-B64C-138FC15C7D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B845193-C8E4-4D11-BF4D-BB8E92750D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010170-02CC-489C-940D-3833737B1D7E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47751913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449C65-B9F4-4370-801F-B7EF87BE9C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818B862-0533-493B-A32C-2BF6E9652E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8751A3-29B7-4FFD-BC64-9CE090505D4C}" type="datetimeFigureOut">
              <a:rPr lang="en-CA" smtClean="0"/>
              <a:t>2021-06-18</a:t>
            </a:fld>
            <a:endParaRPr lang="en-CA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2CB9834-B1FB-4D63-BB79-602A390A4E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BB42C86-5783-4840-A26C-E1EB68EA9F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010170-02CC-489C-940D-3833737B1D7E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00028931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CB0EFCF-584F-4984-9978-2897DD6C15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8751A3-29B7-4FFD-BC64-9CE090505D4C}" type="datetimeFigureOut">
              <a:rPr lang="en-CA" smtClean="0"/>
              <a:t>2021-06-18</a:t>
            </a:fld>
            <a:endParaRPr lang="en-CA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BC4AD5E-59F8-40C8-871F-0E7896F8B5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B25F461-82F6-479F-A023-A9789F40F6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010170-02CC-489C-940D-3833737B1D7E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18404210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6A89D1-57E1-4F1C-8DFE-238CDF195C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8310F1-AA63-4CDA-8B63-92FAF35398B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997AA03-BA91-4CCA-B365-79C06C3D2E7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1935FDC-CE5C-4607-B74E-9678000D5B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8751A3-29B7-4FFD-BC64-9CE090505D4C}" type="datetimeFigureOut">
              <a:rPr lang="en-CA" smtClean="0"/>
              <a:t>2021-06-18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7B23047-D360-47D8-98B3-2127662AB9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8E3AFEC-D336-45FD-B82E-176D4EF0AF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010170-02CC-489C-940D-3833737B1D7E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17004436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5E4239-0FF8-46AB-998D-4D4EB4700E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C86B63F-9F2B-4ECB-951E-6270B0BA51A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C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920DB33-14C7-48BA-BC2F-24F7AD442A1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0F0A0BD-25D4-4D16-B18E-0EDE7E375D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8751A3-29B7-4FFD-BC64-9CE090505D4C}" type="datetimeFigureOut">
              <a:rPr lang="en-CA" smtClean="0"/>
              <a:t>2021-06-18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8FA0710-3A3E-4C94-9ACF-385176EDA7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8001F87-74F6-4AD5-9BBD-AD8528D268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010170-02CC-489C-940D-3833737B1D7E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57088881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6BC55D-3B6B-4BE6-83CE-D50F73FE4F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BB83EE5-8C8B-4ECC-B4F1-5A972DBB271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5E8C74C-7718-401F-842B-C3FBC1F959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8751A3-29B7-4FFD-BC64-9CE090505D4C}" type="datetimeFigureOut">
              <a:rPr lang="en-CA" smtClean="0"/>
              <a:t>2021-06-18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0A48F21-464B-445E-8034-3D446B65F7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2E00180-D92B-4CC9-9D85-99C2D67534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010170-02CC-489C-940D-3833737B1D7E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33493327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DC60CD9-096E-4D05-951F-5B207956EB5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4E128B0-6C94-436A-B05A-C4EAEE74AAA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E5EF650-06DF-426A-8651-BEAA3AD29D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8751A3-29B7-4FFD-BC64-9CE090505D4C}" type="datetimeFigureOut">
              <a:rPr lang="en-CA" smtClean="0"/>
              <a:t>2021-06-18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3ACCF06-7911-4ADF-85E2-81B5EA24CD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F12C87B-EED9-4730-B5C1-39B5953627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010170-02CC-489C-940D-3833737B1D7E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94087859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1345EBB-C8E8-48BA-85CC-920512123A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BE1CDFA-3278-4334-AEEC-4F1361999D9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C971C41-7E3F-4332-9918-69AEA4BBDD7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48751A3-29B7-4FFD-BC64-9CE090505D4C}" type="datetimeFigureOut">
              <a:rPr lang="en-CA" smtClean="0"/>
              <a:t>2021-06-18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88ACE78-7765-4A76-92DB-79F136D84FD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85FB6AA-8541-42ED-A040-8CA6C537304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2010170-02CC-489C-940D-3833737B1D7E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4068866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AC6DD098-0524-45FC-B4A8-544D46BDBED3}"/>
              </a:ext>
            </a:extLst>
          </p:cNvPr>
          <p:cNvSpPr txBox="1"/>
          <p:nvPr/>
        </p:nvSpPr>
        <p:spPr>
          <a:xfrm>
            <a:off x="1009650" y="238125"/>
            <a:ext cx="101727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44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+mn-ea"/>
                <a:cs typeface="+mn-cs"/>
              </a:rPr>
              <a:t>#241 O God beyond All Praising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A1A3F27-0367-4CB5-9478-51510012B904}"/>
              </a:ext>
            </a:extLst>
          </p:cNvPr>
          <p:cNvSpPr txBox="1"/>
          <p:nvPr/>
        </p:nvSpPr>
        <p:spPr>
          <a:xfrm>
            <a:off x="1771650" y="2090172"/>
            <a:ext cx="8648700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14350" marR="0" lvl="0" indent="-51435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O God beyond all praising, we worship you today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and sing the love amazing that songs cannot repay;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for we can only wonder at </a:t>
            </a:r>
            <a:r>
              <a:rPr kumimoji="0" lang="en-US" sz="2800" b="0" i="0" u="none" strike="noStrike" kern="1200" cap="none" spc="0" normalizeH="0" baseline="0" noProof="0" dirty="0" err="1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ev’ry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gift you send,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at blessings without number and mercies without end: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we lift our hearts before you and wait upon your word,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we </a:t>
            </a:r>
            <a:r>
              <a:rPr kumimoji="0" lang="en-US" sz="2800" b="0" i="0" u="none" strike="noStrike" kern="1200" cap="none" spc="0" normalizeH="0" baseline="0" noProof="0" dirty="0" err="1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honour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and adore you, our great and mighty Lord.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13831807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ABB7E76-813E-4CE8-9973-033078A160FF}"/>
              </a:ext>
            </a:extLst>
          </p:cNvPr>
          <p:cNvSpPr txBox="1"/>
          <p:nvPr/>
        </p:nvSpPr>
        <p:spPr>
          <a:xfrm>
            <a:off x="1578768" y="2090172"/>
            <a:ext cx="9034463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2. The </a:t>
            </a:r>
            <a:r>
              <a:rPr kumimoji="0" lang="en-US" sz="2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flow’r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of earthly splendor in time must surely die,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its fragile bloom surrender to you, the Lord Most High;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but hidden from all nature the eternal seed is sown –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though small in mortal stature, to heaven’s garden grown: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for Christ, your gift from heaven, from death has set us free,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and we through him are given the final victory.</a:t>
            </a:r>
          </a:p>
        </p:txBody>
      </p:sp>
    </p:spTree>
    <p:extLst>
      <p:ext uri="{BB962C8B-B14F-4D97-AF65-F5344CB8AC3E}">
        <p14:creationId xmlns:p14="http://schemas.microsoft.com/office/powerpoint/2010/main" val="26898811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BD29B5E-38DA-4A04-8D68-C450E2AC1B76}"/>
              </a:ext>
            </a:extLst>
          </p:cNvPr>
          <p:cNvSpPr txBox="1"/>
          <p:nvPr/>
        </p:nvSpPr>
        <p:spPr>
          <a:xfrm>
            <a:off x="1376362" y="2090172"/>
            <a:ext cx="9439275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3. Then hear, O gracious </a:t>
            </a:r>
            <a:r>
              <a:rPr kumimoji="0" lang="en-US" sz="2800" b="0" i="0" u="none" strike="noStrike" kern="1200" cap="none" spc="0" normalizeH="0" baseline="0" noProof="0" dirty="0" err="1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Saviour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, accept the love we bring,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that we who know your </a:t>
            </a:r>
            <a:r>
              <a:rPr kumimoji="0" lang="en-US" sz="2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favour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may serve you as our King;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and whether our tomorrows be filled with good or ill,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we’ll triumph through our sorrows and rise to bless you still: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to marvel at your beauty and glory in your ways,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and make a joyful duty our sacrifice of praise.</a:t>
            </a:r>
          </a:p>
        </p:txBody>
      </p:sp>
    </p:spTree>
    <p:extLst>
      <p:ext uri="{BB962C8B-B14F-4D97-AF65-F5344CB8AC3E}">
        <p14:creationId xmlns:p14="http://schemas.microsoft.com/office/powerpoint/2010/main" val="219402966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215</Words>
  <Application>Microsoft Office PowerPoint</Application>
  <PresentationFormat>Widescreen</PresentationFormat>
  <Paragraphs>19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Anya Hoogendoorn</dc:creator>
  <cp:lastModifiedBy>Anya Hoogendoorn</cp:lastModifiedBy>
  <cp:revision>1</cp:revision>
  <dcterms:created xsi:type="dcterms:W3CDTF">2021-05-14T21:47:09Z</dcterms:created>
  <dcterms:modified xsi:type="dcterms:W3CDTF">2021-06-19T03:17:33Z</dcterms:modified>
</cp:coreProperties>
</file>