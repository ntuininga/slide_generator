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1" r:id="rId3"/>
    <p:sldId id="279" r:id="rId4"/>
    <p:sldId id="28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B4749-CBF3-466D-ACBA-10E452E113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7B2DA9-A469-43E0-BF58-40927CF24F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FD321-1F49-40A1-9AA8-28835CCE6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27BF72-2FF0-489A-B9C9-ACE2DF53D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1518E-2885-4340-B793-D6E0D9B0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262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F5269-CC51-498A-A668-7B602E877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4600B-99CD-4426-90EC-81798FDFE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9CBBC-7F62-4F7C-B34A-BAB0B6ED7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DD8C8-1375-4356-A40E-D6EBA197A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797869-69F2-4951-B1ED-DB5CDED1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395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65014-6FF9-4CF1-ABC9-53B01E45B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F6C18-3AD7-4350-9964-56060280EF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46F1C8-BCF0-4E89-AF77-635B9088A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CF6D27-D906-40F1-92F8-96038C70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5A2D47-16ED-41BE-8139-1B1A2D684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58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31FC9-E5DF-4EF1-A70D-742F01A27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E15E2-A506-4E6E-9CF1-D1F43D7AE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C3179A-D59E-437B-BFBE-83B25256C0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38DE9-D8B9-4473-A6A3-2995D4F64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5CF1F-52EB-4134-B61A-3C8D58D77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83702F-8D86-41B4-B6C3-6B0EE5EE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658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BA488-2B57-4835-9A30-7340A45E3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BDBB59-FF4D-4C7F-B54D-C24E874C6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44E20-6423-478D-8F1C-B50189658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097A4E-B359-4C94-A8F4-DF8460F106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FA1213-803B-423F-BBBB-B535A8F2E5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093D2-B49F-4EFE-98E6-B1083F61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601948-73C2-4AE3-A90D-16A473C9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37357-456C-45D2-A9DD-A293CBF43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031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B4673-64D4-44BB-8637-E11BF72FD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EC28EB-31E9-42BB-86F1-EB257A4AB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B0E6F6-AE98-4E05-B8BC-53D961C9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C4DC2-53E7-4084-BC91-B0D27A734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879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3D8483-2519-46CD-B4F1-977B98674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07FA5D-CA25-4FE0-8D9D-FBD39E291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5DAE5-25B6-4FAD-A8C8-46DAC4D6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925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531BF-0E68-48D2-9564-8294294B9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CF12B-0F67-48F2-9207-A7EC9C63B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3A340-84B5-4B6F-9E11-3F854262F5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A735FF-FA2D-4FFA-8D00-C71C5511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0D2A2-1026-4A71-9E7C-8900FBC79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166E4D-E613-4CBD-B742-2CBDD9580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95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EE456-69FC-4226-BB0D-43EFF1967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30A8D1-E86D-4B96-9F85-996ECFB977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CBD3F4-A9D3-403C-8885-0435DEC0B8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62959-214D-45F5-BCDB-F744DD0F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76F8D-B2B2-4971-A278-68F93C4C0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828A01-4E83-462F-BCB7-620E7F61E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2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6A427-4387-4F19-A9B1-07E11A49D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CDCD04-EE73-4007-960D-B95147B54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EE25A-45D8-4B8A-B5CD-6961EB344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596F9-D194-4F0D-B2B5-4536C3454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7E421-8680-47C6-8479-B812D69B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034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D41D56-89CF-44D2-B307-0AA04BFEE9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67803-6D16-4C48-BCEC-849CC9A93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F1EAC-91C4-4CA0-8590-09623305E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2647C-7F8A-4451-AB95-359DF9777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03266-9703-4A61-AA2B-8596D8147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796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986B8D-ACAC-4C73-BDF6-A699CC2F6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7C1340-2CC9-401B-8F93-25BFFA310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6F1DFD-71BA-491F-8DF4-3EF545199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6E8C1-D388-4DB7-878C-A22E82A9CDF3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35709-917F-4DBA-94F2-681333220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89918C-2E2C-4F00-A995-E17A582E4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46E16-5FE2-43F3-A9B0-BF4F02A035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9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#342 Stricken, Smitten, and Afflicted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Stricken, smitten, and afflicted,</a:t>
            </a:r>
            <a:br>
              <a:rPr lang="en-CA" sz="2800" dirty="0"/>
            </a:br>
            <a:r>
              <a:rPr lang="en-CA" sz="2800" dirty="0"/>
              <a:t>see him dying on the tree!</a:t>
            </a:r>
            <a:br>
              <a:rPr lang="en-CA" sz="2800" dirty="0"/>
            </a:br>
            <a:r>
              <a:rPr lang="en-CA" sz="2800" dirty="0" err="1"/>
              <a:t>'Tis</a:t>
            </a:r>
            <a:r>
              <a:rPr lang="en-CA" sz="2800" dirty="0"/>
              <a:t> the Christ by man rejected;</a:t>
            </a:r>
            <a:br>
              <a:rPr lang="en-CA" sz="2800" dirty="0"/>
            </a:br>
            <a:r>
              <a:rPr lang="en-CA" sz="2800" dirty="0"/>
              <a:t>yes, my soul, 'tis he, 'tis he!</a:t>
            </a:r>
            <a:br>
              <a:rPr lang="en-CA" sz="2800" dirty="0"/>
            </a:br>
            <a:r>
              <a:rPr lang="en-CA" sz="2800" dirty="0" err="1"/>
              <a:t>'Tis</a:t>
            </a:r>
            <a:r>
              <a:rPr lang="en-CA" sz="2800" dirty="0"/>
              <a:t> the long-expected Prophet,</a:t>
            </a:r>
            <a:br>
              <a:rPr lang="en-CA" sz="2800" dirty="0"/>
            </a:br>
            <a:r>
              <a:rPr lang="en-CA" sz="2800" dirty="0"/>
              <a:t>David's Son, yet David's Lord;</a:t>
            </a:r>
            <a:br>
              <a:rPr lang="en-CA" sz="2800" dirty="0"/>
            </a:br>
            <a:r>
              <a:rPr lang="en-CA" sz="2800" dirty="0"/>
              <a:t>by his Son God now has spoken:</a:t>
            </a:r>
            <a:br>
              <a:rPr lang="en-CA" sz="2800" dirty="0"/>
            </a:br>
            <a:r>
              <a:rPr lang="en-CA" sz="2800" dirty="0"/>
              <a:t>'tis the true and faithful Word.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CEB73-BA06-4BFC-BBB1-7F898AB2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Tell me, ye who hear him groaning,</a:t>
            </a:r>
            <a:br>
              <a:rPr lang="en-CA" sz="2800" dirty="0"/>
            </a:br>
            <a:r>
              <a:rPr lang="en-CA" sz="2800" dirty="0"/>
              <a:t>was there ever grief like his?</a:t>
            </a:r>
            <a:br>
              <a:rPr lang="en-CA" sz="2800" dirty="0"/>
            </a:br>
            <a:r>
              <a:rPr lang="en-CA" sz="2800" dirty="0"/>
              <a:t>Friends thro' fear his cause disowning,</a:t>
            </a:r>
            <a:br>
              <a:rPr lang="en-CA" sz="2800" dirty="0"/>
            </a:br>
            <a:r>
              <a:rPr lang="en-CA" sz="2800" dirty="0"/>
              <a:t>foes insulting his distress;</a:t>
            </a:r>
            <a:br>
              <a:rPr lang="en-CA" sz="2800" dirty="0"/>
            </a:br>
            <a:r>
              <a:rPr lang="en-CA" sz="2800" dirty="0"/>
              <a:t>many hands were raised to wound him,</a:t>
            </a:r>
            <a:br>
              <a:rPr lang="en-CA" sz="2800" dirty="0"/>
            </a:br>
            <a:r>
              <a:rPr lang="en-CA" sz="2800" dirty="0"/>
              <a:t>none would interpose to save;</a:t>
            </a:r>
            <a:br>
              <a:rPr lang="en-CA" sz="2800" dirty="0"/>
            </a:br>
            <a:r>
              <a:rPr lang="en-CA" sz="2800" dirty="0"/>
              <a:t>but the deepest stroke that pierced him</a:t>
            </a:r>
            <a:br>
              <a:rPr lang="en-CA" sz="2800" dirty="0"/>
            </a:br>
            <a:r>
              <a:rPr lang="en-CA" sz="2800" dirty="0"/>
              <a:t>was the stroke that Justice gave.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55BFE-551B-4EE3-B4D4-4AC7BAC9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Ye who think of sin but lightly</a:t>
            </a:r>
            <a:br>
              <a:rPr lang="en-CA" sz="2800" dirty="0"/>
            </a:br>
            <a:r>
              <a:rPr lang="en-CA" sz="2800" dirty="0"/>
              <a:t>nor suppose the evil great</a:t>
            </a:r>
            <a:br>
              <a:rPr lang="en-CA" sz="2800" dirty="0"/>
            </a:br>
            <a:r>
              <a:rPr lang="en-CA" sz="2800" dirty="0"/>
              <a:t>here may view its nature rightly,</a:t>
            </a:r>
            <a:br>
              <a:rPr lang="en-CA" sz="2800" dirty="0"/>
            </a:br>
            <a:r>
              <a:rPr lang="en-CA" sz="2800" dirty="0"/>
              <a:t>here its guilt may estimate.</a:t>
            </a:r>
            <a:br>
              <a:rPr lang="en-CA" sz="2800" dirty="0"/>
            </a:br>
            <a:r>
              <a:rPr lang="en-CA" sz="2800" dirty="0"/>
              <a:t>Mark the sacrifice appointed,</a:t>
            </a:r>
            <a:br>
              <a:rPr lang="en-CA" sz="2800" dirty="0"/>
            </a:br>
            <a:r>
              <a:rPr lang="en-CA" sz="2800" dirty="0"/>
              <a:t>see who bears the awful load;</a:t>
            </a:r>
            <a:br>
              <a:rPr lang="en-CA" sz="2800" dirty="0"/>
            </a:br>
            <a:r>
              <a:rPr lang="en-CA" sz="2800" dirty="0"/>
              <a:t>'tis the Word, the Lord's Anointed,</a:t>
            </a:r>
            <a:br>
              <a:rPr lang="en-CA" sz="2800" dirty="0"/>
            </a:br>
            <a:r>
              <a:rPr lang="en-CA" sz="2800" dirty="0"/>
              <a:t>Son of Man and Son of God.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610FB-7AAD-4499-BE95-E26E1C53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7771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Here we have a firm foundation,</a:t>
            </a:r>
            <a:br>
              <a:rPr lang="en-CA" sz="2800" dirty="0"/>
            </a:br>
            <a:r>
              <a:rPr lang="en-CA" sz="2800" dirty="0"/>
              <a:t>here the refuge of the lost;</a:t>
            </a:r>
            <a:br>
              <a:rPr lang="en-CA" sz="2800" dirty="0"/>
            </a:br>
            <a:r>
              <a:rPr lang="en-CA" sz="2800" dirty="0"/>
              <a:t>Christ's the Rock of our salvation,</a:t>
            </a:r>
            <a:br>
              <a:rPr lang="en-CA" sz="2800" dirty="0"/>
            </a:br>
            <a:r>
              <a:rPr lang="en-CA" sz="2800" dirty="0"/>
              <a:t>his the name of which we boast.</a:t>
            </a:r>
            <a:br>
              <a:rPr lang="en-CA" sz="2800" dirty="0"/>
            </a:br>
            <a:r>
              <a:rPr lang="en-CA" sz="2800" dirty="0"/>
              <a:t>Lamb of God, for sinners wounded,</a:t>
            </a:r>
            <a:br>
              <a:rPr lang="en-CA" sz="2800" dirty="0"/>
            </a:br>
            <a:r>
              <a:rPr lang="en-CA" sz="2800" dirty="0"/>
              <a:t>sacrifice to cancel guilt!</a:t>
            </a:r>
            <a:br>
              <a:rPr lang="en-CA" sz="2800" dirty="0"/>
            </a:br>
            <a:r>
              <a:rPr lang="en-CA" sz="2800" dirty="0"/>
              <a:t>None shall ever be confounded</a:t>
            </a:r>
            <a:br>
              <a:rPr lang="en-CA" sz="2800" dirty="0"/>
            </a:br>
            <a:r>
              <a:rPr lang="en-CA" sz="2800" dirty="0"/>
              <a:t>who on him their hope have built.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3F0C6-1657-4098-AB49-852CD77E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82132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#342 Stricken, Smitten, and Afflicted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#342 Stricken, Smitten, and Afflicted</dc:title>
  <dc:creator>Eric Hoogendoorn</dc:creator>
  <cp:lastModifiedBy>Eric Hoogendoorn</cp:lastModifiedBy>
  <cp:revision>1</cp:revision>
  <dcterms:created xsi:type="dcterms:W3CDTF">2020-04-25T02:38:59Z</dcterms:created>
  <dcterms:modified xsi:type="dcterms:W3CDTF">2020-04-25T02:39:22Z</dcterms:modified>
</cp:coreProperties>
</file>