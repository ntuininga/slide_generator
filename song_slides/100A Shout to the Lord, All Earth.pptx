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1" r:id="rId2"/>
    <p:sldId id="30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5CE1E-4E86-4A54-B217-91D56BDFD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213B08-3390-4FE3-8B5F-1EEDC5599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B7265-A3B8-42BC-9F3E-FE83ADD48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428E-8646-4692-A5B5-593FA7E98A4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3FD41-9519-45F3-9A39-A876D1D9C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C5723-8F34-4AE8-9F41-A6F65D152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74CA8-488A-4B69-AEBA-A55EE260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08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4C702-D3F5-49BD-B1F1-8C5369CA3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2C0B0-CA8A-4C82-8FEB-5713BC8D3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BDC8B-3D9B-4632-87AA-49B92B7BA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428E-8646-4692-A5B5-593FA7E98A4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7EF84-E4EA-48E5-87AC-414F01C44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0DD47-2D0D-40E9-91E9-77B8E569D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74CA8-488A-4B69-AEBA-A55EE260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44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11F03-3B4E-4BB6-B25F-8A5F86AF3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689D5-0923-4819-9850-534CE448B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58CAD-F9A5-4244-94FB-2A53E5877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428E-8646-4692-A5B5-593FA7E98A4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7D252-DC7F-4C58-AB63-48D73845D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B9DB5-DDBC-4217-B833-9A274AFE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74CA8-488A-4B69-AEBA-A55EE260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8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2372-5FBB-407F-B639-942209D0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ED84E-45A9-4C20-9DCB-477F63716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90FE8-F709-4018-A7B4-C9A841C97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F4F82-6567-4247-B175-2B80D03C0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428E-8646-4692-A5B5-593FA7E98A4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C7F82-D15E-4AFD-A53C-377D3F988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0A713-23FE-446D-8DD2-CE7939246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74CA8-488A-4B69-AEBA-A55EE260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0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3180-3ADA-4C09-B7E3-2A4DB2629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CCEA5-B9DC-448F-8159-06E771F9E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809840-66C2-4C21-B19A-3908809A1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2EE62C-02EE-44B3-BA5A-E397E248ED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C5D3F4-7368-46C9-991B-573215CA00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2B3A53-BDEE-4FB1-8952-4A890223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428E-8646-4692-A5B5-593FA7E98A4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32665E-3E66-43E2-8006-404B17C0F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A6D00-B748-42D6-8A2A-04A929C9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74CA8-488A-4B69-AEBA-A55EE260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20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506C8-C5E7-496A-B739-81C5432D9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F136AA-B4BA-4ACD-B150-F3DDB5BCA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428E-8646-4692-A5B5-593FA7E98A4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0F849C-E07C-43E9-A9B8-F5928FF83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BBC1A-9A39-431B-873D-DE70D5EA2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74CA8-488A-4B69-AEBA-A55EE260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77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80BF5-3160-4F9A-A868-C5B69C6FD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428E-8646-4692-A5B5-593FA7E98A4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A83D0A-80A3-4DA1-A474-C772D20A3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3167F-52D8-4E74-9DB4-79B93F32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74CA8-488A-4B69-AEBA-A55EE260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125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446ED-B597-4AE1-AEC4-A15C2D20F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5F723-6C8C-4812-9643-AA5683082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6A072-2894-4B25-8412-53F631CCD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6ADB3-6EBC-4771-B5DA-82C0C1003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428E-8646-4692-A5B5-593FA7E98A4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98CB4-D5FB-4310-B360-25132A1ED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65B85-756F-4A00-AFEF-0FDB42A5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74CA8-488A-4B69-AEBA-A55EE260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495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E9746-A4F0-466C-996E-0BEA87D01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D4F9F9-DCB6-4F84-A7DE-AD1B4EC6E9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1D522-8FB5-49C4-B035-BB45B3CB0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30C49-8953-4018-B385-2AD3F5A15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428E-8646-4692-A5B5-593FA7E98A4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C6FC6-9936-4A54-A7EF-F64FC851E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3B7FB-8B70-4E19-B4B7-769606EA1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74CA8-488A-4B69-AEBA-A55EE260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90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37B9E-F642-4510-BB8A-C31D74A0D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1F974-155C-4C2F-85C7-6FB2765C8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3819C-EDB4-413C-864E-5635EEF0B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428E-8646-4692-A5B5-593FA7E98A4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176AC-7AF6-4F85-BD72-EBC29E37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9F5FF-7420-4D06-A9AF-30BF7A2E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74CA8-488A-4B69-AEBA-A55EE260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137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FAAEC3-99E4-4A6F-B446-A0F8882AA6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452983-BC8C-411B-B8AF-DCE22DFB7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F0D89-1248-4026-8427-1DC26068E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428E-8646-4692-A5B5-593FA7E98A4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136FD-02BE-4ECC-B3F0-ABB784D0A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CC7BB-60BE-408D-9874-814A14D61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74CA8-488A-4B69-AEBA-A55EE260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7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D3D36D-0497-48D0-B0CB-42360EF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C39B6-1A6E-48EA-93F0-8B0085802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EDB7D-5ABD-41B6-92E9-441DA40515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5428E-8646-4692-A5B5-593FA7E98A4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E43F6-0594-44A8-A432-C0475AF48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261F8-FBEF-426B-B4EB-910584936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74CA8-488A-4B69-AEBA-A55EE260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85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#100A Shout to the Lord, All Earth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Shout to the Lord, all earth,</a:t>
            </a:r>
          </a:p>
          <a:p>
            <a:pPr lvl="0" algn="ctr"/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make a joyful noise!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With gladness serve the Lord your God;</a:t>
            </a:r>
          </a:p>
          <a:p>
            <a:pPr lvl="0" algn="ctr"/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him lift your voice!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Now know the Lord is God,</a:t>
            </a:r>
          </a:p>
          <a:p>
            <a:pPr lvl="0" algn="ctr"/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made us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, we are his</a:t>
            </a:r>
          </a:p>
          <a:p>
            <a:pPr lvl="0" algn="ctr"/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</a:t>
            </a:r>
            <a:r>
              <a:rPr kumimoji="0" lang="en-US" sz="28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peop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le and his sheep,</a:t>
            </a:r>
          </a:p>
          <a:p>
            <a:pPr lvl="0" algn="ctr"/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safely in his pasture 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graze</a:t>
            </a:r>
            <a:endParaRPr kumimoji="0" lang="en-CA" sz="2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A5D1E-7FC9-4AEF-8148-16EF4D87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717312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Enter his gates with thanks,</a:t>
            </a:r>
          </a:p>
          <a:p>
            <a:pPr algn="ctr"/>
            <a:r>
              <a:rPr lang="en-US" sz="2800" dirty="0"/>
              <a:t>And fill his courts with praise.</a:t>
            </a:r>
          </a:p>
          <a:p>
            <a:pPr algn="ctr"/>
            <a:r>
              <a:rPr lang="en-US" sz="2800" dirty="0"/>
              <a:t>Give thanks to him, and bless his name;</a:t>
            </a:r>
          </a:p>
          <a:p>
            <a:pPr algn="ctr"/>
            <a:r>
              <a:rPr lang="en-US" sz="2800" dirty="0"/>
              <a:t>To God your voices raise.</a:t>
            </a:r>
          </a:p>
          <a:p>
            <a:pPr algn="ctr"/>
            <a:r>
              <a:rPr lang="en-US" sz="2800" dirty="0"/>
              <a:t>Because the Lord is good,</a:t>
            </a:r>
          </a:p>
          <a:p>
            <a:pPr algn="ctr"/>
            <a:r>
              <a:rPr lang="en-US" sz="2800" dirty="0"/>
              <a:t>His steadfast love endures;</a:t>
            </a:r>
          </a:p>
          <a:p>
            <a:pPr algn="ctr"/>
            <a:r>
              <a:rPr lang="en-US" sz="2800" dirty="0"/>
              <a:t>From age to age, forevermore</a:t>
            </a:r>
          </a:p>
          <a:p>
            <a:pPr algn="ctr"/>
            <a:r>
              <a:rPr lang="en-US" sz="2800" dirty="0"/>
              <a:t>His faithfulness is sure.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8F903-8F50-42D4-80C5-99461A31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82070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#100A Shout to the Lord, All Earth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#100A Shout to the Lord, All Earth</dc:title>
  <dc:creator>Eric Hoogendoorn</dc:creator>
  <cp:lastModifiedBy>Eric Hoogendoorn</cp:lastModifiedBy>
  <cp:revision>1</cp:revision>
  <dcterms:created xsi:type="dcterms:W3CDTF">2020-08-01T00:03:06Z</dcterms:created>
  <dcterms:modified xsi:type="dcterms:W3CDTF">2020-08-01T00:03:28Z</dcterms:modified>
</cp:coreProperties>
</file>