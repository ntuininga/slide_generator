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3" r:id="rId3"/>
    <p:sldId id="304" r:id="rId4"/>
    <p:sldId id="34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A9E8-D03A-4AEE-9790-198978FB9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16E88-6AA0-40EE-BCB1-E09F51A6F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29A86-B1A7-423E-9440-59D8A89F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984CB-EBF3-43D0-8124-95EFB2280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C40E6-285D-47C0-A85E-72EBC193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8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F451-11CB-4B22-AF8C-939448AB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E135-0B8D-47C7-9B86-9035E4CF7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1D593-C6A0-4E23-BEC7-71FA3CAD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8760-1467-4D3A-91A0-4C29A09F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DC06E-3263-4F93-8507-06E66D3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9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9793A-304F-48DD-94DC-833E8E746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523DF-89D3-45DD-A062-2B6539C91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5B082-D0BF-403C-9BAD-1ED60D21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E1F69-0127-4BAF-9D5A-552E4E5D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B2B4-6022-4964-B747-E1F71891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7C92-0119-4317-A8A9-6C9B2820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E995F-751D-401D-9713-142323BB0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501ED-FB49-4A37-AB77-E0ED9D9BD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F6F7C-808E-4273-BCFD-03994190B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A54DC-0BF0-4DC2-A4D9-91FC7D037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DEB20-D6FA-45EA-B7BA-3B142C50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24FF-9AF1-4D28-9FA9-7C13C6AE1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453D9-8C0A-4922-9E8B-86B9B314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1C212-2D48-4E53-8DF7-279B42B4C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4A5B1-4908-4718-9456-2C5DF86EF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5CDC7-239D-4AB1-AE98-2ED1DD177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F8286-562E-4DF6-ABA1-67367C92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8A06F4-1EA3-4125-A8A8-9AA2EB31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4CBFE-BE64-4259-9B15-C0183C04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93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41AD-3D73-41B1-9CDE-B31E4BE1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98909-03E1-46AF-B31F-EE230829F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C0C93-C684-4074-BCFB-F34B8213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F9345-6B96-4E02-BAAD-D433E92D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3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F0A3E-B04C-44AE-9349-2ABF8EB7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ADC916-2BB5-4785-9E37-DEAA41D1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0C028-0C25-49B5-832A-A9D9049C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61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7140-85D5-43D2-B1FD-38ABF4F32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067E-5D0B-46F8-9235-6D97E320C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476DE-E8BD-4FAC-A4A1-0989D86AE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7C100-A1AE-467C-AAA9-2F5D5B5C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09883-9D7D-49FC-B5E4-854ACD4A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67EF2-BB55-49F2-A1BD-BBE1DFA8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1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DB12-FD4E-45DE-8A54-CAD9A03F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7B9CC-C1C9-4B12-908E-8965CF899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AB4F5-B1A5-4CFA-B57E-B67EBAB0C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EEF6-4D6A-4CBB-959F-E48638554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777E3-8F45-4A04-830D-B8D9862E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AA507-7C5A-445A-B122-6AD1C020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9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0057-14FB-4068-BCC3-78CAC64B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A0EE8-E0C9-4619-A096-C39AD5E0B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D4FA3-B82B-44C0-804F-67A470EA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5EE46-9B31-434D-8D84-A711F615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713E8-0BB1-4217-AEDE-C0E4FD1C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14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07B225-64C9-434C-983D-18A6587CB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93B88-800A-4D4A-BBF9-3B9E296A8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6D29-2672-4106-B914-20881C71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8E63B-211C-4190-803E-C0B45436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ABE1D-3426-462E-8183-DB98F8AF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4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32B545-7C2D-43F2-AF5E-71726204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4B159-6888-405E-8FC0-90AFA73F9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584F-8622-4E31-AA6B-5F7E0A0BC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DFBFC-0251-48EF-884A-F0E51B568AF5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2C8E1-13AB-4BF1-AC06-6E211652E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8E8AA-4AFE-4FC8-B042-D433056AD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3115A-CD76-425C-AEE1-E0F9B1EE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1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#100B All People That on Earth do Dwell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All people that on earth do dwell,</a:t>
            </a:r>
            <a:br>
              <a:rPr lang="en-US" sz="2800" dirty="0"/>
            </a:br>
            <a:r>
              <a:rPr lang="en-US" sz="2800" dirty="0"/>
              <a:t>sing to the LORD with cheerful voice.</a:t>
            </a:r>
            <a:br>
              <a:rPr lang="en-US" sz="2800" dirty="0"/>
            </a:br>
            <a:r>
              <a:rPr lang="en-US" sz="2800" dirty="0"/>
              <a:t>Serve him with joy, his praises tell,</a:t>
            </a:r>
            <a:br>
              <a:rPr lang="en-US" sz="2800" dirty="0"/>
            </a:br>
            <a:r>
              <a:rPr lang="en-US" sz="2800" dirty="0"/>
              <a:t>come now before him and rejoice!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731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Know that the LORD is God indeed;</a:t>
            </a:r>
            <a:br>
              <a:rPr lang="en-US" sz="2800" dirty="0"/>
            </a:br>
            <a:r>
              <a:rPr lang="en-US" sz="2800" dirty="0"/>
              <a:t>he formed us all without our aid.</a:t>
            </a:r>
            <a:br>
              <a:rPr lang="en-US" sz="2800" dirty="0"/>
            </a:br>
            <a:r>
              <a:rPr lang="en-US" sz="2800" dirty="0"/>
              <a:t>We are the flock he surely feeds,</a:t>
            </a:r>
            <a:br>
              <a:rPr lang="en-US" sz="2800" dirty="0"/>
            </a:br>
            <a:r>
              <a:rPr lang="en-US" sz="2800" dirty="0"/>
              <a:t>the sheep who by his hand were made.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207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O enter then his gates with joy,</a:t>
            </a:r>
            <a:br>
              <a:rPr lang="en-US" sz="2800" dirty="0"/>
            </a:br>
            <a:r>
              <a:rPr lang="en-US" sz="2800" dirty="0"/>
              <a:t>within his courts his praise proclaim!</a:t>
            </a:r>
            <a:br>
              <a:rPr lang="en-US" sz="2800" dirty="0"/>
            </a:br>
            <a:r>
              <a:rPr lang="en-US" sz="2800" dirty="0"/>
              <a:t>Let thankful songs your tongues employ.</a:t>
            </a:r>
            <a:br>
              <a:rPr lang="en-US" sz="2800" dirty="0"/>
            </a:br>
            <a:r>
              <a:rPr lang="en-US" sz="2800" dirty="0"/>
              <a:t>O bless and magnify his name!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859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Because the LORD our God is good,</a:t>
            </a:r>
            <a:br>
              <a:rPr lang="en-US" sz="2800" dirty="0"/>
            </a:br>
            <a:r>
              <a:rPr lang="en-US" sz="2800" dirty="0"/>
              <a:t>his mercy is forever sure.</a:t>
            </a:r>
            <a:br>
              <a:rPr lang="en-US" sz="2800" dirty="0"/>
            </a:br>
            <a:r>
              <a:rPr lang="en-US" sz="2800" dirty="0"/>
              <a:t>His faithfulness at all times stood</a:t>
            </a:r>
            <a:br>
              <a:rPr lang="en-US" sz="2800" dirty="0"/>
            </a:br>
            <a:r>
              <a:rPr lang="en-US" sz="2800" dirty="0"/>
              <a:t>and shall from age to age endure.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8F26-9D03-499C-A10E-B6219B0C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27573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#100B All People That on Earth do Dwell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#100B All People That on Earth do Dwell</dc:title>
  <dc:creator>Eric Hoogendoorn</dc:creator>
  <cp:lastModifiedBy>Eric Hoogendoorn</cp:lastModifiedBy>
  <cp:revision>1</cp:revision>
  <dcterms:created xsi:type="dcterms:W3CDTF">2020-07-10T02:13:17Z</dcterms:created>
  <dcterms:modified xsi:type="dcterms:W3CDTF">2020-07-10T02:13:33Z</dcterms:modified>
</cp:coreProperties>
</file>