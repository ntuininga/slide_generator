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A16F6-8E27-490C-880E-774BB9962BC2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C5DB5-2E80-47BC-871E-BA6CE38FC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493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5927B-CE38-5227-B5B3-ADCF56C7AA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2F9C9-569C-C623-7979-8491D7523D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EC549-1753-B663-78B8-E6DD5FB78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472C7-F705-4601-B34E-C5108C96D6E5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02119-FD09-2BD2-9250-FB55278E1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Psalter, 2000, alt.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C97D6-DF27-D4A3-8F4D-06A93012C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E39C5-E407-4B65-BDE4-03EC6E139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049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CAA9C-51E5-CD64-4D73-D97F88F73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2ECDC-E384-4F5C-220D-30F5CA15D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5C6AA-582C-6486-DB04-11D9DE2B7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7FC11-1FB3-4C72-AF00-F2E54D7A3BA8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84CB3-2D11-ECD8-0424-BB9F5D7E8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Psalter, 2000, alt.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79700-8ED6-E39A-786C-EAA23F167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E39C5-E407-4B65-BDE4-03EC6E139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25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AC0F7-BCF7-C346-6700-4BD027496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0E47F-8F0C-D9E4-2A26-2115D673B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A4B25-0BA7-9B9F-5EC1-0E8D2CA0B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06F77-6693-4504-9F78-766D979E1A2A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A96AE-97E7-E733-E7D8-4519B1D1A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Psalter, 2000, alt.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C64F9-8943-A562-167D-202B722DF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E39C5-E407-4B65-BDE4-03EC6E139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02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FC469-77BB-8101-D84E-291B3012B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FBFEC-DD72-FBEB-631E-7504EE9846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ABE064-0CFA-CBE0-F4FE-3F74D1CF40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63A4C8-06FF-9425-90E2-2AE2E9959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9950E-2193-4945-8FAE-4EA36B16D509}" type="datetime1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F9C28C-CC1C-428C-A99D-95E8D2F5F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Psalter, 2000, alt.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CDF86-DEEA-9687-B55E-653F5CF7F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E39C5-E407-4B65-BDE4-03EC6E139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752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3EF1B-935F-D051-9FE7-08CE86E4A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43510C-418E-3A59-6B6C-1E80436F0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9C67EB-1D23-925D-1D40-40C94BC5D1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D791E7-7590-12D1-B428-EF8F30583E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8F7796-8278-BC8D-E308-0DF6A1F148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F92B83-9B18-0744-764E-DA950E266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84C8-2E20-4717-806A-D6F63C614C28}" type="datetime1">
              <a:rPr lang="en-US" smtClean="0"/>
              <a:t>12/22/2024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0F6AB4-6541-6A36-2DAE-91453697E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Psalter, 2000, alt.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85DC86-20A5-2CA7-A601-C8A2FA3D9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E39C5-E407-4B65-BDE4-03EC6E139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775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D478A-87FA-FFBA-DB60-2E78AF928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196F67-92D8-50FC-4ECD-C1B8C8E45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45FA-BC8C-4ED9-BD99-A6E7EFF0EF8C}" type="datetime1">
              <a:rPr lang="en-US" smtClean="0"/>
              <a:t>12/22/2024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B10F97-5995-30FF-93AE-4AC970449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Psalter, 2000, alt.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4FDE29-DB19-FF5A-9731-A2B21C903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E39C5-E407-4B65-BDE4-03EC6E139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186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405C5-6DA9-1897-FCA7-C95AA46D1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19572-EEEB-486F-A062-80FA9081647C}" type="datetime1">
              <a:rPr lang="en-US" smtClean="0"/>
              <a:t>12/22/2024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6CFB33-F07A-64AC-13B4-E38D51928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Psalter, 2000, alt.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B34A4-3397-4928-4846-D0EA70CBE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E39C5-E407-4B65-BDE4-03EC6E139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356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AD3E3-6925-9A93-3BAB-EF01077A5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2AA94-F6B4-7476-4826-27B69B39E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93197-6018-4E9D-68E9-26CCDB9C4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436DEE-F05D-FB53-10F6-E7786852A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DCDB1-5514-4E6D-AE66-047A93611A11}" type="datetime1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CAF06-363B-93E2-5462-23EE056BB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Psalter, 2000, alt.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7A910-7287-CC95-4947-E8A022789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E39C5-E407-4B65-BDE4-03EC6E139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511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F1C4F-B6FD-BBB0-47F4-0F076A50A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5CAF6-6DE7-6035-916D-AF64BBF2E2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63E76A-38B4-E805-C075-3DA5E6B47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61FA9A-DF59-FA00-71CF-87A5AD22A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72FC3-1069-45E1-A6CD-03DD08E4D725}" type="datetime1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697C8-18A2-F11E-0636-FEC053F38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Psalter, 2000, alt.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BAD66D-1C8F-1063-FB38-1B39DC287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E39C5-E407-4B65-BDE4-03EC6E139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182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7DF73-BBF4-8A11-80AE-69AF95ADD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35EB20-5E82-CBCE-9141-44E8B5262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0455C-AC82-024A-C0C1-FC072598E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B473-8709-4126-829B-2030C710C952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97F57-E52D-1BFA-DE6A-7BA679DEB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Psalter, 2000, alt.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4F331-7DC5-0B81-AF3D-A263745BB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E39C5-E407-4B65-BDE4-03EC6E139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76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DBD4D1-EFFE-1743-DF9D-59159C7FCD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52C5E1-40BD-B61F-F90A-0DE78BE730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565FD-D2DC-7BC7-4EA1-B7E923763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9317A-9279-4685-8973-4A4A8E7A3F24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1DBDE-FD17-CE21-0235-F627F6420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Psalter, 2000, alt.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AB07A-052C-9564-76DF-04CB0B17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E39C5-E407-4B65-BDE4-03EC6E139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646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A300A1-104F-35BB-8392-8945FBF7F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E723A-FD08-5927-0F01-CB0C50B4B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F7BCC-D7CB-F609-B8E6-A998B903F8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D72E99-1A70-4935-BD6D-3AD0C27DB207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C0A8D-9DAF-18B0-E74D-D14AA224C4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Trinity Psalter, 2000, alt.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EDF9E-3C48-3405-DAA1-C0C9CAECD4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EE39C5-E407-4B65-BDE4-03EC6E139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325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3CFEC-C93B-C209-56D3-D6BC6B56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#20A The Lord in Your Distress Attend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B0A8A-EBAC-D8E9-143F-A87EB594E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The Lord in your distress attend;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May Jacob’s God protect you well,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from his holy place send help 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strengthen you from Zion’s hill.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4EC99F-028F-67A0-9F55-6ED2207D2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Psalter, 2000, alt.</a:t>
            </a:r>
          </a:p>
        </p:txBody>
      </p:sp>
    </p:spTree>
    <p:extLst>
      <p:ext uri="{BB962C8B-B14F-4D97-AF65-F5344CB8AC3E}">
        <p14:creationId xmlns:p14="http://schemas.microsoft.com/office/powerpoint/2010/main" val="577024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66EE1-AD41-FA03-5F7D-2B4CCB585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0427F-AB46-1606-BC85-BDFD302A8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May he regard your sacrifice,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all your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off’rings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bear in mind;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may he grant your heart’s desire,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Fulfilling all that you designed.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6B779D-A743-A81F-3AE5-665615C16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7BC55-0A33-4EB8-D102-19DDCA1B7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Psalter, 2000, alt.</a:t>
            </a:r>
          </a:p>
        </p:txBody>
      </p:sp>
    </p:spTree>
    <p:extLst>
      <p:ext uri="{BB962C8B-B14F-4D97-AF65-F5344CB8AC3E}">
        <p14:creationId xmlns:p14="http://schemas.microsoft.com/office/powerpoint/2010/main" val="1958902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7CD6A-3A0B-8A2E-5F5E-6039E93F3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EBE3C-573B-5211-6D8D-60A2F3B59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May we in your salvation joy,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banners raise in God’s great name.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may the Lord fulfill your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pray’rs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grant you all you ask of him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17EB8F-D00E-ABAC-AB7B-1C4440884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Psalter, 2000, alt.</a:t>
            </a:r>
          </a:p>
        </p:txBody>
      </p:sp>
    </p:spTree>
    <p:extLst>
      <p:ext uri="{BB962C8B-B14F-4D97-AF65-F5344CB8AC3E}">
        <p14:creationId xmlns:p14="http://schemas.microsoft.com/office/powerpoint/2010/main" val="1499969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6B1E4-7DB9-2F27-F783-81364FF59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A2413-AE32-5BF4-1C7D-184E1CF00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A821A-4A5C-8617-BAFC-F0493AF59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In chariots some have confidence,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some in horses take their pride,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 we boast only one defense: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name of God, the Lord Most High.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69D2FE-7505-FA06-0A9D-52E44A64D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Psalter, 2000, alt.</a:t>
            </a:r>
          </a:p>
        </p:txBody>
      </p:sp>
    </p:spTree>
    <p:extLst>
      <p:ext uri="{BB962C8B-B14F-4D97-AF65-F5344CB8AC3E}">
        <p14:creationId xmlns:p14="http://schemas.microsoft.com/office/powerpoint/2010/main" val="2713934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161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Calibri Light</vt:lpstr>
      <vt:lpstr>Office Theme</vt:lpstr>
      <vt:lpstr>#20A The Lord in Your Distress Attend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Tuininga</dc:creator>
  <cp:lastModifiedBy>Neil Tuininga</cp:lastModifiedBy>
  <cp:revision>1</cp:revision>
  <dcterms:created xsi:type="dcterms:W3CDTF">2024-12-22T14:45:00Z</dcterms:created>
  <dcterms:modified xsi:type="dcterms:W3CDTF">2024-12-22T14:50:16Z</dcterms:modified>
</cp:coreProperties>
</file>