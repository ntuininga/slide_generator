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BBEDC-EFE5-48F6-8B8E-C0D8035C8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71E5C4-6CC5-45A7-841B-D81874B10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AD7B7-9DE3-4A6E-8FC3-5068F3FE5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BC58B-6720-4EF3-8BDF-6F83F224B5B3}" type="datetimeFigureOut">
              <a:rPr lang="en-US" smtClean="0"/>
              <a:t>4/8/2022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8BED5-1103-4F5F-9A43-485C32B56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E030C-7A68-43FF-8BEA-AC48B24B5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710F8-A148-434E-8C32-968CC9D2F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076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68CE6-51A6-44A1-82C0-3AB2D70D4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B88B6-3FF2-4B51-8493-DE9DC3EA0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983F2-E012-4D73-8C25-40B57E598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BC58B-6720-4EF3-8BDF-6F83F224B5B3}" type="datetimeFigureOut">
              <a:rPr lang="en-US" smtClean="0"/>
              <a:t>4/8/2022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2091D-7755-48B0-85E8-C3D637DB6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8E8C2-94AB-4D17-B350-D4151AEFB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710F8-A148-434E-8C32-968CC9D2F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349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ACD7B-ABBD-4521-9388-BCFA23F7A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0F179-E8AB-4042-8567-DDFF8A97C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901FB-799C-4E86-8DD8-CAFE94302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BC58B-6720-4EF3-8BDF-6F83F224B5B3}" type="datetimeFigureOut">
              <a:rPr lang="en-US" smtClean="0"/>
              <a:t>4/8/2022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9F73A-E857-435D-A5BF-99CCFBAD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2479D-3571-4AD3-BAB9-90068B0CB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710F8-A148-434E-8C32-968CC9D2F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136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CF346-A7A5-4F83-B716-841398380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B15AD-E80E-490A-977E-8614233E90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C20BF8-A18D-47A0-8E6C-3D84E7559B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A6C186-A290-4E24-BC05-0D728DF8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BC58B-6720-4EF3-8BDF-6F83F224B5B3}" type="datetimeFigureOut">
              <a:rPr lang="en-US" smtClean="0"/>
              <a:t>4/8/2022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9761F-09FA-4679-92B1-590163CDF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CE208-973D-4A96-9D89-B8A06E921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710F8-A148-434E-8C32-968CC9D2F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95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3D9CB-0E1F-4DDF-9271-9A0A3FF9E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34FE8-EC74-474A-8CE0-3408B2412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9C6702-55F2-49DD-A3B3-E44202DEF7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C0BE7-7359-406E-8AB3-825B2965C1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E1598A-B337-4C7E-B47E-FA9AFD422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BE1135-86BC-4F94-8AAC-FDFFF26DD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BC58B-6720-4EF3-8BDF-6F83F224B5B3}" type="datetimeFigureOut">
              <a:rPr lang="en-US" smtClean="0"/>
              <a:t>4/8/2022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650775-0C2E-482E-8833-4EBDA592F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0436CB-F44A-4296-AC64-070129586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710F8-A148-434E-8C32-968CC9D2F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36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15817-F86B-44B3-BD9E-BC8645D78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E0C118-0533-43DF-9CA0-276151938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BC58B-6720-4EF3-8BDF-6F83F224B5B3}" type="datetimeFigureOut">
              <a:rPr lang="en-US" smtClean="0"/>
              <a:t>4/8/2022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711C64-E433-471C-A56C-EBA2F8601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1D3E89-D304-4145-8ADA-B9F972FB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710F8-A148-434E-8C32-968CC9D2F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490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1A30BC-3766-4456-BD67-B7FF9C0D7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BC58B-6720-4EF3-8BDF-6F83F224B5B3}" type="datetimeFigureOut">
              <a:rPr lang="en-US" smtClean="0"/>
              <a:t>4/8/2022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7BB2C5-6AE7-443B-BFC3-6BEEA8E66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B765C-9690-4CC1-A882-613A74200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710F8-A148-434E-8C32-968CC9D2F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83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C5BC0-A028-4ECA-864C-1DC0175F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681EB-08C4-4446-9496-7B61FE250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C93A7A-AC64-4902-9A4D-AD7B054855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A3AB4-E210-4FF5-8FA9-65709707C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BC58B-6720-4EF3-8BDF-6F83F224B5B3}" type="datetimeFigureOut">
              <a:rPr lang="en-US" smtClean="0"/>
              <a:t>4/8/2022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FE77F-F353-4DD6-A772-D7B4F4CD4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C97690-9AA6-4089-9053-BAD90D36A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710F8-A148-434E-8C32-968CC9D2F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652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31E30-265C-40F2-A2C1-D895A3E7B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0FBA3A-B61B-4ADD-9DF1-3ED5EBFA22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3F32E-E258-44BA-835F-2A3D1A7F6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AA525-FD3E-4464-A779-5C157591A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BC58B-6720-4EF3-8BDF-6F83F224B5B3}" type="datetimeFigureOut">
              <a:rPr lang="en-US" smtClean="0"/>
              <a:t>4/8/2022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B3EDA7-57B5-4636-BBE8-EF836A1FF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7ED6A-671B-4637-BCBA-EDA17E20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710F8-A148-434E-8C32-968CC9D2F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114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B5A4C-1D6C-4778-A2AC-2957C433E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3D307-48FF-4E73-BE70-4D7816963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86E8A-1D06-4414-9413-F47A7F911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BC58B-6720-4EF3-8BDF-6F83F224B5B3}" type="datetimeFigureOut">
              <a:rPr lang="en-US" smtClean="0"/>
              <a:t>4/8/2022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43E3F-5EB9-4E80-9685-801A7674C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81CC0-CA18-4E3F-B023-14C9C15D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710F8-A148-434E-8C32-968CC9D2F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058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C37B0-EA5D-43B3-BF1A-77289DB5AD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B320E2-3006-4D12-9428-5C59A18B7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E592C-2693-4719-A657-636E83067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BC58B-6720-4EF3-8BDF-6F83F224B5B3}" type="datetimeFigureOut">
              <a:rPr lang="en-US" smtClean="0"/>
              <a:t>4/8/2022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E6E41-03C9-48B0-A1BA-D617099A4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2E14C-9BA5-40F9-B16D-784D6B8C4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710F8-A148-434E-8C32-968CC9D2F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075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8A6CE3-2D67-4D91-94A8-527396727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E3717-F285-4844-B12A-AF1CE54D9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EA285-C1E1-4A47-9612-A88A3482EB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BC58B-6720-4EF3-8BDF-6F83F224B5B3}" type="datetimeFigureOut">
              <a:rPr lang="en-US" smtClean="0"/>
              <a:t>4/8/2022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72E5A-05FA-4978-B3E5-17EAA164C2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5D36A-74F8-4874-A3A1-BE9FB73CB7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710F8-A148-434E-8C32-968CC9D2F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642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#148B Hallelujah, Praise Jehovah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153065"/>
            <a:ext cx="1219199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AutoNum type="arabicPeriod"/>
            </a:pPr>
            <a:r>
              <a:rPr lang="en-US" sz="2000" dirty="0">
                <a:solidFill>
                  <a:srgbClr val="222222"/>
                </a:solidFill>
              </a:rPr>
              <a:t>Hallelujah, praise Jehovah,</a:t>
            </a:r>
            <a:br>
              <a:rPr lang="en-US" sz="2000" dirty="0"/>
            </a:br>
            <a:r>
              <a:rPr lang="en-US" sz="2000" dirty="0">
                <a:solidFill>
                  <a:srgbClr val="222222"/>
                </a:solidFill>
              </a:rPr>
              <a:t>from the heavens praise his name;</a:t>
            </a:r>
            <a:br>
              <a:rPr lang="en-US" sz="2000" dirty="0"/>
            </a:br>
            <a:r>
              <a:rPr lang="en-US" sz="2000" dirty="0">
                <a:solidFill>
                  <a:srgbClr val="222222"/>
                </a:solidFill>
              </a:rPr>
              <a:t>praise Jehovah in the highest,</a:t>
            </a:r>
            <a:br>
              <a:rPr lang="en-US" sz="2000" dirty="0"/>
            </a:br>
            <a:r>
              <a:rPr lang="en-US" sz="2000" dirty="0">
                <a:solidFill>
                  <a:srgbClr val="222222"/>
                </a:solidFill>
              </a:rPr>
              <a:t>all his angels, praise proclaim.</a:t>
            </a:r>
            <a:br>
              <a:rPr lang="en-US" sz="2000" dirty="0"/>
            </a:br>
            <a:r>
              <a:rPr lang="en-US" sz="2000" dirty="0">
                <a:solidFill>
                  <a:srgbClr val="222222"/>
                </a:solidFill>
              </a:rPr>
              <a:t>All his hosts, together praise him,</a:t>
            </a:r>
            <a:br>
              <a:rPr lang="en-US" sz="2000" dirty="0"/>
            </a:br>
            <a:r>
              <a:rPr lang="en-US" sz="2000" dirty="0">
                <a:solidFill>
                  <a:srgbClr val="222222"/>
                </a:solidFill>
              </a:rPr>
              <a:t>sun and moon and stars on high;</a:t>
            </a:r>
            <a:br>
              <a:rPr lang="en-US" sz="2000" dirty="0"/>
            </a:br>
            <a:r>
              <a:rPr lang="en-US" sz="2000" dirty="0">
                <a:solidFill>
                  <a:srgbClr val="222222"/>
                </a:solidFill>
              </a:rPr>
              <a:t>praise him, O you </a:t>
            </a:r>
            <a:r>
              <a:rPr lang="en-US" sz="2000" dirty="0" err="1">
                <a:solidFill>
                  <a:srgbClr val="222222"/>
                </a:solidFill>
              </a:rPr>
              <a:t>heav'ns</a:t>
            </a:r>
            <a:r>
              <a:rPr lang="en-US" sz="2000" dirty="0">
                <a:solidFill>
                  <a:srgbClr val="222222"/>
                </a:solidFill>
              </a:rPr>
              <a:t> of heavens,</a:t>
            </a:r>
            <a:br>
              <a:rPr lang="en-US" sz="2000" dirty="0"/>
            </a:br>
            <a:r>
              <a:rPr lang="en-US" sz="2000" dirty="0">
                <a:solidFill>
                  <a:srgbClr val="222222"/>
                </a:solidFill>
              </a:rPr>
              <a:t>and you floods above the sky.</a:t>
            </a:r>
          </a:p>
          <a:p>
            <a:pPr marL="514350" lvl="0" indent="-514350" algn="ctr">
              <a:buAutoNum type="arabicPeriod"/>
            </a:pPr>
            <a:endParaRPr lang="en-US" sz="2000" dirty="0">
              <a:solidFill>
                <a:srgbClr val="222222"/>
              </a:solidFill>
            </a:endParaRPr>
          </a:p>
          <a:p>
            <a:pPr lvl="0" algn="ctr"/>
            <a:r>
              <a:rPr lang="en-US" sz="2000" dirty="0">
                <a:solidFill>
                  <a:srgbClr val="222222"/>
                </a:solidFill>
              </a:rPr>
              <a:t>Refrain:</a:t>
            </a:r>
          </a:p>
          <a:p>
            <a:pPr lvl="0" algn="ctr"/>
            <a:r>
              <a:rPr lang="en-US" sz="2000" dirty="0">
                <a:solidFill>
                  <a:srgbClr val="222222"/>
                </a:solidFill>
              </a:rPr>
              <a:t>Let them praises give Jehovah,</a:t>
            </a:r>
            <a:br>
              <a:rPr lang="en-US" sz="2000" dirty="0"/>
            </a:br>
            <a:r>
              <a:rPr lang="en-US" sz="2000" dirty="0">
                <a:solidFill>
                  <a:srgbClr val="222222"/>
                </a:solidFill>
              </a:rPr>
              <a:t>for his name alone is high,</a:t>
            </a:r>
            <a:br>
              <a:rPr lang="en-US" sz="2000" dirty="0"/>
            </a:br>
            <a:r>
              <a:rPr lang="en-US" sz="2000" dirty="0">
                <a:solidFill>
                  <a:srgbClr val="222222"/>
                </a:solidFill>
              </a:rPr>
              <a:t>and his glory is exalted,</a:t>
            </a:r>
            <a:br>
              <a:rPr lang="en-US" sz="2000" dirty="0"/>
            </a:br>
            <a:r>
              <a:rPr lang="en-US" sz="2000" dirty="0">
                <a:solidFill>
                  <a:srgbClr val="222222"/>
                </a:solidFill>
              </a:rPr>
              <a:t>and his glory is exalted,</a:t>
            </a:r>
            <a:br>
              <a:rPr lang="en-US" sz="2000" dirty="0"/>
            </a:br>
            <a:r>
              <a:rPr lang="en-US" sz="2000" dirty="0">
                <a:solidFill>
                  <a:srgbClr val="222222"/>
                </a:solidFill>
              </a:rPr>
              <a:t>and his glory is exalted</a:t>
            </a:r>
            <a:br>
              <a:rPr lang="en-US" sz="2000" dirty="0"/>
            </a:br>
            <a:r>
              <a:rPr lang="en-US" sz="2000" dirty="0">
                <a:solidFill>
                  <a:srgbClr val="222222"/>
                </a:solidFill>
              </a:rPr>
              <a:t>far above the earth and sky.</a:t>
            </a:r>
            <a:endParaRPr lang="en-CA" sz="20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F6A10-0AFD-4A92-908C-FBCD7A32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6125" y="6356350"/>
            <a:ext cx="5619750" cy="341228"/>
          </a:xfrm>
        </p:spPr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497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099799"/>
            <a:ext cx="1219199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000" dirty="0">
                <a:solidFill>
                  <a:srgbClr val="222222"/>
                </a:solidFill>
              </a:rPr>
              <a:t>2.  Let them praises give Jehovah,</a:t>
            </a:r>
          </a:p>
          <a:p>
            <a:pPr lvl="0" algn="ctr"/>
            <a:r>
              <a:rPr lang="en-US" sz="2000" dirty="0">
                <a:solidFill>
                  <a:srgbClr val="222222"/>
                </a:solidFill>
              </a:rPr>
              <a:t>they were made at his command;</a:t>
            </a:r>
          </a:p>
          <a:p>
            <a:pPr lvl="0" algn="ctr"/>
            <a:r>
              <a:rPr lang="en-US" sz="2000" dirty="0">
                <a:solidFill>
                  <a:srgbClr val="222222"/>
                </a:solidFill>
              </a:rPr>
              <a:t>them forever he established,</a:t>
            </a:r>
          </a:p>
          <a:p>
            <a:pPr lvl="0" algn="ctr"/>
            <a:r>
              <a:rPr lang="en-US" sz="2000" dirty="0">
                <a:solidFill>
                  <a:srgbClr val="222222"/>
                </a:solidFill>
              </a:rPr>
              <a:t>his decree shall ever stand.</a:t>
            </a:r>
          </a:p>
          <a:p>
            <a:pPr lvl="0" algn="ctr"/>
            <a:r>
              <a:rPr lang="en-US" sz="2000" dirty="0">
                <a:solidFill>
                  <a:srgbClr val="222222"/>
                </a:solidFill>
              </a:rPr>
              <a:t>From the earth O praise Jehovah,</a:t>
            </a:r>
          </a:p>
          <a:p>
            <a:pPr lvl="0" algn="ctr"/>
            <a:r>
              <a:rPr lang="en-US" sz="2000" dirty="0">
                <a:solidFill>
                  <a:srgbClr val="222222"/>
                </a:solidFill>
              </a:rPr>
              <a:t>all you seas, you monsters all,</a:t>
            </a:r>
          </a:p>
          <a:p>
            <a:pPr lvl="0" algn="ctr"/>
            <a:r>
              <a:rPr lang="en-US" sz="2000" dirty="0">
                <a:solidFill>
                  <a:srgbClr val="222222"/>
                </a:solidFill>
              </a:rPr>
              <a:t>fire and hail and snow and vapors,</a:t>
            </a:r>
          </a:p>
          <a:p>
            <a:pPr lvl="0" algn="ctr"/>
            <a:r>
              <a:rPr lang="en-US" sz="2000" dirty="0">
                <a:solidFill>
                  <a:srgbClr val="222222"/>
                </a:solidFill>
              </a:rPr>
              <a:t>stormy winds that hear his call.</a:t>
            </a:r>
          </a:p>
          <a:p>
            <a:pPr marL="514350" lvl="0" indent="-514350" algn="ctr">
              <a:buAutoNum type="arabicPeriod"/>
            </a:pPr>
            <a:endParaRPr lang="en-US" sz="2000" dirty="0">
              <a:solidFill>
                <a:srgbClr val="222222"/>
              </a:solidFill>
            </a:endParaRPr>
          </a:p>
          <a:p>
            <a:pPr lvl="0" algn="ctr"/>
            <a:r>
              <a:rPr lang="en-US" sz="2000" dirty="0">
                <a:solidFill>
                  <a:srgbClr val="222222"/>
                </a:solidFill>
              </a:rPr>
              <a:t>Refrain:</a:t>
            </a:r>
          </a:p>
          <a:p>
            <a:pPr lvl="0" algn="ctr"/>
            <a:r>
              <a:rPr lang="en-US" sz="2000" dirty="0">
                <a:solidFill>
                  <a:srgbClr val="222222"/>
                </a:solidFill>
              </a:rPr>
              <a:t>Let them praises give Jehovah,</a:t>
            </a:r>
            <a:br>
              <a:rPr lang="en-US" sz="2000" dirty="0"/>
            </a:br>
            <a:r>
              <a:rPr lang="en-US" sz="2000" dirty="0">
                <a:solidFill>
                  <a:srgbClr val="222222"/>
                </a:solidFill>
              </a:rPr>
              <a:t>for his name alone is high,</a:t>
            </a:r>
            <a:br>
              <a:rPr lang="en-US" sz="2000" dirty="0"/>
            </a:br>
            <a:r>
              <a:rPr lang="en-US" sz="2000" dirty="0">
                <a:solidFill>
                  <a:srgbClr val="222222"/>
                </a:solidFill>
              </a:rPr>
              <a:t>and his glory is exalted,</a:t>
            </a:r>
            <a:br>
              <a:rPr lang="en-US" sz="2000" dirty="0"/>
            </a:br>
            <a:r>
              <a:rPr lang="en-US" sz="2000" dirty="0">
                <a:solidFill>
                  <a:srgbClr val="222222"/>
                </a:solidFill>
              </a:rPr>
              <a:t>and his glory is exalted,</a:t>
            </a:r>
            <a:br>
              <a:rPr lang="en-US" sz="2000" dirty="0"/>
            </a:br>
            <a:r>
              <a:rPr lang="en-US" sz="2000" dirty="0">
                <a:solidFill>
                  <a:srgbClr val="222222"/>
                </a:solidFill>
              </a:rPr>
              <a:t>and his glory is exalted</a:t>
            </a:r>
            <a:br>
              <a:rPr lang="en-US" sz="2000" dirty="0"/>
            </a:br>
            <a:r>
              <a:rPr lang="en-US" sz="2000" dirty="0">
                <a:solidFill>
                  <a:srgbClr val="222222"/>
                </a:solidFill>
              </a:rPr>
              <a:t>far above the earth and sky.</a:t>
            </a:r>
            <a:endParaRPr lang="en-CA" sz="20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F6A10-0AFD-4A92-908C-FBCD7A32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6125" y="6356350"/>
            <a:ext cx="5619750" cy="341228"/>
          </a:xfrm>
        </p:spPr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28648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099799"/>
            <a:ext cx="1219199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000" dirty="0">
                <a:solidFill>
                  <a:srgbClr val="222222"/>
                </a:solidFill>
              </a:rPr>
              <a:t>3.  All you fruitful trees and cedars,</a:t>
            </a:r>
          </a:p>
          <a:p>
            <a:pPr lvl="0" algn="ctr"/>
            <a:r>
              <a:rPr lang="en-US" sz="2000" dirty="0">
                <a:solidFill>
                  <a:srgbClr val="222222"/>
                </a:solidFill>
              </a:rPr>
              <a:t>all you hills and mountains high,</a:t>
            </a:r>
          </a:p>
          <a:p>
            <a:pPr lvl="0" algn="ctr"/>
            <a:r>
              <a:rPr lang="en-US" sz="2000" dirty="0">
                <a:solidFill>
                  <a:srgbClr val="222222"/>
                </a:solidFill>
              </a:rPr>
              <a:t>creeping things and beasts and cattle,</a:t>
            </a:r>
          </a:p>
          <a:p>
            <a:pPr lvl="0" algn="ctr"/>
            <a:r>
              <a:rPr lang="en-US" sz="2000" dirty="0">
                <a:solidFill>
                  <a:srgbClr val="222222"/>
                </a:solidFill>
              </a:rPr>
              <a:t>birds that in the heaven fly,</a:t>
            </a:r>
          </a:p>
          <a:p>
            <a:pPr lvl="0" algn="ctr"/>
            <a:r>
              <a:rPr lang="en-US" sz="2000" dirty="0">
                <a:solidFill>
                  <a:srgbClr val="222222"/>
                </a:solidFill>
              </a:rPr>
              <a:t>kings of earth and all you people,</a:t>
            </a:r>
          </a:p>
          <a:p>
            <a:pPr lvl="0" algn="ctr"/>
            <a:r>
              <a:rPr lang="en-US" sz="2000" dirty="0">
                <a:solidFill>
                  <a:srgbClr val="222222"/>
                </a:solidFill>
              </a:rPr>
              <a:t>princes great, earth’s judges all,</a:t>
            </a:r>
          </a:p>
          <a:p>
            <a:pPr lvl="0" algn="ctr"/>
            <a:r>
              <a:rPr lang="en-US" sz="2000" dirty="0">
                <a:solidFill>
                  <a:srgbClr val="222222"/>
                </a:solidFill>
              </a:rPr>
              <a:t>praise his name, young men and maidens,</a:t>
            </a:r>
          </a:p>
          <a:p>
            <a:pPr lvl="0" algn="ctr"/>
            <a:r>
              <a:rPr lang="en-US" sz="2000" dirty="0">
                <a:solidFill>
                  <a:srgbClr val="222222"/>
                </a:solidFill>
              </a:rPr>
              <a:t>aged men and children small.</a:t>
            </a:r>
          </a:p>
          <a:p>
            <a:pPr marL="514350" lvl="0" indent="-514350" algn="ctr">
              <a:buAutoNum type="arabicPeriod"/>
            </a:pPr>
            <a:endParaRPr lang="en-US" sz="2000" dirty="0">
              <a:solidFill>
                <a:srgbClr val="222222"/>
              </a:solidFill>
            </a:endParaRPr>
          </a:p>
          <a:p>
            <a:pPr lvl="0" algn="ctr"/>
            <a:r>
              <a:rPr lang="en-US" sz="2000" dirty="0">
                <a:solidFill>
                  <a:srgbClr val="222222"/>
                </a:solidFill>
              </a:rPr>
              <a:t>Refrain:</a:t>
            </a:r>
          </a:p>
          <a:p>
            <a:pPr lvl="0" algn="ctr"/>
            <a:r>
              <a:rPr lang="en-US" sz="2000" dirty="0">
                <a:solidFill>
                  <a:srgbClr val="222222"/>
                </a:solidFill>
              </a:rPr>
              <a:t>Let them praises give Jehovah,</a:t>
            </a:r>
            <a:br>
              <a:rPr lang="en-US" sz="2000" dirty="0"/>
            </a:br>
            <a:r>
              <a:rPr lang="en-US" sz="2000" dirty="0">
                <a:solidFill>
                  <a:srgbClr val="222222"/>
                </a:solidFill>
              </a:rPr>
              <a:t>for his name alone is high,</a:t>
            </a:r>
            <a:br>
              <a:rPr lang="en-US" sz="2000" dirty="0"/>
            </a:br>
            <a:r>
              <a:rPr lang="en-US" sz="2000" dirty="0">
                <a:solidFill>
                  <a:srgbClr val="222222"/>
                </a:solidFill>
              </a:rPr>
              <a:t>and his glory is exalted,</a:t>
            </a:r>
            <a:br>
              <a:rPr lang="en-US" sz="2000" dirty="0"/>
            </a:br>
            <a:r>
              <a:rPr lang="en-US" sz="2000" dirty="0">
                <a:solidFill>
                  <a:srgbClr val="222222"/>
                </a:solidFill>
              </a:rPr>
              <a:t>and his glory is exalted,</a:t>
            </a:r>
            <a:br>
              <a:rPr lang="en-US" sz="2000" dirty="0"/>
            </a:br>
            <a:r>
              <a:rPr lang="en-US" sz="2000" dirty="0">
                <a:solidFill>
                  <a:srgbClr val="222222"/>
                </a:solidFill>
              </a:rPr>
              <a:t>and his glory is exalted</a:t>
            </a:r>
            <a:br>
              <a:rPr lang="en-US" sz="2000" dirty="0"/>
            </a:br>
            <a:r>
              <a:rPr lang="en-US" sz="2000" dirty="0">
                <a:solidFill>
                  <a:srgbClr val="222222"/>
                </a:solidFill>
              </a:rPr>
              <a:t>far above the earth and sky.</a:t>
            </a:r>
            <a:endParaRPr lang="en-CA" sz="20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F6A10-0AFD-4A92-908C-FBCD7A32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6125" y="6356350"/>
            <a:ext cx="5619750" cy="341228"/>
          </a:xfrm>
        </p:spPr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920819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348</Words>
  <Application>Microsoft Office PowerPoint</Application>
  <PresentationFormat>Widescreen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#148B Hallelujah, Praise Jehovah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#148B Hallelujah, Praise Jehovah</dc:title>
  <dc:creator>Eric Hoogendoorn</dc:creator>
  <cp:lastModifiedBy>Eric Hoogendoorn</cp:lastModifiedBy>
  <cp:revision>2</cp:revision>
  <dcterms:created xsi:type="dcterms:W3CDTF">2020-12-24T00:07:44Z</dcterms:created>
  <dcterms:modified xsi:type="dcterms:W3CDTF">2022-04-09T03:03:07Z</dcterms:modified>
</cp:coreProperties>
</file>