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AD0D32-EB67-408A-AA41-51A278711A75}" type="datetimeFigureOut">
              <a:rPr lang="en-US" smtClean="0"/>
              <a:t>5/21/2022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943483-99BD-41F0-9400-17A2EE170A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819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EA41C-CC38-2160-2119-4E150D2009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9363AD-E95F-968D-4FF4-49037F58F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AF33F4-48E1-F895-DC27-7B001219E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E989E-66F2-4D10-A043-BFC8893C95D5}" type="datetime1">
              <a:rPr lang="en-US" smtClean="0"/>
              <a:t>5/21/2022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A5DE26-E7ED-BBA7-4BEC-318C58CA3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1564BE-2E9D-C12F-7A82-0CB739B8C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CF2B4-96B3-4E80-BD09-ACE76BACB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7591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4B0DF-5DEB-68CE-F2EE-68B557F32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49D2A-D21F-884D-91C1-944530BFFA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D1FEC-1631-F02B-3648-1EE86FCA5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218E0-1F45-4B65-8FA5-9493C43F9418}" type="datetime1">
              <a:rPr lang="en-US" smtClean="0"/>
              <a:t>5/21/2022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1A3F9F-98DB-3D8E-65E0-222125D6C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F8EA90-2BE6-9B00-DADE-303CD3D91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CF2B4-96B3-4E80-BD09-ACE76BACB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893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99161-412E-48A9-29EA-5353457E9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95D711-087D-5E91-49AC-B8B1EC951D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A33F7-AD6C-55A5-E125-BA4D3953C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A77D6-E4CA-44C7-8987-791D2EAF0ABA}" type="datetime1">
              <a:rPr lang="en-US" smtClean="0"/>
              <a:t>5/21/2022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73AD1A-4E2B-4CFA-D340-99135E8A3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96068D-BB6A-5721-F665-BC25C7E5B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CF2B4-96B3-4E80-BD09-ACE76BACB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888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77FD1-DC13-4293-56B5-F25C3E057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666DC4-BAA4-1CD9-5156-37DD0B6A57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C2AF1A-87A0-98A1-6A48-E98C648B66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98E5D7-90EA-770D-75B4-EE1271CB1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F4569-CD62-4332-B321-3DCE75DFC73D}" type="datetime1">
              <a:rPr lang="en-US" smtClean="0"/>
              <a:t>5/21/2022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7F368B-70F8-13C0-F908-4DD59E62D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8FB702-795A-A299-C920-7689D6143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CF2B4-96B3-4E80-BD09-ACE76BACB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702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69BEE-8125-3E9A-1623-0DBE61E2F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8F2F30-1878-63BE-1FFF-6A58E341E5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E6CBFD-F5F5-EDB8-868B-A6AA746489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1A328A-BC4C-EB2F-19EE-F4D3A0541F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7FE271-A36E-A02B-2618-4968AD7B43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938F9A-77D1-EB6C-FA8A-D9E5607A3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044F2-8E71-430D-A9E0-209947D2C745}" type="datetime1">
              <a:rPr lang="en-US" smtClean="0"/>
              <a:t>5/21/2022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D7451A-6DF4-EB28-7D33-3379D7ED3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34BEEC-68E9-8861-E942-2C0A78FEA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CF2B4-96B3-4E80-BD09-ACE76BACB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841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90F55-6450-804F-A03F-CFD0C8966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4A8633-734D-6B13-031F-79086EE4A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36AC9-DF58-4357-A33D-35C6D788F57A}" type="datetime1">
              <a:rPr lang="en-US" smtClean="0"/>
              <a:t>5/21/2022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967DEB-4AF5-BBC2-414E-03796D40C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7B089F-5A08-DFA8-38A7-C955EE13D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CF2B4-96B3-4E80-BD09-ACE76BACB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969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4D773B-2CAF-9D0D-2924-43DA3B972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290E3-9EE6-458C-B59D-1981F3B697EE}" type="datetime1">
              <a:rPr lang="en-US" smtClean="0"/>
              <a:t>5/21/2022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90E47C-EA24-7677-1646-A2509B8BC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F9EA6B-C559-D1E8-75E6-51C979C36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CF2B4-96B3-4E80-BD09-ACE76BACB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557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87344-2DD4-51FB-3C29-88DAAA4EC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5FD1F-F595-DAA2-8286-2775607A25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0B239B-565E-9D05-0D49-D6AA6B0C35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0FA8F-5408-6E30-DFE1-8B65F605B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AEE80-6BA3-4AB5-AD3A-E9AF4D43900E}" type="datetime1">
              <a:rPr lang="en-US" smtClean="0"/>
              <a:t>5/21/2022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1AFD85-2DBA-44FA-5054-D76C86CF4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5AA13D-F411-B463-8507-318169387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CF2B4-96B3-4E80-BD09-ACE76BACB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616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2AF2B-59CD-0797-BD16-D3FDE93BA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B01588-A0E9-4126-06AD-AB2AB39F97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233326-5FA6-A374-688F-7194CCDDA5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635F60-80EA-2542-C18B-31F8836EF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FDDC3-82A5-4A36-9232-63BED8846015}" type="datetime1">
              <a:rPr lang="en-US" smtClean="0"/>
              <a:t>5/21/2022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F178DF-79E9-AC12-2FBC-AA80FF10F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CDFB34-0C4D-F0D3-B085-99367A5DE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CF2B4-96B3-4E80-BD09-ACE76BACB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315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8B1EC-9243-A39E-55A5-4FBC07560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AEA9CD-0719-D031-E803-DA85B284A8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A53B1D-B55A-CD27-6EE1-074219AA8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B5328-9527-472D-8104-7719BF34DA43}" type="datetime1">
              <a:rPr lang="en-US" smtClean="0"/>
              <a:t>5/21/2022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317B78-10A9-5C89-F468-CA9B67D96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1689E7-51D8-6B7A-5309-9F71DF8D8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CF2B4-96B3-4E80-BD09-ACE76BACB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183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22A27A-897A-D37E-F82B-21C611D7E7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AED07D-1902-A34C-13C1-0D2EA1CD59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E4D0EB-70E6-BC29-33E1-5531DA7B1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3F110-67E4-45AA-8DFE-DAE2F810BABA}" type="datetime1">
              <a:rPr lang="en-US" smtClean="0"/>
              <a:t>5/21/2022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3397DB-EEE0-3989-F4C0-E6C77C32F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318F66-E34F-3F03-1737-B25AC877F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CF2B4-96B3-4E80-BD09-ACE76BACB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31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019452-7B91-D03B-2974-AEB7E76DA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96D349-D17D-6A95-212A-455DC1D7D0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B4CA47-94A3-C00E-3BEC-C6CF4F33EE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7B9C9D-5862-41E0-AC1C-3EFD8D5C91F5}" type="datetime1">
              <a:rPr lang="en-US" smtClean="0"/>
              <a:t>5/21/2022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B73EB-D9F6-0AE5-D339-6CAFA06355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with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648F56-63CE-AC8C-CC26-81DA78B774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4CF2B4-96B3-4E80-BD09-ACE76BACB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58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1BE18-FE9C-53E5-20FF-897D1C81D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#370 A Hymn of Glory Let Us 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EEA408-A6DB-CED7-238F-8937583356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ea typeface="Verdana" panose="020B0604030504040204" pitchFamily="34" charset="0"/>
              </a:rPr>
              <a:t>1 A hymn of glory let us sing;</a:t>
            </a:r>
            <a:br>
              <a:rPr lang="en-US" b="0" i="0" dirty="0">
                <a:solidFill>
                  <a:srgbClr val="222222"/>
                </a:solidFill>
                <a:effectLst/>
                <a:ea typeface="Verdana" panose="020B060403050404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ea typeface="Verdana" panose="020B0604030504040204" pitchFamily="34" charset="0"/>
              </a:rPr>
              <a:t>new songs throughout the world shall ring:</a:t>
            </a:r>
            <a:br>
              <a:rPr lang="en-US" b="0" i="0" dirty="0">
                <a:solidFill>
                  <a:srgbClr val="222222"/>
                </a:solidFill>
                <a:effectLst/>
                <a:ea typeface="Verdana" panose="020B060403050404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ea typeface="Verdana" panose="020B0604030504040204" pitchFamily="34" charset="0"/>
              </a:rPr>
              <a:t>Alleluia! Alleluia!</a:t>
            </a:r>
            <a:br>
              <a:rPr lang="en-US" b="0" i="0" dirty="0">
                <a:solidFill>
                  <a:srgbClr val="222222"/>
                </a:solidFill>
                <a:effectLst/>
                <a:ea typeface="Verdana" panose="020B060403050404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ea typeface="Verdana" panose="020B0604030504040204" pitchFamily="34" charset="0"/>
              </a:rPr>
              <a:t>Christ, by a road before untrod,</a:t>
            </a:r>
            <a:br>
              <a:rPr lang="en-US" b="0" i="0" dirty="0">
                <a:solidFill>
                  <a:srgbClr val="222222"/>
                </a:solidFill>
                <a:effectLst/>
                <a:ea typeface="Verdana" panose="020B060403050404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ea typeface="Verdana" panose="020B0604030504040204" pitchFamily="34" charset="0"/>
              </a:rPr>
              <a:t>ascends unto the throne of God.</a:t>
            </a:r>
            <a:br>
              <a:rPr lang="en-US" b="0" i="0" dirty="0">
                <a:solidFill>
                  <a:srgbClr val="222222"/>
                </a:solidFill>
                <a:effectLst/>
                <a:ea typeface="Verdana" panose="020B060403050404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ea typeface="Verdana" panose="020B0604030504040204" pitchFamily="34" charset="0"/>
              </a:rPr>
              <a:t>Alleluia! Alleluia! Alleluia, Alleluia, Alleluia!</a:t>
            </a:r>
            <a:br>
              <a:rPr lang="en-US" b="0" i="0" dirty="0">
                <a:solidFill>
                  <a:srgbClr val="222222"/>
                </a:solidFill>
                <a:effectLst/>
                <a:ea typeface="Verdana" panose="020B0604030504040204" pitchFamily="34" charset="0"/>
              </a:rPr>
            </a:br>
            <a:endParaRPr lang="en-US" b="0" i="0" dirty="0">
              <a:solidFill>
                <a:srgbClr val="222222"/>
              </a:solidFill>
              <a:effectLst/>
              <a:ea typeface="Verdana" panose="020B0604030504040204" pitchFamily="34" charset="0"/>
            </a:endParaRPr>
          </a:p>
          <a:p>
            <a:pPr marL="0" indent="0" algn="l">
              <a:buNone/>
            </a:pPr>
            <a:br>
              <a:rPr lang="en-US" b="0" i="0" dirty="0">
                <a:solidFill>
                  <a:srgbClr val="222222"/>
                </a:solidFill>
                <a:effectLst/>
                <a:ea typeface="Verdana" panose="020B0604030504040204" pitchFamily="34" charset="0"/>
              </a:rPr>
            </a:br>
            <a:endParaRPr lang="en-US" b="0" i="0" dirty="0">
              <a:solidFill>
                <a:srgbClr val="222222"/>
              </a:solidFill>
              <a:effectLst/>
              <a:ea typeface="Verdana" panose="020B0604030504040204" pitchFamily="34" charset="0"/>
            </a:endParaRPr>
          </a:p>
          <a:p>
            <a:pPr marL="0" indent="0">
              <a:buNone/>
            </a:pPr>
            <a:endParaRPr lang="en-US" dirty="0">
              <a:ea typeface="Verdana" panose="020B060403050404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28D6B4-15C8-A9EE-439F-38CD4A60F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</p:spTree>
    <p:extLst>
      <p:ext uri="{BB962C8B-B14F-4D97-AF65-F5344CB8AC3E}">
        <p14:creationId xmlns:p14="http://schemas.microsoft.com/office/powerpoint/2010/main" val="10370608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FA230-285C-4377-F649-663DC4AC1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5A5F3A-2C07-1AE1-1FD7-50B43007C0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ea typeface="Verdana" panose="020B0604030504040204" pitchFamily="34" charset="0"/>
              </a:rPr>
              <a:t>2 The holy apostolic band</a:t>
            </a:r>
            <a:br>
              <a:rPr lang="en-US" b="0" i="0" dirty="0">
                <a:solidFill>
                  <a:srgbClr val="222222"/>
                </a:solidFill>
                <a:effectLst/>
                <a:ea typeface="Verdana" panose="020B060403050404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ea typeface="Verdana" panose="020B0604030504040204" pitchFamily="34" charset="0"/>
              </a:rPr>
              <a:t>upon the Mount of Olives stand;</a:t>
            </a:r>
            <a:br>
              <a:rPr lang="en-US" b="0" i="0" dirty="0">
                <a:solidFill>
                  <a:srgbClr val="222222"/>
                </a:solidFill>
                <a:effectLst/>
                <a:ea typeface="Verdana" panose="020B060403050404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ea typeface="Verdana" panose="020B0604030504040204" pitchFamily="34" charset="0"/>
              </a:rPr>
              <a:t>Alleluia! Alleluia!</a:t>
            </a:r>
            <a:br>
              <a:rPr lang="en-US" b="0" i="0" dirty="0">
                <a:solidFill>
                  <a:srgbClr val="222222"/>
                </a:solidFill>
                <a:effectLst/>
                <a:ea typeface="Verdana" panose="020B060403050404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ea typeface="Verdana" panose="020B0604030504040204" pitchFamily="34" charset="0"/>
              </a:rPr>
              <a:t>and with his followers they see</a:t>
            </a:r>
            <a:br>
              <a:rPr lang="en-US" b="0" i="0" dirty="0">
                <a:solidFill>
                  <a:srgbClr val="222222"/>
                </a:solidFill>
                <a:effectLst/>
                <a:ea typeface="Verdana" panose="020B060403050404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ea typeface="Verdana" panose="020B0604030504040204" pitchFamily="34" charset="0"/>
              </a:rPr>
              <a:t>Jesus' resplendent majesty.</a:t>
            </a:r>
            <a:br>
              <a:rPr lang="en-US" b="0" i="0" dirty="0">
                <a:solidFill>
                  <a:srgbClr val="222222"/>
                </a:solidFill>
                <a:effectLst/>
                <a:ea typeface="Verdana" panose="020B060403050404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ea typeface="Verdana" panose="020B0604030504040204" pitchFamily="34" charset="0"/>
              </a:rPr>
              <a:t>Alleluia! Alleluia! Alleluia, Alleluia, Alleluia!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7243F0-2116-EDB5-C67B-C3ABA17EF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</p:spTree>
    <p:extLst>
      <p:ext uri="{BB962C8B-B14F-4D97-AF65-F5344CB8AC3E}">
        <p14:creationId xmlns:p14="http://schemas.microsoft.com/office/powerpoint/2010/main" val="4100517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7C64D-4FED-8518-E0CB-2ACF648E9E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ea typeface="Verdana" panose="020B0604030504040204" pitchFamily="34" charset="0"/>
              </a:rPr>
              <a:t>3 To whom the angels, drawing nigh:</a:t>
            </a:r>
            <a:br>
              <a:rPr lang="en-US" b="0" i="0" dirty="0">
                <a:solidFill>
                  <a:srgbClr val="222222"/>
                </a:solidFill>
                <a:effectLst/>
                <a:ea typeface="Verdana" panose="020B060403050404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ea typeface="Verdana" panose="020B0604030504040204" pitchFamily="34" charset="0"/>
              </a:rPr>
              <a:t>"Why stand and gaze upon the sky?"</a:t>
            </a:r>
            <a:br>
              <a:rPr lang="en-US" b="0" i="0" dirty="0">
                <a:solidFill>
                  <a:srgbClr val="222222"/>
                </a:solidFill>
                <a:effectLst/>
                <a:ea typeface="Verdana" panose="020B060403050404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ea typeface="Verdana" panose="020B0604030504040204" pitchFamily="34" charset="0"/>
              </a:rPr>
              <a:t>Alleluia! Alleluia!</a:t>
            </a:r>
            <a:br>
              <a:rPr lang="en-US" b="0" i="0" dirty="0">
                <a:solidFill>
                  <a:srgbClr val="222222"/>
                </a:solidFill>
                <a:effectLst/>
                <a:ea typeface="Verdana" panose="020B060403050404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ea typeface="Verdana" panose="020B0604030504040204" pitchFamily="34" charset="0"/>
              </a:rPr>
              <a:t>"This is the Savior," thus they say.</a:t>
            </a:r>
            <a:br>
              <a:rPr lang="en-US" b="0" i="0" dirty="0">
                <a:solidFill>
                  <a:srgbClr val="222222"/>
                </a:solidFill>
                <a:effectLst/>
                <a:ea typeface="Verdana" panose="020B060403050404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ea typeface="Verdana" panose="020B0604030504040204" pitchFamily="34" charset="0"/>
              </a:rPr>
              <a:t>"This is his noble triumph day.</a:t>
            </a:r>
            <a:br>
              <a:rPr lang="en-US" b="0" i="0" dirty="0">
                <a:solidFill>
                  <a:srgbClr val="222222"/>
                </a:solidFill>
                <a:effectLst/>
                <a:ea typeface="Verdana" panose="020B060403050404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ea typeface="Verdana" panose="020B0604030504040204" pitchFamily="34" charset="0"/>
              </a:rPr>
              <a:t>Alleluia! Alleluia! Alleluia, Alleluia, Alleluia!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4574A4-63C0-2234-0EF9-B3FD285DB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</p:spTree>
    <p:extLst>
      <p:ext uri="{BB962C8B-B14F-4D97-AF65-F5344CB8AC3E}">
        <p14:creationId xmlns:p14="http://schemas.microsoft.com/office/powerpoint/2010/main" val="32678166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F2551D-FD53-8CF6-2D81-8B3CBD232D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ea typeface="Verdana" panose="020B0604030504040204" pitchFamily="34" charset="0"/>
              </a:rPr>
              <a:t>4 "Again shall you behold him so</a:t>
            </a:r>
            <a:br>
              <a:rPr lang="en-US" b="0" i="0" dirty="0">
                <a:solidFill>
                  <a:srgbClr val="222222"/>
                </a:solidFill>
                <a:effectLst/>
                <a:ea typeface="Verdana" panose="020B060403050404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ea typeface="Verdana" panose="020B0604030504040204" pitchFamily="34" charset="0"/>
              </a:rPr>
              <a:t>as you today have seen him go,</a:t>
            </a:r>
            <a:br>
              <a:rPr lang="en-US" b="0" i="0" dirty="0">
                <a:solidFill>
                  <a:srgbClr val="222222"/>
                </a:solidFill>
                <a:effectLst/>
                <a:ea typeface="Verdana" panose="020B060403050404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ea typeface="Verdana" panose="020B0604030504040204" pitchFamily="34" charset="0"/>
              </a:rPr>
              <a:t>Alleluia! Alleluia!</a:t>
            </a:r>
            <a:br>
              <a:rPr lang="en-US" b="0" i="0" dirty="0">
                <a:solidFill>
                  <a:srgbClr val="222222"/>
                </a:solidFill>
                <a:effectLst/>
                <a:ea typeface="Verdana" panose="020B060403050404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ea typeface="Verdana" panose="020B0604030504040204" pitchFamily="34" charset="0"/>
              </a:rPr>
              <a:t>in glorious pomp ascending high,</a:t>
            </a:r>
            <a:br>
              <a:rPr lang="en-US" b="0" i="0" dirty="0">
                <a:solidFill>
                  <a:srgbClr val="222222"/>
                </a:solidFill>
                <a:effectLst/>
                <a:ea typeface="Verdana" panose="020B060403050404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ea typeface="Verdana" panose="020B0604030504040204" pitchFamily="34" charset="0"/>
              </a:rPr>
              <a:t>up to the portals of the sky."</a:t>
            </a:r>
            <a:br>
              <a:rPr lang="en-US" b="0" i="0" dirty="0">
                <a:solidFill>
                  <a:srgbClr val="222222"/>
                </a:solidFill>
                <a:effectLst/>
                <a:ea typeface="Verdana" panose="020B0604030504040204" pitchFamily="34" charset="0"/>
              </a:rPr>
            </a:br>
            <a:r>
              <a:rPr lang="en-US" b="0" i="0" dirty="0">
                <a:solidFill>
                  <a:srgbClr val="222222"/>
                </a:solidFill>
                <a:effectLst/>
                <a:ea typeface="Verdana" panose="020B0604030504040204" pitchFamily="34" charset="0"/>
              </a:rPr>
              <a:t>Alleluia! Alleluia! Alleluia, Alleluia, Alleluia!</a:t>
            </a:r>
          </a:p>
          <a:p>
            <a:pPr marL="0" indent="0" algn="ctr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680F5B-F8EF-12AA-AECB-253C8726E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with permission</a:t>
            </a:r>
          </a:p>
        </p:txBody>
      </p:sp>
    </p:spTree>
    <p:extLst>
      <p:ext uri="{BB962C8B-B14F-4D97-AF65-F5344CB8AC3E}">
        <p14:creationId xmlns:p14="http://schemas.microsoft.com/office/powerpoint/2010/main" val="39120237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248</Words>
  <Application>Microsoft Office PowerPoint</Application>
  <PresentationFormat>Widescreen</PresentationFormat>
  <Paragraphs>10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#370 A Hymn of Glory Let Us Sing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#370 A Hymn of Glory Let Us Sing</dc:title>
  <dc:creator>Neil Tuininga</dc:creator>
  <cp:lastModifiedBy>Neil Tuininga</cp:lastModifiedBy>
  <cp:revision>1</cp:revision>
  <dcterms:created xsi:type="dcterms:W3CDTF">2022-05-21T17:03:45Z</dcterms:created>
  <dcterms:modified xsi:type="dcterms:W3CDTF">2022-05-21T17:06:08Z</dcterms:modified>
</cp:coreProperties>
</file>