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EC66F-3EFE-40AB-8E4F-F4E38E3E3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070183-E66B-47F5-8F4D-D847F807D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41E89-FAEE-4F4A-B77D-0B16CF7A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F03AC-34FE-4198-91CF-5F44C0A2F643}" type="datetimeFigureOut">
              <a:rPr lang="en-CA" smtClean="0"/>
              <a:t>2020-10-23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F91F7-0E5D-4BBF-BF96-9FE13DA1F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D0277-6531-43DA-B203-629F5CEDB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B11C-37AA-40AA-A893-A06EDC9E5F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511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8D4C-A44A-49C6-A323-9033AF756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F7400-6EA6-4A3D-9523-FA0B3F577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C63FB-9477-4C57-BE96-F628C792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F03AC-34FE-4198-91CF-5F44C0A2F643}" type="datetimeFigureOut">
              <a:rPr lang="en-CA" smtClean="0"/>
              <a:t>2020-10-23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634C7-760F-4F81-8D64-5863D478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09037-E5F9-4F9F-967C-45A98978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B11C-37AA-40AA-A893-A06EDC9E5F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8454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FE056-8239-49D1-B4A9-1D8095921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E732D-9A01-434A-91ED-F98960E62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F2B4E-7FFD-45E8-8820-E9D82AD6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F03AC-34FE-4198-91CF-5F44C0A2F643}" type="datetimeFigureOut">
              <a:rPr lang="en-CA" smtClean="0"/>
              <a:t>2020-10-23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4E110-1009-4459-A53C-710808AE0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810F2-1C9A-4D8F-A87A-75323517B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B11C-37AA-40AA-A893-A06EDC9E5F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720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9B5A-53EA-4D16-92F5-071E026A1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E8435-6963-4F41-A5A5-E498DBB5A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9099A-7FF5-476A-B90F-4424A9F67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11E88-EAAD-4593-934B-C7A8E2664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F03AC-34FE-4198-91CF-5F44C0A2F643}" type="datetimeFigureOut">
              <a:rPr lang="en-CA" smtClean="0"/>
              <a:t>2020-10-23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03D19-2D9E-4B6B-9BC6-67228056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6FD56-4103-4C63-B7EC-626718EC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B11C-37AA-40AA-A893-A06EDC9E5F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6580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BC85-138E-44B3-AF10-CF7B2984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CDA01-182A-470A-922D-E7CC999A3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AAD30-821F-44BB-A549-292DFC808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6A74DD-83F3-42CF-A183-018719BD5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89597A-AD35-43CE-843C-F3FA3046AA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F8E39-18A7-4222-ADAB-C0095533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F03AC-34FE-4198-91CF-5F44C0A2F643}" type="datetimeFigureOut">
              <a:rPr lang="en-CA" smtClean="0"/>
              <a:t>2020-10-23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4579A4-1E44-456F-9A90-5F371D942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6F376B-866B-4959-BBC5-67EFD04A8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B11C-37AA-40AA-A893-A06EDC9E5F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89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9B8A-4C79-43B5-A53A-EB5762EA5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A1A22-785D-4F43-B3C6-82DFE39B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F03AC-34FE-4198-91CF-5F44C0A2F643}" type="datetimeFigureOut">
              <a:rPr lang="en-CA" smtClean="0"/>
              <a:t>2020-10-23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169B4-277B-4A14-AC49-29BB9AF48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BE3EF-55B5-4A10-9151-568887B1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B11C-37AA-40AA-A893-A06EDC9E5F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167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B6E13F-F1B3-4AF5-AAEA-17BEBBF55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F03AC-34FE-4198-91CF-5F44C0A2F643}" type="datetimeFigureOut">
              <a:rPr lang="en-CA" smtClean="0"/>
              <a:t>2020-10-23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A64DD0-F2E6-4720-8BDD-C2B3DC92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AC720-EEE0-4D91-8041-F2D52F3A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B11C-37AA-40AA-A893-A06EDC9E5F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397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D7696-802A-41D7-81BA-27A22F2F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483EE-4A3E-49D9-8419-772A32186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BFB11B-234B-46E1-A475-45F585151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FF4DE-8F21-4C0B-A317-66EDDED7E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F03AC-34FE-4198-91CF-5F44C0A2F643}" type="datetimeFigureOut">
              <a:rPr lang="en-CA" smtClean="0"/>
              <a:t>2020-10-23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E6F21-1637-4F61-B411-609B4C6D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23F1E-C505-4FC1-8D9E-62A7DE83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B11C-37AA-40AA-A893-A06EDC9E5F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6691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A09C-619D-4CE3-815C-A5EBC7274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EF58FF-5BB6-4F7B-939D-1E0FBC54A9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10119-BCFF-4736-98BC-5F6BE2253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6643B-BAB6-46B4-AB03-B55CEDDDA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F03AC-34FE-4198-91CF-5F44C0A2F643}" type="datetimeFigureOut">
              <a:rPr lang="en-CA" smtClean="0"/>
              <a:t>2020-10-23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720C7-7DC4-440D-9985-4CCBABC3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2E518-56E0-4D07-88D6-630251AB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B11C-37AA-40AA-A893-A06EDC9E5F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42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299A-A8A9-4A73-A365-6B8F790BF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76F05-CD76-49E5-9AB0-89C196161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C5D40-2CE5-4C48-8033-82C4509CE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F03AC-34FE-4198-91CF-5F44C0A2F643}" type="datetimeFigureOut">
              <a:rPr lang="en-CA" smtClean="0"/>
              <a:t>2020-10-23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43AAC-B9BB-49D3-B7CD-D7707E96C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5B151-682C-40A4-A801-BC114E120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B11C-37AA-40AA-A893-A06EDC9E5F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1531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2A1BB8-C981-4556-8ED7-315EFD9D0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7054B-D265-43DB-A5E1-8BF9E5ABC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490B3-63E3-4053-A877-F7732FF3B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F03AC-34FE-4198-91CF-5F44C0A2F643}" type="datetimeFigureOut">
              <a:rPr lang="en-CA" smtClean="0"/>
              <a:t>2020-10-23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EE156-3578-4E16-9D1A-ADCF85F01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57E32-8A5B-4C5D-91BA-12670F663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B11C-37AA-40AA-A893-A06EDC9E5F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823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2C4629-E3C5-496B-A020-F9CD85077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DD931-4C2F-4983-B414-9F0329FE1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0E7B6-9659-4045-8871-CDC8FCB6A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03AC-34FE-4198-91CF-5F44C0A2F643}" type="datetimeFigureOut">
              <a:rPr lang="en-CA" smtClean="0"/>
              <a:t>2020-10-23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B60EC-46AE-46EF-9D1F-2F88DD614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1D7FD-7A6F-4CED-BF44-963127D6F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5B11C-37AA-40AA-A893-A06EDC9E5F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617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A96F34-465C-42E3-8D79-DA6FC587BDC2}"/>
              </a:ext>
            </a:extLst>
          </p:cNvPr>
          <p:cNvSpPr txBox="1"/>
          <p:nvPr/>
        </p:nvSpPr>
        <p:spPr>
          <a:xfrm>
            <a:off x="747712" y="371475"/>
            <a:ext cx="10696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latin typeface="+mj-lt"/>
              </a:rPr>
              <a:t>#230 Holy, Holy, Holy!</a:t>
            </a:r>
            <a:endParaRPr lang="en-CA" sz="4400" i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1977EF-905D-468C-BAEF-6FA3418255F7}"/>
              </a:ext>
            </a:extLst>
          </p:cNvPr>
          <p:cNvSpPr txBox="1"/>
          <p:nvPr/>
        </p:nvSpPr>
        <p:spPr>
          <a:xfrm>
            <a:off x="1714499" y="1685925"/>
            <a:ext cx="8763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CA" sz="2800">
                <a:solidFill>
                  <a:prstClr val="black"/>
                </a:solidFill>
              </a:rPr>
              <a:t>Holy, holy, holy! Lord God Almighty!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Early in the morning our song shall rise to thee.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Holy, holy, holy! Merciful and mighty!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God in three Persons, blessed Trinity!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84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341BEF-C54F-4BA8-84E0-18CA96A4775A}"/>
              </a:ext>
            </a:extLst>
          </p:cNvPr>
          <p:cNvSpPr txBox="1"/>
          <p:nvPr/>
        </p:nvSpPr>
        <p:spPr>
          <a:xfrm>
            <a:off x="1666875" y="1114425"/>
            <a:ext cx="8858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>
                <a:solidFill>
                  <a:prstClr val="black"/>
                </a:solidFill>
              </a:rPr>
              <a:t>2. </a:t>
            </a:r>
            <a:r>
              <a:rPr lang="en-CA" sz="2800">
                <a:solidFill>
                  <a:prstClr val="black"/>
                </a:solidFill>
              </a:rPr>
              <a:t>Holy, holy, holy! All the saints adore thee,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casting down their golden crowns around the glassy sea;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cherubim and seraphim falling down before thee,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who wert, and art, and evermore shalt be.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781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97E85F-1E10-406B-B786-7FB2C5BC3E38}"/>
              </a:ext>
            </a:extLst>
          </p:cNvPr>
          <p:cNvSpPr txBox="1"/>
          <p:nvPr/>
        </p:nvSpPr>
        <p:spPr>
          <a:xfrm>
            <a:off x="1781175" y="1285875"/>
            <a:ext cx="86296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>
                <a:solidFill>
                  <a:prstClr val="black"/>
                </a:solidFill>
              </a:rPr>
              <a:t>3.</a:t>
            </a:r>
            <a:r>
              <a:rPr lang="en-CA" sz="2800">
                <a:solidFill>
                  <a:prstClr val="black"/>
                </a:solidFill>
              </a:rPr>
              <a:t> Holy, holy, holy! Though the darkness hide thee,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though the eye of sinful man thy glory may not see,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only thou art holy; there is none beside thee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perfect in pow’r, in love, and purity.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494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6919D3-7E4A-47D8-AFE1-CBDEE4E1A842}"/>
              </a:ext>
            </a:extLst>
          </p:cNvPr>
          <p:cNvSpPr txBox="1"/>
          <p:nvPr/>
        </p:nvSpPr>
        <p:spPr>
          <a:xfrm>
            <a:off x="1447800" y="1847850"/>
            <a:ext cx="96964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>
                <a:solidFill>
                  <a:prstClr val="black"/>
                </a:solidFill>
              </a:rPr>
              <a:t>4. </a:t>
            </a:r>
            <a:r>
              <a:rPr lang="en-CA" sz="2800" dirty="0">
                <a:solidFill>
                  <a:prstClr val="black"/>
                </a:solidFill>
              </a:rPr>
              <a:t>Holy, holy, holy! Lord God Almighty!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All thy works shall praise thy name in earth and sky and sea.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Holy, holy, holy! Merciful and mighty!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God in three Persons, blessed Trinity!</a:t>
            </a:r>
          </a:p>
        </p:txBody>
      </p:sp>
    </p:spTree>
    <p:extLst>
      <p:ext uri="{BB962C8B-B14F-4D97-AF65-F5344CB8AC3E}">
        <p14:creationId xmlns:p14="http://schemas.microsoft.com/office/powerpoint/2010/main" val="4002020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2020-10-23T21:59:07Z</dcterms:created>
  <dcterms:modified xsi:type="dcterms:W3CDTF">2020-10-23T21:59:07Z</dcterms:modified>
</cp:coreProperties>
</file>