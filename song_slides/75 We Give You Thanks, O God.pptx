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1" r:id="rId2"/>
    <p:sldId id="303" r:id="rId3"/>
    <p:sldId id="337" r:id="rId4"/>
    <p:sldId id="338" r:id="rId5"/>
    <p:sldId id="304" r:id="rId6"/>
    <p:sldId id="33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3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13C84-272D-4E4D-8D57-3172DB3C019D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67119-77AD-41DC-B7BD-390C48132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B640-0FFA-45A4-B9C9-D9D4CE1F7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D32A6-C27E-4A17-A753-7DE3FC85C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DEBD5-56FA-419D-AB86-F1A46127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0E8F-D488-4F2E-BD95-9D377766B25F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E1D64-9443-4BF6-B554-0CA2E0DB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F73F0-4738-4FBA-B399-2E585470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0064-B610-49FE-A4C5-B4175DDF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2B4C7-77F9-40DE-BF72-95DCF2503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8003-1FB7-4B7B-BE9A-7B724B5A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3CF-6569-45C5-85E8-028E78B85952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2E0B-3025-4DFD-AEF8-0636BD53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28ED8-9E8E-462B-B737-7D514D76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3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7B6C-FBC4-4667-A18E-6C0D19BD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64756-9A05-428C-B613-7E46FB406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B16B-DD9F-4553-BA51-BC831637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C48F-2DB4-484B-97A8-80638E05CA62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58D28-3763-4B97-BEAD-A9432B04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7ED22-313E-4184-883B-2003EE32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D034-FB75-445C-81A9-1B5BE97B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C951-E948-425D-BD26-D0B473AD1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F39B2-8155-40FC-9FBE-4FCFB43AC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D86B0-086F-45F2-9560-F4D9E71A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9FC9-CC2C-4B5C-BACD-442154D77DAA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BFE9E-8B1F-4FB9-9B42-2DD73B0D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BFF27-13DD-41B2-B0EF-C7219509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1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1D63-2857-4627-90EC-46FF327C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F097F-B44E-4285-A536-2F2F6368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3805A-1219-440B-8A6C-21A16CC5C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5E2F8-7FF9-4765-B41A-58805674B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7D355-9C9C-4041-8FD7-F88552296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E8C39-98F4-4601-AAA3-18ADB508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0C99-A595-4001-B088-2D6A6BF4CF09}" type="datetime1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6A5EA-D285-4AFD-B1E6-99ADE677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12B8FB-7A72-4020-AC2E-4ED40AAE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9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8E4E-3AC1-4104-BE75-AADD3C58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540E4-FEA0-440B-9214-499A8929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D335-8D3A-4E0E-875F-465FEAC9C634}" type="datetime1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1A9F0-4050-48D2-BFC7-3EE4D582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61A8D-0DC8-49B3-A77B-81291C72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9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C5A2B-69A4-4E99-85A0-ABAE084B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48F-31F5-461E-8CF8-1DAA070D9FB2}" type="datetime1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E7998-5884-45FB-B0E4-65ABC92A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A4C0D-4A0D-462F-851A-9235E3BA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6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BDAF-7B97-41BD-883B-0014E342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5B141-0A0C-421E-993E-86FCD378D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98090-78DC-461F-B9DE-C2E3B4749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91938-D88C-4EB9-A754-9E5CF368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CBD3-9E95-4554-9AE0-6A23655E8006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296CE-2A44-46D2-A941-772876A5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4D81A-B304-4CA7-9EBA-085478F8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2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1CFB-0508-4E3A-B487-3F74635E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2D980-4B05-4048-888D-A25D0F892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CF657-2556-4CC2-B75E-DE5DA576E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5601F-483A-45F4-A5FB-76B8A468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723BE-457B-4C54-8023-FD87F9E11ED0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ADF52-83BB-4150-8F27-1C1B8689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3AA5F-0EE5-47FF-8674-2D45949C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7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94CD-8A71-48F7-93EA-F327C660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76D1B-2EB6-47C5-9567-18784DD07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303B1-A9CC-4D45-AB48-561B3BF0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2B14-1119-46E6-A8DE-D99EA6FEE800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3798-0625-4912-A2EE-D14B3E45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38032-432F-4DAD-BC41-5027D052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3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7988D-503C-4F06-AC77-424039C26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C1B55-A693-449E-8FDD-AE8FB265F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AAB3-9C4E-459F-90D4-7B42463E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7D30-5CE5-4482-AB66-B40A778F5E9C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FA326-CE1C-4EC7-94DC-B22EA981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6383-4749-4DE9-A30C-1FEBE470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1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CCECB-4172-4AA6-ADCA-7CCD2AC0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5C0E0-73FC-4A23-8C2F-AF0A1B136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A4A90-F1C1-4513-9E88-E23CA7528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0FCAE-CCAA-4187-8B49-38697921E7C6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B0152-5A7C-4050-841E-2639B1608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69A5D-C78D-4A09-9248-ADE68613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1983E-090C-47B7-B9D9-05FA1620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#75 We Give You Thanks, 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We give you thanks, O God,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Because your name is near.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We give you thanks for all your works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wondrous deeds declare.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You say, “I set the time;</a:t>
            </a:r>
          </a:p>
          <a:p>
            <a:pPr algn="ctr"/>
            <a:r>
              <a:rPr lang="en-US" sz="2800" dirty="0"/>
              <a:t>I judge with even hand;</a:t>
            </a:r>
          </a:p>
          <a:p>
            <a:pPr algn="ctr"/>
            <a:r>
              <a:rPr lang="en-US" sz="2800" dirty="0"/>
              <a:t>When earth and all its people quake,</a:t>
            </a:r>
          </a:p>
          <a:p>
            <a:pPr algn="ctr"/>
            <a:r>
              <a:rPr lang="en-US" sz="2800" dirty="0"/>
              <a:t>I make its pillars stand.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B350-87B6-ABB3-3040-8C6E487F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0BC8A-674D-C6BA-A63D-7009C4739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“‘Boast not’ I tell the proud;</a:t>
            </a:r>
          </a:p>
          <a:p>
            <a:pPr marL="0" indent="0" algn="ctr">
              <a:buNone/>
            </a:pPr>
            <a:r>
              <a:rPr lang="en-US" dirty="0"/>
              <a:t>To vile men, ‘Lift no horn.’</a:t>
            </a:r>
          </a:p>
          <a:p>
            <a:pPr marL="0" indent="0" algn="ctr">
              <a:buNone/>
            </a:pPr>
            <a:r>
              <a:rPr lang="en-US" dirty="0"/>
              <a:t>Do not lift up your horn on high</a:t>
            </a:r>
          </a:p>
          <a:p>
            <a:pPr marL="0" indent="0" algn="ctr">
              <a:buNone/>
            </a:pPr>
            <a:r>
              <a:rPr lang="en-US" dirty="0"/>
              <a:t>Or speak with haughty scorn.”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6C636-8081-678B-ECE2-B9793BE8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5598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CBED-7749-967B-97FE-DF3886917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For lifting up comes not</a:t>
            </a:r>
          </a:p>
          <a:p>
            <a:pPr marL="0" indent="0" algn="ctr">
              <a:buNone/>
            </a:pPr>
            <a:r>
              <a:rPr lang="en-US" dirty="0"/>
              <a:t> from east or west or south;</a:t>
            </a:r>
          </a:p>
          <a:p>
            <a:pPr marL="0" indent="0" algn="ctr">
              <a:buNone/>
            </a:pPr>
            <a:r>
              <a:rPr lang="en-US" dirty="0"/>
              <a:t>But God is judge; he raises one </a:t>
            </a:r>
          </a:p>
          <a:p>
            <a:pPr marL="0" indent="0" algn="ctr">
              <a:buNone/>
            </a:pPr>
            <a:r>
              <a:rPr lang="en-US" dirty="0"/>
              <a:t>And puts another down.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29415-2381-6A64-F3F1-09DAA3FA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5253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The Lord’s hand holds a cup</a:t>
            </a:r>
          </a:p>
          <a:p>
            <a:pPr algn="ctr"/>
            <a:r>
              <a:rPr lang="en-US" sz="2800" dirty="0"/>
              <a:t>With foaming wine, well-mixed;</a:t>
            </a:r>
          </a:p>
          <a:p>
            <a:pPr algn="ctr"/>
            <a:r>
              <a:rPr lang="en-US" sz="2800" dirty="0"/>
              <a:t>He pours it out, and wicked ones</a:t>
            </a:r>
          </a:p>
          <a:p>
            <a:pPr algn="ctr"/>
            <a:r>
              <a:rPr lang="en-US" sz="2800" dirty="0"/>
              <a:t>Must drink it to the dregs.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US" sz="2800" dirty="0"/>
              <a:t>But I </a:t>
            </a:r>
            <a:r>
              <a:rPr lang="en-US" sz="2800" dirty="0" err="1"/>
              <a:t>fore’er</a:t>
            </a:r>
            <a:r>
              <a:rPr lang="en-US" sz="2800" dirty="0"/>
              <a:t> proclaim,</a:t>
            </a:r>
          </a:p>
          <a:p>
            <a:pPr algn="ctr"/>
            <a:r>
              <a:rPr lang="en-US" sz="2800" dirty="0"/>
              <a:t>And Jacob’s God I’ll praise.</a:t>
            </a:r>
          </a:p>
          <a:p>
            <a:pPr algn="ctr"/>
            <a:r>
              <a:rPr lang="en-US" sz="2800" dirty="0"/>
              <a:t>The </a:t>
            </a:r>
            <a:r>
              <a:rPr lang="en-US" sz="2800" dirty="0" err="1"/>
              <a:t>wicked’s</a:t>
            </a:r>
            <a:r>
              <a:rPr lang="en-US" sz="2800" dirty="0"/>
              <a:t> horns I will cut off,</a:t>
            </a:r>
          </a:p>
          <a:p>
            <a:pPr algn="ctr"/>
            <a:r>
              <a:rPr lang="en-US" sz="2800" dirty="0"/>
              <a:t>The righteous I will raise.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84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#75 We Give You Thanks, O God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#75 We Give You Thanks, O God</dc:title>
  <dc:creator>Eric Hoogendoorn</dc:creator>
  <cp:lastModifiedBy>Neil Tuininga</cp:lastModifiedBy>
  <cp:revision>2</cp:revision>
  <dcterms:created xsi:type="dcterms:W3CDTF">2020-06-27T01:53:18Z</dcterms:created>
  <dcterms:modified xsi:type="dcterms:W3CDTF">2022-06-10T16:39:41Z</dcterms:modified>
</cp:coreProperties>
</file>