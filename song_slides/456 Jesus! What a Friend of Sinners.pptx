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  <p:sldId id="308" r:id="rId3"/>
    <p:sldId id="320" r:id="rId4"/>
    <p:sldId id="321" r:id="rId5"/>
    <p:sldId id="32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EDD13-A5BB-46B0-A598-12A7954FD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1353A-1261-4C6A-B64A-3302A4A9E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EF5E-6F73-4DDC-BA19-207F274BE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39A48-0AC6-40BF-A34E-06910AEA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7C28D-1908-4151-AD5B-CFC08087D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44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33CA-D4C5-4214-9471-FF44D3E8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3DD2-6E36-4C63-B6D4-95728D6AF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EA670-FD2E-4858-B3C8-E619E0C5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A65C6-7EF3-4903-BCBC-A0742DB1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0BD12-A35E-4EA0-90CD-2867842C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8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E1554-00AA-4446-8E5B-FCFFFFFE4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E555E-F501-4A8A-8520-F0BBC46EC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6E87D-2EBB-4D5A-A5CA-08E53116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83F86-B1DD-45D5-962A-47FEC28AC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1FA4F-0F1A-4A45-BF52-44E38EEA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3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DD154-6E80-4449-B053-E6249725A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8B8B8-E472-43EE-9D99-2804D6D62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A9EAD-2262-40E7-B9AF-1D1B777B7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B1518-DBA9-4AB0-B12B-BF07FFF8D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8D6FB-B5A6-4B39-8EE6-D59F52F7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6795F-0847-4649-9C6E-564ECF7C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1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6C66-4256-4348-8D4D-EC549ADA2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BAFEF-1796-43AB-B6EC-FEC676FF6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40F816-40E1-499A-91A0-460B31053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5059E-81B8-4C56-9C07-330DF748B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7DB435-C811-4053-802F-2C25DFA43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DAF4F-7754-43D0-B867-86D45AC3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C5D60-CC5C-4134-A4A4-E498159F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83D0E-0013-46ED-8C34-55B9578A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08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86404-4114-4729-9AE8-0669BFE9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4C619-8EEB-46CB-9CCB-B27BB584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297E3-573A-482A-AE49-FB8E355BF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E66E5-BB86-4ABC-B2CE-A33973D2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8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0C86D-4794-4BC1-A2DE-AA166F50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FE1F7-D57A-42A5-A91B-9140928B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AC42-76B4-4508-99D2-00D96FF42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751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0AC6-13E1-4AC6-934A-0B5F1C90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BB360-BA51-41EC-B5E9-EFF4F4FE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A6DC2-09C8-4344-966B-1D425D672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05C27-6E16-42BB-B326-F2302399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C5FBB-E244-4303-85E0-A31CD9B8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10273-9695-474A-AA82-FB867BD8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7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276EB-9271-40FB-A525-BA9FF2C0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9AC8B-B3F1-4645-A7ED-869493ABB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FAC64-C3AA-46FC-A792-5E604D6C62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9E04D-EFFA-4F89-BFE4-B4F155C2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9AE61-AF26-48E8-BA21-45C69C54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B2857-1D6F-4BB7-B445-E29312E34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55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0267B-EB64-4972-9FAD-C4128EF7B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1E9E5-0640-4463-8E2D-29BA5265B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A0649-4421-40FC-96F0-E56F586F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D8D05-2406-429B-A1A8-7D70B421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17534-8405-4840-AD8B-3E4A6EF8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3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48F52-4FA3-48F3-B392-6321A059C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BA72D-EF77-4A1E-A714-A754C408C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BE244-1151-48AF-8724-3FE6947A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FAAB-D40D-4AA8-B275-B674B77C7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73D2B-9E14-4E8B-A4D2-C7F0E4FA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2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E3A8B-5725-4E6B-B6B7-19EAF4BD7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5D022-6639-4A6A-A2C9-18A22134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51551-B30A-4B56-BCBD-26708920D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62813-EBDB-4EAD-9282-B14D508160A0}" type="datetimeFigureOut">
              <a:rPr lang="en-US" smtClean="0"/>
              <a:t>6/19/2020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C27C1-CA55-4584-B3AA-E3FDA4A0D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2E97-DAC2-4400-8A83-BB5F5FDE6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FD61F-0F1B-492F-806A-08F44D801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3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#456 Jesus! What a Friend of Sinners!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Jesus! what a Friend for sinners!</a:t>
            </a:r>
          </a:p>
          <a:p>
            <a:pPr algn="ctr"/>
            <a:r>
              <a:rPr lang="en-US" sz="2800" dirty="0"/>
              <a:t>Jesus! lover of my soul;</a:t>
            </a:r>
          </a:p>
          <a:p>
            <a:pPr algn="ctr"/>
            <a:r>
              <a:rPr lang="en-US" sz="2800" dirty="0"/>
              <a:t>friends may fail me, foes assail me,</a:t>
            </a:r>
          </a:p>
          <a:p>
            <a:pPr algn="ctr"/>
            <a:r>
              <a:rPr lang="en-US" sz="2800" dirty="0"/>
              <a:t>he, my Savior, makes me whole.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Refrain:</a:t>
            </a:r>
          </a:p>
          <a:p>
            <a:pPr algn="ctr"/>
            <a:r>
              <a:rPr lang="en-US" sz="2800" dirty="0"/>
              <a:t>Hallelujah! what a Savior!</a:t>
            </a:r>
          </a:p>
          <a:p>
            <a:pPr algn="ctr"/>
            <a:r>
              <a:rPr lang="en-US" sz="2800" dirty="0"/>
              <a:t>Hallelujah, what a Friend!</a:t>
            </a:r>
          </a:p>
          <a:p>
            <a:pPr algn="ctr"/>
            <a:r>
              <a:rPr lang="en-US" sz="2800" dirty="0"/>
              <a:t>Saving, helping, keeping, loving,</a:t>
            </a:r>
          </a:p>
          <a:p>
            <a:pPr algn="ctr"/>
            <a:r>
              <a:rPr lang="en-US" sz="2800" dirty="0"/>
              <a:t>he is with me to the end.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65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J</a:t>
            </a:r>
            <a:r>
              <a:rPr lang="en-US" sz="2800" dirty="0" err="1"/>
              <a:t>esus</a:t>
            </a:r>
            <a:r>
              <a:rPr lang="en-US" sz="2800" dirty="0"/>
              <a:t>! what a strength in weakness!</a:t>
            </a:r>
            <a:br>
              <a:rPr lang="en-US" sz="2800" dirty="0"/>
            </a:br>
            <a:r>
              <a:rPr lang="en-US" sz="2800" dirty="0"/>
              <a:t>Let me hide myself in him;</a:t>
            </a:r>
            <a:br>
              <a:rPr lang="en-US" sz="2800" dirty="0"/>
            </a:br>
            <a:r>
              <a:rPr lang="en-US" sz="2800" dirty="0"/>
              <a:t>tempted, tried, and sometimes failing,</a:t>
            </a:r>
            <a:br>
              <a:rPr lang="en-US" sz="2800" dirty="0"/>
            </a:br>
            <a:r>
              <a:rPr lang="en-US" sz="2800" dirty="0"/>
              <a:t>he, my strength, my </a:t>
            </a:r>
            <a:r>
              <a:rPr lang="en-US" sz="2800" dirty="0" err="1"/>
              <a:t>vict'ry</a:t>
            </a:r>
            <a:r>
              <a:rPr lang="en-US" sz="2800" dirty="0"/>
              <a:t> wins.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Refrain:</a:t>
            </a:r>
          </a:p>
          <a:p>
            <a:pPr algn="ctr"/>
            <a:r>
              <a:rPr lang="en-US" sz="2800" dirty="0"/>
              <a:t>Hallelujah! what a Savior!</a:t>
            </a:r>
          </a:p>
          <a:p>
            <a:pPr algn="ctr"/>
            <a:r>
              <a:rPr lang="en-US" sz="2800" dirty="0"/>
              <a:t>Hallelujah, what a Friend!</a:t>
            </a:r>
          </a:p>
          <a:p>
            <a:pPr algn="ctr"/>
            <a:r>
              <a:rPr lang="en-US" sz="2800" dirty="0"/>
              <a:t>Saving, helping, keeping, loving,</a:t>
            </a:r>
          </a:p>
          <a:p>
            <a:pPr algn="ctr"/>
            <a:r>
              <a:rPr lang="en-US" sz="2800" dirty="0"/>
              <a:t>he is with me to the end.</a:t>
            </a:r>
            <a:endParaRPr lang="en-CA" sz="2800" dirty="0"/>
          </a:p>
          <a:p>
            <a:pPr algn="ctr"/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88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Jesus! what a help in sorrow!</a:t>
            </a:r>
            <a:br>
              <a:rPr lang="en-US" sz="2800" dirty="0"/>
            </a:br>
            <a:r>
              <a:rPr lang="en-US" sz="2800" dirty="0"/>
              <a:t>While the billows o'er me roll,</a:t>
            </a:r>
            <a:br>
              <a:rPr lang="en-US" sz="2800" dirty="0"/>
            </a:br>
            <a:r>
              <a:rPr lang="en-US" sz="2800" dirty="0"/>
              <a:t>even when my heart is breaking,</a:t>
            </a:r>
            <a:br>
              <a:rPr lang="en-US" sz="2800" dirty="0"/>
            </a:br>
            <a:r>
              <a:rPr lang="en-US" sz="2800" dirty="0"/>
              <a:t>he, my comfort, helps my soul.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Refrain:</a:t>
            </a:r>
          </a:p>
          <a:p>
            <a:pPr algn="ctr"/>
            <a:r>
              <a:rPr lang="en-US" sz="2800" dirty="0"/>
              <a:t>Hallelujah! what a Savior!</a:t>
            </a:r>
          </a:p>
          <a:p>
            <a:pPr algn="ctr"/>
            <a:r>
              <a:rPr lang="en-US" sz="2800" dirty="0"/>
              <a:t>Hallelujah, what a Friend!</a:t>
            </a:r>
          </a:p>
          <a:p>
            <a:pPr algn="ctr"/>
            <a:r>
              <a:rPr lang="en-US" sz="2800" dirty="0"/>
              <a:t>Saving, helping, keeping, loving,</a:t>
            </a:r>
          </a:p>
          <a:p>
            <a:pPr algn="ctr"/>
            <a:r>
              <a:rPr lang="en-US" sz="2800" dirty="0"/>
              <a:t>he is with me to the end.</a:t>
            </a:r>
            <a:endParaRPr lang="en-CA" sz="2800" dirty="0"/>
          </a:p>
          <a:p>
            <a:pPr algn="ctr"/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044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Jesus! what a guide and keeper!</a:t>
            </a:r>
            <a:br>
              <a:rPr lang="en-US" sz="2800" dirty="0"/>
            </a:br>
            <a:r>
              <a:rPr lang="en-US" sz="2800" dirty="0"/>
              <a:t>While the tempest still is high,</a:t>
            </a:r>
            <a:br>
              <a:rPr lang="en-US" sz="2800" dirty="0"/>
            </a:br>
            <a:r>
              <a:rPr lang="en-US" sz="2800" dirty="0"/>
              <a:t>storms about me, night </a:t>
            </a:r>
            <a:r>
              <a:rPr lang="en-US" sz="2800" dirty="0" err="1"/>
              <a:t>o'ertakes</a:t>
            </a:r>
            <a:r>
              <a:rPr lang="en-US" sz="2800" dirty="0"/>
              <a:t> me,</a:t>
            </a:r>
            <a:br>
              <a:rPr lang="en-US" sz="2800" dirty="0"/>
            </a:br>
            <a:r>
              <a:rPr lang="en-US" sz="2800" dirty="0"/>
              <a:t>he, my pilot, hears my cry.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Refrain:</a:t>
            </a:r>
          </a:p>
          <a:p>
            <a:pPr algn="ctr"/>
            <a:r>
              <a:rPr lang="en-US" sz="2800" dirty="0"/>
              <a:t>Hallelujah! what a Savior!</a:t>
            </a:r>
          </a:p>
          <a:p>
            <a:pPr algn="ctr"/>
            <a:r>
              <a:rPr lang="en-US" sz="2800" dirty="0"/>
              <a:t>Hallelujah, what a Friend!</a:t>
            </a:r>
          </a:p>
          <a:p>
            <a:pPr algn="ctr"/>
            <a:r>
              <a:rPr lang="en-US" sz="2800" dirty="0"/>
              <a:t>Saving, helping, keeping, loving,</a:t>
            </a:r>
          </a:p>
          <a:p>
            <a:pPr algn="ctr"/>
            <a:r>
              <a:rPr lang="en-US" sz="2800" dirty="0"/>
              <a:t>he is with me to the end.</a:t>
            </a:r>
            <a:endParaRPr lang="en-CA" sz="2800" dirty="0"/>
          </a:p>
          <a:p>
            <a:pPr algn="ctr"/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3034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Jesus! I do now receive him,</a:t>
            </a:r>
            <a:br>
              <a:rPr lang="en-US" sz="2800" dirty="0"/>
            </a:br>
            <a:r>
              <a:rPr lang="en-US" sz="2800" dirty="0"/>
              <a:t>more than all in him I find;</a:t>
            </a:r>
            <a:br>
              <a:rPr lang="en-US" sz="2800" dirty="0"/>
            </a:br>
            <a:r>
              <a:rPr lang="en-US" sz="2800" dirty="0"/>
              <a:t>he hath granted me forgiveness,</a:t>
            </a:r>
            <a:br>
              <a:rPr lang="en-US" sz="2800" dirty="0"/>
            </a:br>
            <a:r>
              <a:rPr lang="en-US" sz="2800" dirty="0"/>
              <a:t>I am his, and he is mine.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Refrain:</a:t>
            </a:r>
          </a:p>
          <a:p>
            <a:pPr algn="ctr"/>
            <a:r>
              <a:rPr lang="en-US" sz="2800" dirty="0"/>
              <a:t>Hallelujah! what a Savior!</a:t>
            </a:r>
          </a:p>
          <a:p>
            <a:pPr algn="ctr"/>
            <a:r>
              <a:rPr lang="en-US" sz="2800" dirty="0"/>
              <a:t>Hallelujah, what a Friend!</a:t>
            </a:r>
          </a:p>
          <a:p>
            <a:pPr algn="ctr"/>
            <a:r>
              <a:rPr lang="en-US" sz="2800" dirty="0"/>
              <a:t>Saving, helping, keeping, loving,</a:t>
            </a:r>
          </a:p>
          <a:p>
            <a:pPr algn="ctr"/>
            <a:r>
              <a:rPr lang="en-US" sz="2800" dirty="0"/>
              <a:t>he is with me to the end.</a:t>
            </a:r>
            <a:endParaRPr lang="en-CA" sz="2800" dirty="0"/>
          </a:p>
          <a:p>
            <a:pPr algn="ctr"/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6796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392</Words>
  <Application>Microsoft Office PowerPoint</Application>
  <PresentationFormat>Widescreen</PresentationFormat>
  <Paragraphs>44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#456 Jesus! What a Friend of Sinners!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#456 Jesus! What a Friend of Sinners!</dc:title>
  <dc:creator>Eric Hoogendoorn</dc:creator>
  <cp:lastModifiedBy>Eric Hoogendoorn</cp:lastModifiedBy>
  <cp:revision>1</cp:revision>
  <dcterms:created xsi:type="dcterms:W3CDTF">2020-06-19T22:51:39Z</dcterms:created>
  <dcterms:modified xsi:type="dcterms:W3CDTF">2020-06-19T22:52:11Z</dcterms:modified>
</cp:coreProperties>
</file>