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35910-E0DC-4446-BEB5-AE9E4A39E74C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FE135-DF2A-4C18-9782-E2CA198D7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42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DB08-BF1D-45E1-F279-482F90962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D454A-4685-0FBC-AD33-BE3A930C5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9256E-6796-F867-87CD-AD851A2D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91B5-7B62-4E10-8F22-A3B3FC65E41F}" type="datetime1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07A1C-4184-FB79-395A-45A6CE9A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A08C-7409-1360-D505-C0AE0975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8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DBB9-8C0A-D12C-73BE-8E0B7EB2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E1494-73F6-12BA-3D7E-EA02795B5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E74D4-2BED-5C9A-0D74-B183500B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E95-EED0-4321-8485-4837C85795C7}" type="datetime1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C4A29-6E57-C8D1-CA5E-7D469D68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C5D08-03D7-E97B-109F-271A2C57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4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77EE-0C3E-63E4-35AF-4BC91941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D3231-55F7-FE0B-0092-60B8E7EAB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884BA-03B7-DA22-9643-D3AC322F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F970-B32A-45BA-BBD1-707E01BF822F}" type="datetime1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6C38B-511A-F28A-F690-343835AB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86688-C927-6A4E-7EA3-A172B31E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9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7404-2492-3983-4486-75B5A86C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1CCD5-0506-C316-9379-B8E01AB8B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1E417-F100-A9D8-9640-F4DDF662F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1C8C9-8879-E18A-1FEE-F7C138A2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1F671-5358-4CB7-B747-12987974DC02}" type="datetime1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52994-202F-F8D7-711B-6A87FAB2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F8062-3197-E8EC-0CFF-1366A8CB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44EC-4672-1A6B-326F-AA56800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42A31-6022-4E70-59D5-7FDB4BAB7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5EB5F-3897-F5CD-122E-5B9D76615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6D6E1-DF2D-E4D2-8759-7934C2066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279F8-5927-6AA3-BDB9-8500BCF7E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FECBD-3526-F750-C738-82FA839F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62A-61BE-4CA8-A162-E54E6D0ED8FD}" type="datetime1">
              <a:rPr lang="en-US" smtClean="0"/>
              <a:t>12/21/2024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26A72-03DE-1F71-BE4E-20416F42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4FCAC-6EA5-0E7A-27FD-881DE895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BADB-8B4B-1C3E-C1B3-4FA98260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A149C-CCA2-6522-E4C3-970849C1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F84F0-9F33-4A60-8960-13122C0DAF06}" type="datetime1">
              <a:rPr lang="en-US" smtClean="0"/>
              <a:t>12/21/2024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43F35-7666-C9FD-9887-8F5083C3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E61BF-84C5-984C-943A-DA34E270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2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7A852-7CAD-B01E-710C-4BBEE9B3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A65E-9BB8-4FAB-93C9-A0B91474CA7F}" type="datetime1">
              <a:rPr lang="en-US" smtClean="0"/>
              <a:t>12/21/2024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82649-47F7-E974-42A9-53F9C548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6220A-576A-6E29-7211-0BB88D4C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8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78AF-7F7E-6C2F-1190-90ACB2F1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9E8E-68C6-0240-7298-19E8DCF75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65C2-F367-2DD7-F33E-AA2942A92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EE76F-40D4-35D2-B4D4-996F270C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DC538-615F-4304-9FC6-8AAB098084AE}" type="datetime1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76337-50B6-A0A3-85A5-E7EEAABD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BF49C-9667-AB04-953B-580B43AD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2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CA1E-99AB-0B9F-7869-A89FC623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A63055-8A58-5ECE-3099-4A4EF22DF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29A2A-437F-DE78-6BD6-ABDFD4210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80288-AC17-15FB-A8AE-0F29A935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09DD-A270-4944-AF90-13B8E7C03F11}" type="datetime1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B6CA6-69AD-58D7-9CB0-00DD2E84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38AD8-5892-CE2B-9137-C8F1A4A8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3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9FD4-9458-75E2-1D2C-2A5D7772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3D45F-5236-2AB4-7B00-99EA5537A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DB241-205E-149A-3C26-B933AD2A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B4F2-03C9-413B-892A-1E617FCDCAAE}" type="datetime1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40DA-5C7B-9568-7A1C-8B22C57F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78ED6-AC5A-E828-EA44-73F46DBE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2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23F02-4D60-8B86-B6A7-07008CD896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68988-F157-E1B2-BD53-658CA4168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9794-CEBA-BE40-C5B6-B9ED8514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90908-C05C-456D-8B4C-72F02D707328}" type="datetime1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0ABA-9C15-56FF-340A-B65529BD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60D9D-AC32-5020-8BC4-3A5BAEE5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64FF1-5A75-0928-81A9-D8DF7CBE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E556-D72B-79B2-9234-76E734ADD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7E11E-6590-3D07-8243-8FD5A89FF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EF040-C597-409F-A7F4-92CE78958FAA}" type="datetime1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66E4A-A29E-EB27-FBEE-972E4311C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D57B6-CDD3-AA33-2B35-49D3DFB2A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E532-226E-47F5-97F3-2184FD40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9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2E89-4378-0768-B0EE-F03A193C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#268 Of The Father’s Love Begotten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D1122-610A-6A7F-4599-5CBB21BBD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Of the Father's love begotten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ere the worlds began to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is Alpha and Omega,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the Source, the Ending he,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the things that are, that have been,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that future years shall see,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evermore and evermore!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25D0D-A2B5-563D-F717-D2FAE601E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415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CC33-C971-0CB0-5DB0-03B28535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A47C4-BD22-9D12-8FEB-DDB2774C1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O that birth forever blessed, </a:t>
            </a:r>
          </a:p>
          <a:p>
            <a:pPr marL="0" indent="0" algn="ctr">
              <a:buNone/>
            </a:pPr>
            <a:r>
              <a:rPr lang="en-US" dirty="0"/>
              <a:t>when the Virgin, full of grace</a:t>
            </a:r>
          </a:p>
          <a:p>
            <a:pPr marL="0" indent="0" algn="ctr">
              <a:buNone/>
            </a:pPr>
            <a:r>
              <a:rPr lang="en-US" dirty="0"/>
              <a:t>By the holy Ghost conceiving,</a:t>
            </a:r>
          </a:p>
          <a:p>
            <a:pPr marL="0" indent="0" algn="ctr">
              <a:buNone/>
            </a:pPr>
            <a:r>
              <a:rPr lang="en-US" dirty="0"/>
              <a:t>Bore the Savior of our race;</a:t>
            </a:r>
          </a:p>
          <a:p>
            <a:pPr marL="0" indent="0" algn="ctr">
              <a:buNone/>
            </a:pPr>
            <a:r>
              <a:rPr lang="en-US" dirty="0"/>
              <a:t>And the babe, the World’s Redeemer,</a:t>
            </a:r>
          </a:p>
          <a:p>
            <a:pPr marL="0" indent="0" algn="ctr">
              <a:buNone/>
            </a:pPr>
            <a:r>
              <a:rPr lang="en-US" dirty="0"/>
              <a:t>First revealed his sacred face,</a:t>
            </a:r>
          </a:p>
          <a:p>
            <a:pPr marL="0" indent="0" algn="ctr">
              <a:buNone/>
            </a:pPr>
            <a:r>
              <a:rPr lang="en-US" dirty="0"/>
              <a:t>Evermore and evermore.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7FDBE-10F0-E40C-F1A2-697C7F87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420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FC4D-188A-127B-1B75-34241B86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36F66-9E02-52B4-C0E9-A3A488C52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This is he whom </a:t>
            </a:r>
            <a:r>
              <a:rPr lang="en-US" dirty="0" err="1"/>
              <a:t>heav’n</a:t>
            </a:r>
            <a:r>
              <a:rPr lang="en-US" dirty="0"/>
              <a:t>-taught </a:t>
            </a:r>
          </a:p>
          <a:p>
            <a:pPr marL="0" indent="0" algn="ctr">
              <a:buNone/>
            </a:pPr>
            <a:r>
              <a:rPr lang="en-US" dirty="0"/>
              <a:t>singers sang of old with one accord.</a:t>
            </a:r>
          </a:p>
          <a:p>
            <a:pPr marL="0" indent="0" algn="ctr">
              <a:buNone/>
            </a:pPr>
            <a:r>
              <a:rPr lang="en-US" dirty="0"/>
              <a:t>Whom the Scriptures of the prophets </a:t>
            </a:r>
          </a:p>
          <a:p>
            <a:pPr marL="0" indent="0" algn="ctr">
              <a:buNone/>
            </a:pPr>
            <a:r>
              <a:rPr lang="en-US" dirty="0"/>
              <a:t>promised in their faithful word;</a:t>
            </a:r>
          </a:p>
          <a:p>
            <a:pPr marL="0" indent="0" algn="ctr">
              <a:buNone/>
            </a:pPr>
            <a:r>
              <a:rPr lang="en-US" dirty="0"/>
              <a:t>Now he shines, the long expected;</a:t>
            </a:r>
          </a:p>
          <a:p>
            <a:pPr marL="0" indent="0" algn="ctr">
              <a:buNone/>
            </a:pPr>
            <a:r>
              <a:rPr lang="en-US" dirty="0"/>
              <a:t>Let creation praise its Lord</a:t>
            </a:r>
          </a:p>
          <a:p>
            <a:pPr marL="0" indent="0" algn="ctr">
              <a:buNone/>
            </a:pPr>
            <a:r>
              <a:rPr lang="en-US" dirty="0"/>
              <a:t>Evermore and evermore!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C1C57-EFE6-0848-747C-7DCE1CB7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4760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9DA3-7D87-B74B-EB0F-5CA90629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276B-6FEB-8905-9917-488E829FA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O ye heights of </a:t>
            </a:r>
            <a:r>
              <a:rPr lang="en-US" dirty="0" err="1"/>
              <a:t>heav’n</a:t>
            </a:r>
            <a:r>
              <a:rPr lang="en-US" dirty="0"/>
              <a:t>, adore him;</a:t>
            </a:r>
          </a:p>
          <a:p>
            <a:pPr marL="0" indent="0" algn="ctr">
              <a:buNone/>
            </a:pPr>
            <a:r>
              <a:rPr lang="en-US" dirty="0"/>
              <a:t>Angels hosts, his praises sing:</a:t>
            </a:r>
          </a:p>
          <a:p>
            <a:pPr marL="0" indent="0" algn="ctr">
              <a:buNone/>
            </a:pPr>
            <a:r>
              <a:rPr lang="en-US" dirty="0"/>
              <a:t>All dominions, how before </a:t>
            </a:r>
            <a:r>
              <a:rPr lang="en-US"/>
              <a:t>him </a:t>
            </a:r>
          </a:p>
          <a:p>
            <a:pPr marL="0" indent="0" algn="ctr">
              <a:buNone/>
            </a:pPr>
            <a:r>
              <a:rPr lang="en-US"/>
              <a:t>and </a:t>
            </a:r>
            <a:r>
              <a:rPr lang="en-US" dirty="0"/>
              <a:t>extol our God and King;</a:t>
            </a:r>
          </a:p>
          <a:p>
            <a:pPr marL="0" indent="0" algn="ctr">
              <a:buNone/>
            </a:pPr>
            <a:r>
              <a:rPr lang="en-US" dirty="0"/>
              <a:t>Let no tongue on earth be silent,</a:t>
            </a:r>
          </a:p>
          <a:p>
            <a:pPr marL="0" indent="0" algn="ctr">
              <a:buNone/>
            </a:pPr>
            <a:r>
              <a:rPr lang="en-US" dirty="0" err="1"/>
              <a:t>Ev’ry</a:t>
            </a:r>
            <a:r>
              <a:rPr lang="en-US" dirty="0"/>
              <a:t> voice in concert ring,</a:t>
            </a:r>
          </a:p>
          <a:p>
            <a:pPr marL="0" indent="0" algn="ctr">
              <a:buNone/>
            </a:pPr>
            <a:r>
              <a:rPr lang="en-US" dirty="0"/>
              <a:t>Evermore and evermore.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15E9C-ACDA-ADD3-F959-B1AEF3F6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1200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A4A99-EDF8-27AF-B937-9E3BD7D85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Christ, to thee, with God the Father,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and, O Holy Ghost,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hymn and chant and high thanksgiving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unwearied praises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honor, glory, and dominion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eternal victory,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evermore and evermore!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AF587-2D33-3E18-31EA-091D9D51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04644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296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#268 Of The Father’s Love Begotten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#268 Of The Father’s Love Begotten</dc:title>
  <dc:creator>Neil Tuininga</dc:creator>
  <cp:lastModifiedBy>Neil Tuininga</cp:lastModifiedBy>
  <cp:revision>2</cp:revision>
  <dcterms:created xsi:type="dcterms:W3CDTF">2023-11-24T18:36:52Z</dcterms:created>
  <dcterms:modified xsi:type="dcterms:W3CDTF">2024-12-21T18:39:42Z</dcterms:modified>
</cp:coreProperties>
</file>