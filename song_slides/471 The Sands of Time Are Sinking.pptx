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8B7B-E175-41D0-A2C0-F2FA32926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74A55-469C-4817-BA28-9AD4461B8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E4820-9CA4-4E27-B4B6-579E5802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51229-08D7-4005-9FA3-B827811A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72E2A-3421-498C-B813-45888B10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9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4C53-8D6C-4AEA-910A-242D65BA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6E801-2F20-4051-98B5-7A0066D8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86AB-3B80-4A6D-A44F-64C35BE5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0523F-AAF4-458E-A0A0-D8E1F4A2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32C9A-CAEE-4378-9090-85E9B416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0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D76C-C7E0-4ECD-B93A-DA384DF6D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3D328-509A-4CC0-803D-4456ABAC0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F68E-4EC7-4B22-BA05-6946E5B3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C6B92-2B3F-487C-9FC0-019976B9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CBE9D-9F7D-43D1-A56E-23864776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8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3168-8FE3-46EA-B000-B6C512B7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CB9A-9DE1-4FE5-997D-C86C75332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DF4A6-8D44-4B9C-9958-FBAA65B1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19139-4CE0-43D1-A774-A963469B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47878-89BD-4B37-8C29-C041D481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2D50-A0E0-4DF0-8895-C432FFAD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6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8267-D230-43D2-9768-9B79ED6E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8F7E0-30E5-4D15-873E-45B1DFB36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6E63-4BD5-4C79-9302-E077B9F13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3EC79-934E-4F41-BD3B-AA7D150E7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7774E-EE87-475A-965E-D626B40CF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5AE14-95F5-43F3-AD78-AF55E5F18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4BA7A-1C6C-4185-BDB5-5D608310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C130D6-BF22-4866-916F-E50DFFB4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0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3C86-0AD8-4658-BB25-12F42A0B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37EBB-267B-4B4E-A8C7-D3396E6F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C1EC7-CCF0-45E5-8C61-C3F72DDB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09642-AD79-42A8-99EC-7125F9C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7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65C63-20F1-4392-8491-83A79BA2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E966E-4021-4ACB-839C-E5D1D431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82040-9057-4CCB-9508-07CC6EBB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7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F877-6301-4557-8C7F-313B911E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5649-E41D-43F4-89B7-A1ECCC27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A4D87-D5B5-45CF-86BB-33F7F4FF7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89291-86C7-4369-A82C-9D7CAA6D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09260-35A4-4146-BF43-A7358CA7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3B936-D1AE-45D7-AB52-1D6EF608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7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3E13-B36A-4733-98E8-58CCD213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B5BBEC-D7AC-4F29-9222-E28BF3682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545C1-E8A3-42DC-AD88-7DA8ACD38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3C794-2EB4-4DDB-9437-C002C6ED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08036-01B2-49A6-B42A-5D491D2F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8FF84-73F3-4972-BF9F-4700A160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3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2A286-E57C-4947-872B-7C7AB644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66880-E6BA-418F-86DE-701F3A556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1510-B00F-4034-9B2B-361B8CC5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0278-3FA3-4746-923E-4BC6D6FE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46A6B-315E-43A4-932D-68A1A28C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3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54689-BC53-4C43-BFA6-4875B94AE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2E82E-9942-451E-948F-DC61A9E0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47677-466D-4A1A-B57C-B270A210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341B-9153-4084-8D28-6B328A25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91AD1-8D8C-43D1-9CC5-7E191C2D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2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7EE6E-B6FA-4250-9625-A54C93A5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1818F-2FA3-4FDF-BF7D-1BADB05D9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3CEC-7FAF-4212-AF8A-E3D56C6F5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1A0EE-1C90-4B4C-9F60-33E8AC4CEF42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1695-D3AC-4720-A97D-D0D0FB8D2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FC3D6-4D27-4A27-A981-A6CA2253C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FEF21-D99A-4DD5-A831-3DCF9E7C7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6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The sands of time are sinking,</a:t>
            </a:r>
            <a:br>
              <a:rPr lang="en-US" sz="2800" dirty="0"/>
            </a:br>
            <a:r>
              <a:rPr lang="en-US" sz="2800" dirty="0"/>
              <a:t>the dawn of heaven breaks,</a:t>
            </a:r>
            <a:br>
              <a:rPr lang="en-US" sz="2800" dirty="0"/>
            </a:br>
            <a:r>
              <a:rPr lang="en-US" sz="2800" dirty="0"/>
              <a:t>the summer morn I've sighed for,</a:t>
            </a:r>
            <a:br>
              <a:rPr lang="en-US" sz="2800" dirty="0"/>
            </a:br>
            <a:r>
              <a:rPr lang="en-US" sz="2800" dirty="0"/>
              <a:t>the fair sweet morn awakes;</a:t>
            </a:r>
            <a:br>
              <a:rPr lang="en-US" sz="2800" dirty="0"/>
            </a:br>
            <a:r>
              <a:rPr lang="en-US" sz="2800" dirty="0"/>
              <a:t>dark, dark hath been the midnight,</a:t>
            </a:r>
            <a:br>
              <a:rPr lang="en-US" sz="2800" dirty="0"/>
            </a:br>
            <a:r>
              <a:rPr lang="en-US" sz="2800" dirty="0"/>
              <a:t>but dayspring is at hand,</a:t>
            </a:r>
            <a:br>
              <a:rPr lang="en-US" sz="2800" dirty="0"/>
            </a:br>
            <a:r>
              <a:rPr lang="en-US" sz="2800" dirty="0"/>
              <a:t>and glory, glory dwelleth</a:t>
            </a:r>
            <a:br>
              <a:rPr lang="en-US" sz="2800" dirty="0"/>
            </a:br>
            <a:r>
              <a:rPr lang="en-US" sz="2800" dirty="0"/>
              <a:t>in Emmanuel's land.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#471 The Sands of Time Are Sinking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The King there in his beauty</a:t>
            </a:r>
            <a:br>
              <a:rPr lang="en-US" sz="2800" dirty="0"/>
            </a:br>
            <a:r>
              <a:rPr lang="en-US" sz="2800" dirty="0"/>
              <a:t>without a veil is seen;</a:t>
            </a:r>
            <a:br>
              <a:rPr lang="en-US" sz="2800" dirty="0"/>
            </a:br>
            <a:r>
              <a:rPr lang="en-US" sz="2800" dirty="0"/>
              <a:t>it were a well-spent journey,</a:t>
            </a:r>
            <a:br>
              <a:rPr lang="en-US" sz="2800" dirty="0"/>
            </a:br>
            <a:r>
              <a:rPr lang="en-US" sz="2800" dirty="0"/>
              <a:t>though </a:t>
            </a:r>
            <a:r>
              <a:rPr lang="en-US" sz="2800" dirty="0" err="1"/>
              <a:t>sev'n</a:t>
            </a:r>
            <a:r>
              <a:rPr lang="en-US" sz="2800" dirty="0"/>
              <a:t> deaths lay between:</a:t>
            </a:r>
            <a:br>
              <a:rPr lang="en-US" sz="2800" dirty="0"/>
            </a:br>
            <a:r>
              <a:rPr lang="en-US" sz="2800" dirty="0"/>
              <a:t>the Lamb with his fair army</a:t>
            </a:r>
            <a:br>
              <a:rPr lang="en-US" sz="2800" dirty="0"/>
            </a:br>
            <a:r>
              <a:rPr lang="en-US" sz="2800" dirty="0"/>
              <a:t>doth on Mount Zion stand,</a:t>
            </a:r>
            <a:br>
              <a:rPr lang="en-US" sz="2800" dirty="0"/>
            </a:br>
            <a:r>
              <a:rPr lang="en-US" sz="2800" dirty="0"/>
              <a:t>and glory, glory dwelleth</a:t>
            </a:r>
            <a:br>
              <a:rPr lang="en-US" sz="2800" dirty="0"/>
            </a:br>
            <a:r>
              <a:rPr lang="en-US" sz="2800" dirty="0"/>
              <a:t>in Emmanuel's land.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Christ, he is the fountain,</a:t>
            </a:r>
            <a:br>
              <a:rPr lang="en-US" sz="2800" dirty="0"/>
            </a:br>
            <a:r>
              <a:rPr lang="en-US" sz="2800" dirty="0"/>
              <a:t>the deep sweet well of love!</a:t>
            </a:r>
            <a:br>
              <a:rPr lang="en-US" sz="2800" dirty="0"/>
            </a:br>
            <a:r>
              <a:rPr lang="en-US" sz="2800" dirty="0"/>
              <a:t>The streams on earth I've tasted,</a:t>
            </a:r>
            <a:br>
              <a:rPr lang="en-US" sz="2800" dirty="0"/>
            </a:br>
            <a:r>
              <a:rPr lang="en-US" sz="2800" dirty="0"/>
              <a:t>more deep I'll drink above:</a:t>
            </a:r>
            <a:br>
              <a:rPr lang="en-US" sz="2800" dirty="0"/>
            </a:br>
            <a:r>
              <a:rPr lang="en-US" sz="2800" dirty="0"/>
              <a:t>there to an ocean fullness</a:t>
            </a:r>
            <a:br>
              <a:rPr lang="en-US" sz="2800" dirty="0"/>
            </a:br>
            <a:r>
              <a:rPr lang="en-US" sz="2800" dirty="0"/>
              <a:t>his mercy doth expand,</a:t>
            </a:r>
            <a:br>
              <a:rPr lang="en-US" sz="2800" dirty="0"/>
            </a:br>
            <a:r>
              <a:rPr lang="en-US" sz="2800" dirty="0"/>
              <a:t>and glory, glory dwelleth</a:t>
            </a:r>
            <a:br>
              <a:rPr lang="en-US" sz="2800" dirty="0"/>
            </a:br>
            <a:r>
              <a:rPr lang="en-US" sz="2800" dirty="0"/>
              <a:t>in Emmanuel's land.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The bride eyes not her garment,</a:t>
            </a:r>
            <a:br>
              <a:rPr lang="en-US" sz="2800" dirty="0"/>
            </a:br>
            <a:r>
              <a:rPr lang="en-US" sz="2800" dirty="0"/>
              <a:t>but her dear bridegroom's face;</a:t>
            </a:r>
            <a:br>
              <a:rPr lang="en-US" sz="2800" dirty="0"/>
            </a:br>
            <a:r>
              <a:rPr lang="en-US" sz="2800" dirty="0"/>
              <a:t>I will not gaze at glory,</a:t>
            </a:r>
            <a:br>
              <a:rPr lang="en-US" sz="2800" dirty="0"/>
            </a:br>
            <a:r>
              <a:rPr lang="en-US" sz="2800" dirty="0"/>
              <a:t>but on my King of grace;</a:t>
            </a:r>
            <a:br>
              <a:rPr lang="en-US" sz="2800" dirty="0"/>
            </a:br>
            <a:r>
              <a:rPr lang="en-US" sz="2800" dirty="0"/>
              <a:t>not at the crown he </a:t>
            </a:r>
            <a:r>
              <a:rPr lang="en-US" sz="2800" dirty="0" err="1"/>
              <a:t>gifteth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but on his </a:t>
            </a:r>
            <a:r>
              <a:rPr lang="en-US" sz="2800" dirty="0" err="1"/>
              <a:t>piercèd</a:t>
            </a:r>
            <a:r>
              <a:rPr lang="en-US" sz="2800" dirty="0"/>
              <a:t> hand:</a:t>
            </a:r>
            <a:br>
              <a:rPr lang="en-US" sz="2800" dirty="0"/>
            </a:br>
            <a:r>
              <a:rPr lang="en-US" sz="2800" dirty="0"/>
              <a:t>the Lamb is all the glory</a:t>
            </a:r>
            <a:br>
              <a:rPr lang="en-US" sz="2800" dirty="0"/>
            </a:br>
            <a:r>
              <a:rPr lang="en-US" sz="2800" dirty="0"/>
              <a:t>of Emmanuel's land.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32660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2020-08-22T14:03:12Z</dcterms:created>
  <dcterms:modified xsi:type="dcterms:W3CDTF">2020-08-22T14:05:07Z</dcterms:modified>
</cp:coreProperties>
</file>