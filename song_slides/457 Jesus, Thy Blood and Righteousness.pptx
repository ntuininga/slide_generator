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00" r:id="rId5"/>
    <p:sldId id="3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C33A-CB27-4E81-B753-21817EDEC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8C498-AC23-4BC7-9BC0-103D4B7D6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4FA8-E02C-4728-9685-CE1336D5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928BD-2BAB-4E6E-8708-40D6607A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B89E4-44B5-4C07-A12F-902FDFDD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5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4A59-BCCA-4923-9D3C-D8E6177F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8EAB7-E4AF-4E81-828E-99E91BF33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C89F6-48FE-40B0-BF71-E3AC8B18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8AF9-C2A4-4027-AF62-C119AB2E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5444-7AD0-4EF4-8C84-8BDB4933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0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4A27-46A8-445A-B67A-8D48FC44B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CFBFE-E73B-4182-BC37-6E2EDCD61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7C28A-A0CC-4BA2-B8FC-46854844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16DBE-A25D-492E-8D76-EEC8BA6A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38D9-0754-42D9-B8D4-CC92AA07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5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54E2-A3D7-4978-AE26-6AB3E1E7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5E845-128E-455B-9477-EC88CB80A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24D70-4171-400D-A8A1-3F64CFA8D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35FCA-BF3D-4CCD-9302-FD5FC0A3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3D983-6A34-4ACE-8434-289A9EA3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DCFCB-F9D3-4AA4-9BC9-53AB70E5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2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AE1A-EE8F-49CA-A29C-7A1EF1147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779B3-1BF0-4BE9-8C53-D13AEE9DB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110C6-BE0C-4A95-B453-2AD177C14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375BB-8F5A-4943-A765-CFFB00502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CDF7E-36EB-42EB-BFAD-8B3964155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E85C3-24B9-45EC-B82B-71073538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4BAEC-DB9E-4F3B-9681-3BEE6CC9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4DF39-AD81-49C1-815B-B96DD8F1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4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B08F-7EE0-4790-BA52-FD0C2532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5BC9B-5126-4A2C-9B2D-E21175BA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49CB3-93C3-4BB4-A2BC-DC07E590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4B2C0-329C-4392-8BB4-48E30D53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7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FCDD1-0C0E-4CB0-A7C2-EF137900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255A0-23E8-4183-83A1-1CE3B08B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13E5E-7E88-4302-80D1-F2D5E76C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7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869C-0882-4772-95F9-98C85CB4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83C1-1C7B-44CA-8A5B-82F2D81A8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D355F-265C-44BC-8874-A63B2FEF7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5072A-9476-49C6-9F2B-227E84CC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B858E-B429-4FF5-9DA2-75962F3D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0F628-7587-4171-BC62-FFAF9DFB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3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6724-A8D4-4637-9374-CAB9F1E4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FF54F-ED84-4170-B5B4-02579FFDC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DB813-55B9-4B0D-9D90-27F0DC856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78586-EA83-4844-9961-C6E7D339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62A02-4B3C-4F82-8D04-4B6D5B84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78AED-17BC-45C6-9181-4FE3FE33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3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2098-E52B-4952-B984-643210D9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01953-CF8E-4791-89DB-940A2B0B0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C1C8D-849D-4D83-A1AF-B8676C4E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D66C-7F00-40C0-B031-A0657DB0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26BF7-C63D-4718-A8FE-CD8E5704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6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513C7-3653-4A63-86E8-AE0ED76098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47970-095E-4437-9A47-4FB73ECD0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8FFB7-7F58-4439-8C3F-B5EBFBC8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A3EB0-272C-44BB-B176-DBAA2F3BB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62F3-3BEA-415A-B1FE-913E7C59A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2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638EC-9D88-4188-8B08-ADD0A02BF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6FCE9-FAB1-4819-84FA-F3B1DBDE5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B2B10-0891-4221-B0E0-F999D0626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5AC35-9CA7-4130-B9E6-A2FF1060D2A9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D9FC6-39B3-4FBD-B4A3-BCE449E51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94FE-722B-4BDA-928D-6715F590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C4EC3-4242-4597-AA7D-F476C7E6E4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3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Jesus, thy blood and righteousness</a:t>
            </a:r>
            <a:br>
              <a:rPr lang="en-US" sz="2800" dirty="0"/>
            </a:br>
            <a:r>
              <a:rPr lang="en-US" sz="2800" dirty="0"/>
              <a:t>my beauty are, my glorious dress;</a:t>
            </a:r>
            <a:br>
              <a:rPr lang="en-US" sz="2800" dirty="0"/>
            </a:br>
            <a:r>
              <a:rPr lang="en-US" sz="2800" dirty="0"/>
              <a:t>'midst flaming worlds, in these arrayed,</a:t>
            </a:r>
            <a:br>
              <a:rPr lang="en-US" sz="2800" dirty="0"/>
            </a:br>
            <a:r>
              <a:rPr lang="en-US" sz="2800" dirty="0"/>
              <a:t>with joy shall I lift up my head.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#457 Jesus, Thy Blood and Righteousness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Bold shall I stand in thy great day;</a:t>
            </a:r>
            <a:br>
              <a:rPr lang="en-US" sz="2800" dirty="0"/>
            </a:br>
            <a:r>
              <a:rPr lang="en-US" sz="2800" dirty="0"/>
              <a:t>for who aught to my charge shall lay?</a:t>
            </a:r>
            <a:br>
              <a:rPr lang="en-US" sz="2800" dirty="0"/>
            </a:br>
            <a:r>
              <a:rPr lang="en-US" sz="2800" dirty="0"/>
              <a:t>Fully absolved through these I am</a:t>
            </a:r>
            <a:br>
              <a:rPr lang="en-US" sz="2800" dirty="0"/>
            </a:br>
            <a:r>
              <a:rPr lang="en-US" sz="2800" dirty="0"/>
              <a:t>from sin and fear, from guilt and shame.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When from the dust of death I rise</a:t>
            </a:r>
            <a:br>
              <a:rPr lang="en-US" sz="2800" dirty="0"/>
            </a:br>
            <a:r>
              <a:rPr lang="en-US" sz="2800" dirty="0"/>
              <a:t>to claim my mansion in the skies,</a:t>
            </a:r>
            <a:br>
              <a:rPr lang="en-US" sz="2800" dirty="0"/>
            </a:br>
            <a:r>
              <a:rPr lang="en-US" sz="2800" dirty="0" err="1"/>
              <a:t>e'en</a:t>
            </a:r>
            <a:r>
              <a:rPr lang="en-US" sz="2800" dirty="0"/>
              <a:t> then this shall be all my plea,</a:t>
            </a:r>
            <a:br>
              <a:rPr lang="en-US" sz="2800" dirty="0"/>
            </a:br>
            <a:r>
              <a:rPr lang="en-US" sz="2800" dirty="0"/>
              <a:t>Jesus hath lived, hath died, for me.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Jesus, be endless praise to thee,</a:t>
            </a:r>
            <a:br>
              <a:rPr lang="en-US" sz="2800" dirty="0"/>
            </a:br>
            <a:r>
              <a:rPr lang="en-US" sz="2800" dirty="0"/>
              <a:t>whose boundless mercy hath for me,</a:t>
            </a:r>
            <a:br>
              <a:rPr lang="en-US" sz="2800" dirty="0"/>
            </a:br>
            <a:r>
              <a:rPr lang="en-US" sz="2800" dirty="0"/>
              <a:t>for me a full atonement made,</a:t>
            </a:r>
            <a:br>
              <a:rPr lang="en-US" sz="2800" dirty="0"/>
            </a:br>
            <a:r>
              <a:rPr lang="en-US" sz="2800" dirty="0"/>
              <a:t>an everlasting ransom paid.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3266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 </a:t>
            </a:r>
            <a:r>
              <a:rPr lang="en-US" sz="2800" dirty="0"/>
              <a:t>O let the dead now hear thy voice;</a:t>
            </a:r>
            <a:br>
              <a:rPr lang="en-US" sz="2800" dirty="0"/>
            </a:br>
            <a:r>
              <a:rPr lang="en-US" sz="2800" dirty="0"/>
              <a:t>now bid thy banished ones rejoice;</a:t>
            </a:r>
            <a:br>
              <a:rPr lang="en-US" sz="2800" dirty="0"/>
            </a:br>
            <a:r>
              <a:rPr lang="en-US" sz="2800" dirty="0"/>
              <a:t>their beauty this, their glorious dress,</a:t>
            </a:r>
            <a:br>
              <a:rPr lang="en-US" sz="2800" dirty="0"/>
            </a:br>
            <a:r>
              <a:rPr lang="en-US" sz="2800" dirty="0"/>
              <a:t>Jesus, thy blood and righteousness.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70721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2020-08-29T15:44:21Z</dcterms:created>
  <dcterms:modified xsi:type="dcterms:W3CDTF">2020-08-29T15:44:42Z</dcterms:modified>
</cp:coreProperties>
</file>