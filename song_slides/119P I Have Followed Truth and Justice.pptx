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96A8-63FB-49D5-B77A-D653A0EDC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C3EF0-B26F-4024-9B8E-B7395171A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540D3-F379-4A0B-AF84-D35D8736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CA71D-27ED-47B3-A91C-341EFA4B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98394-A3F0-4D5B-A089-B70AFEFC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4F21-E61C-4BD0-9FCC-975598975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AAEE4-854D-4DA8-BFB6-B79FA5F6A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68EA5-ADC5-4994-9C55-FC84E535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407D1-A6A9-4E46-B549-C24C11AD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BB47E-A445-4BBE-835D-FE78BD81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4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19C4-2396-4679-B716-F4C0CC18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3D29D-FD88-4000-B795-E8071422E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2EB8C-6604-4832-A6DA-043BD3B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0CD94-3C19-4B9E-ABDF-1AE7838D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E9C7-B10C-4123-BCFF-9324A2C8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8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3631-493A-40C3-BF4F-FA9EC40B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9DCE6-D585-490A-AB74-A54323B86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D302B-0CB7-4562-8DC8-D1A6166D9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20E01-C01A-4268-B3DD-BE82A912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8BDEA-1173-4D4C-A082-A361820B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856B6-B4BD-4CFE-9383-BC6AAB1D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191D-DBAB-46F0-9A55-94675A2EA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A612A-4BC9-4A07-A685-E54491893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19A10-A82A-4A16-8A25-AB283345B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471BB-426F-4079-A6F3-E1E9A0C09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C2703-A29B-47B2-8F6D-4483F2F21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E7A8A-368D-42C8-8A11-98039CF6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5481E-6B43-4ABC-BC69-E8040812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E4DEFF-FA8D-468E-940C-83CAC000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8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8D03-4C95-4856-93BC-84FC1D56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DAE62-9F02-4357-9D7D-79CF4F2C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60A86-5799-40A0-954F-68D46DF1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CD295-EC23-40DB-8A43-9373D93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243C0-EAD7-4C2E-9D8B-7E223807D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1DAF0-3715-4AD8-9CC4-F7B2A6CE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E30AC-8113-4C8A-918C-4CC7FC34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4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B787-88B1-491E-804B-B09F3ADA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C9094-B43E-4AE6-BB23-026D55896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033D5-DADC-4BB4-9085-C12D2E355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A091C-4C3A-4FBE-A83F-9A67ACFF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C0AE5-5378-402A-A3FF-23C91534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3D03E-3C6C-448D-84E4-7B92F220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0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7E43-E6DB-4865-9590-F1BEF0E1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06601A-FEE7-434A-968A-1E5BAD981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301E5-9772-4989-A609-E72513217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D2773-4535-42CE-A16F-CC9C9C03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019A1-78D6-4C7C-A3AC-019EF7E5B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EB4AC-839F-4280-8763-F0AAD5B6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7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7E82-A39B-472A-A166-4CCF114CD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F9861-8182-4E14-B503-FE0396033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ECF49-E45E-4451-B831-6617BC27C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9DBE0-93B3-401A-A3F8-7625AF85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07D40-FCE6-4BFE-9E68-8831FF3A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9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BFE7CD-1EAC-42ED-9381-6C14832B6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522BB-8307-44C1-AFEA-10D95A978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86BF-0812-4B86-98F6-C1697552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D6D16-7AEC-4A61-A807-38D39A55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7A1-1F59-4687-A19D-0E750FB0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77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F35838-D665-43B2-9660-CCA1E35A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C377B-0587-4E07-887E-A62ADFFCE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86700-0E4F-4D41-AE3F-3B6720CE8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4D807-3B33-4A8B-A2A8-1E792A4BCB9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95A8B-0B7B-4AD1-B793-433B95477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D4F4A-BE1E-48B5-B355-C68659951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141EB-B534-46FC-A2E3-C9EA6563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3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845562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I have followed truth and justice;</a:t>
            </a:r>
          </a:p>
          <a:p>
            <a:pPr algn="ctr"/>
            <a:r>
              <a:rPr lang="en-US" sz="2800" dirty="0"/>
              <a:t>leave me not in deep distress;</a:t>
            </a:r>
          </a:p>
          <a:p>
            <a:pPr algn="ctr"/>
            <a:r>
              <a:rPr lang="en-US" sz="2800" dirty="0"/>
              <a:t>be my help and my protection,</a:t>
            </a:r>
          </a:p>
          <a:p>
            <a:pPr algn="ctr"/>
            <a:r>
              <a:rPr lang="en-US" sz="2800" dirty="0"/>
              <a:t>let the proud no more oppress.</a:t>
            </a:r>
          </a:p>
          <a:p>
            <a:pPr algn="ctr"/>
            <a:r>
              <a:rPr lang="en-US" sz="2800" dirty="0"/>
              <a:t>For your word and your salvation,</a:t>
            </a:r>
          </a:p>
          <a:p>
            <a:pPr algn="ctr"/>
            <a:r>
              <a:rPr lang="en-US" sz="2800" dirty="0"/>
              <a:t>LORD, my eyes with longing fail;</a:t>
            </a:r>
          </a:p>
          <a:p>
            <a:pPr algn="ctr"/>
            <a:r>
              <a:rPr lang="en-US" sz="2800" dirty="0"/>
              <a:t>teach your statutes to your servant,</a:t>
            </a:r>
          </a:p>
          <a:p>
            <a:pPr algn="ctr"/>
            <a:r>
              <a:rPr lang="en-US" sz="2800" dirty="0"/>
              <a:t>let your mercy now prevail.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#119P I Have Followed Truth and Justice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I am yours, O give me wisdom,</a:t>
            </a:r>
          </a:p>
          <a:p>
            <a:pPr algn="ctr"/>
            <a:r>
              <a:rPr lang="en-CA" sz="2800" dirty="0"/>
              <a:t>make me know your truth, I pray;</a:t>
            </a:r>
          </a:p>
          <a:p>
            <a:pPr algn="ctr"/>
            <a:r>
              <a:rPr lang="en-CA" sz="2800" dirty="0"/>
              <a:t>sinner have despised your statutes;</a:t>
            </a:r>
          </a:p>
          <a:p>
            <a:pPr algn="ctr"/>
            <a:r>
              <a:rPr lang="en-CA" sz="2800" dirty="0"/>
              <a:t>now, O LORD, your </a:t>
            </a:r>
            <a:r>
              <a:rPr lang="en-CA" sz="2800" dirty="0" err="1"/>
              <a:t>pow’r</a:t>
            </a:r>
            <a:r>
              <a:rPr lang="en-CA" sz="2800" dirty="0"/>
              <a:t> display.</a:t>
            </a:r>
          </a:p>
          <a:p>
            <a:pPr algn="ctr"/>
            <a:r>
              <a:rPr lang="en-CA" sz="2800" dirty="0"/>
              <a:t>LORD, I love your good commandments</a:t>
            </a:r>
          </a:p>
          <a:p>
            <a:pPr algn="ctr"/>
            <a:r>
              <a:rPr lang="en-CA" sz="2800" dirty="0"/>
              <a:t>and esteem them more than gold;</a:t>
            </a:r>
          </a:p>
          <a:p>
            <a:pPr algn="ctr"/>
            <a:r>
              <a:rPr lang="en-CA" sz="2800" dirty="0"/>
              <a:t>all your precepts are most righteous;</a:t>
            </a:r>
          </a:p>
          <a:p>
            <a:pPr algn="ctr"/>
            <a:r>
              <a:rPr lang="en-CA" sz="2800" dirty="0"/>
              <a:t>hating sin, to these I hold.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2020-11-06T15:25:12Z</dcterms:created>
  <dcterms:modified xsi:type="dcterms:W3CDTF">2020-11-06T15:25:27Z</dcterms:modified>
</cp:coreProperties>
</file>