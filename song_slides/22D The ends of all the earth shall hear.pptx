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3AF4-A8FE-4A52-8BAB-10C53B320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22A57A-28E2-42F3-AD2D-B3F54742A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FA9C0-78A5-4F2E-906C-BDA7E0D2E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2E46-A8A2-460B-9AE1-3360E9C4176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F9A13-73E0-46F4-B038-23D21FEB8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74009-FFBE-4147-8CD0-A99A8681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4945-AFAB-46A8-8673-FA85FC42AC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2903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AF50A-899D-4E53-A158-9D54E226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F4683-0790-402C-B6AF-3E0D3423E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F44FF-05B5-410B-B1E4-2DBC15F7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2E46-A8A2-460B-9AE1-3360E9C4176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10545-9DAE-4FD7-AFB0-76E38E9BD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A3566-26DA-4DF7-9539-CB37DD11B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4945-AFAB-46A8-8673-FA85FC42AC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1549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6E0F4-C7F1-4ACD-8F62-B57376E89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20DDB-C7D6-4A43-9B67-66BDD7BA7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3D5AB-649D-4C9B-82D1-9F5E8A551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2E46-A8A2-460B-9AE1-3360E9C4176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2D2AA-A0EF-4C04-82FC-5525A303D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9C8F4-07D9-41B4-B892-29CAA646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4945-AFAB-46A8-8673-FA85FC42AC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7911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556D9-A8A7-4D0C-8FA8-AB77B7BB8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A08CC-6C7D-438F-9F9C-9CD651C5B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C1DA9-03BC-4FB2-9C03-3D521F210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3EDEF-39E7-49DE-A8C7-4FD602135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2E46-A8A2-460B-9AE1-3360E9C4176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AB35E-9302-485E-9531-E282788EC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C934A-1B8E-4B94-AA49-77E20E46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4945-AFAB-46A8-8673-FA85FC42AC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836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F95A2-CD58-4B2E-BDDF-C7431BFDA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586D8-AE80-4585-A695-DF49C5BE7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AD599-C1A3-4F0D-94D3-CD91F5D31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A46577-FE5A-4429-86B6-1D8D461A6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D00BE9-68F7-4EF3-94A0-EFAF544F93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1D9204-284F-4E76-8EE8-3AF33133E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2E46-A8A2-460B-9AE1-3360E9C4176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EB445E-71C1-4077-8877-157C773ED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4DDBAB-D0B9-4978-95F8-0102C46B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4945-AFAB-46A8-8673-FA85FC42AC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490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8B73D-EC4F-4164-ADAD-7C8B569BD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E06756-E16C-4A10-B733-5F753E824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2E46-A8A2-460B-9AE1-3360E9C4176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171D13-5D00-40A0-B313-B0EF38A04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264F6-4DA0-4D52-8684-BB482C5D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4945-AFAB-46A8-8673-FA85FC42AC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1302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DADAD1-F9D9-43CA-B713-D519ABC8C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2E46-A8A2-460B-9AE1-3360E9C4176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DFB94C-B161-427F-BC83-F396E02FF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36288-85CC-469A-AFA5-051F0A718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4945-AFAB-46A8-8673-FA85FC42AC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836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84A5E-04FC-4C5D-A6EA-07557620D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80BEE-D9C5-4396-9098-E14F0FE2A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2A2C2C-5E2D-4781-A5FB-13E0A7424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16978-A555-4AD6-9943-022E36A57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2E46-A8A2-460B-9AE1-3360E9C4176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A1F9D-975A-4AFD-AF55-4CA620BAC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6D3C2-4137-4AE9-9AEE-F6B84EB70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4945-AFAB-46A8-8673-FA85FC42AC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801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62728-3B73-4AB8-A2DA-AE9B1EE8B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38E6F7-6398-4D5D-8F30-CDF19B5AC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FC501-392C-4BA8-B716-8FD376320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599C3-B7E7-4A2C-8A4B-B7A47365A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2E46-A8A2-460B-9AE1-3360E9C4176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E3BBF-41A0-44D3-B745-A1728193F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5DECC-FF43-4018-95D0-BDF5C89B0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4945-AFAB-46A8-8673-FA85FC42AC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484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198D0-D3AF-431A-97B9-1E6F2D28B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966957-83A0-4E0B-9D18-555D88D25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2E9D0-BDAC-4282-9C14-438FCB8B3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2E46-A8A2-460B-9AE1-3360E9C4176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7B2FB-FBA6-40DE-B601-BAC00D9D1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1FDD1-214A-44B2-ABAB-E9E98CCBF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4945-AFAB-46A8-8673-FA85FC42AC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0031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4EE7B6-6049-41C8-A8F3-BCCE363C97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12BA8-98FB-41E5-B6D1-7036FDE6A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B8E67-3E73-4133-B09C-58C47B0C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2E46-A8A2-460B-9AE1-3360E9C4176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F9D1E-705F-4986-B3AC-BDA216E7D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B9A75-0B91-41C8-B8B2-39E0C044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4945-AFAB-46A8-8673-FA85FC42AC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718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12CD54-560B-4FE3-8C16-E954477A4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68CF7-72E0-47E0-A640-DE3F0657D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65BCB-1811-4CB5-AEEC-C2A6066D0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12E46-A8A2-460B-9AE1-3360E9C4176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3A5EA-5F8E-47B0-A083-6F3786FAAF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76E1D-A80B-4130-B7CF-EA4649D38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A4945-AFAB-46A8-8673-FA85FC42AC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3187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A4B8E5-667F-4922-8A93-2682726168BE}"/>
              </a:ext>
            </a:extLst>
          </p:cNvPr>
          <p:cNvSpPr txBox="1"/>
          <p:nvPr/>
        </p:nvSpPr>
        <p:spPr>
          <a:xfrm>
            <a:off x="595312" y="276224"/>
            <a:ext cx="110013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#22D The Ends of All the Earth Shall Hear 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6B6067-5DE1-491F-A79C-08682B533E00}"/>
              </a:ext>
            </a:extLst>
          </p:cNvPr>
          <p:cNvSpPr txBox="1"/>
          <p:nvPr/>
        </p:nvSpPr>
        <p:spPr>
          <a:xfrm>
            <a:off x="1862136" y="1914525"/>
            <a:ext cx="84677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 dirty="0">
                <a:solidFill>
                  <a:srgbClr val="222222"/>
                </a:solidFill>
              </a:rPr>
              <a:t>The ends of all the earth shall hear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turn unto the Lord in fear;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all kindreds of the earth shall own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worship him as God alone.</a:t>
            </a:r>
          </a:p>
          <a:p>
            <a:pPr marL="514350" lvl="0" indent="-514350" algn="ctr">
              <a:buFontTx/>
              <a:buAutoNum type="arabicPeriod"/>
            </a:pPr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All earth to him her homage brings,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the Lord of lords, the King of kings.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178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341F80-6A59-459F-B92D-6FFB2C9A2CEC}"/>
              </a:ext>
            </a:extLst>
          </p:cNvPr>
          <p:cNvSpPr txBox="1"/>
          <p:nvPr/>
        </p:nvSpPr>
        <p:spPr>
          <a:xfrm>
            <a:off x="1838325" y="1659285"/>
            <a:ext cx="85153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2. For his the kingdom, his of right,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 rules the nations by his might;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All earth to him her homage brings,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Lord of lords, the King of kings.</a:t>
            </a:r>
          </a:p>
          <a:p>
            <a:pPr lvl="0" algn="ctr"/>
            <a:endParaRPr lang="en-US" sz="2800">
              <a:solidFill>
                <a:srgbClr val="222222"/>
              </a:solidFill>
            </a:endParaRP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Refrain: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All earth to him her homage brings,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Lord of lords, the King of kings.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573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9A4EC9-E86A-49B0-B94B-A00E8D6206C3}"/>
              </a:ext>
            </a:extLst>
          </p:cNvPr>
          <p:cNvSpPr txBox="1"/>
          <p:nvPr/>
        </p:nvSpPr>
        <p:spPr>
          <a:xfrm>
            <a:off x="1881187" y="1659285"/>
            <a:ext cx="84296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3. Both rich and poor, both bond and free,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shall worship him on bended knee,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children's children shall proclaim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glorious honor of his name.</a:t>
            </a:r>
          </a:p>
          <a:p>
            <a:pPr lvl="0" algn="ctr"/>
            <a:endParaRPr lang="en-US" sz="2800">
              <a:solidFill>
                <a:srgbClr val="222222"/>
              </a:solidFill>
            </a:endParaRP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Refrain: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All earth to him her homage brings,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Lord of lords, the King of kings.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133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B9E992-5921-4C8B-8AEF-9AA04820BFF6}"/>
              </a:ext>
            </a:extLst>
          </p:cNvPr>
          <p:cNvSpPr txBox="1"/>
          <p:nvPr/>
        </p:nvSpPr>
        <p:spPr>
          <a:xfrm>
            <a:off x="1576387" y="1659285"/>
            <a:ext cx="90392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4. The Lord's unfailing righteousness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all generations shall confess,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from age to age shall men be taught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what wondrous works the Lord has wrought.</a:t>
            </a:r>
          </a:p>
          <a:p>
            <a:pPr lvl="0" algn="ctr"/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All earth to him her homage brings,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the Lord of lords, the King of kings.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481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235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2021-03-18T23:34:47Z</dcterms:created>
  <dcterms:modified xsi:type="dcterms:W3CDTF">2022-01-09T00:20:47Z</dcterms:modified>
</cp:coreProperties>
</file>