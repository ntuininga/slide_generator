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7607-F26A-403B-BFB2-C26D382BA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EB70F-3344-43D9-9EB1-5F910BD87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80CD-2984-49B4-BABE-9EADEECB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6C2B5-8975-43DE-A2C0-CF7E277D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E5FA7-32DF-41B5-BE74-64D20EA7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7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5675-46A9-45EB-AA9E-E2D5A035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78C4-F251-4977-910B-54BDCBA30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6ADB-E1DB-4D70-85CA-06E775E9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14F26-DCB5-45FF-AC7E-1937ABCD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65381-9370-42EB-AD23-FCCB0D4B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343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A7C2-13CA-4BFF-855A-C9C20C23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F722E-B7D4-4A56-9238-DE3F06132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F4E2B-C271-4C83-940D-CBCD37FB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AAA87-5127-460C-A85C-CE90D758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83ED4-9410-4D5B-9C12-02D183E7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79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1F7F-5CB1-47E5-8B43-75B654AA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3D0A-E5A0-45B1-8516-01A0B879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D0979-8078-4F48-963C-7310912B0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661B5-322E-44DC-850E-A2C53694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08245-6704-408B-98A9-086C3E00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99DEC-1208-4BAC-846B-96609EE6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0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FDE4-3332-45A3-AC14-C9ADB644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81986-B328-4BAD-B54C-9A9C47D23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9086-C8D7-4030-9382-CE3E9E33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BEEE7-51D7-45B0-A29F-79B31CEF5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8D76E-10C0-42F0-8F11-3F016FA93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C8D21C-03CC-4D86-8ECA-5D44EE72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E0DAA-3DBF-429C-A38A-5B05D89F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B5B41-3790-4139-AF72-4583D966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491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DD32-3AB3-45F7-A338-4DAA1894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931BF-2E49-4C2A-9B57-BFF50624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22FE3-C31B-4AA1-A94B-1833425D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A6CB7-1430-456B-9B96-308C5EB0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7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7144A-1E5A-4BE3-950F-49FCDD8C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98624-BA5A-40FF-A647-DC18F116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C3F2D-8D51-4868-88C9-16EEA3D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802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CC85-5B15-4DD6-B90C-A740D66C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3DAE-5962-45FE-8A5D-5B1BF56EE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E5C4C-0962-4C0C-A53C-F93824D75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A1907-B267-48D2-BC1E-55558502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C35FF-D352-4861-AC5D-5DD3CEBD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58D39-5A34-4E44-A297-02F4A73F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364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5F0E-EBEB-4B48-8FF9-219E99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F2F95-9351-4CDA-808D-CB7129C74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02FBA-AE07-408B-9A35-108456651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8567D-CE0C-4DB1-A5BC-3BF647AB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26769-3990-48B9-8BE6-84D4295C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C2B8E-134B-4A86-89BD-05287D67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24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93A5-F6C2-4E0B-A163-67928C50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ACF6B-3211-4BCD-B363-697C1E027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B5D6A-82AA-49B5-8EA9-8F8FA8C5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A4EDA-D5EA-4C48-AF44-F7F607D4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2F04-38EC-4144-999A-D2E6A700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624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84394-8B08-49F5-844B-919370CC3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A9E69-6921-4C6D-BB09-18422FB1C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B6299-69A2-470B-B0F3-0F88C4E5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AEF0-2370-4D43-840D-EF794246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A0F64-B597-42BD-8D0A-DB7F1C6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13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B698C-F5E4-47B6-92FA-5FE8A5B93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5BE3C-6F22-4073-A19E-CD9623A2F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61BF8-7881-4C60-A6BC-5EBF35865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CA356-08E5-444E-91AB-0E76B6EE17BB}" type="datetimeFigureOut">
              <a:rPr lang="en-CA" smtClean="0"/>
              <a:t>2021-03-31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442B7-547B-40AA-9F9D-46B76BFA9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54B92-66E7-4C46-939A-5021B5DC0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7E214-FE96-4D34-89D6-A77C9D9355D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28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1428E-78C7-44C0-8215-81FB9384EAD7}"/>
              </a:ext>
            </a:extLst>
          </p:cNvPr>
          <p:cNvSpPr txBox="1"/>
          <p:nvPr/>
        </p:nvSpPr>
        <p:spPr>
          <a:xfrm>
            <a:off x="952500" y="266700"/>
            <a:ext cx="10287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#285 Hail, Thou Once Despised Jesus!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7879F-9F55-4294-8977-80232F7EDB3C}"/>
              </a:ext>
            </a:extLst>
          </p:cNvPr>
          <p:cNvSpPr txBox="1"/>
          <p:nvPr/>
        </p:nvSpPr>
        <p:spPr>
          <a:xfrm>
            <a:off x="1666875" y="1485900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1. Hail, thou once despised Jesus!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Hail, thou Galilean King!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Thou didst suffer to release us,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thou didst free salvation bring.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Hail, thou agonizing Savior,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bearer of our sin and shame!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By thy merits we find favor,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life is given thro' thy name.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54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F5AE51-2048-4AF7-AE5D-27BBBBCCCC91}"/>
              </a:ext>
            </a:extLst>
          </p:cNvPr>
          <p:cNvSpPr txBox="1"/>
          <p:nvPr/>
        </p:nvSpPr>
        <p:spPr>
          <a:xfrm>
            <a:off x="1662112" y="1152525"/>
            <a:ext cx="8867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2. Paschal Lamb, by God appointed,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all our sins were on thee laid;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by almighty love anointed,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thou hast full atonement made.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All thy people are forgiven,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thro' the virtue of thy blood;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opened is the gate of heaven,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peace is made 'twixt man and God.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2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652AF-93CF-43BE-97AC-6B59C20E232D}"/>
              </a:ext>
            </a:extLst>
          </p:cNvPr>
          <p:cNvSpPr txBox="1"/>
          <p:nvPr/>
        </p:nvSpPr>
        <p:spPr>
          <a:xfrm>
            <a:off x="1676400" y="1123950"/>
            <a:ext cx="8839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Jesus, hail! enthroned in glory,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there forever to abide;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all the heav'nly hosts adore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seated at thy Father's side.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There for sinners thou art pleading,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there thou dost our place prepare;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ever for us interceding,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till in glory we appear.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35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20865-55A6-4139-A1B9-AAF04202300A}"/>
              </a:ext>
            </a:extLst>
          </p:cNvPr>
          <p:cNvSpPr txBox="1"/>
          <p:nvPr/>
        </p:nvSpPr>
        <p:spPr>
          <a:xfrm>
            <a:off x="2005012" y="1419225"/>
            <a:ext cx="8181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</a:rPr>
              <a:t>4. Worship, honor, </a:t>
            </a:r>
            <a:r>
              <a:rPr lang="en-US" sz="2800" dirty="0" err="1">
                <a:solidFill>
                  <a:prstClr val="black"/>
                </a:solidFill>
              </a:rPr>
              <a:t>pow'r</a:t>
            </a:r>
            <a:r>
              <a:rPr lang="en-US" sz="2800" dirty="0">
                <a:solidFill>
                  <a:prstClr val="black"/>
                </a:solidFill>
              </a:rPr>
              <a:t>, and blessing,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thou art worthy to receive;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loudest praises, without ceasing,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meet it is for us to give.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Help, ye bright angelic spirits,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bring your sweetest, noblest lays;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help to sing our Savior's merits,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help to chant Emmanuel's praise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826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2020-11-07T21:41:41Z</dcterms:created>
  <dcterms:modified xsi:type="dcterms:W3CDTF">2021-04-01T03:32:24Z</dcterms:modified>
</cp:coreProperties>
</file>