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7" r:id="rId2"/>
    <p:sldId id="318" r:id="rId3"/>
    <p:sldId id="319" r:id="rId4"/>
    <p:sldId id="325" r:id="rId5"/>
    <p:sldId id="326" r:id="rId6"/>
    <p:sldId id="33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50E9F-EBA1-487F-B0EA-7ECFB46D6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16F22F-01E9-4B2F-ACD3-3F2D86DB9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00A3E-1ED8-45B6-8F0B-EFA54EF6F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F648B-7AC1-467C-A7E7-29864D994BED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6C467-3DC1-4024-A991-90B8EEB36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E0B7F-9038-4341-B317-C5DC3C385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5A7E-69EA-4996-AF39-ED32788E4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91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7425F-2E3B-4C1A-9395-19043F207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20A08-2A99-4A89-8657-3C5369300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E2A5E-AD6D-40C5-938E-EDC6A10A7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F648B-7AC1-467C-A7E7-29864D994BED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5BE3-34E4-4C9C-90B9-6CBDD98A3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085E6-2D94-4F7D-AE8B-37E39D140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5A7E-69EA-4996-AF39-ED32788E4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8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29688-AB7B-4AEE-91AC-8317D26CF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F204D-B6A8-4EBA-A2B9-487CB1B68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F2F39-34B3-44FF-B626-8D55DE9B7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F648B-7AC1-467C-A7E7-29864D994BED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42725-E94D-4E3D-B2C3-F27D10033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DBAD7-5AFE-4BAF-B964-8B12B43B5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5A7E-69EA-4996-AF39-ED32788E4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986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D7944-9992-4E1A-B143-D7B97A398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68CCC-920A-4F21-BD48-BE01CDD2BB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9B36B-7493-4FFC-975E-72E7CFA42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BBCC4-BF0A-4F0D-94EA-4BEE045EE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F648B-7AC1-467C-A7E7-29864D994BED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320B9-4590-4496-89C9-E4C3D7473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6B8DF-9867-42B0-A8E1-512699D28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5A7E-69EA-4996-AF39-ED32788E4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760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23039-5240-443A-A6CF-9DCC1373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83AEA-9E86-4690-9B8E-2B360228B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7026C-ACEA-48AA-B4C4-8C3CFD1AB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31D2B-8DE9-48BD-91F8-30F714CDC0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EEB272-7BCA-4CA9-9D7A-052DBC2175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07CA63-50B9-4796-A00B-9AFD36685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F648B-7AC1-467C-A7E7-29864D994BED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1911B4-0282-41CB-970C-03CCF456F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4DEC8D-EE4B-41B7-A93E-14F61A333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5A7E-69EA-4996-AF39-ED32788E4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3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7C07-3C2D-499C-A0A1-E7EAFD9C0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E26356-7485-4278-B4AD-905D7B657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F648B-7AC1-467C-A7E7-29864D994BED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A0880-B5C2-445F-BC0D-067C28CC0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BCC7F8-10E9-4D00-A79D-EF4530E09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5A7E-69EA-4996-AF39-ED32788E4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13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FED9BD-9DE0-4D65-A3E8-AB429BD72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F648B-7AC1-467C-A7E7-29864D994BED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F8D4C4-FCBE-4A1D-BC24-8E1D8C674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A25AB-B518-4137-B6CF-E46762E21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5A7E-69EA-4996-AF39-ED32788E4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88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C2A39-BAC7-4526-8D4E-D1ADD9778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277ED-E426-480E-8353-C5253A470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49719F-D10C-4E39-8E32-59C4393B0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C1087-568A-48D8-8968-EC0EAF60B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F648B-7AC1-467C-A7E7-29864D994BED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4C5A3-13D4-43FE-86FE-824ED60F8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8E77-5191-4ABC-AA96-E2802573C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5A7E-69EA-4996-AF39-ED32788E4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77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C27DA-E41A-4297-9F19-4AB0B33B4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1BC52C-8615-4476-A58D-67528998AD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FD28F5-8B04-4AEE-80A6-7EDE060B3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21334-9B13-4B3F-9695-60313CD98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F648B-7AC1-467C-A7E7-29864D994BED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22125-9B76-44E8-9408-975B9367D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B9946-79FC-4241-A331-575C970C7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5A7E-69EA-4996-AF39-ED32788E4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9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34F37-A1FC-42A2-8E05-1E6DA6AC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E57941-92F4-404F-99BA-192B89388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21FB4-DA4B-4076-9991-B16251E13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F648B-7AC1-467C-A7E7-29864D994BED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9A98B-2273-437F-B134-CC4412430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C8386-F37D-4B7E-93D8-4F6BAEDB6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5A7E-69EA-4996-AF39-ED32788E4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916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203CF4-9147-419A-93C3-30BB517D0F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9D0637-A6EA-4C7D-B07D-10CCC03FF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CFADF-8476-4F12-AE9A-CDC79CC25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F648B-7AC1-467C-A7E7-29864D994BED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D246A-A822-4AAC-B168-8591BF325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16E50-1C32-4C17-A742-71B1C1F66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5A7E-69EA-4996-AF39-ED32788E4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14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2F2BDC-3EEC-438F-8C1C-09F35D94A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F896C-97C8-4F17-A28C-1C7028B49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609E8-4D03-4A2B-B952-5926D6CC13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F648B-7AC1-467C-A7E7-29864D994BED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29E31-CEF5-486A-BB78-968C848DA9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B8D4E-B228-4BCA-8C14-A11ADAFE9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E5A7E-69EA-4996-AF39-ED32788E4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856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#488 May the Mind of Christ, My Saviour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May the mind of Christ, my Savior, </a:t>
            </a:r>
            <a:br>
              <a:rPr lang="en-US" sz="2800" dirty="0"/>
            </a:br>
            <a:r>
              <a:rPr lang="en-US" sz="2800" dirty="0"/>
              <a:t>live in me from day to day, </a:t>
            </a:r>
            <a:br>
              <a:rPr lang="en-US" sz="2800" dirty="0"/>
            </a:br>
            <a:r>
              <a:rPr lang="en-US" sz="2800" dirty="0"/>
              <a:t>by his love and </a:t>
            </a:r>
            <a:r>
              <a:rPr lang="en-US" sz="2800" dirty="0" err="1"/>
              <a:t>pow'r</a:t>
            </a:r>
            <a:r>
              <a:rPr lang="en-US" sz="2800" dirty="0"/>
              <a:t> controlling </a:t>
            </a:r>
            <a:br>
              <a:rPr lang="en-US" sz="2800" dirty="0"/>
            </a:br>
            <a:r>
              <a:rPr lang="en-US" sz="2800" dirty="0"/>
              <a:t>all I do and say. 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9FD1E3-C827-4B30-A983-F1F0071C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2738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May the Word of God dwell richly </a:t>
            </a:r>
            <a:br>
              <a:rPr lang="en-US" sz="2800" dirty="0"/>
            </a:br>
            <a:r>
              <a:rPr lang="en-US" sz="2800" dirty="0"/>
              <a:t>in my heart from hour to hour, </a:t>
            </a:r>
            <a:br>
              <a:rPr lang="en-US" sz="2800" dirty="0"/>
            </a:br>
            <a:r>
              <a:rPr lang="en-US" sz="2800" dirty="0"/>
              <a:t>so that all may see I triumph </a:t>
            </a:r>
            <a:br>
              <a:rPr lang="en-US" sz="2800" dirty="0"/>
            </a:br>
            <a:r>
              <a:rPr lang="en-US" sz="2800" dirty="0"/>
              <a:t>only through his </a:t>
            </a:r>
            <a:r>
              <a:rPr lang="en-US" sz="2800" dirty="0" err="1"/>
              <a:t>pow'r</a:t>
            </a:r>
            <a:r>
              <a:rPr lang="en-US" sz="2800" dirty="0"/>
              <a:t>. 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</p:spTree>
    <p:extLst>
      <p:ext uri="{BB962C8B-B14F-4D97-AF65-F5344CB8AC3E}">
        <p14:creationId xmlns:p14="http://schemas.microsoft.com/office/powerpoint/2010/main" val="2364281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May the peace of God my Father </a:t>
            </a:r>
            <a:br>
              <a:rPr lang="en-US" sz="2800" dirty="0"/>
            </a:br>
            <a:r>
              <a:rPr lang="en-US" sz="2800" dirty="0"/>
              <a:t>rule my life in </a:t>
            </a:r>
            <a:r>
              <a:rPr lang="en-US" sz="2800" dirty="0" err="1"/>
              <a:t>ev'rything</a:t>
            </a:r>
            <a:r>
              <a:rPr lang="en-US" sz="2800" dirty="0"/>
              <a:t>, </a:t>
            </a:r>
            <a:br>
              <a:rPr lang="en-US" sz="2800" dirty="0"/>
            </a:br>
            <a:r>
              <a:rPr lang="en-US" sz="2800" dirty="0"/>
              <a:t>that I may be calm to comfort </a:t>
            </a:r>
            <a:br>
              <a:rPr lang="en-US" sz="2800" dirty="0"/>
            </a:br>
            <a:r>
              <a:rPr lang="en-US" sz="2800" dirty="0"/>
              <a:t>sick and sorrowing. 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</p:spTree>
    <p:extLst>
      <p:ext uri="{BB962C8B-B14F-4D97-AF65-F5344CB8AC3E}">
        <p14:creationId xmlns:p14="http://schemas.microsoft.com/office/powerpoint/2010/main" val="1463450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May the love of Jesus fill me </a:t>
            </a:r>
            <a:br>
              <a:rPr lang="en-US" sz="2800" dirty="0"/>
            </a:br>
            <a:r>
              <a:rPr lang="en-US" sz="2800" dirty="0"/>
              <a:t>as the waters fill the sea; </a:t>
            </a:r>
            <a:br>
              <a:rPr lang="en-US" sz="2800" dirty="0"/>
            </a:br>
            <a:r>
              <a:rPr lang="en-US" sz="2800" dirty="0"/>
              <a:t>him exalting, self abasing: </a:t>
            </a:r>
            <a:br>
              <a:rPr lang="en-US" sz="2800" dirty="0"/>
            </a:br>
            <a:r>
              <a:rPr lang="en-US" sz="2800" dirty="0"/>
              <a:t>this is victory.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</p:spTree>
    <p:extLst>
      <p:ext uri="{BB962C8B-B14F-4D97-AF65-F5344CB8AC3E}">
        <p14:creationId xmlns:p14="http://schemas.microsoft.com/office/powerpoint/2010/main" val="1451567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</a:t>
            </a:r>
            <a:r>
              <a:rPr lang="en-US" sz="2800" dirty="0"/>
              <a:t>May I run the race before me,</a:t>
            </a:r>
            <a:br>
              <a:rPr lang="en-US" sz="2800" dirty="0"/>
            </a:br>
            <a:r>
              <a:rPr lang="en-US" sz="2800" dirty="0"/>
              <a:t>strong and brave to face the foe,</a:t>
            </a:r>
            <a:br>
              <a:rPr lang="en-US" sz="2800" dirty="0"/>
            </a:br>
            <a:r>
              <a:rPr lang="en-US" sz="2800" dirty="0"/>
              <a:t>looking only unto Jesus</a:t>
            </a:r>
            <a:br>
              <a:rPr lang="en-US" sz="2800" dirty="0"/>
            </a:br>
            <a:r>
              <a:rPr lang="en-US" sz="2800" dirty="0"/>
              <a:t>as I onward go.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</p:spTree>
    <p:extLst>
      <p:ext uri="{BB962C8B-B14F-4D97-AF65-F5344CB8AC3E}">
        <p14:creationId xmlns:p14="http://schemas.microsoft.com/office/powerpoint/2010/main" val="2842538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6.</a:t>
            </a:r>
            <a:r>
              <a:rPr lang="en-CA" sz="2800" dirty="0"/>
              <a:t> </a:t>
            </a:r>
            <a:r>
              <a:rPr lang="en-US" sz="2800" dirty="0"/>
              <a:t>May his beauty rest upon me</a:t>
            </a:r>
            <a:br>
              <a:rPr lang="en-US" sz="2800" dirty="0"/>
            </a:br>
            <a:r>
              <a:rPr lang="en-US" sz="2800" dirty="0"/>
              <a:t>as I seek the lost to win,</a:t>
            </a:r>
            <a:br>
              <a:rPr lang="en-US" sz="2800" dirty="0"/>
            </a:br>
            <a:r>
              <a:rPr lang="en-US" sz="2800" dirty="0"/>
              <a:t>and may they forget the channel,</a:t>
            </a:r>
            <a:br>
              <a:rPr lang="en-US" sz="2800" dirty="0"/>
            </a:br>
            <a:r>
              <a:rPr lang="en-US" sz="2800" dirty="0"/>
              <a:t>seeing only him.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</p:spTree>
    <p:extLst>
      <p:ext uri="{BB962C8B-B14F-4D97-AF65-F5344CB8AC3E}">
        <p14:creationId xmlns:p14="http://schemas.microsoft.com/office/powerpoint/2010/main" val="507062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#488 May the Mind of Christ, My Saviour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#488 May the Mind of Christ, My Saviour</dc:title>
  <dc:creator>Eric Hoogendoorn</dc:creator>
  <cp:lastModifiedBy>Eric Hoogendoorn</cp:lastModifiedBy>
  <cp:revision>1</cp:revision>
  <dcterms:created xsi:type="dcterms:W3CDTF">2020-06-13T02:44:17Z</dcterms:created>
  <dcterms:modified xsi:type="dcterms:W3CDTF">2020-06-13T02:45:01Z</dcterms:modified>
</cp:coreProperties>
</file>