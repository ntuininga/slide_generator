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84" r:id="rId4"/>
    <p:sldId id="29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61FB3-DC89-4C99-AEE6-23C0A5EB5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048935-E2C6-42F9-A202-E390787753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FC999-EBD7-4C9A-A854-0C03FEDB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D53D8-8A6A-4D34-9688-31FC8BFF938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5CE89-27FF-47EC-A195-3844BC169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54C23-9EEE-4DCD-9189-A33533DCC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21F55-9783-4BE4-B8F6-198811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27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65A36-16B1-44C6-98DB-3F3F6B112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53DF5-584F-4AF2-8936-825CB9623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F20B4-6F8F-4DCB-835A-EF98C2C9B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D53D8-8A6A-4D34-9688-31FC8BFF938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CF189-DC4E-4CB2-AE6F-62D4B60F2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73814-DDC6-4DBA-BC2F-81EFE9E3B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21F55-9783-4BE4-B8F6-198811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80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B1A59-0B91-4295-8BF8-A667D578E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899DD-91B0-4BB3-A9C7-F923608AA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DD510-3555-4AD9-8885-02860A298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D53D8-8A6A-4D34-9688-31FC8BFF938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97EA3-0368-487E-9639-943099AB4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12E9D-87E0-4663-9F2F-50796CE6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21F55-9783-4BE4-B8F6-198811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186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02C2C-BA85-42CF-9C6C-047D5D8F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E17C2-A414-4FCD-968F-C45A0ED2E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C60E52-7042-42D5-B5C7-780A89C36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B6C1C-8B2D-4646-9906-F82B4CD23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D53D8-8A6A-4D34-9688-31FC8BFF938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44ECC-823F-4F23-BA92-41FC7DF9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F96CD-A00E-491C-BFB9-5A01B2C5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21F55-9783-4BE4-B8F6-198811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30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3E46B-4055-494D-A9B8-FB8DF67AB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9B010-3545-4661-875C-3E3F27709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D31C1-3317-49CF-8BED-30AF4AAC2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5187CE-4D47-40B4-9E4B-601D247BF5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866230-FC87-4F7E-9A9F-7ADC8E118D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4532E5-D631-4222-9810-CFFD914D7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D53D8-8A6A-4D34-9688-31FC8BFF938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ECF8B6-3B52-4F50-AD80-4FBD07234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60A11B-95B4-4F27-ADBC-1447A9972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21F55-9783-4BE4-B8F6-198811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15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3EA6-BC04-4538-B69A-CEAFA2B1A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30FDB-6746-46BC-B9EC-C814B8BB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D53D8-8A6A-4D34-9688-31FC8BFF938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154811-5C5A-4CC1-AE09-AB9541AB3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501CC2-EBDE-48B5-8825-6F4CDC927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21F55-9783-4BE4-B8F6-198811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83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F48F1C-2280-4BF6-A1B3-73089A52B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D53D8-8A6A-4D34-9688-31FC8BFF938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12FDF5-AF1E-4826-B9D6-94BA804F5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D8E99-2ED9-4726-9F5A-DE85B7FD9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21F55-9783-4BE4-B8F6-198811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59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38424-0647-49CB-9975-C3A520ECF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07F3C-A848-49F7-9648-C4168E66D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2F11D6-ADA1-4717-B117-71C0537A7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32872-6BDC-4E96-A0EF-DC563247B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D53D8-8A6A-4D34-9688-31FC8BFF938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BF7BFC-40F5-49F6-AFDD-5FE6DBB87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1C03B-24DD-4152-BDC0-9E6A4B28C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21F55-9783-4BE4-B8F6-198811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771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22F9A-33FF-4BAF-9892-43DDC2F8F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0068B0-930B-4D41-B79E-E0DAE81F78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69D524-F5EC-4578-B5B5-E35111BD0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A88F6-39C7-4D47-92C5-657DFC303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D53D8-8A6A-4D34-9688-31FC8BFF938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E0101-BCC4-43FD-AC29-CCAAC346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02299-B7E2-4FB2-AB8F-77CF45022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21F55-9783-4BE4-B8F6-198811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26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7F4B2-87F2-48C2-BCA0-DB5FAAE78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F797E9-12F9-41DF-974E-26DC49811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3F579-A1CD-474E-A779-FCDC00A16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D53D8-8A6A-4D34-9688-31FC8BFF938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632B1-CB20-4B1F-A8A2-3D397F6A4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9BCA6-5DBD-4DC0-89DD-A01F482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21F55-9783-4BE4-B8F6-198811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680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79E4A4-493C-4792-9D3A-EDFA7D442F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AB0EA-0668-4EF9-AEE3-2DEF97B8A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9E671-CC89-45A4-938E-4B46432C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D53D8-8A6A-4D34-9688-31FC8BFF938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FFFF4-3107-4578-8B67-8A91902B2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20549-2501-4C76-A245-265B21E51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21F55-9783-4BE4-B8F6-198811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5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50F309-C944-4423-BBDD-A5DCD7693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B75FC-61F1-441C-BAAF-016237C1F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868D0-369C-427C-A941-0C9C90E419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D53D8-8A6A-4D34-9688-31FC8BFF938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5A311-4115-41C3-970D-751CB93B8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6B990-1FD3-4324-8841-DF504A3FE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21F55-9783-4BE4-B8F6-1988119D7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462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#102B Though O Lord, Art God Alone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66978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US" sz="2800" dirty="0"/>
              <a:t>Thou, O Lord, art God alone,</a:t>
            </a:r>
            <a:br>
              <a:rPr lang="en-US" sz="2800" dirty="0"/>
            </a:br>
            <a:r>
              <a:rPr lang="en-US" sz="2800" dirty="0"/>
              <a:t>everlasting is thy throne;</a:t>
            </a:r>
            <a:br>
              <a:rPr lang="en-US" sz="2800" dirty="0"/>
            </a:br>
            <a:r>
              <a:rPr lang="en-US" sz="2800" dirty="0"/>
              <a:t>through the ages men shall sing</a:t>
            </a:r>
            <a:br>
              <a:rPr lang="en-US" sz="2800" dirty="0"/>
            </a:br>
            <a:r>
              <a:rPr lang="en-US" sz="2800" dirty="0"/>
              <a:t>praise to </a:t>
            </a:r>
            <a:r>
              <a:rPr lang="en-US" sz="2800" dirty="0" err="1"/>
              <a:t>heav'n's</a:t>
            </a:r>
            <a:r>
              <a:rPr lang="en-US" sz="2800" dirty="0"/>
              <a:t> eternal King.</a:t>
            </a:r>
            <a:br>
              <a:rPr lang="en-US" sz="2800" dirty="0"/>
            </a:br>
            <a:r>
              <a:rPr lang="en-US" sz="2800" dirty="0"/>
              <a:t>Thou, enthroned above the skies,</a:t>
            </a:r>
            <a:br>
              <a:rPr lang="en-US" sz="2800" dirty="0"/>
            </a:br>
            <a:r>
              <a:rPr lang="en-US" sz="2800" dirty="0"/>
              <a:t>wilt for Zion's help arise;</a:t>
            </a:r>
            <a:br>
              <a:rPr lang="en-US" sz="2800" dirty="0"/>
            </a:br>
            <a:r>
              <a:rPr lang="en-US" sz="2800" dirty="0"/>
              <a:t>let thy grace to her appear,</a:t>
            </a:r>
            <a:br>
              <a:rPr lang="en-US" sz="2800" dirty="0"/>
            </a:br>
            <a:r>
              <a:rPr lang="en-US" sz="2800" dirty="0"/>
              <a:t>for the promised time is near.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F6A10-0AFD-4A92-908C-FBCD7A32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497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588263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If with love compassionate </a:t>
            </a:r>
            <a:br>
              <a:rPr lang="en-US" sz="2800" dirty="0"/>
            </a:br>
            <a:r>
              <a:rPr lang="en-US" sz="2800" dirty="0"/>
              <a:t>we, thy servants, mourn her state,</a:t>
            </a:r>
            <a:br>
              <a:rPr lang="en-US" sz="2800" dirty="0"/>
            </a:br>
            <a:r>
              <a:rPr lang="en-US" sz="2800" dirty="0"/>
              <a:t>wilt not thou, O gracious Lord,</a:t>
            </a:r>
            <a:br>
              <a:rPr lang="en-US" sz="2800" dirty="0"/>
            </a:br>
            <a:r>
              <a:rPr lang="en-US" sz="2800" dirty="0"/>
              <a:t>help in Zion's need afford?</a:t>
            </a:r>
            <a:br>
              <a:rPr lang="en-US" sz="2800" dirty="0"/>
            </a:br>
            <a:r>
              <a:rPr lang="en-US" sz="2800" dirty="0"/>
              <a:t>Lord, thy glory shall appear,</a:t>
            </a:r>
            <a:br>
              <a:rPr lang="en-US" sz="2800" dirty="0"/>
            </a:br>
            <a:r>
              <a:rPr lang="en-US" sz="2800" dirty="0"/>
              <a:t>kings and nations then shall fear;</a:t>
            </a:r>
            <a:br>
              <a:rPr lang="en-US" sz="2800" dirty="0"/>
            </a:br>
            <a:r>
              <a:rPr lang="en-US" sz="2800" dirty="0"/>
              <a:t>and thy name shall be adored</a:t>
            </a:r>
            <a:br>
              <a:rPr lang="en-US" sz="2800" dirty="0"/>
            </a:br>
            <a:r>
              <a:rPr lang="en-US" sz="2800" dirty="0"/>
              <a:t>when thy Zion is restored.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93703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13118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This all ages shall record</a:t>
            </a:r>
            <a:br>
              <a:rPr lang="en-US" sz="2800" dirty="0"/>
            </a:br>
            <a:r>
              <a:rPr lang="en-US" sz="2800" dirty="0"/>
              <a:t>for the glory of the Lord;</a:t>
            </a:r>
            <a:br>
              <a:rPr lang="en-US" sz="2800" dirty="0"/>
            </a:br>
            <a:r>
              <a:rPr lang="en-US" sz="2800" dirty="0"/>
              <a:t>thou dost hear the humble prayer,</a:t>
            </a:r>
            <a:br>
              <a:rPr lang="en-US" sz="2800" dirty="0"/>
            </a:br>
            <a:r>
              <a:rPr lang="en-US" sz="2800" dirty="0"/>
              <a:t>for the helpless thou dost care.</a:t>
            </a:r>
            <a:br>
              <a:rPr lang="en-US" sz="2800" dirty="0"/>
            </a:br>
            <a:r>
              <a:rPr lang="en-US" sz="2800" dirty="0"/>
              <a:t>Thou eternal art, and great,</a:t>
            </a:r>
            <a:br>
              <a:rPr lang="en-US" sz="2800" dirty="0"/>
            </a:br>
            <a:r>
              <a:rPr lang="en-US" sz="2800" dirty="0" err="1"/>
              <a:t>heav'n</a:t>
            </a:r>
            <a:r>
              <a:rPr lang="en-US" sz="2800" dirty="0"/>
              <a:t> and earth thou didst create;</a:t>
            </a:r>
            <a:br>
              <a:rPr lang="en-US" sz="2800" dirty="0"/>
            </a:br>
            <a:r>
              <a:rPr lang="en-US" sz="2800" dirty="0" err="1"/>
              <a:t>heav'n</a:t>
            </a:r>
            <a:r>
              <a:rPr lang="en-US" sz="2800" dirty="0"/>
              <a:t> and earth shall pass away,</a:t>
            </a:r>
            <a:br>
              <a:rPr lang="en-US" sz="2800" dirty="0"/>
            </a:br>
            <a:r>
              <a:rPr lang="en-US" sz="2800" dirty="0"/>
              <a:t>changeless thou shall live for aye.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33D519-576B-450A-918F-9873EBCFA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088023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13118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US" sz="2800" dirty="0"/>
              <a:t>As one lays a garment by,</a:t>
            </a:r>
            <a:br>
              <a:rPr lang="en-US" sz="2800" dirty="0"/>
            </a:br>
            <a:r>
              <a:rPr lang="en-US" sz="2800" dirty="0"/>
              <a:t>thou wilt change the starry sky</a:t>
            </a:r>
            <a:br>
              <a:rPr lang="en-US" sz="2800" dirty="0"/>
            </a:br>
            <a:r>
              <a:rPr lang="en-US" sz="2800" dirty="0"/>
              <a:t>like a vesture worn and old;</a:t>
            </a:r>
            <a:br>
              <a:rPr lang="en-US" sz="2800" dirty="0"/>
            </a:br>
            <a:r>
              <a:rPr lang="en-US" sz="2800" dirty="0"/>
              <a:t>but thy years shall ne'er be told.</a:t>
            </a:r>
            <a:br>
              <a:rPr lang="en-US" sz="2800" dirty="0"/>
            </a:br>
            <a:r>
              <a:rPr lang="en-US" sz="2800" dirty="0"/>
              <a:t>Thou wilt make thy servants' race</a:t>
            </a:r>
            <a:br>
              <a:rPr lang="en-US" sz="2800" dirty="0"/>
            </a:br>
            <a:r>
              <a:rPr lang="en-US" sz="2800" dirty="0"/>
              <a:t>ever live before thy face,</a:t>
            </a:r>
            <a:br>
              <a:rPr lang="en-US" sz="2800" dirty="0"/>
            </a:br>
            <a:r>
              <a:rPr lang="en-US" sz="2800" dirty="0"/>
              <a:t>and forever at thy side</a:t>
            </a:r>
            <a:br>
              <a:rPr lang="en-US" sz="2800" dirty="0"/>
            </a:br>
            <a:r>
              <a:rPr lang="en-US" sz="2800" dirty="0"/>
              <a:t>children's children shall abide.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33D519-576B-450A-918F-9873EBCFA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999540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#102B Though O Lord, Art God Alone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#102B Though O Lord, Art God Alone</dc:title>
  <dc:creator>Eric Hoogendoorn</dc:creator>
  <cp:lastModifiedBy>Eric Hoogendoorn</cp:lastModifiedBy>
  <cp:revision>1</cp:revision>
  <dcterms:created xsi:type="dcterms:W3CDTF">2020-04-25T02:23:06Z</dcterms:created>
  <dcterms:modified xsi:type="dcterms:W3CDTF">2020-04-25T02:23:28Z</dcterms:modified>
</cp:coreProperties>
</file>