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8928A-9919-4148-A0DA-4755B20166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C8F80F-8310-4E6E-AA98-30542B8F36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9E74E-028B-466D-901C-BCCF9C5ED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D1046-3A56-464B-BBF9-02763163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88410-3515-42FE-B6B8-1FE55A51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230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2D58-0A9B-46FB-8C41-B66B29791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950EF-E34D-4BC4-B4E5-809DAB8C8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BA423-8AF7-4286-A91A-C7108C21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854DF-8785-45D6-8AA8-3E03EF515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874C6-9893-4902-A342-5756D53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8824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B318-E362-4B88-8120-5079B45D6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E5B25-C83C-4137-8E5F-1939A75F7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81FC6-EC4B-4BC0-82E2-1523F8E2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A34F1-9C33-4940-AF99-0F0034B61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CD8E5-5DE2-49C3-BFAC-8B66779D7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41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CC7BF-6EA2-45FF-B4B3-782F1E7D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FEE9-E103-41B5-BD23-A130DB30E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4F0B0-D390-45A3-A745-E0671E00E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7CE4D-97E4-42A2-BFA3-AE907150C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AF283-2C68-4BBE-B963-591D4481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D23E-6BEC-4879-B887-B6CEDB0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3750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E3D8E-5393-4392-AC24-34432F87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6D7C2-71CE-447A-9C78-432CF1619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53F305-594D-4310-8DC3-34AC7264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9E53E-B0A3-4C03-AF05-2988F6C9A3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88F07-311B-4485-A997-95C2CD8B9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CEDAF4-ECAB-47CF-AC6D-F9D4A0D5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800E5-52C3-4F2B-8D6B-64B8EF079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E9E3A-E92D-49BD-A6B7-73A8528A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3543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A5384-BA59-46AB-B582-F570C97B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8572D7-17FB-4A17-BC83-75ED4FF7E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3EFEA6-01D2-4B97-8035-FB15D5873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2C5FE5-204A-4312-BE00-64DFFD35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8815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D50520-069D-4A95-AD5E-9D4038B22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8415E-DC7E-455D-841B-7E9B07046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E28A9-0516-4ED1-ADE1-659C12308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9054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D49C-2251-45DB-A4DB-8420B64FD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BA3DC-AB8E-49E9-8A64-9EB3AED348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8685B3-B757-4246-8F9E-4E3B0CAB9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13718-2698-47FD-80FB-4DC89711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21915-AD19-4E75-83F8-0F22837F6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C3549-70FB-4763-8DDB-EDB646DB0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7977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687D-BCEE-4E3B-9E7F-95EA05FB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862C4-D1FC-4E31-989F-5F5ADA5B18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D83E1A-B09E-4257-BF1A-7166B5808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AEE38-FAE7-44AE-A0ED-BE781FCA1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6B4A0-081C-41A6-8D42-FEA37025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87919-71A8-4043-9D50-A963F4968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3922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C6D7-5D34-4991-9EE4-F3B1EC58F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99E9D6-257D-40D7-93EE-569253162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296E6-054F-4D7F-8D6E-87F0669AE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C4EB8-A66E-416B-B070-1BF8F6D0A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C2EBF-9B8B-4081-B24D-64DADD69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3172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E0CFB-2E72-4791-A9E5-D1F42B759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B42BE-4DC6-4658-8D2F-452801E2C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37CFD-A1FE-40F5-8A9F-93EC4D936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0729B-3B03-43F4-BC65-1D1029822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82D7B-E09B-4CFA-8AC1-EE92824A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5465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52C20-320D-4B96-A77F-95DD0919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203A7-FC47-4E92-A391-8A9FC340D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38AD4D-89B1-4446-996D-CB5806F54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5AEE9-855D-48FC-8605-653A0D672BE4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15951-4464-4940-B699-013880C7B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CF405-2342-4428-9EFD-0008095EB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CF108-AA61-464F-B9C4-751F593881B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5196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51FB9B-499C-4B81-B96F-A871699E6B58}"/>
              </a:ext>
            </a:extLst>
          </p:cNvPr>
          <p:cNvSpPr txBox="1"/>
          <p:nvPr/>
        </p:nvSpPr>
        <p:spPr>
          <a:xfrm>
            <a:off x="657225" y="257175"/>
            <a:ext cx="108775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#119D My Soul Is Sinking Down to Dust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48819E-DB73-464C-86A4-D3090441469A}"/>
              </a:ext>
            </a:extLst>
          </p:cNvPr>
          <p:cNvSpPr txBox="1"/>
          <p:nvPr/>
        </p:nvSpPr>
        <p:spPr>
          <a:xfrm>
            <a:off x="1543050" y="2521059"/>
            <a:ext cx="9105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is sinking down to dust;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revive me by your living word.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told my ways, you answered 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now teach me your decrees, O LORD.</a:t>
            </a:r>
          </a:p>
        </p:txBody>
      </p:sp>
    </p:spTree>
    <p:extLst>
      <p:ext uri="{BB962C8B-B14F-4D97-AF65-F5344CB8AC3E}">
        <p14:creationId xmlns:p14="http://schemas.microsoft.com/office/powerpoint/2010/main" val="3212123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656413-F5DA-408E-A6BD-859E4BF79543}"/>
              </a:ext>
            </a:extLst>
          </p:cNvPr>
          <p:cNvSpPr txBox="1"/>
          <p:nvPr/>
        </p:nvSpPr>
        <p:spPr>
          <a:xfrm>
            <a:off x="1938337" y="2521059"/>
            <a:ext cx="83153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Instruct me in your precepts’ way;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think upon your works at length.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soul with sorrow melts away,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according to your word give strength.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5765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C180B9-623A-477B-866E-ABFE738A7ADA}"/>
              </a:ext>
            </a:extLst>
          </p:cNvPr>
          <p:cNvSpPr txBox="1"/>
          <p:nvPr/>
        </p:nvSpPr>
        <p:spPr>
          <a:xfrm>
            <a:off x="2028825" y="2521059"/>
            <a:ext cx="8134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Keep falsehood far away from 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teach me all your law in grace.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choose to take the way of truth;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set your laws before my face.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6724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936FEA-9D4D-48EC-A23E-6292D80EC90D}"/>
              </a:ext>
            </a:extLst>
          </p:cNvPr>
          <p:cNvSpPr txBox="1"/>
          <p:nvPr/>
        </p:nvSpPr>
        <p:spPr>
          <a:xfrm>
            <a:off x="1690687" y="2521059"/>
            <a:ext cx="88106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LORD, let me not be put to shame;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cling with zeal to your decrees.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run the path of your commands,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you have set my spirit free.</a:t>
            </a:r>
          </a:p>
        </p:txBody>
      </p:sp>
    </p:spTree>
    <p:extLst>
      <p:ext uri="{BB962C8B-B14F-4D97-AF65-F5344CB8AC3E}">
        <p14:creationId xmlns:p14="http://schemas.microsoft.com/office/powerpoint/2010/main" val="396549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2021-05-21T17:29:23Z</dcterms:created>
  <dcterms:modified xsi:type="dcterms:W3CDTF">2021-11-13T05:22:34Z</dcterms:modified>
</cp:coreProperties>
</file>