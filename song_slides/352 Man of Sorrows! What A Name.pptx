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2" r:id="rId2"/>
    <p:sldId id="469" r:id="rId3"/>
    <p:sldId id="473" r:id="rId4"/>
    <p:sldId id="472" r:id="rId5"/>
    <p:sldId id="4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2023-04-06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471352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2023-04-06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85931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2023-04-06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54500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2023-04-06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3306432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2023-04-06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71942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2023-04-06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880699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2023-04-06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4372196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2023-04-06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345764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2023-04-06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398840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2023-04-06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9491914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2023-04-06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6027172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2023-04-06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548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00E2AD-BDC9-47A1-B713-15DB6201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2CC2A-19A9-476A-9F5B-F261F9358586}"/>
              </a:ext>
            </a:extLst>
          </p:cNvPr>
          <p:cNvSpPr txBox="1"/>
          <p:nvPr/>
        </p:nvSpPr>
        <p:spPr>
          <a:xfrm>
            <a:off x="1019175" y="136525"/>
            <a:ext cx="10153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#352 Man of Sorrows! What a Name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5B6AB-B4F4-4979-A229-F2DA8C090E23}"/>
              </a:ext>
            </a:extLst>
          </p:cNvPr>
          <p:cNvSpPr txBox="1"/>
          <p:nvPr/>
        </p:nvSpPr>
        <p:spPr>
          <a:xfrm>
            <a:off x="1243012" y="2521059"/>
            <a:ext cx="9705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Man of sorrows! what a name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Son of God, who came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ruined sinners to reclaim: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Hallelujah, what a Savior!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55962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F0A744-DC80-4A31-894A-E1AD7E3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A4A7F-0F71-44EA-B6AA-F8315F48F43F}"/>
              </a:ext>
            </a:extLst>
          </p:cNvPr>
          <p:cNvSpPr txBox="1"/>
          <p:nvPr/>
        </p:nvSpPr>
        <p:spPr>
          <a:xfrm>
            <a:off x="2147887" y="2521059"/>
            <a:ext cx="7896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Bearing shame and scoffing rude,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my place condemned he stood,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sealed my pardon with his blood: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Hallelujah, what a Savior!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248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F0A744-DC80-4A31-894A-E1AD7E3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A4A7F-0F71-44EA-B6AA-F8315F48F43F}"/>
              </a:ext>
            </a:extLst>
          </p:cNvPr>
          <p:cNvSpPr txBox="1"/>
          <p:nvPr/>
        </p:nvSpPr>
        <p:spPr>
          <a:xfrm>
            <a:off x="2147887" y="2521059"/>
            <a:ext cx="7896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3 Guilty, vile, and helpless, we;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spotless Lamb of God was he;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full atonement! can it be?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Hallelujah, what a Savior!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605959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91F5BF-4B1E-4053-96DB-F78D295C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1FEF8-9275-40E1-A484-DF372ABFF061}"/>
              </a:ext>
            </a:extLst>
          </p:cNvPr>
          <p:cNvSpPr txBox="1"/>
          <p:nvPr/>
        </p:nvSpPr>
        <p:spPr>
          <a:xfrm>
            <a:off x="1462087" y="2521059"/>
            <a:ext cx="9267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Lifted up was he to die,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"It is finished!" was his cry;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exalted high: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Hallelujah, what a Savior!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857588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F0A744-DC80-4A31-894A-E1AD7E3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A4A7F-0F71-44EA-B6AA-F8315F48F43F}"/>
              </a:ext>
            </a:extLst>
          </p:cNvPr>
          <p:cNvSpPr txBox="1"/>
          <p:nvPr/>
        </p:nvSpPr>
        <p:spPr>
          <a:xfrm>
            <a:off x="2147887" y="2521059"/>
            <a:ext cx="7896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5 When he comes, our glorious King,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all his ransomed home to bring,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then anew this song we'll sing: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Hallelujah, what a Savior!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836219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</cp:lastModifiedBy>
  <cp:revision>2</cp:revision>
  <dcterms:created xsi:type="dcterms:W3CDTF">2021-11-19T22:01:41Z</dcterms:created>
  <dcterms:modified xsi:type="dcterms:W3CDTF">2023-04-06T22:28:53Z</dcterms:modified>
</cp:coreProperties>
</file>