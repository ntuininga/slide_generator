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5" autoAdjust="0"/>
    <p:restoredTop sz="94660"/>
  </p:normalViewPr>
  <p:slideViewPr>
    <p:cSldViewPr snapToGrid="0">
      <p:cViewPr>
        <p:scale>
          <a:sx n="75" d="100"/>
          <a:sy n="75" d="100"/>
        </p:scale>
        <p:origin x="151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7FD4F-BC0B-7652-7301-75E8361EF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2F97B-5920-D7C8-BCB7-F3DD289BB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CADE3-290B-B328-1043-D300A7461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310D9-3FD6-13A1-380E-B46B5A34F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09BBD-4EBA-8C57-1C78-42ABC02F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3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A02B-4044-41F9-7FB6-011702C9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0A74-4D7B-80F3-409E-247178B1C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3701A-481A-77E1-4799-78E2754B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DAFC-2EEA-7B7A-63C4-24550B7F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D48CA-235D-A330-0FFA-CD42EAA7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2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0773-00A9-9EF7-5AEA-10351A2A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88576-7832-6966-08D3-D2591B4E1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6D7E0-0697-47A7-96F1-CAF798664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3A2C6-AA86-83D9-A69B-46C140A9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D0CD0-5F32-64D3-5CD2-301B2D0C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41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EBEFD-D0A5-D089-2C20-F6FB054F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87E13-054A-93BC-7C13-924888DF1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12D51-4EF3-1033-C19A-9330500D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33382-8068-52BE-C33D-EABE23F0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BEC18-13C8-F12D-D700-F624B11A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A6AF-BBAA-1875-49A9-A1D25078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96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0CD6-D74E-CCE2-CE75-8CBD48A9E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E1598-3F94-7DC5-2238-DC7B08A51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D5F71-CDAF-8DFA-8202-691D136DD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A3212-875A-65EC-90D4-E783348F5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8E3A5-301E-3D88-98B0-44D7E8056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1EAB6-D585-2865-31C8-7629ADF3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838AA-C349-3C0B-538C-93291415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E9751F-744D-53FE-058E-B79012CA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2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D63C4-02B5-BFB7-584A-5EA04CA0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6E083-086B-C1AF-BE9B-43E6E0637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55F56-3DB6-A83E-0AB1-9E442ABF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1EBFEC-4B92-7D19-9A29-AAE13E971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B6372-9259-F1A8-3C0B-3EDE87CE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E915E-8FCC-66F6-E472-31D9A1A0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6E856-0F79-F034-87CB-24C633AF5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37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4306-9AAA-3C5A-73AC-E3657AE9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B556-0412-3C08-656C-CD036CBF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5623C-F9D0-FA9E-5B01-59B6A155C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FF432-6437-D397-5AF1-E00CE5CF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F8703-6B22-4980-BDA3-70FA3AEF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72E17-650D-38E1-C2E8-9BECD35D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2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543E-5662-8714-76A9-CEEDAE27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70626-0A71-71D8-0514-9CEB058D1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A903A-3EEE-6732-91DF-3CEA3CFED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B4F88-0844-91B2-2D72-8149FB3C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534A1-7310-EB54-112A-0ADB73D0B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76FF9-226D-8A69-D33F-A6CC87F1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23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E790-83E6-3252-D943-6D943FDD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CA343-D771-2E56-041B-6CA749EDB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6C14B-73E1-8817-3C0D-AF79A0E04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5BDA3-47C2-FF1B-86C5-B7CD2BC7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EF4DA-A8DE-79C5-D7BC-A6FA966E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31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C0977-1A8E-C02E-1CC1-D9E6CC704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DDFCF7-8268-B2A7-2B59-C8B6721D60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AAD13-B409-2C6A-7AFE-6A4A1020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0E557-6564-2B21-C949-4829CAC8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3CA70-FB67-D4C3-0D62-276E2A5D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9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734188-D703-85A2-1072-D33BE5A78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F45CF-57AE-A563-E720-2725B1AB0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490E3-AC3F-FE88-F0F5-D44B0E407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4C0AB-1568-4AE4-9B74-6E617C3B43CD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0E904-A6A0-80C4-871A-F8A380204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A5B3F-F9C0-C816-6A86-592844098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4E4D4-1D53-493D-8736-D1B8C3476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B77BD-EAAD-69ED-FBC0-E01969515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" y="365125"/>
            <a:ext cx="12105939" cy="1325563"/>
          </a:xfrm>
        </p:spPr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#12 Help, Lord, Because the Godly Ones Have Vanished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91C38-D7B1-D901-9DA0-B6D4B4246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Help, Lord, because the godly ones have vanished;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Gone are the faithful from the sons of man.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one with double heart speaks to his neighbor;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utters lies and falsely flatters him.</a:t>
            </a:r>
          </a:p>
        </p:txBody>
      </p:sp>
    </p:spTree>
    <p:extLst>
      <p:ext uri="{BB962C8B-B14F-4D97-AF65-F5344CB8AC3E}">
        <p14:creationId xmlns:p14="http://schemas.microsoft.com/office/powerpoint/2010/main" val="4200430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858B-5A0B-BE1E-9919-DEC6BB76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F818-B3B2-B897-6C1E-7F2E6864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May our Lord God cut off all lips which flatter,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Proud tongues which speak with haughty, boastful word,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 who have said, “Our tongues will surely conquer –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lips are ours – who then can be our lord?”</a:t>
            </a:r>
          </a:p>
        </p:txBody>
      </p:sp>
    </p:spTree>
    <p:extLst>
      <p:ext uri="{BB962C8B-B14F-4D97-AF65-F5344CB8AC3E}">
        <p14:creationId xmlns:p14="http://schemas.microsoft.com/office/powerpoint/2010/main" val="2458117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8CB92-4A1E-EAE4-D642-A8C7D12B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BF6F-4245-C123-BD5C-6B99D62B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EE00-DB4E-EEE2-B339-9B92F9E1C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“I will arise now for the weak are plundered”,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Proud tongues which speak with haughty boastful word,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will regard his groans for he is needy.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will provide the safety he desires.”</a:t>
            </a:r>
          </a:p>
        </p:txBody>
      </p:sp>
    </p:spTree>
    <p:extLst>
      <p:ext uri="{BB962C8B-B14F-4D97-AF65-F5344CB8AC3E}">
        <p14:creationId xmlns:p14="http://schemas.microsoft.com/office/powerpoint/2010/main" val="304091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F9A0-64A0-3A7B-887E-89D1B0E5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29D5-03EC-F4B8-D2C1-6262EC3C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AE34-98B5-CD2C-98E8-A69E53B65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Flawless are all the words the Lord has spoken –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Pure as the silver which by fire is tried.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in the furnace seven times is tested,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then emerges fully purified.</a:t>
            </a:r>
          </a:p>
        </p:txBody>
      </p:sp>
    </p:spTree>
    <p:extLst>
      <p:ext uri="{BB962C8B-B14F-4D97-AF65-F5344CB8AC3E}">
        <p14:creationId xmlns:p14="http://schemas.microsoft.com/office/powerpoint/2010/main" val="280142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ACFB-9324-F71E-08B9-02F294F6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F4DB2-29C0-42D5-0F28-24024FF14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769B-7DFD-E965-FA40-A9F7BC980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O Lord, you will preserve your people always,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from this evil age keep us secure,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ev’ry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side the wicked strut and swagger,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people honor all that is impure.</a:t>
            </a:r>
          </a:p>
        </p:txBody>
      </p:sp>
    </p:spTree>
    <p:extLst>
      <p:ext uri="{BB962C8B-B14F-4D97-AF65-F5344CB8AC3E}">
        <p14:creationId xmlns:p14="http://schemas.microsoft.com/office/powerpoint/2010/main" val="2317469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#12 Help, Lord, Because the Godly Ones Have Vanished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2025-06-08T14:37:36Z</dcterms:created>
  <dcterms:modified xsi:type="dcterms:W3CDTF">2025-06-08T14:47:04Z</dcterms:modified>
</cp:coreProperties>
</file>