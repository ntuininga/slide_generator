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E626B-93E8-4968-9430-308944EF4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C38F8-EF0C-4267-B878-75BDACC69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0922-C4F7-4A7E-932F-BF519496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08ED2-E5EA-4D6A-B781-8538534A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99A1A-51B0-433D-B4F8-015B617C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944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D886-EECA-4450-A6CD-4BAF151E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982A-D7A9-40AC-B712-A7571924C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7B060-F294-447A-9C74-551E4621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79C63-0D84-4C56-A983-5619E8F1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68AA4-EEF6-4127-8E58-BCDE0EE3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55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A95B-D519-4D33-AAA6-1E15B4CF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29613-FAF7-4F2F-B3FF-94F386389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E4CC0-8323-471C-937E-DA7B5C24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79CD-40A6-43A7-B5B3-A5778ED2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91AAC-99D7-4691-BC56-A5838E7A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436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7FCD-A1A8-4214-88B8-C0605D52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035A4-5F5D-4C1D-84AB-F292AE0D5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A4331-A14C-44B0-8B7F-B8DB0D58F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92983-5171-4DFD-967F-49AB3156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2AEE0-1167-4C1C-8966-D608E5E2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2BB26-4400-4BD7-A3B2-42890664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742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736DA-90D7-4691-8ED6-DD838BBF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0F7A1-092D-4C9F-B7F1-D8F8A5C27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553A8-19E2-43C7-9007-971DA501B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A7B70-7F7B-4197-8CDB-58DD8F703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C1F86-2879-4AE4-8B4B-10B19111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30459-B526-4FD9-B896-3712C7B1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63475-562A-4162-9197-BE9D91E91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7A4C3-FD58-4B63-8808-42B7E111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970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08F5-658B-446D-8E4B-570BCE5A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F9679-4B28-4735-B775-FDC45D01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54CA6-4CAA-4726-8112-289F3A5C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DE126-2613-491A-A70E-0CEA8761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685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28130-2BA1-4098-BEB6-FBC281B5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20409-A1DF-42CF-BF52-40F602C3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4857B-BE6F-409E-ACB1-40F6D40A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951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B078F-2028-4B22-9A4F-9E79CB950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A8BB1-2AE2-4A45-8909-DAD18BC6F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F801D-790E-4A3B-8752-D6A8AB4C3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F5FAC-1F29-4AE9-BE5F-F0820F4B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7F67B-0609-488E-8724-5601FD08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77597-4D4E-40CF-B03E-3A649A22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7437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BBEDB-C80D-46BB-897E-93161AB9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11330-8C78-43FF-A993-453D6A16F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29065-B99A-4FA1-AE38-BAAFF491E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7C727-F53E-4BEB-ABFB-CE32DA8F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DB30A-5132-4EDA-9AE2-1887EC697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D3E0F-B0DE-4F99-9121-D3D84DF9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910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B2F6-361D-42C9-A5BC-1ADD10B1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823E0-F76A-469F-882A-BCC44158A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6E600-2A58-4835-84F5-C9D35A32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8699C-DBB5-4DFB-9FA7-70118455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1832A-265E-4326-92C5-7CB8D614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811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B6A13-C112-44D8-90FE-087DD74CC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6CBFD-8DE2-4EE3-AD87-7F76E3F01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353EB-C236-4F48-8ADA-F8E8B4A9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7C108-A768-4E4D-86A6-317787CB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147B8-9E62-4DAA-B6E4-5EE0AA43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436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9B8D9-4581-453B-8602-163C24A7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38685-8B0E-497C-B264-C422F367C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28634-3C58-4D74-B377-89E04A900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5EB5-E022-4A37-8381-2B728C1896CE}" type="datetimeFigureOut">
              <a:rPr lang="en-CA" smtClean="0"/>
              <a:t>2022-02-19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00D5A-1AFF-4B64-AE9F-B0DFB1515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3A240-68CC-4F35-85E3-69EDF98E1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DC799-DFD3-4ACA-A121-E2929EC210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344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57C544-C414-41B6-9230-CF77387ACFE2}"/>
              </a:ext>
            </a:extLst>
          </p:cNvPr>
          <p:cNvSpPr txBox="1"/>
          <p:nvPr/>
        </p:nvSpPr>
        <p:spPr>
          <a:xfrm>
            <a:off x="461962" y="247649"/>
            <a:ext cx="11268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#69B Thy Lovingkindness, Lord, Is Good and Free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12B32-7430-4753-9B9A-166E9765EC91}"/>
              </a:ext>
            </a:extLst>
          </p:cNvPr>
          <p:cNvSpPr txBox="1"/>
          <p:nvPr/>
        </p:nvSpPr>
        <p:spPr>
          <a:xfrm>
            <a:off x="1995486" y="2521059"/>
            <a:ext cx="82010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Thy lovingkindness, Lord, is good and free,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tender mercy turn thou unto me;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hide not thy face from me in my distress,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mercy hear my prayer, thy servant bless.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90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4FA54-67C7-4D7C-9789-229F859F028A}"/>
              </a:ext>
            </a:extLst>
          </p:cNvPr>
          <p:cNvSpPr txBox="1"/>
          <p:nvPr/>
        </p:nvSpPr>
        <p:spPr>
          <a:xfrm>
            <a:off x="3019425" y="2305615"/>
            <a:ext cx="61531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Needy and sorrowful, to thee I cry;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thy salvation set my soul on high;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I will sing and praise thy holy name,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thankful song thy mercy shall proclaim.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254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330C4-9FEA-4A38-BB4F-701BDCE36F5D}"/>
              </a:ext>
            </a:extLst>
          </p:cNvPr>
          <p:cNvSpPr txBox="1"/>
          <p:nvPr/>
        </p:nvSpPr>
        <p:spPr>
          <a:xfrm>
            <a:off x="2190750" y="2521059"/>
            <a:ext cx="7810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With joy the meek shall see my soul restored,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heart shall live, ye saints that seek the Lord;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helps the needy and regards their cries,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those in distress the Lord will not despise.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508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4E4C5-860F-4EAB-9EC6-FA5FB791F776}"/>
              </a:ext>
            </a:extLst>
          </p:cNvPr>
          <p:cNvSpPr txBox="1"/>
          <p:nvPr/>
        </p:nvSpPr>
        <p:spPr>
          <a:xfrm>
            <a:off x="2152650" y="2521059"/>
            <a:ext cx="7886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Let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above his grace and glory tell,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earth and sea and all that in them dwell;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salvation to his people God will give,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they that love his name with him shall live.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10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184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2021-05-14T21:29:18Z</dcterms:created>
  <dcterms:modified xsi:type="dcterms:W3CDTF">2022-02-19T22:33:19Z</dcterms:modified>
</cp:coreProperties>
</file>