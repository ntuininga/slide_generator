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1" r:id="rId2"/>
    <p:sldId id="362" r:id="rId3"/>
    <p:sldId id="299" r:id="rId4"/>
    <p:sldId id="385" r:id="rId5"/>
    <p:sldId id="38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B5045-DE4B-443B-A4AD-EB0E3E1F5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552B2A-5D0D-47A2-AA3A-91664F48D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04BF0-8FE6-4569-B137-43CE81602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11EB-87FA-44D6-A0DC-A646B229653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A6103-8B77-47F2-977B-AA18F81E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9A639-90EB-4810-840F-41E7AF598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DE2C-6AC5-45CF-85B5-19ECFE1DE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5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97E91-F415-4FF6-B46D-960687D82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69F81-96A6-4586-93B7-43EA05512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8A058-DE54-49EC-98E0-6E04B41BA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11EB-87FA-44D6-A0DC-A646B229653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DD7B1-67BD-46A0-A933-1DC047B2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BFB9-2557-4976-B74C-D66E07D8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DE2C-6AC5-45CF-85B5-19ECFE1DE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46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8C61A-A285-41C8-B519-3A566B1E8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9ACE3-BEB0-4482-A23E-883FAB9DD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46A75-81BB-48AB-9311-E2096B173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11EB-87FA-44D6-A0DC-A646B229653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4C768-53BD-4B46-BA96-53EB08D92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288EC-6B0E-4751-88DC-5F8DBAC0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DE2C-6AC5-45CF-85B5-19ECFE1DE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59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85EA2-DCA0-40CB-8C58-149AC40C8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561D7-CDB5-46FB-809B-1666249AA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3EE9C-5749-4D7B-BBAE-6CDA7E4A3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EA15C-18B4-47C5-95D6-F70AE7A0F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11EB-87FA-44D6-A0DC-A646B229653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C139D-8B99-46BB-AB94-C02CCC810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669B4-ED0F-4B43-A8F4-4DD4098D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DE2C-6AC5-45CF-85B5-19ECFE1DE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86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EF6FB-DF3B-4AB8-B396-0031A3D6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B5E38-4558-4806-837A-12A02B92B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5153D-3C2D-47FA-BC43-E3D64C273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7F80E-5749-407A-905A-6AF6658C91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883AF0-B869-4F13-9F67-C57EEF618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5B5DC8-D4B2-4D41-B762-F86CF88A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11EB-87FA-44D6-A0DC-A646B229653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C702DC-6631-4228-9A48-B453A255D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1850F3-2076-4393-B6FF-E065B6F5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DE2C-6AC5-45CF-85B5-19ECFE1DE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27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9E190-3F78-41B4-B0FE-8F2F889A3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47AF9E-0681-481E-9A2A-BE4292A04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11EB-87FA-44D6-A0DC-A646B229653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23160-551E-41C6-A718-9CC1E10FA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F8067-A930-47BA-A99D-A77B24F3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DE2C-6AC5-45CF-85B5-19ECFE1DE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6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165AC7-4286-45AF-AC33-C1702BA4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11EB-87FA-44D6-A0DC-A646B229653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C7F2FC-6FC2-413F-ABFB-581A475AC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1273C-965E-41C4-89B8-571F35DD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DE2C-6AC5-45CF-85B5-19ECFE1DE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81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ACB4-F177-45A4-9AB3-DDC6FF81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C5FA0-9DF6-4420-B2EF-E16CC7D1B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7822C-AFF4-41AF-9FF4-F95C6A77D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FA488-FF56-49D6-B5F5-324A7B61A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11EB-87FA-44D6-A0DC-A646B229653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A1A89-3BC5-4680-A07D-309EA9CC0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2B19FB-51B7-4545-9A57-89D64B190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DE2C-6AC5-45CF-85B5-19ECFE1DE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0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8798-F1EA-4FC3-B4E6-064DF220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090701-E4DB-426A-B3E1-DE220FBA4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807AE-4F8B-4AFD-B6A9-C8FDBC5BD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B9FDC-4F81-42F7-86CE-7E61E9234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11EB-87FA-44D6-A0DC-A646B229653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A0EC3-712A-4339-8466-619457321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2641B-71D3-4CA0-B71E-C2E9DB58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DE2C-6AC5-45CF-85B5-19ECFE1DE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01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9E9F-FD56-4AAB-8E1F-3A14D9B81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58DFE-6AA8-4441-809A-9EB3848EC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D1C64-4E59-4174-8DA7-B5ABAC60B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11EB-87FA-44D6-A0DC-A646B229653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965A5-CF7C-4D3C-B9DE-DC43A39A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C0A80-1547-454B-8FFE-EB1166EAE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DE2C-6AC5-45CF-85B5-19ECFE1DE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96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D2699-0EE4-4315-A639-27CDFC004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0ED88-68B2-47E0-9DB7-C5DCB267C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9402B-2790-43CE-9B7D-7369C702A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11EB-87FA-44D6-A0DC-A646B229653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DB70B-B7AD-4EE5-930C-05A718DD5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5EF44-712E-493B-A6BD-0F78DC5C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6DE2C-6AC5-45CF-85B5-19ECFE1DE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98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68F4DA-4EA7-4D93-96CD-5001198B3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A22F2-3C45-4601-B3CD-3B87B3596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B566B-7CAB-43E1-9CAD-EF0D374A0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611EB-87FA-44D6-A0DC-A646B229653E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64D0A-F5E6-42ED-94A4-649ACF3FBF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DDD83-2BBF-4534-9196-0D5A2E6E1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6DE2C-6AC5-45CF-85B5-19ECFE1DE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55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183309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sz="2800" dirty="0"/>
              <a:t>We have no known thee as we ought,</a:t>
            </a:r>
          </a:p>
          <a:p>
            <a:pPr algn="ctr"/>
            <a:r>
              <a:rPr lang="en-US" sz="2800" dirty="0"/>
              <a:t>nor learned thy wisdom, grace, and </a:t>
            </a:r>
            <a:r>
              <a:rPr lang="en-US" sz="2800" dirty="0" err="1"/>
              <a:t>pow’r</a:t>
            </a:r>
            <a:r>
              <a:rPr lang="en-US" sz="2800" dirty="0"/>
              <a:t>;</a:t>
            </a:r>
          </a:p>
          <a:p>
            <a:pPr algn="ctr"/>
            <a:r>
              <a:rPr lang="en-US" sz="2800" dirty="0"/>
              <a:t>the things of earth have filled our thought,</a:t>
            </a:r>
          </a:p>
          <a:p>
            <a:pPr algn="ctr"/>
            <a:r>
              <a:rPr lang="en-US" sz="2800" dirty="0"/>
              <a:t>and trifles of the passing hour.</a:t>
            </a:r>
          </a:p>
          <a:p>
            <a:pPr algn="ctr"/>
            <a:r>
              <a:rPr lang="en-US" sz="2800" dirty="0"/>
              <a:t>Lord, give us light thy truth to see,</a:t>
            </a:r>
          </a:p>
          <a:p>
            <a:pPr algn="ctr"/>
            <a:r>
              <a:rPr lang="en-US" sz="2800" dirty="0"/>
              <a:t>and make us wise in knowing thee.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#178 We Have Not Known Thee as We Ought</a:t>
            </a:r>
          </a:p>
        </p:txBody>
      </p:sp>
    </p:spTree>
    <p:extLst>
      <p:ext uri="{BB962C8B-B14F-4D97-AF65-F5344CB8AC3E}">
        <p14:creationId xmlns:p14="http://schemas.microsoft.com/office/powerpoint/2010/main" val="66304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758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2. We have not feared thee as we ought,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nor bowed beneath thine awesome eye,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nor guarded deed and word and thought,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remembering that God was nigh.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Lord, give us faith to know thee near,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grant the grace of holy fear.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4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11859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3. We have not loved thee as we ought,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 nor cared that we are loved by thee;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thy presence we have coldly sought,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feebly longed thy face to see.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Lord, give a pure and loving heart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to feel and own the love thou art.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50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ADE5-31D9-4FC3-8FF2-A4B77C42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938AC-8D8F-469A-B004-AB6A80B6BC46}"/>
              </a:ext>
            </a:extLst>
          </p:cNvPr>
          <p:cNvSpPr txBox="1"/>
          <p:nvPr/>
        </p:nvSpPr>
        <p:spPr>
          <a:xfrm>
            <a:off x="1771650" y="1819275"/>
            <a:ext cx="86487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4. We have not served thee as we ought;</a:t>
            </a:r>
          </a:p>
          <a:p>
            <a:pPr algn="ctr"/>
            <a:r>
              <a:rPr lang="en-US" sz="2800" dirty="0"/>
              <a:t>alas! the duties left undone,</a:t>
            </a:r>
          </a:p>
          <a:p>
            <a:pPr algn="ctr"/>
            <a:r>
              <a:rPr lang="en-US" sz="2800" dirty="0"/>
              <a:t>the work with little fervor wrought,</a:t>
            </a:r>
          </a:p>
          <a:p>
            <a:pPr algn="ctr"/>
            <a:r>
              <a:rPr lang="en-US" sz="2800" dirty="0"/>
              <a:t>the battles lost or scarcely won!</a:t>
            </a:r>
          </a:p>
          <a:p>
            <a:pPr algn="ctr"/>
            <a:r>
              <a:rPr lang="en-US" sz="2800" dirty="0"/>
              <a:t>Lord, give the zeal and give the might,</a:t>
            </a:r>
          </a:p>
          <a:p>
            <a:pPr algn="ctr"/>
            <a:r>
              <a:rPr lang="en-US" sz="2800" dirty="0"/>
              <a:t>for thee to toil, for thee to fight.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325158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B1573F-FF47-4B1F-887A-0066ABC42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7EC210-6AE0-4789-9387-4C06A4D3E9D7}"/>
              </a:ext>
            </a:extLst>
          </p:cNvPr>
          <p:cNvSpPr txBox="1"/>
          <p:nvPr/>
        </p:nvSpPr>
        <p:spPr>
          <a:xfrm>
            <a:off x="2176462" y="1905000"/>
            <a:ext cx="78390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5. When shall we know thee as we ought,</a:t>
            </a:r>
          </a:p>
          <a:p>
            <a:pPr algn="ctr"/>
            <a:r>
              <a:rPr lang="en-US" sz="2800" dirty="0"/>
              <a:t>and fear and love and serve aright!</a:t>
            </a:r>
          </a:p>
          <a:p>
            <a:pPr algn="ctr"/>
            <a:r>
              <a:rPr lang="en-US" sz="2800" dirty="0"/>
              <a:t>When shall we, out of trial brought,</a:t>
            </a:r>
          </a:p>
          <a:p>
            <a:pPr algn="ctr"/>
            <a:r>
              <a:rPr lang="en-US" sz="2800" dirty="0"/>
              <a:t>be perfect in the land of light!</a:t>
            </a:r>
          </a:p>
          <a:p>
            <a:pPr algn="ctr"/>
            <a:r>
              <a:rPr lang="en-US" sz="2800" dirty="0"/>
              <a:t>Lord, may we day by day prepare</a:t>
            </a:r>
          </a:p>
          <a:p>
            <a:pPr algn="ctr"/>
            <a:r>
              <a:rPr lang="en-US" sz="2800" dirty="0"/>
              <a:t>to see thy face and serve thee there.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453005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2020-11-06T15:22:34Z</dcterms:created>
  <dcterms:modified xsi:type="dcterms:W3CDTF">2020-11-06T15:22:48Z</dcterms:modified>
</cp:coreProperties>
</file>