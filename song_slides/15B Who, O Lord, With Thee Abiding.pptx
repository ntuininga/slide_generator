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8" r:id="rId2"/>
    <p:sldId id="329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FC9C-91BE-4870-8C0D-19508251F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258A5-3817-4B89-A03E-63288F9BC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EB0F1-6761-4718-BAB4-C5B2A73D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BF0F7-623D-40A6-A7C9-5D1FD183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978F-EDA3-46F3-A1C6-113102E72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65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D8764-125C-4B31-A5F1-13CBF64D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60AF9-E0FC-45EF-8FF7-1D58756F2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6C882-5B78-4000-B60E-18099F34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322B36-D877-40D4-A732-836CE1C69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BE8CA-7F0B-4208-A616-E1CC47F8A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21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C1D1E-B6A3-48A7-A4F2-9813900FA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B278-AF56-4074-91C6-9CC8FDD9C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6580B-A278-446B-BF88-7724B1DD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5FD9C-015C-4065-83FC-01E48601E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8BE29-1E06-4F38-A445-68245FE0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64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9F24-7A1D-4242-BB2E-FD5DDDD9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1B794-8E83-41B3-B353-5FD605546C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D838D-A30B-440A-A4CA-86365BBE2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B25B1C-BD9B-4E8F-8018-34954DC2C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6E1A7-3A5C-4952-BEA7-F875D6D7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7BB66-4C57-4185-B5C1-1DE1CFAF7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366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A9AA-2E42-4D88-B4C8-AC85C01DC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79F71-0382-44A1-A8D2-3D2D6697F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72E74-9A95-490E-B65C-0435EA0887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F44FA-01A2-4014-B5A7-26C15C80D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04183-E8C2-4B60-BAEF-AC2C62E2A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E51DC0-56CF-4E49-BA0D-61AC0726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10F85-5787-4671-B2E5-47D557C00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E9FAD-A5ED-4C71-A409-061F4DED1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155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554C-23D1-4A97-9199-A538E7D0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360488-5BAA-4ED8-A75D-43688076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E89B5-6E33-4E5C-81B5-55F00DEE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4AF70-A429-4EBB-895F-41E43A86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4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16907-7B04-46DA-B8E6-6D4343C0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A4A846-2EC6-4409-B35D-337ECBED9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CF836-EF22-4200-923A-7837CA0F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1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F802-8044-430A-BD84-94EFB52B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86055-3471-4DA0-81B1-446CDE9EC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9A5AE-5FA2-4262-91E0-8C9F98D0DD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EA11E-6C50-44DE-A38D-09A39760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A0F10A-345B-4442-9F3C-EEB83608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1058C5-A055-454D-B0DD-D1732585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4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F458-BB56-4803-A74E-F90E83F2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164155-C047-43A2-B4AC-50B4954F0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2D45E-09D7-4461-8447-51F0A1E9A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028A2-CF95-4D30-8697-C42A1821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14289-0E2B-483B-BE87-7332541F8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19901-4149-4901-B86A-ECEF3D8A0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4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CF61E-A9A3-4426-B296-9E101A8E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04F04-378C-4459-938E-553B266BB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1DC6E-6C67-4297-A9C7-D06D590F1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7B49-F99D-49E9-B1FF-22A5FB3CB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14FDB-7E77-44C3-93CB-3932DB04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5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206042-7203-4A61-A89D-C558DE092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F45A2-7D94-4FAB-A88E-D08BA30958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3E52A-C56C-4E61-A0F3-47A1F722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4AE7-5FFF-47F6-A81E-F4A47E53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2F073-9D89-4148-BD15-9E4FF0D2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3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08E3D-682C-4E7E-B638-FEE3F6E7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2117F-C69F-4F48-BD6C-AE71182BE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107BA-2EFB-429C-94B3-3BF5EBD22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021E8-9AD6-49D6-9005-8FCBB553F2CC}" type="datetimeFigureOut">
              <a:rPr lang="en-US" smtClean="0"/>
              <a:t>7/31/2020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2694E-A668-4E6B-B12A-E501835412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1B8A8-1CA3-4BC9-89C3-A06ABB25D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69BB-BC95-4A67-9F3A-D1AD0284B9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84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7056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#15B Who, O Lord, With Thee Abiding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Who, O Lord, with thee abiding,</a:t>
            </a:r>
            <a:br>
              <a:rPr lang="en-US" sz="2800" dirty="0"/>
            </a:br>
            <a:r>
              <a:rPr lang="en-US" sz="2800" dirty="0"/>
              <a:t>in thy house shall be thy guest?</a:t>
            </a:r>
            <a:br>
              <a:rPr lang="en-US" sz="2800" dirty="0"/>
            </a:br>
            <a:r>
              <a:rPr lang="en-US" sz="2800" dirty="0"/>
              <a:t>Who, his feet to Zion turning,</a:t>
            </a:r>
            <a:br>
              <a:rPr lang="en-US" sz="2800" dirty="0"/>
            </a:br>
            <a:r>
              <a:rPr lang="en-US" sz="2800" dirty="0"/>
              <a:t>in thy holy hill shall rest?</a:t>
            </a:r>
            <a:br>
              <a:rPr lang="en-US" sz="2800" dirty="0"/>
            </a:br>
            <a:r>
              <a:rPr lang="en-US" sz="2800" dirty="0"/>
              <a:t>He that ever walks uprightly,</a:t>
            </a:r>
            <a:br>
              <a:rPr lang="en-US" sz="2800" dirty="0"/>
            </a:br>
            <a:r>
              <a:rPr lang="en-US" sz="2800" dirty="0"/>
              <a:t>does the right without a fear;</a:t>
            </a:r>
            <a:br>
              <a:rPr lang="en-US" sz="2800" dirty="0"/>
            </a:br>
            <a:r>
              <a:rPr lang="en-US" sz="2800" dirty="0"/>
              <a:t>when he speaks, he speaks not lightly,</a:t>
            </a:r>
            <a:br>
              <a:rPr lang="en-US" sz="2800" dirty="0"/>
            </a:br>
            <a:r>
              <a:rPr lang="en-US" sz="2800" dirty="0"/>
              <a:t>but with truth and love sincere.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345FC6-7E64-4D56-BBC5-BF336F23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834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592057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He that slanders not his brother,</a:t>
            </a:r>
            <a:br>
              <a:rPr lang="en-US" dirty="0"/>
            </a:br>
            <a:r>
              <a:rPr lang="en-US" dirty="0"/>
              <a:t>does no evil to a friend;</a:t>
            </a:r>
            <a:br>
              <a:rPr lang="en-US" dirty="0"/>
            </a:br>
            <a:r>
              <a:rPr lang="en-US" dirty="0"/>
              <a:t>to reproaches of another</a:t>
            </a:r>
            <a:br>
              <a:rPr lang="en-US" dirty="0"/>
            </a:br>
            <a:r>
              <a:rPr lang="en-US" dirty="0"/>
              <a:t>he refuses to attend.</a:t>
            </a:r>
            <a:br>
              <a:rPr lang="en-US" dirty="0"/>
            </a:br>
            <a:r>
              <a:rPr lang="en-US" dirty="0"/>
              <a:t>Wicked men win not his favor,</a:t>
            </a:r>
            <a:br>
              <a:rPr lang="en-US" dirty="0"/>
            </a:br>
            <a:r>
              <a:rPr lang="en-US" dirty="0"/>
              <a:t>but the good who fear the Lord;</a:t>
            </a:r>
            <a:br>
              <a:rPr lang="en-US" dirty="0"/>
            </a:br>
            <a:r>
              <a:rPr lang="en-US" dirty="0"/>
              <a:t>from his vow he will not waver,</a:t>
            </a:r>
            <a:br>
              <a:rPr lang="en-US" dirty="0"/>
            </a:br>
            <a:r>
              <a:rPr lang="en-US" dirty="0"/>
              <a:t>though it bring him sad reward.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7F1F071-BEF8-437A-9005-4D4E3C349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76446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066FF-8F35-4C07-8A5E-1C5E296F3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688"/>
            <a:ext cx="10515600" cy="3085703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/>
              <a:t>3</a:t>
            </a:r>
            <a:r>
              <a:rPr lang="en-CA" dirty="0"/>
              <a:t>. </a:t>
            </a:r>
            <a:r>
              <a:rPr lang="en-US" dirty="0"/>
              <a:t>To the needy freely lending,</a:t>
            </a:r>
            <a:br>
              <a:rPr lang="en-US" dirty="0"/>
            </a:br>
            <a:r>
              <a:rPr lang="en-US" dirty="0"/>
              <a:t>no excess he asks again;</a:t>
            </a:r>
            <a:br>
              <a:rPr lang="en-US" dirty="0"/>
            </a:br>
            <a:r>
              <a:rPr lang="en-US" dirty="0"/>
              <a:t>and the innocent befriending,</a:t>
            </a:r>
            <a:br>
              <a:rPr lang="en-US" dirty="0"/>
            </a:br>
            <a:r>
              <a:rPr lang="en-US" dirty="0"/>
              <a:t>he desires not praise of men.</a:t>
            </a:r>
            <a:br>
              <a:rPr lang="en-US" dirty="0"/>
            </a:br>
            <a:r>
              <a:rPr lang="en-US" dirty="0"/>
              <a:t>Doing this, and evil spurning,</a:t>
            </a:r>
            <a:br>
              <a:rPr lang="en-US" dirty="0"/>
            </a:br>
            <a:r>
              <a:rPr lang="en-US" dirty="0"/>
              <a:t>he shall nevermore be moved;</a:t>
            </a:r>
            <a:br>
              <a:rPr lang="en-US" dirty="0"/>
            </a:br>
            <a:r>
              <a:rPr lang="en-US" dirty="0"/>
              <a:t>this the man with thee sojourning,</a:t>
            </a:r>
            <a:br>
              <a:rPr lang="en-US" dirty="0"/>
            </a:br>
            <a:r>
              <a:rPr lang="en-US" dirty="0"/>
              <a:t>this the man by thee approved.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FFA7D84-29AB-4FC2-9B9F-C2596643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6448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#15B Who, O Lord, With Thee Abiding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#15B Who, O Lord, With Thee Abiding</dc:title>
  <dc:creator>Eric Hoogendoorn</dc:creator>
  <cp:lastModifiedBy>Eric Hoogendoorn</cp:lastModifiedBy>
  <cp:revision>1</cp:revision>
  <dcterms:created xsi:type="dcterms:W3CDTF">2020-07-31T23:41:43Z</dcterms:created>
  <dcterms:modified xsi:type="dcterms:W3CDTF">2020-07-31T23:42:08Z</dcterms:modified>
</cp:coreProperties>
</file>