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3" r:id="rId3"/>
    <p:sldId id="324" r:id="rId4"/>
    <p:sldId id="328" r:id="rId5"/>
    <p:sldId id="33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6FB8-7C4A-4BC0-B78D-8D7ED5A8B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EC5EA-38C9-4092-A769-4FDF78129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ED55-7109-4274-A615-F8492976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8115E-42B8-4405-B2A9-EA694583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A6CBF-E178-415B-80C0-470E3CF6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6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AF93-3043-4520-9413-B641B520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9166-8AF0-40DE-BC84-A52B0A379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9526-7A03-407E-8E58-4594BC0D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30AC9-CB4C-4A3E-A10A-F3308F20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C1548-A366-49D2-81AC-B414F0CF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3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D6F7-605A-4990-8BD7-0149C30B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B394A-8D56-4122-8F2E-C1838297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B40D-360F-4F14-BE15-CA3F9899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7A93-2132-4185-8E2C-A0418196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600F2-3DFF-442B-B77C-86831FE6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59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8F05-F7ED-42C3-90CB-B1F06943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5151-9501-4FED-8C57-8C9816CCB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E6555-8EE0-48F6-A24C-5A1F55757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5DDAF-34BB-4778-A293-555E9319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35D7E-A381-457E-9D56-E2C9C360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A6111-8F6D-48F5-ADD6-17B0AB67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8870-1C5C-4B70-A519-5597A613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B5F3E-8143-477F-A4C2-AEBA81A3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7E2D5-2D25-4150-BB36-3D6CE7584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CEF70-86D5-4906-9212-67A5928AF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3F7BC-877B-48BB-8A9F-FD1BA2309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6EA1B-F003-4534-B8AE-814E7BBB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99605-B021-43E7-ABE5-59858D3C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EBE73-42D7-4F2A-AB0A-6288DF3B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8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3F80-88A6-4CC2-AEE9-307EFBC4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8C99C-63E5-4820-BB0F-1C14AD03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13D0C-DA82-4916-A6CE-C2425EAC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C6B65-46C3-4BBC-9C44-713BBE4F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16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9D666-E50B-4372-8D2E-41750DE0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BF559-7CE4-4857-872F-8E0549C6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20E10-D3F3-4FB4-A64C-60FCDD9C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5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F4A7-A633-4D29-8746-0C33EA69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D5B0-17AF-43DE-9BE5-261D6A617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2AA29-CE02-4DFD-9D91-9DA845BF5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3F3D3-FAA8-44E2-A4C2-46F7E817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52AB6-E60D-48C5-A807-F43C08C6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31B41-6276-4926-B859-2F210861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3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547C-02E0-4DE6-8F4E-B2A1FD7B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C7DF6-2449-4F16-AB62-CB5B2A244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B66FD-620C-41D9-AF5A-FD339ED22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945E8-EEDB-4591-AA4D-8611B3A5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691CA-D20E-4838-B39A-07FBF61D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3AAA0-C81F-419E-9211-69F90823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5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D065-56D4-434E-9F19-8434D00B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34CB5-0C46-4D18-B57F-64050DCA5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B4FAC-42BC-4A19-A324-F51CDD69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E8919-77B8-4195-8BC1-1C853385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87EB-125C-4710-A6C4-81970989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3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FA3EA-1348-446C-950E-2AA2BC5C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FB8D9-F28B-4DBE-8C79-83FBCD114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C2653-022B-47A0-8265-9892DE4F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995E5-2787-4CD9-AFEB-303ECEDC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A4F63-E972-4990-BD2F-C22968D8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0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56080-A891-42BF-B746-779EED0F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73702-86C1-4456-900D-42AF11853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E8F3E-6095-4DF0-96C0-FAFDDA342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F656E-E4CD-4B68-8950-00BE3749014E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94CAA-6D27-4233-B7BD-D3AB91DB2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7E8A-176E-4E75-8A26-DB4656829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22BDF-6C93-4EBB-B755-5C6E95B15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9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#501 Lord, Speak to Me, That I May Speak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Lord, speak to me, that I may speak </a:t>
            </a:r>
            <a:br>
              <a:rPr lang="en-US" sz="2800" dirty="0"/>
            </a:br>
            <a:r>
              <a:rPr lang="en-US" sz="2800" dirty="0"/>
              <a:t>in living echoes of your tone; </a:t>
            </a:r>
            <a:br>
              <a:rPr lang="en-US" sz="2800" dirty="0"/>
            </a:br>
            <a:r>
              <a:rPr lang="en-US" sz="2800" dirty="0"/>
              <a:t>as you have sought, so let me seek </a:t>
            </a:r>
            <a:br>
              <a:rPr lang="en-US" sz="2800" dirty="0"/>
            </a:br>
            <a:r>
              <a:rPr lang="en-US" sz="2800" dirty="0"/>
              <a:t>your erring children lost and lone.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7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O teach me, Lord, that I may teach </a:t>
            </a:r>
            <a:br>
              <a:rPr lang="en-US" sz="2800" dirty="0"/>
            </a:br>
            <a:r>
              <a:rPr lang="en-US" sz="2800" dirty="0"/>
              <a:t>the precious things you do impart; </a:t>
            </a:r>
            <a:br>
              <a:rPr lang="en-US" sz="2800" dirty="0"/>
            </a:br>
            <a:r>
              <a:rPr lang="en-US" sz="2800" dirty="0"/>
              <a:t>and wing my words, that they may reach </a:t>
            </a:r>
            <a:br>
              <a:rPr lang="en-US" sz="2800" dirty="0"/>
            </a:br>
            <a:r>
              <a:rPr lang="en-US" sz="2800" dirty="0"/>
              <a:t>the hidden depths of many a heart.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3731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O lead me, Lord, that I may lead</a:t>
            </a:r>
            <a:br>
              <a:rPr lang="en-US" sz="2800" dirty="0"/>
            </a:br>
            <a:r>
              <a:rPr lang="en-US" sz="2800" dirty="0"/>
              <a:t>the wandering and the wavering feet;</a:t>
            </a:r>
            <a:br>
              <a:rPr lang="en-US" sz="2800" dirty="0"/>
            </a:br>
            <a:r>
              <a:rPr lang="en-US" sz="2800" dirty="0"/>
              <a:t>O feed me, Lord, that I may feed</a:t>
            </a:r>
            <a:br>
              <a:rPr lang="en-US" sz="2800" dirty="0"/>
            </a:br>
            <a:r>
              <a:rPr lang="en-US" sz="2800" dirty="0"/>
              <a:t>the hungering ones with manna sweet.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7381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O fill me with your fullness, Lord,</a:t>
            </a:r>
            <a:br>
              <a:rPr lang="en-US" sz="2800" dirty="0"/>
            </a:br>
            <a:r>
              <a:rPr lang="en-US" sz="2800" dirty="0"/>
              <a:t>until my very heart </a:t>
            </a:r>
            <a:r>
              <a:rPr lang="en-US" sz="2800" dirty="0" err="1"/>
              <a:t>o'erflow</a:t>
            </a:r>
            <a:br>
              <a:rPr lang="en-US" sz="2800" dirty="0"/>
            </a:br>
            <a:r>
              <a:rPr lang="en-US" sz="2800" dirty="0"/>
              <a:t>in kindling thought and glowing word</a:t>
            </a:r>
            <a:br>
              <a:rPr lang="en-US" sz="2800" dirty="0"/>
            </a:br>
            <a:r>
              <a:rPr lang="en-US" sz="2800" dirty="0"/>
              <a:t>your love to tell, your praise to show.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1051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O use me, Lord, use even me, </a:t>
            </a:r>
            <a:br>
              <a:rPr lang="en-US" sz="2800" dirty="0"/>
            </a:br>
            <a:r>
              <a:rPr lang="en-US" sz="2800" dirty="0"/>
              <a:t>just as you will, and when and where;</a:t>
            </a:r>
            <a:br>
              <a:rPr lang="en-US" sz="2800" dirty="0"/>
            </a:br>
            <a:r>
              <a:rPr lang="en-US" sz="2800" dirty="0"/>
              <a:t>until your blessed face I see, </a:t>
            </a:r>
            <a:br>
              <a:rPr lang="en-US" sz="2800" dirty="0"/>
            </a:br>
            <a:r>
              <a:rPr lang="en-US" sz="2800" dirty="0"/>
              <a:t>your rest, your joy, your glory share.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154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#501 Lord, Speak to Me, That I May Speak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#501 Lord, Speak to Me, That I May Speak</dc:title>
  <dc:creator>Eric Hoogendoorn</dc:creator>
  <cp:lastModifiedBy>Eric Hoogendoorn</cp:lastModifiedBy>
  <cp:revision>1</cp:revision>
  <dcterms:created xsi:type="dcterms:W3CDTF">2020-06-19T23:06:37Z</dcterms:created>
  <dcterms:modified xsi:type="dcterms:W3CDTF">2020-06-19T23:07:01Z</dcterms:modified>
</cp:coreProperties>
</file>