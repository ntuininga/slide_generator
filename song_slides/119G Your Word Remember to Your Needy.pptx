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C5B4-D09C-B8F7-985C-1500A01B2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59BA6-E702-414E-D20F-0FFC09DCE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7DC45-D354-57AE-23BF-068F81F6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3EFD2-784D-BFBB-F846-9A143FA0B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E4079-3D5C-D5CD-6249-0DF0C16F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8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3CA1-46DD-A20F-7ED7-08AD4D2B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18302-9FCA-EDDD-0DF1-7FB9A3A13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1C30A-034F-9D7A-CCED-E1239456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E13F5-1D3B-5083-624C-E609FCF8A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294C6-2E20-CCDD-1210-E3244179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6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EEA8-5B39-F7F7-51C6-3572539A0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57F88-82EF-E688-55F7-15BE8732F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A0AA4-6B8F-A5E2-8DE4-C81CCAF9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E2DCD-CD84-9270-A376-A20F0C6F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5CEC5-C45A-78A4-0BF3-8D29AE52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66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0B90E-353F-BC22-95EE-11406281B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968DF-F115-7705-23E9-9EDDF8E7C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3A5CF-CE4F-ABB4-C5CE-1452D99C7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B5CC8-7E6E-9B72-00F9-73F0C6019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F9372-74B4-57F7-D0F9-40CFD86A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AC241-F92B-AE60-401F-CC297D4F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076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36A99-A45E-999E-C4C7-BEF47F96C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CCEF5-DE38-5E16-3F19-CE39778AE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9B7FB-6495-E402-DFAE-A0573077D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291B30-DD49-C15F-0448-2DAA9C25B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725E7-8906-F0A7-58A1-21188457A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C0FF86-94F2-57F8-20ED-2BFCA03E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A47F4F-1BD6-2AF7-AD84-0F8A48384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D8603-A507-AE91-DC2A-891318A5E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91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138A-91B5-5328-C0A7-6B862604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1C0CF-2994-BCD6-24A4-ADA3B0FE8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0278E-E920-E4BE-20B5-A49D5993C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B267D-2412-5BC1-BFA0-223FE379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95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7BE0E-C4C9-22E5-B727-C790C9D9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796A1-C4CF-B310-30D5-8D3D8E50D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DA9A1-5B25-46C4-12A1-1C988AE2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535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031D-E0CF-8582-222A-957E025D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7967C-CBAA-A3C5-8886-9A4E099D2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35134-50F3-1310-764A-AB257AD0A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C6C58-5381-D36E-03F0-B8974784C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9BDE0-7D0E-A50B-31FE-D60D64C2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8B550-28C2-E43A-F490-FB697080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1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0822-741A-0540-A117-9ECB5942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3A409-1AF2-E548-418F-FB56AD46F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BE12E-7612-7F6C-B7E1-DF1362561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123C-0EF9-0B47-0788-02BBBECC3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57659-7F16-D284-C574-D6D737EF0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C0186-842A-FE30-0ECC-1EAB1F54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06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CDBB-9896-023C-0CEA-FA6715504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1B3AE-0E9E-3E88-2C61-61A25AA3D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7AF6A-C5B4-CB30-1DF9-9CDC16BB4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7BD69-8C5C-0DB7-71B6-E08E86A4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F7726-37FB-E292-35AA-3CECF727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4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F2C54-1462-AF73-D3AB-67F728795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9FAE5-0E44-DAA2-4BF7-119BC774A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27B1-EAEC-0107-5A2D-BE5BB9A1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14400-AB7C-56E4-F652-BAB2E3F1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DEF1A-CF02-1EFC-8119-315FD4C0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7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4F754-64AE-0A31-3B81-2F33F1261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56896-73E6-5E04-1363-C96F3CE6B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A444E-8925-7B7C-8CDA-EB0A77343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57CF1-090F-45BC-BFB5-9490E382D0B0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FA132-C7DE-405A-6997-86349CBDE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84BA6-12BE-302E-3BF3-21F3F701A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FDDC2-EE36-43E5-802F-E226C8C3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7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7C09-9A65-4C9F-C8F2-1EBDB5D62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" y="264541"/>
            <a:ext cx="11932920" cy="1325563"/>
          </a:xfrm>
        </p:spPr>
        <p:txBody>
          <a:bodyPr/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#119G Your Word Remember to Your Needy Servant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5CEE5-106D-36EA-DBA7-C6E7674E5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word remember to your needy servant –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word which gives me constant hope, O Lord.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my comfort in my great affliction;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life is granted by your holy word.</a:t>
            </a:r>
          </a:p>
          <a:p>
            <a:pPr marL="0" indent="0" algn="ctr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01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7580-0BC0-ADFE-E66D-14005624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C6E49-2D81-BDD1-D654-ECDB3008A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The boastful scorn and mock me without pity,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Yet from your law I do not turn aside.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I remember all your ancient statues,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these, O Lord, full comfort I will find.</a:t>
            </a:r>
          </a:p>
        </p:txBody>
      </p:sp>
    </p:spTree>
    <p:extLst>
      <p:ext uri="{BB962C8B-B14F-4D97-AF65-F5344CB8AC3E}">
        <p14:creationId xmlns:p14="http://schemas.microsoft.com/office/powerpoint/2010/main" val="1977109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E3FE7-114D-5627-BB60-908BDECC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8776-B0C3-C40F-0DCC-F11D63155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7946-7DFC-C055-8A4F-AB3424A0D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The wicked fill my heart with indignation –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Those who your holy law refuse to own.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lass I make the theme of my rejoicing;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sing them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ev’rywhere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 make my home.</a:t>
            </a:r>
          </a:p>
        </p:txBody>
      </p:sp>
    </p:spTree>
    <p:extLst>
      <p:ext uri="{BB962C8B-B14F-4D97-AF65-F5344CB8AC3E}">
        <p14:creationId xmlns:p14="http://schemas.microsoft.com/office/powerpoint/2010/main" val="890688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E9BE-AB8C-0429-2C25-128AD02B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4A15-E0CD-576C-7682-4A4CF1C1F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E453C-2A37-5D5C-5986-5D52A3DB5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Throughout the night your name I will remember;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law, O Lord, with all my heart I keep.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me was given this abundant blessing: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precepts I have 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followed faithfully.</a:t>
            </a:r>
          </a:p>
        </p:txBody>
      </p:sp>
    </p:spTree>
    <p:extLst>
      <p:ext uri="{BB962C8B-B14F-4D97-AF65-F5344CB8AC3E}">
        <p14:creationId xmlns:p14="http://schemas.microsoft.com/office/powerpoint/2010/main" val="1004515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164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#119G Your Word Remember to Your Needy Servant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2024-11-03T02:42:57Z</dcterms:created>
  <dcterms:modified xsi:type="dcterms:W3CDTF">2024-11-03T02:47:53Z</dcterms:modified>
</cp:coreProperties>
</file>