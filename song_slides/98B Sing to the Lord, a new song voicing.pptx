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88481F-2E95-4B92-9B64-047AF5550DE2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BB0F3-0E2D-467C-BF2F-FAFBB44C4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39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F47E-8A6F-911E-5472-A42AF4E27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D017B-9005-BEE2-B4B7-A6B1778B4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FE069-4C1A-04A8-C13C-C295C8058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E269-9C29-4E7F-AE08-0A309C65B4FA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35545-D5E2-4E73-94F7-663A5759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E242E-D00C-AD8F-F566-B9769E11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73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C03F-CC95-60BE-FD90-1DD94E74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DDF85-F852-008A-A7A9-F54CC454E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116A1-E888-7592-15BE-303F445D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7CEB-843C-47CF-B998-BFB3ECF6E0AF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79110-DBAD-A3E8-3A81-6005EB52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E2829-9B37-0579-72AF-76793F8A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30BC-DEC3-1476-FCD7-E5818834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E8BB4-728D-6E66-C333-0326B369B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5FE0E-C546-6138-91A0-0D69944FB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A996-FF3E-4ABD-818A-CC4CF2C3471D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41E0E-8D8E-7BB7-D4BB-8947E138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D55B5-2CE1-C9DC-763E-BFDCDE63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7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3B857-14FC-3708-96DA-5FD9E68ED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C2B95-1788-8D2B-B823-5887D6658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F3882-2048-2C9B-9B58-F38FFA2F7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A3513-E314-8B9A-2870-4B9C1A98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673D-2258-4B89-AD10-DFC7A6276C0B}" type="datetime1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9BF80-27ED-1367-05AC-B076C35E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E62AD-ADE6-0B79-6B2A-C58829D3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1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1F47-A7AF-873C-4D32-1DA6B6E11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6E0A6-D5E9-CA53-EE50-76DBF584F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7D9EB-5F61-7BF8-76D9-5BCC5BBED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88264-D44F-4FB5-CEAB-28FA2832E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CA344-CE70-8BAC-265E-5E53D0C78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3CD2B-11D9-1A41-EC8E-AA1CF3F5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67CC-7DD2-415A-AFD4-DCB1CBE95D6D}" type="datetime1">
              <a:rPr lang="en-US" smtClean="0"/>
              <a:t>3/30/2024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BAB4CA-59FC-317B-1603-ECEDF627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A9C4D9-25CE-EA3B-FDCF-907BC4C74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7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B4075-E9D7-CB54-6A55-2CB36873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4FDC1-59F0-647D-1C03-5B0A1D36A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4126-A263-467D-81CF-626498022EA8}" type="datetime1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D0B6F-15DB-B049-C793-44DE0AE7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AF3B9-01E6-3019-728E-E3AB186C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63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A27AD3-5ED8-4F62-11AB-AE5541E91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7D0-A622-40D3-BE8D-D34DA0F2002E}" type="datetime1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3D3F1-194D-344F-7D3C-74D99C79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5B2CD-34A1-1A29-B8BB-FA78CAC6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55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1AC3-F0BF-1288-9005-FC652D2B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FF42D-7ABB-11E0-C606-06D7922CD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1465A-28EC-05C6-7F3D-C2E333153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C2040-176B-53E2-450F-A507707B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2C15-4F5B-4005-8789-912ADB1A6539}" type="datetime1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999C0-A172-26D7-B75D-5D894345A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191D0-1C75-4660-9B57-3349DDA16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B4CCF-6617-5CE8-740A-C71ECC3AF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E5D5F5-AE18-3A1E-9DA1-9545F2E1A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A9393-BB50-EA15-124F-D24AD6C3B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0D871-D39D-4113-64B8-82D9B1D53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E3C9-324E-4F59-88C7-E44DAB40C367}" type="datetime1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C7F6F-AE4F-30F5-7FEA-DE7954888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92B70-81EA-4EE4-ABF6-058BB0258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7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198F-E0F7-74B6-675E-F02F908E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2401E-FFAB-A456-6AB6-90AF8C2FC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5A2E7-5D16-508B-C806-2DDEE7522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4A2B3-C701-4DB7-BD8C-A57012698BFA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9672B-796E-41AA-CB9E-0E685596A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C6F22-6343-A948-E479-608799FC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1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41DA8-2478-20F6-8F25-28C4E7A8C7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1A1A6-501B-92FD-D11D-1F4EDB100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E1BAA-7BF5-1087-F2A3-D7677FDA4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2269-3CC2-4466-8036-CD6735C8714E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8E8F5-2EFC-FD31-3A73-46E588BE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04DFF-5626-F520-320E-B1933C1B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28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D3175A-2D70-74BC-75AD-628CBD35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4E041-BAB0-5A30-389C-E13580D40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B80C5-F42D-6511-62D1-115A690A6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33065-3A5B-461A-B637-ED3DEC435A86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DB096-56B6-A251-0AB0-BD51D991C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2009 Standing Committee for Publication of the Book of Praise of the Canadian Reformed Churches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12B0B-2790-CA8A-440B-524F22AEF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CC855-BE87-47B9-A8D4-91E5C34F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3DFA2-D90B-AE33-5348-740F7CA6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#98B Sing to the Lord, a New Song Voicing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8C916-308E-B1B5-A80A-2A9D68186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Sing to the Lord, a new song voicing,</a:t>
            </a:r>
          </a:p>
          <a:p>
            <a:pPr marL="0" indent="0" algn="ctr">
              <a:buNone/>
            </a:pPr>
            <a:r>
              <a:rPr lang="en-US" dirty="0"/>
              <a:t>For mighty wonders he has done.</a:t>
            </a:r>
          </a:p>
          <a:p>
            <a:pPr marL="0" indent="0" algn="ctr">
              <a:buNone/>
            </a:pPr>
            <a:r>
              <a:rPr lang="en-US" dirty="0"/>
              <a:t>His right hand and his arm most holy</a:t>
            </a:r>
          </a:p>
          <a:p>
            <a:pPr marL="0" indent="0" algn="ctr">
              <a:buNone/>
            </a:pPr>
            <a:r>
              <a:rPr lang="en-US" dirty="0"/>
              <a:t>The victory for him have won.</a:t>
            </a:r>
          </a:p>
          <a:p>
            <a:pPr marL="0" indent="0" algn="ctr">
              <a:buNone/>
            </a:pPr>
            <a:r>
              <a:rPr lang="en-US" dirty="0"/>
              <a:t>The Lord has blessed us with salvation;</a:t>
            </a:r>
          </a:p>
          <a:p>
            <a:pPr marL="0" indent="0" algn="ctr">
              <a:buNone/>
            </a:pPr>
            <a:r>
              <a:rPr lang="en-US" dirty="0"/>
              <a:t>His righteousness has he made known.</a:t>
            </a:r>
          </a:p>
          <a:p>
            <a:pPr marL="0" indent="0" algn="ctr">
              <a:buNone/>
            </a:pPr>
            <a:r>
              <a:rPr lang="en-US" dirty="0"/>
              <a:t>He has revealed to all the nations</a:t>
            </a:r>
          </a:p>
          <a:p>
            <a:pPr marL="0" indent="0" algn="ctr">
              <a:buNone/>
            </a:pPr>
            <a:r>
              <a:rPr lang="en-US" dirty="0"/>
              <a:t>That justice issues from his throne.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1C1B2-8E08-D896-5D73-EF8FE160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</p:spTree>
    <p:extLst>
      <p:ext uri="{BB962C8B-B14F-4D97-AF65-F5344CB8AC3E}">
        <p14:creationId xmlns:p14="http://schemas.microsoft.com/office/powerpoint/2010/main" val="97266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4425D-BAC0-2487-3C9B-7F2E8FDD3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He has remembered all his mercy,</a:t>
            </a:r>
          </a:p>
          <a:p>
            <a:pPr marL="0" indent="0" algn="ctr">
              <a:buNone/>
            </a:pPr>
            <a:r>
              <a:rPr lang="en-US" dirty="0"/>
              <a:t>His faithfulness to Israel.</a:t>
            </a:r>
          </a:p>
          <a:p>
            <a:pPr marL="0" indent="0" algn="ctr">
              <a:buNone/>
            </a:pPr>
            <a:r>
              <a:rPr lang="en-US" dirty="0"/>
              <a:t>Our God was </a:t>
            </a:r>
            <a:r>
              <a:rPr lang="en-US" dirty="0" err="1"/>
              <a:t>ev’rywhere</a:t>
            </a:r>
            <a:r>
              <a:rPr lang="en-US" dirty="0"/>
              <a:t> triumphant;</a:t>
            </a:r>
          </a:p>
          <a:p>
            <a:pPr marL="0" indent="0" algn="ctr">
              <a:buNone/>
            </a:pPr>
            <a:r>
              <a:rPr lang="en-US" dirty="0"/>
              <a:t>The whole wide world saw him prevail.</a:t>
            </a:r>
          </a:p>
          <a:p>
            <a:pPr marL="0" indent="0" algn="ctr">
              <a:buNone/>
            </a:pPr>
            <a:r>
              <a:rPr lang="en-US" dirty="0"/>
              <a:t>Let all the gather to adore him</a:t>
            </a:r>
          </a:p>
          <a:p>
            <a:pPr marL="0" indent="0" algn="ctr">
              <a:buNone/>
            </a:pPr>
            <a:r>
              <a:rPr lang="en-US" dirty="0"/>
              <a:t>And his victorious might proclaim.</a:t>
            </a:r>
          </a:p>
          <a:p>
            <a:pPr marL="0" indent="0" algn="ctr">
              <a:buNone/>
            </a:pPr>
            <a:r>
              <a:rPr lang="en-US" dirty="0"/>
              <a:t>Now make a joyful noise before him;</a:t>
            </a:r>
          </a:p>
          <a:p>
            <a:pPr marL="0" indent="0" algn="ctr">
              <a:buNone/>
            </a:pPr>
            <a:r>
              <a:rPr lang="en-US" dirty="0"/>
              <a:t>Let all creation praise his name.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0CD8B-90D5-639E-EFFA-DAADB4A2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</p:spTree>
    <p:extLst>
      <p:ext uri="{BB962C8B-B14F-4D97-AF65-F5344CB8AC3E}">
        <p14:creationId xmlns:p14="http://schemas.microsoft.com/office/powerpoint/2010/main" val="1042871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4425D-BAC0-2487-3C9B-7F2E8FDD3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Let all the earth with loud rejoicing</a:t>
            </a:r>
          </a:p>
          <a:p>
            <a:pPr marL="0" indent="0" algn="ctr">
              <a:buNone/>
            </a:pPr>
            <a:r>
              <a:rPr lang="en-US" dirty="0"/>
              <a:t>Burst into song to praise the Lord!</a:t>
            </a:r>
          </a:p>
          <a:p>
            <a:pPr marL="0" indent="0" algn="ctr">
              <a:buNone/>
            </a:pPr>
            <a:r>
              <a:rPr lang="en-US" dirty="0"/>
              <a:t>With joyful blasts of horns and trumpets</a:t>
            </a:r>
          </a:p>
          <a:p>
            <a:pPr marL="0" indent="0" algn="ctr">
              <a:buNone/>
            </a:pPr>
            <a:r>
              <a:rPr lang="en-US" dirty="0"/>
              <a:t>Let him be worshipped and adored.</a:t>
            </a:r>
          </a:p>
          <a:p>
            <a:pPr marL="0" indent="0" algn="ctr">
              <a:buNone/>
            </a:pPr>
            <a:r>
              <a:rPr lang="en-US" dirty="0"/>
              <a:t>Join in the praise and jubilation,</a:t>
            </a:r>
          </a:p>
          <a:p>
            <a:pPr marL="0" indent="0" algn="ctr">
              <a:buNone/>
            </a:pPr>
            <a:r>
              <a:rPr lang="en-US" dirty="0"/>
              <a:t>Make music with the harp, and sing!</a:t>
            </a:r>
          </a:p>
          <a:p>
            <a:pPr marL="0" indent="0" algn="ctr">
              <a:buNone/>
            </a:pPr>
            <a:r>
              <a:rPr lang="en-US" dirty="0"/>
              <a:t>Shout forth your joy in celebration;</a:t>
            </a:r>
          </a:p>
          <a:p>
            <a:pPr marL="0" indent="0" algn="ctr">
              <a:buNone/>
            </a:pPr>
            <a:r>
              <a:rPr lang="en-US" dirty="0"/>
              <a:t>Come, praise the Lord, the mighty King.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0CD8B-90D5-639E-EFFA-DAADB4A2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</p:spTree>
    <p:extLst>
      <p:ext uri="{BB962C8B-B14F-4D97-AF65-F5344CB8AC3E}">
        <p14:creationId xmlns:p14="http://schemas.microsoft.com/office/powerpoint/2010/main" val="406428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4425D-BAC0-2487-3C9B-7F2E8FDD3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Let seas and oceans roar and thunder.</a:t>
            </a:r>
          </a:p>
          <a:p>
            <a:pPr marL="0" indent="0" algn="ctr">
              <a:buNone/>
            </a:pPr>
            <a:r>
              <a:rPr lang="en-US" dirty="0"/>
              <a:t>Praise God, all you who dwell on earth.</a:t>
            </a:r>
          </a:p>
          <a:p>
            <a:pPr marL="0" indent="0" algn="ctr">
              <a:buNone/>
            </a:pPr>
            <a:r>
              <a:rPr lang="en-US" dirty="0"/>
              <a:t>Let Rivers clap their hands rejoicing;</a:t>
            </a:r>
          </a:p>
          <a:p>
            <a:pPr marL="0" indent="0" algn="ctr">
              <a:buNone/>
            </a:pPr>
            <a:r>
              <a:rPr lang="en-US" dirty="0"/>
              <a:t>Let </a:t>
            </a:r>
            <a:r>
              <a:rPr lang="en-US" dirty="0" err="1"/>
              <a:t>ev’ry</a:t>
            </a:r>
            <a:r>
              <a:rPr lang="en-US" dirty="0"/>
              <a:t> mountain shout with mirth,</a:t>
            </a:r>
          </a:p>
          <a:p>
            <a:pPr marL="0" indent="0" algn="ctr">
              <a:buNone/>
            </a:pPr>
            <a:r>
              <a:rPr lang="en-US" dirty="0"/>
              <a:t>He comes, he comes to rule the nations,</a:t>
            </a:r>
          </a:p>
          <a:p>
            <a:pPr marL="0" indent="0" algn="ctr">
              <a:buNone/>
            </a:pPr>
            <a:r>
              <a:rPr lang="en-US" dirty="0"/>
              <a:t>And </a:t>
            </a:r>
            <a:r>
              <a:rPr lang="en-US" dirty="0" err="1"/>
              <a:t>ev’ry</a:t>
            </a:r>
            <a:r>
              <a:rPr lang="en-US" dirty="0"/>
              <a:t> wrong he will redress.</a:t>
            </a:r>
          </a:p>
          <a:p>
            <a:pPr marL="0" indent="0" algn="ctr">
              <a:buNone/>
            </a:pPr>
            <a:r>
              <a:rPr lang="en-US" dirty="0"/>
              <a:t>The mighty God of our salvation</a:t>
            </a:r>
          </a:p>
          <a:p>
            <a:pPr marL="0" indent="0" algn="ctr">
              <a:buNone/>
            </a:pPr>
            <a:r>
              <a:rPr lang="en-US" dirty="0"/>
              <a:t>Will judge the world in righteousness.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0CD8B-90D5-639E-EFFA-DAADB4A2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Publication of the Book of Praise of the Canadian Reformed Churches</a:t>
            </a:r>
          </a:p>
        </p:txBody>
      </p:sp>
    </p:spTree>
    <p:extLst>
      <p:ext uri="{BB962C8B-B14F-4D97-AF65-F5344CB8AC3E}">
        <p14:creationId xmlns:p14="http://schemas.microsoft.com/office/powerpoint/2010/main" val="475746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#98B Sing to the Lord, a New Song Voicing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#98B Sing to the Lord, a New Song Voicing</dc:title>
  <dc:creator>Neil Tuininga</dc:creator>
  <cp:lastModifiedBy>Neil Tuininga</cp:lastModifiedBy>
  <cp:revision>5</cp:revision>
  <dcterms:created xsi:type="dcterms:W3CDTF">2022-12-09T22:48:20Z</dcterms:created>
  <dcterms:modified xsi:type="dcterms:W3CDTF">2024-03-30T15:28:45Z</dcterms:modified>
</cp:coreProperties>
</file>