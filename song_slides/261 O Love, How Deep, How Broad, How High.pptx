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A8575-7368-4A46-9A73-9D0AB906FA5E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A4450-3C21-4223-8CE1-72BAAC8EE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6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FAF6-DFDA-F9A7-3F2F-6E5DC6FDA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AB24A-7050-C7DA-A78F-6DC39447D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12126-5B04-65AE-5EB6-844C0D0B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7900-9815-4535-86F7-A278B301239E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B6843-D29D-9C70-90F2-933E3616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14A36-4035-E319-26E8-7A409567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8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500D-34A6-E08D-8021-C1E172F3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60EE-C908-03DA-379C-5C90F3B7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20753-0F65-4968-A93A-CAEEE194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D223B-8139-4341-92B8-B75AE1FE90B8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E99C2-51BB-0088-E023-735BF889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DFAA0-FED6-C41D-D344-00111B03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4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FCECA-B686-EA14-2BF2-D264E92A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AAE5-1EB6-6E09-A9FC-B11FCAC67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4B47-ABC5-1E0B-9611-E4FA4258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9E35-269D-4E33-A56A-4E6048C9E748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3EF4F-3AFC-3B28-CA6B-2E7CE85B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B5EB4-65E8-2FCD-AC3A-49647883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4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4FA4-4B2E-4131-F5FE-AB9DCFB9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E1BA-9390-39B5-5FEC-0DC75527C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CE35A-62C9-092C-C2F2-C46495E32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69294-BA4F-D5BD-4FC7-6BEB41B2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79BC-4C22-4A27-85AD-FFABFBA14F24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36931-386C-E3A1-8013-E3089D3D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C22BA-AD5F-4BCE-DF56-9798789A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7689-FF80-19BC-BFB6-79A37ACB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EDD3-C88E-18D8-A717-F2A3CB214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C0589-741E-8864-B26E-832DC16DE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99177-4BDA-24AD-13F5-1345B00B8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D6EE7-18E8-7887-D478-2EAB61B00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70E95-5458-DECE-5CB1-0984052C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707B-A9A4-4E3B-BE3B-B07EB1C00988}" type="datetime1">
              <a:rPr lang="en-US" smtClean="0"/>
              <a:t>1/20/2023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E190D-D6D8-A3C5-079B-29409BB0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F8D41-B6F8-F281-47FC-C1FA3ED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6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29968-EF6F-2850-BAB1-3A0B5FEE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02835-FEC5-9EF1-EA21-C9B1ADA6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2CA5-F72E-417C-B418-2CC220A64249}" type="datetime1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F1C1A-F459-590E-BC91-FBA40B1A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B2175-EF0C-8C53-B4BB-0A8E985D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1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88D1C-A135-7B24-9CED-D89B27229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FCB53-DD52-454E-B860-F64B4090B085}" type="datetime1">
              <a:rPr lang="en-US" smtClean="0"/>
              <a:t>1/20/2023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E5E6C0-E36E-4E64-6846-25B08896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D81B5-87DD-18F7-E0AF-AFE8111E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7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3DB6-E783-8F94-A75D-A116DF1F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3CD0A-EE20-1D35-D204-01B96D9A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D57E9-5721-6B2B-328D-540AE46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92092-028C-AF5E-04EB-C6103C8A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5A75B-14F6-4FC2-94F4-243C2FF2FD4E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CA870-6137-8A6D-16FF-7567DA56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BBB09-27A6-4F80-DD5A-89FFC8AF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63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1AA7-723E-C7CB-C85F-92B22CA2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F00FF-0EEA-4CA7-57C8-6F2B8D092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6B2F6-2CBE-144E-7DB4-285D47DFE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3ED15-078C-3B94-8CAD-533D13E1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73CB-122F-451E-8139-A80BF4AEFDF3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EE6B5-F70D-D542-A883-213205D3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F73A5-C82E-554F-4FCE-C40FE4DF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5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6619-FD0A-20C9-5A8E-200BA71C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FCB2B-EB22-D6DA-5C82-CEDCB46BC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9DA1-DC30-946C-7990-BBE57D3C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580B-5A84-421E-A2D3-783E4E17995F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A91BE-4B74-7506-ABF2-6899EAD6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57AD-08FA-81D9-9922-771D9741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4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2F36D-7AC3-3E55-2993-A6B515371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53628-C79C-1AC7-82D1-6CC13CC02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65FEB-C1D5-61D0-1CFF-2C333B3B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7888-05CB-455D-B98B-394FD92C4298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715AA-CFC3-D26D-9192-EB9740CB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D0C0-58AD-0E6A-CEDB-14264ED2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2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071D8-D26F-B2DF-1B44-4E18D688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1B0F2-CC82-A633-82D6-C77B4324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FF0ED-7F36-E78F-FD20-8C393A967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1EEEC-A8D0-413D-9465-5D0A815BF9CE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F028-7BD6-2CC0-478D-7C843996A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1969 Concordia Publishing House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E540D-DF44-B130-5124-468D59059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AF718-3658-4635-961F-621341C91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02B4-4C4D-AA14-F39A-A8E45034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5098" cy="1325563"/>
          </a:xfrm>
        </p:spPr>
        <p:txBody>
          <a:bodyPr/>
          <a:lstStyle/>
          <a:p>
            <a:r>
              <a:rPr lang="en-US" i="1" dirty="0"/>
              <a:t>#261 O Love, How Deep, How Broad, How High!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A3E1A-8685-2E99-71D4-7B6EA2281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 love, how deep, how broad, how high!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How passing thought and fantasy,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God, the Son of God, should take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mortal form for mortals' sake!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DA667-7F15-09FC-E576-8A421F44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</p:spTree>
    <p:extLst>
      <p:ext uri="{BB962C8B-B14F-4D97-AF65-F5344CB8AC3E}">
        <p14:creationId xmlns:p14="http://schemas.microsoft.com/office/powerpoint/2010/main" val="868787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8F0E2-44BF-59A1-7D0A-089ED708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For us baptized, for us he bore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holy fast and hunger sore;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temptations sharp he knew,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the tempter overthrew.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36A73-6D7C-5528-01A5-DA922217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</p:spTree>
    <p:extLst>
      <p:ext uri="{BB962C8B-B14F-4D97-AF65-F5344CB8AC3E}">
        <p14:creationId xmlns:p14="http://schemas.microsoft.com/office/powerpoint/2010/main" val="214190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B27DE-B65B-729E-0C86-4618C4BF5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For us to wicked men betrayed,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scourged, mocked, in crown of thorns arrayed;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he bore the cross's death,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at length gave up his breath.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80B22-EE1B-0999-419C-0D9F28E0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</p:spTree>
    <p:extLst>
      <p:ext uri="{BB962C8B-B14F-4D97-AF65-F5344CB8AC3E}">
        <p14:creationId xmlns:p14="http://schemas.microsoft.com/office/powerpoint/2010/main" val="361479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81D86-DF3F-2485-2ADA-1AB136EB2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For us he rose from death again,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he went on high to reign;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us he sent his Spirit here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guide, to strengthen, and to cheer.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C594D-D64B-F8E9-56BC-F0B8246F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</p:spTree>
    <p:extLst>
      <p:ext uri="{BB962C8B-B14F-4D97-AF65-F5344CB8AC3E}">
        <p14:creationId xmlns:p14="http://schemas.microsoft.com/office/powerpoint/2010/main" val="411669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E6D66-EF47-C4FF-40F8-F8C6E51B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All honor, laud, and glory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Jesus, virgin-born, to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whom with the Father we adore,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Holy Ghost, forevermore.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08166-E4AF-D579-95B4-73ABF2D5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1969 Concordia Publishing House</a:t>
            </a:r>
          </a:p>
        </p:txBody>
      </p:sp>
    </p:spTree>
    <p:extLst>
      <p:ext uri="{BB962C8B-B14F-4D97-AF65-F5344CB8AC3E}">
        <p14:creationId xmlns:p14="http://schemas.microsoft.com/office/powerpoint/2010/main" val="101421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#261 O Love, How Deep, How Broad, How High!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#261 O Love, How Deep, How Broad, How High!</dc:title>
  <dc:creator>Neil</dc:creator>
  <cp:lastModifiedBy>Neil</cp:lastModifiedBy>
  <cp:revision>1</cp:revision>
  <dcterms:created xsi:type="dcterms:W3CDTF">2023-01-20T16:19:53Z</dcterms:created>
  <dcterms:modified xsi:type="dcterms:W3CDTF">2023-01-20T16:31:11Z</dcterms:modified>
</cp:coreProperties>
</file>