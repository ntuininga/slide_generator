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9"/>
  </p:notesMasterIdLst>
  <p:sldIdLst>
    <p:sldId id="256" r:id="rId3"/>
    <p:sldId id="257" r:id="rId4"/>
    <p:sldId id="260" r:id="rId5"/>
    <p:sldId id="261" r:id="rId6"/>
    <p:sldId id="258" r:id="rId7"/>
    <p:sldId id="259" r:id="rId8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D53D3-59F8-4B3B-AAC0-4627954B064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4DF535-2863-48F3-B59B-9A7247D7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9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CA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US" sz="2400" b="0" strike="noStrike" spc="-1">
                <a:latin typeface="Times New Roman"/>
              </a:rPr>
              <a:t>Reform Presbyterian Book of Psalms, 1950, Alt. 1990</a:t>
            </a:r>
            <a:endParaRPr lang="en-CA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76B9DE16-EDEC-437F-B822-86475A4C09C5}" type="slidenum">
              <a:rPr lang="en-CA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CA" sz="12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US" sz="2400" b="0" strike="noStrike" spc="-1">
                <a:latin typeface="Times New Roman"/>
              </a:rPr>
              <a:t>Reform Presbyterian Book of Psalms, 1950, Alt. 1990</a:t>
            </a:r>
            <a:endParaRPr lang="en-CA" sz="24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43B3781-88D6-45D3-AEBF-A663AD173EA6}" type="slidenum">
              <a:rPr lang="en-CA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1038240" y="419040"/>
            <a:ext cx="1011528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4400" b="0" i="1" strike="noStrike" spc="-1">
                <a:solidFill>
                  <a:srgbClr val="000000"/>
                </a:solidFill>
                <a:latin typeface="Calibri Light"/>
              </a:rPr>
              <a:t>#72A O God, Your Judgments Give the King</a:t>
            </a:r>
            <a:endParaRPr lang="en-CA" sz="4400" b="0" strike="noStrike" spc="-1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1938240" y="2009880"/>
            <a:ext cx="831492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514440" indent="-514080" algn="ctr">
              <a:lnSpc>
                <a:spcPct val="100000"/>
              </a:lnSpc>
              <a:buClr>
                <a:srgbClr val="222222"/>
              </a:buClr>
              <a:buFont typeface="StarSymbol"/>
              <a:buAutoNum type="arabicPeriod"/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O God, your judgments give the King,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his son your righteousness;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with right he shall your people judge,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your poor with uprightness.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And then the mountains shall bring forth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to all the people peace;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the hills because of righteousness</a:t>
            </a:r>
            <a:endParaRPr lang="en-CA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222222"/>
              </a:buClr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their blessing shall increase.</a:t>
            </a:r>
            <a:endParaRPr lang="en-CA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1681200" y="1190520"/>
            <a:ext cx="8829360" cy="350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2. The people’s poor ones he shall judge,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the needy’s children bless;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and he will break in pieces those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who would the poor oppress.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He shall endure long as the sun,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and as the moon he stands.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May he be like the rain that falls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and showers all the lands.</a:t>
            </a:r>
            <a:endParaRPr lang="en-CA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1681200" y="1190520"/>
            <a:ext cx="88293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3</a:t>
            </a: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. The just shall flourish in his days,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And prosper in his reign;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And while the moon endures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 he shall abundant peace maintain.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His large and great dominion 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Shall from sea to sea extend;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It from the River shall reach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Forth to earth’s remotest end.</a:t>
            </a:r>
            <a:endParaRPr lang="en-CA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3627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D48ED-996C-5C85-46B4-6668D706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>
            <a:extLst>
              <a:ext uri="{FF2B5EF4-FFF2-40B4-BE49-F238E27FC236}">
                <a16:creationId xmlns:a16="http://schemas.microsoft.com/office/drawing/2014/main" id="{B526B540-7BE3-123C-CDE9-3E363BB9109E}"/>
              </a:ext>
            </a:extLst>
          </p:cNvPr>
          <p:cNvSpPr/>
          <p:nvPr/>
        </p:nvSpPr>
        <p:spPr>
          <a:xfrm>
            <a:off x="1681200" y="1190520"/>
            <a:ext cx="88293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4. May desert tribes before him bow 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and enemies eat dust.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May kings of Tarshish bring him gifts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 and tribute from the coasts.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May Sheb</a:t>
            </a:r>
            <a:r>
              <a:rPr lang="en-US" sz="2800" spc="-1" dirty="0">
                <a:solidFill>
                  <a:srgbClr val="222222"/>
                </a:solidFill>
                <a:latin typeface="Calibri"/>
              </a:rPr>
              <a:t>a’s king and Seba’s king bring gifts,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 t</a:t>
            </a:r>
            <a:r>
              <a:rPr lang="en-US" sz="2800" b="0" strike="noStrike" spc="-1" dirty="0">
                <a:solidFill>
                  <a:srgbClr val="222222"/>
                </a:solidFill>
                <a:latin typeface="Calibri"/>
              </a:rPr>
              <a:t>heir tribute pay.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Yea kings shall all before him bow, 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222222"/>
                </a:solidFill>
                <a:latin typeface="Calibri"/>
              </a:rPr>
              <a:t>all nations shall obey.</a:t>
            </a:r>
            <a:endParaRPr lang="en-CA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0615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1681200" y="1190520"/>
            <a:ext cx="8829360" cy="350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5. He saves the needy when they cry,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the poor who have no stay.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He pities weak and helpless ones,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the needy he will save.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From violence the Lord redeems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the needy’s precious life;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he saves the weak because their blood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is previous in his sight.</a:t>
            </a:r>
            <a:endParaRPr lang="en-CA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681200" y="1190520"/>
            <a:ext cx="8829360" cy="350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8. Now blessed be the Lord our God,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the God of Israel,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for he alone does wondrous works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in glory that excels.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And blessed be his glorious name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to all eternity.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The whole earth let his glory fill;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222222"/>
                </a:solidFill>
                <a:latin typeface="Calibri"/>
              </a:rPr>
              <a:t>amen, so let it be.</a:t>
            </a:r>
            <a:endParaRPr lang="en-CA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327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StarSymbol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Anya Hoogendoorn</dc:creator>
  <dc:description/>
  <cp:lastModifiedBy>Neil Tuininga</cp:lastModifiedBy>
  <cp:revision>11</cp:revision>
  <dcterms:created xsi:type="dcterms:W3CDTF">2020-12-26T03:50:06Z</dcterms:created>
  <dcterms:modified xsi:type="dcterms:W3CDTF">2025-03-22T03:16:16Z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