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9ED7-6BD1-4FC9-AF2C-DCC102B18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CCEB2-EDC4-46C5-84D4-D2ED79764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D47DC-A508-46E1-AFC5-5CCCEFDDF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BDE87-E6FD-4ACC-9696-3DE548750917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5440E-62F7-4ED8-9928-5F2FDA19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9B78A-13C9-458F-BB5D-4CD45195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FC44-6C3C-4CD0-9DF4-7FF05FD3D3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103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746B-A88A-43A3-B4E7-27554995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C88EA-1345-4AAC-AEAE-581F233B6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9EFC3-21D7-4C92-897E-21FF6138A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BDE87-E6FD-4ACC-9696-3DE548750917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E21E1-FA22-45B0-B9C3-4242312A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63606-1172-4A50-BB4A-08F263638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FC44-6C3C-4CD0-9DF4-7FF05FD3D3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7117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0D200-59CF-4D8C-88E9-EA3B8771C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B176D-E194-459E-8F33-E3C864E06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484C7-2741-44A2-9CBE-6DA96CDD0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BDE87-E6FD-4ACC-9696-3DE548750917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BDBF2-4E0C-4F63-B8AE-88D9ACF90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11B3A-4198-47A7-A590-B2810C6AF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FC44-6C3C-4CD0-9DF4-7FF05FD3D3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2568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FEC38-A79C-4E8A-9C6D-6674A7B18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5481C-107F-44D1-8B45-828BD5B10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3DD890-3010-49EF-95FE-0A9E872E5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56837-A020-4D2C-82D9-50EA037FC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BDE87-E6FD-4ACC-9696-3DE548750917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B4194-AF2C-4F5C-93F1-EAF9F6418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BEA82-A3C0-4F2D-B2E1-206D141D8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FC44-6C3C-4CD0-9DF4-7FF05FD3D3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638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09031-1E64-4934-B5EF-6917EE1E9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A3D34-3AA0-469C-B96B-3C3BFBC2A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80741-EC4F-4192-915B-903760D2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3006D2-C8D4-436F-9106-6A19B91FEF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13221-C4C7-45C1-BB78-F3DBDBFDC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D84F88-CB07-4006-9180-17C1F5D6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BDE87-E6FD-4ACC-9696-3DE548750917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F506F-D1CE-418F-A6EB-7A1ABCD06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F9854F-8F02-4612-9C3F-9D72905D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FC44-6C3C-4CD0-9DF4-7FF05FD3D3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012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57D9F-7271-4CE0-8A60-7D001F7B6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C5FB1-143C-4A0E-A91E-EEA1D7EE6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BDE87-E6FD-4ACC-9696-3DE548750917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9E9C0-41BF-4F1D-AD25-0EDA6DF3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6EE8D-8FAA-4027-8159-655D327A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FC44-6C3C-4CD0-9DF4-7FF05FD3D3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35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814308-1B23-41B1-976A-924889B2F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BDE87-E6FD-4ACC-9696-3DE548750917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437C4-665E-4D82-B97A-A00C5E3B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71823-7704-4A4C-B7DC-5081DDD58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FC44-6C3C-4CD0-9DF4-7FF05FD3D3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781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5B007-EB40-4019-AA65-2390C231B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94DEA-B7B4-4142-9DA0-4C8E433E6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4C181-4F44-4F81-B4AA-FDE5C18AB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B5E2B-D57A-46E0-82A2-1DA8A8755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BDE87-E6FD-4ACC-9696-3DE548750917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8DE80-7EF0-42F1-BBB1-D2699E574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6412E-8247-438D-9205-86B28F62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FC44-6C3C-4CD0-9DF4-7FF05FD3D3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2616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C07A7-389B-4FDD-A42B-5B6C595B3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BDAA19-8CB5-461F-B967-FEDCC42A9A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2A505-0CD3-4F12-98A6-6A4B5C82E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3876A-D880-4A43-8DA4-AE8E8F9CC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BDE87-E6FD-4ACC-9696-3DE548750917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2FBA3-FAB4-40C8-9325-59D57BB8C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B6E95-DBBC-4258-AE48-46C2627C5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FC44-6C3C-4CD0-9DF4-7FF05FD3D3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0725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0782C-CBF9-46EC-924E-1CF57E85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B4833C-8D5C-4F00-83B4-2691AF5AC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60EA6-EA31-435F-9673-85C28F934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BDE87-E6FD-4ACC-9696-3DE548750917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44A85-F65C-4206-A4F6-587F23801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A21B4-B4B5-402B-819B-688F4E2DC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FC44-6C3C-4CD0-9DF4-7FF05FD3D3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5852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867F0E-77C4-4EEF-B6C9-12442FF97D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F0799-4999-4301-B9AC-9030B5403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DEFCA-2042-427E-89FB-468AD408F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BDE87-E6FD-4ACC-9696-3DE548750917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40813-CF77-4A49-ACD0-EC1724588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8D1DB-B15C-49E4-83A1-C8DFE477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FC44-6C3C-4CD0-9DF4-7FF05FD3D3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1716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BBDEEF-96A0-4D36-B5BA-77ABBD67F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727DF-6D6A-47FD-868E-925E26AC2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1A09D-3DE3-4CDC-A28B-5FD5FADA2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BDE87-E6FD-4ACC-9696-3DE548750917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4B2C2-7808-428D-AA99-AF824D25D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41803-7640-49A6-80DF-F4CDCCC2B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1FC44-6C3C-4CD0-9DF4-7FF05FD3D3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0656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C294EE-854C-495D-A89D-5F41B99FA3C1}"/>
              </a:ext>
            </a:extLst>
          </p:cNvPr>
          <p:cNvSpPr txBox="1"/>
          <p:nvPr/>
        </p:nvSpPr>
        <p:spPr>
          <a:xfrm>
            <a:off x="1062037" y="266700"/>
            <a:ext cx="100679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#139A O LORD, You See and Search My Life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22CAF-F12D-4B74-9DB6-8DC7FEBF7695}"/>
              </a:ext>
            </a:extLst>
          </p:cNvPr>
          <p:cNvSpPr txBox="1"/>
          <p:nvPr/>
        </p:nvSpPr>
        <p:spPr>
          <a:xfrm>
            <a:off x="2057399" y="1659285"/>
            <a:ext cx="8077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LORD, you see and search my life;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know me through and through.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a word is on my tongue,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behold, it’s known to you.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going out and lying down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are plain before your view.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I speak a word, O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is well known to you.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46850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BC1D8B-CBC5-47FB-B161-EAB532AB80CC}"/>
              </a:ext>
            </a:extLst>
          </p:cNvPr>
          <p:cNvSpPr txBox="1"/>
          <p:nvPr/>
        </p:nvSpPr>
        <p:spPr>
          <a:xfrm>
            <a:off x="1952625" y="1659285"/>
            <a:ext cx="82867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I should take the wings of dawn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dwell beyond the sea,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e’en there your hand my guide would be,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right hand holding me.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I should say, “The dark will sure-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ly hide me from your sight,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all the light surrounding 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become as dark as night.”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6961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6F3FB3-47D8-4951-945D-3915503DFAE7}"/>
              </a:ext>
            </a:extLst>
          </p:cNvPr>
          <p:cNvSpPr txBox="1"/>
          <p:nvPr/>
        </p:nvSpPr>
        <p:spPr>
          <a:xfrm>
            <a:off x="2271712" y="1659285"/>
            <a:ext cx="76485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Yet even darkness is not dark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you in any way;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darkness is as light to you,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night as bright as day.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you, O LORD, created 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wove me on your loom.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inmost being you have formed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within my mother’s womb.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1870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4619FD-5B32-469E-A21F-E15E7CB07563}"/>
              </a:ext>
            </a:extLst>
          </p:cNvPr>
          <p:cNvSpPr txBox="1"/>
          <p:nvPr/>
        </p:nvSpPr>
        <p:spPr>
          <a:xfrm>
            <a:off x="2495550" y="1659285"/>
            <a:ext cx="72009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Do I not hate all those, O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hate you and oppose?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perfect hatred I abhor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count them as my foes.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search me, God, and know my heart;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anxious thoughts survey,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lead me, if in sin I stray,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your eternal way.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021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248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2021-04-24T18:02:17Z</dcterms:created>
  <dcterms:modified xsi:type="dcterms:W3CDTF">2021-04-24T18:04:44Z</dcterms:modified>
</cp:coreProperties>
</file>