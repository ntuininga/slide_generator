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1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141D-240E-4A39-B5DF-844977AD4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EF3F8-1A22-48F6-86F8-974C6D154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134E-05B3-4C04-952B-EDD5EE1A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5715F-BBC1-43E3-8363-E66A660F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BD21E-2787-48E2-8CBF-D2FC3782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2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36716-F8BE-47B9-A283-DEC9ECCC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801E-7D6C-462C-8CD6-81B92F281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3C6A-61D6-4AB2-8B86-F14A5AF4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4CB03-BF4D-4C6C-BA7F-97C22F77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BCB77-BEED-4821-ADC1-7AF6D88D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5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A34F-1263-4031-B54F-FFBBF9DBE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9D525-08CB-49E4-8FE6-4AFC20D37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8F79-93E4-430D-B4D5-E2D6A231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1C94-DF4B-4925-8CD4-2E934E8C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482FA-7A82-43BF-9CAC-F1545867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0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BF9A-6528-4BB7-BF05-0FE1B9D4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532B-4A44-4FD1-9CF1-2D7DD429F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D0876-74AC-4FF6-900A-E8D3F82DC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63F85-ADB5-4A3E-A05C-C3647AAA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8A572-3873-4C26-B0F2-72BA7F01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9C2D4-D82B-4D7F-817D-C19A3D7C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3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C53F-8F25-45E9-A7DA-CC181A05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C0624-34AE-47CB-9881-FD720620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176B4-FFCD-48AB-A0D6-DCB27718D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5FBE2-57FA-4511-9871-F67ED6CF8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ABB52-29C6-4DF1-86C5-CE576B3F6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BF459-EA84-4E96-8EE6-DA399B30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6B35D-9440-410B-ABA6-DB4B0C98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29EB2-008C-46E1-85AC-AEF20CBF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0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D18F-B522-4127-B020-514C6076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0A8D7-8384-4C77-93D6-4098ABEB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9AB2C-EB52-49DB-A5D2-B00538E61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AEF24-9B74-4D2F-870D-13BD5643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9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8D493-BB8F-42FE-9C4B-CA3B0ADE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DAC3-9295-4B19-BD9A-D01BB4F7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55F56-BB9C-4A37-8795-01BC8AE2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8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D993-F4FF-405C-80E9-B24BBFE7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2B458-D27C-4922-8B90-22185B9DD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019DE-A713-4FF6-B55D-35BE36D92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F1A1E-1EBC-400D-BA27-35FD2C4D6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12252-733B-46DA-B7E8-EF47A8A7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40818-7FC9-4C80-8DB1-8E834231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8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7277-A682-4EE0-AEF7-A18B65ED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51CB1-30A6-461A-9B74-C232BFB74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5DE0D-634E-4C2D-AFC3-7E28D9AA3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26202-96B5-4FC2-91A0-D6D9AFA9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0889B-2D59-4A6C-B80B-3FE946FA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3B0D3-B7CD-47F0-9061-69E2CC9F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0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F2F4-230C-4694-8F9A-2FCC7EE6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EC87E-51B8-4D1C-84D9-ECF8F8A98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AF0F-7492-4AFA-8B09-53A925A5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BB32-D298-4B27-A720-D54F5137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98269-AF27-4BC4-A682-155627A2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92D865-FC50-456D-8F80-07565D8F8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83A5-760B-4F54-A4B4-45F82C625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9D401-9C51-4E7A-BA96-876FB109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14F2-8B2A-416F-84B3-E4C8DD9B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A71C-62AA-4B96-9BFA-8DC91D81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5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1E96F-FF80-4E6C-B349-10E4F433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3B875-4A87-42FF-8657-3D275056F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1E011-74D7-4205-BDC7-EBA306196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B44CB-D04E-4E5B-A22B-02E0092EA195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C9CE-98CE-43F1-A816-5E0F468BB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7FD65-B109-4DB4-9860-AD4AE6EAA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03F0A-E702-4612-8DEB-6F3AC3723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#520 What a Friend We Have in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What a friend we have in Jesus,</a:t>
            </a:r>
            <a:br>
              <a:rPr lang="en-US" sz="2800" dirty="0"/>
            </a:br>
            <a:r>
              <a:rPr lang="en-US" sz="2800" dirty="0"/>
              <a:t>all our sins and griefs to bear!</a:t>
            </a:r>
            <a:br>
              <a:rPr lang="en-US" sz="2800" dirty="0"/>
            </a:br>
            <a:r>
              <a:rPr lang="en-US" sz="2800" dirty="0"/>
              <a:t>What a privilege to carry</a:t>
            </a:r>
            <a:br>
              <a:rPr lang="en-US" sz="2800" dirty="0"/>
            </a:br>
            <a:r>
              <a:rPr lang="en-US" sz="2800" dirty="0" err="1"/>
              <a:t>ev'rything</a:t>
            </a:r>
            <a:r>
              <a:rPr lang="en-US" sz="2800" dirty="0"/>
              <a:t> to God in prayer!</a:t>
            </a:r>
            <a:br>
              <a:rPr lang="en-US" sz="2800" dirty="0"/>
            </a:br>
            <a:r>
              <a:rPr lang="en-US" sz="2800" dirty="0"/>
              <a:t>O what peace we often forfeit,</a:t>
            </a:r>
            <a:br>
              <a:rPr lang="en-US" sz="2800" dirty="0"/>
            </a:br>
            <a:r>
              <a:rPr lang="en-US" sz="2800" dirty="0"/>
              <a:t>O what needless pain we bear,</a:t>
            </a:r>
            <a:br>
              <a:rPr lang="en-US" sz="2800" dirty="0"/>
            </a:br>
            <a:r>
              <a:rPr lang="en-US" sz="2800" dirty="0"/>
              <a:t>all because we do not carry</a:t>
            </a:r>
            <a:br>
              <a:rPr lang="en-US" sz="2800" dirty="0"/>
            </a:br>
            <a:r>
              <a:rPr lang="en-US" sz="2800" dirty="0" err="1"/>
              <a:t>ev'rything</a:t>
            </a:r>
            <a:r>
              <a:rPr lang="en-US" sz="2800" dirty="0"/>
              <a:t> to God in prayer.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Have we trials and temptations?</a:t>
            </a:r>
            <a:br>
              <a:rPr lang="en-US" dirty="0"/>
            </a:br>
            <a:r>
              <a:rPr lang="en-US" dirty="0"/>
              <a:t>Is there trouble anywhere?</a:t>
            </a:r>
            <a:br>
              <a:rPr lang="en-US" dirty="0"/>
            </a:br>
            <a:r>
              <a:rPr lang="en-US" dirty="0"/>
              <a:t>We should never be discouraged:</a:t>
            </a:r>
            <a:br>
              <a:rPr lang="en-US" dirty="0"/>
            </a:br>
            <a:r>
              <a:rPr lang="en-US" dirty="0"/>
              <a:t>take it to the Lord in prayer!</a:t>
            </a:r>
            <a:br>
              <a:rPr lang="en-US" dirty="0"/>
            </a:br>
            <a:r>
              <a:rPr lang="en-US" dirty="0"/>
              <a:t>Can we find a friend so faithful,</a:t>
            </a:r>
            <a:br>
              <a:rPr lang="en-US" dirty="0"/>
            </a:br>
            <a:r>
              <a:rPr lang="en-US" dirty="0"/>
              <a:t>who will all our sorrows share?</a:t>
            </a:r>
            <a:br>
              <a:rPr lang="en-US" dirty="0"/>
            </a:br>
            <a:r>
              <a:rPr lang="en-US" dirty="0"/>
              <a:t>Jesus knows our </a:t>
            </a:r>
            <a:r>
              <a:rPr lang="en-US" dirty="0" err="1"/>
              <a:t>ev'ry</a:t>
            </a:r>
            <a:r>
              <a:rPr lang="en-US" dirty="0"/>
              <a:t> weakness -</a:t>
            </a:r>
            <a:br>
              <a:rPr lang="en-US" dirty="0"/>
            </a:br>
            <a:r>
              <a:rPr lang="en-US" dirty="0"/>
              <a:t>take it to the Lord in prayer!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Are we weak and heavy-laden,</a:t>
            </a:r>
            <a:br>
              <a:rPr lang="en-US" dirty="0"/>
            </a:br>
            <a:r>
              <a:rPr lang="en-US" dirty="0"/>
              <a:t>cumbered with a load of care?</a:t>
            </a:r>
            <a:br>
              <a:rPr lang="en-US" dirty="0"/>
            </a:br>
            <a:r>
              <a:rPr lang="en-US" dirty="0"/>
              <a:t>Precious Savior, still our refuge--</a:t>
            </a:r>
            <a:br>
              <a:rPr lang="en-US" dirty="0"/>
            </a:br>
            <a:r>
              <a:rPr lang="en-US" dirty="0"/>
              <a:t>take it to the Lord in prayer!</a:t>
            </a:r>
            <a:br>
              <a:rPr lang="en-US" dirty="0"/>
            </a:br>
            <a:r>
              <a:rPr lang="en-US" dirty="0"/>
              <a:t>Do thy friends despise, forsake thee?</a:t>
            </a:r>
            <a:br>
              <a:rPr lang="en-US" dirty="0"/>
            </a:br>
            <a:r>
              <a:rPr lang="en-US" dirty="0"/>
              <a:t>Take it to the Lord in prayer!</a:t>
            </a:r>
            <a:br>
              <a:rPr lang="en-US" dirty="0"/>
            </a:br>
            <a:r>
              <a:rPr lang="en-US" dirty="0"/>
              <a:t>In his arms he'll take and shield thee;</a:t>
            </a:r>
            <a:br>
              <a:rPr lang="en-US" dirty="0"/>
            </a:br>
            <a:r>
              <a:rPr lang="en-US" dirty="0"/>
              <a:t>thou wilt find a solace there.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4341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#520 What a Friend We Have in Jesus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#520 What a Friend We Have in Jesus</dc:title>
  <dc:creator>Eric Hoogendoorn</dc:creator>
  <cp:lastModifiedBy>Eric Hoogendoorn</cp:lastModifiedBy>
  <cp:revision>1</cp:revision>
  <dcterms:created xsi:type="dcterms:W3CDTF">2020-06-19T22:37:38Z</dcterms:created>
  <dcterms:modified xsi:type="dcterms:W3CDTF">2020-06-19T22:38:03Z</dcterms:modified>
</cp:coreProperties>
</file>