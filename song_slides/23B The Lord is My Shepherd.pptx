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1A40E-BC57-4D62-A4B5-6C2A6E822D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AFC1CC-8375-42C0-BBF2-695AF454DF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7CDA6B-F7A1-461B-B0B1-1E17132B5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53511-74FD-43FB-87C4-CE7BBE4DDB35}" type="datetimeFigureOut">
              <a:rPr lang="en-CA" smtClean="0"/>
              <a:t>2021-12-24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7EB71-1EA2-4D46-B5CA-1284BCC32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115F3-8C50-439E-80DA-FECFC694B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6C37C-1D1F-43BC-A229-248C18293A4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4083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49A60-8042-4292-9300-CE7AEBC10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BB3AE-2FDC-4CBF-84EE-F8C6A65D1A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9D396-4265-4904-8A62-3E2A1529E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53511-74FD-43FB-87C4-CE7BBE4DDB35}" type="datetimeFigureOut">
              <a:rPr lang="en-CA" smtClean="0"/>
              <a:t>2021-12-24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017F27-96B8-4D23-BCE8-D8B0E7E51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8881B8-DB01-4D4E-9B6E-87482E1A9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6C37C-1D1F-43BC-A229-248C18293A4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99916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A686C-C7EB-4516-8792-63CCC98E8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FE0D05-55EC-4B53-882C-4677CB1D55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3D424-68D4-4CD5-AAF2-FEA61B2AB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53511-74FD-43FB-87C4-CE7BBE4DDB35}" type="datetimeFigureOut">
              <a:rPr lang="en-CA" smtClean="0"/>
              <a:t>2021-12-24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A4A638-F3F1-4EC7-8A5A-14CB30716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5FDD0C-A634-4398-967C-F76BD4CFE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6C37C-1D1F-43BC-A229-248C18293A4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41732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20F32-D6F6-4012-AE35-5CE3129CC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5F6A3-41DA-47B3-ADC1-77A600D43B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4A6607-7009-4FC8-9058-0425AADC43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8D1C53-0142-47A4-87F3-BEBC0DAF9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53511-74FD-43FB-87C4-CE7BBE4DDB35}" type="datetimeFigureOut">
              <a:rPr lang="en-CA" smtClean="0"/>
              <a:t>2021-12-24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DF994B-A192-4752-BD04-7396A653F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A26913-968A-4C35-B70A-069AE1E56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6C37C-1D1F-43BC-A229-248C18293A4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17574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02689-7D57-46E5-AAB5-38256E7DE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D91265-CBC9-48FC-9C41-A3D7377510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5F8F16-0CFE-4328-87AF-F3B40211EA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1FE809-0995-440E-82D4-2EAD010C5D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55F9FE-77F1-4B48-80DB-7EC15E303E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92B68C-43D6-462E-8C6A-141EB57B9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53511-74FD-43FB-87C4-CE7BBE4DDB35}" type="datetimeFigureOut">
              <a:rPr lang="en-CA" smtClean="0"/>
              <a:t>2021-12-24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494471-5673-4E64-9A6D-F47760C1E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0DBCEB-861C-4805-946A-E47D0DFD8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6C37C-1D1F-43BC-A229-248C18293A4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93555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BA259-549D-4832-8611-6F837A021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714B48-F17C-4509-84B4-1A5BE79BD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53511-74FD-43FB-87C4-CE7BBE4DDB35}" type="datetimeFigureOut">
              <a:rPr lang="en-CA" smtClean="0"/>
              <a:t>2021-12-24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AE2B0A-7433-43F2-865A-62BEF9B52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48137C-061C-41B6-BD0A-A7DD53C95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6C37C-1D1F-43BC-A229-248C18293A4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16569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89C461-8301-4846-AA92-9FEF11146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53511-74FD-43FB-87C4-CE7BBE4DDB35}" type="datetimeFigureOut">
              <a:rPr lang="en-CA" smtClean="0"/>
              <a:t>2021-12-24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94E8A9-AA86-426B-B5B2-3510A04C4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56BB0C-1CCB-45FF-B9BD-8704BE2B8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6C37C-1D1F-43BC-A229-248C18293A4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67014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4C67F-877C-4CCB-84A5-519C0B8F6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0A552-4F25-481F-AD9B-D26EC4EF78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25D862-8090-4288-A156-7CB9D519B6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8687FE-5996-4705-9360-69FDBDC94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53511-74FD-43FB-87C4-CE7BBE4DDB35}" type="datetimeFigureOut">
              <a:rPr lang="en-CA" smtClean="0"/>
              <a:t>2021-12-24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774654-3BF7-4B15-8164-38F19A8E5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79F75A-90DF-4A0B-9347-CBF834E63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6C37C-1D1F-43BC-A229-248C18293A4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60499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3A75D-9B0F-40D6-ACEE-C72CBF3EA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B18404-98BA-44EF-AB8C-6ECE695A2F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A9BF0F-0E65-4CA0-A461-6544F5EAAD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F026AD-53DE-4713-B89A-58701A22F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53511-74FD-43FB-87C4-CE7BBE4DDB35}" type="datetimeFigureOut">
              <a:rPr lang="en-CA" smtClean="0"/>
              <a:t>2021-12-24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3A3D89-F781-4A96-9E21-B0FE45680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FD75F5-BF3A-4EDE-BEEA-B5A19698A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6C37C-1D1F-43BC-A229-248C18293A4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17187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C9E33-79B2-441D-8571-1ABA43EB4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F4DEF5-0C60-4FED-A723-4830121304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56D092-613D-464F-846F-66AAB60F0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53511-74FD-43FB-87C4-CE7BBE4DDB35}" type="datetimeFigureOut">
              <a:rPr lang="en-CA" smtClean="0"/>
              <a:t>2021-12-24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538907-C976-4A72-9C8A-5ADAB7250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FDCD26-6433-42AA-A1D5-17008DC24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6C37C-1D1F-43BC-A229-248C18293A4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31756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B5A6A4-A766-4060-BC4F-91A74E4492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93D6DA-9C48-45D5-823C-509A03AB30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D437C5-7EBD-440E-A087-96DE84587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53511-74FD-43FB-87C4-CE7BBE4DDB35}" type="datetimeFigureOut">
              <a:rPr lang="en-CA" smtClean="0"/>
              <a:t>2021-12-24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AF3DF9-255E-4B42-BC15-1D67FB8EC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E4A186-D5F6-481C-B35A-B01620C38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6C37C-1D1F-43BC-A229-248C18293A4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53162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C1E7DF-1325-4540-8D39-E5AE15241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36EF38-77AF-4B15-B586-CDC37111AB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28D362-F55A-4723-92D7-CE990B7EA2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953511-74FD-43FB-87C4-CE7BBE4DDB35}" type="datetimeFigureOut">
              <a:rPr lang="en-CA" smtClean="0"/>
              <a:t>2021-12-24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2E15E-68A5-4B1F-8EE8-754A2F3219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0F211-E4BD-4006-A831-FBF78AA7BC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86C37C-1D1F-43BC-A229-248C18293A4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25432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67BE180-B693-49D7-9487-D959A2DC5323}"/>
              </a:ext>
            </a:extLst>
          </p:cNvPr>
          <p:cNvSpPr txBox="1"/>
          <p:nvPr/>
        </p:nvSpPr>
        <p:spPr>
          <a:xfrm>
            <a:off x="1390650" y="323850"/>
            <a:ext cx="94107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i="1" dirty="0">
                <a:latin typeface="+mj-lt"/>
              </a:rPr>
              <a:t>#23B The Lord’s My Shepherd</a:t>
            </a:r>
            <a:endParaRPr lang="en-CA" sz="4400" i="1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584683-A767-45DD-B5B5-4AEF2C7DEB12}"/>
              </a:ext>
            </a:extLst>
          </p:cNvPr>
          <p:cNvSpPr txBox="1"/>
          <p:nvPr/>
        </p:nvSpPr>
        <p:spPr>
          <a:xfrm>
            <a:off x="1171575" y="1438275"/>
            <a:ext cx="98488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 algn="ctr">
              <a:buFontTx/>
              <a:buAutoNum type="arabicPeriod"/>
            </a:pPr>
            <a:r>
              <a:rPr lang="en-US" sz="2800" dirty="0">
                <a:solidFill>
                  <a:prstClr val="black"/>
                </a:solidFill>
              </a:rPr>
              <a:t>The Lord’s my Shepherd, I’ll not want;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he makes me down to lie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in pastures green;</a:t>
            </a:r>
            <a:r>
              <a:rPr lang="en-CA" sz="2800" dirty="0">
                <a:solidFill>
                  <a:prstClr val="black"/>
                </a:solidFill>
              </a:rPr>
              <a:t> he leadeth me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the quiet waters by.</a:t>
            </a:r>
            <a:endParaRPr lang="en-US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7752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1F0828-5FD0-4916-BC49-7CD17F38592F}"/>
              </a:ext>
            </a:extLst>
          </p:cNvPr>
          <p:cNvSpPr txBox="1"/>
          <p:nvPr/>
        </p:nvSpPr>
        <p:spPr>
          <a:xfrm>
            <a:off x="1262062" y="1095375"/>
            <a:ext cx="96678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i="1" dirty="0">
                <a:solidFill>
                  <a:prstClr val="black"/>
                </a:solidFill>
              </a:rPr>
              <a:t>2</a:t>
            </a:r>
            <a:r>
              <a:rPr lang="en-US" sz="2800" dirty="0">
                <a:solidFill>
                  <a:prstClr val="black"/>
                </a:solidFill>
              </a:rPr>
              <a:t>. My soul he doth restore again,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and me to walk doth make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within the paths of righteousness,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e’en for his own name’s sake.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2558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D42ACD-EC9D-422C-8203-60BE9E52D9E0}"/>
              </a:ext>
            </a:extLst>
          </p:cNvPr>
          <p:cNvSpPr txBox="1"/>
          <p:nvPr/>
        </p:nvSpPr>
        <p:spPr>
          <a:xfrm>
            <a:off x="1690687" y="1323975"/>
            <a:ext cx="88106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prstClr val="black"/>
                </a:solidFill>
              </a:rPr>
              <a:t>3. Yea, though I walk in death’s dark vale,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yet will I fear none ill,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for thou art with me; and thy rod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and staff me comfort still.</a:t>
            </a:r>
          </a:p>
        </p:txBody>
      </p:sp>
    </p:spTree>
    <p:extLst>
      <p:ext uri="{BB962C8B-B14F-4D97-AF65-F5344CB8AC3E}">
        <p14:creationId xmlns:p14="http://schemas.microsoft.com/office/powerpoint/2010/main" val="1753780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076079C-710E-437F-B476-B8D2ACFC17D1}"/>
              </a:ext>
            </a:extLst>
          </p:cNvPr>
          <p:cNvSpPr txBox="1"/>
          <p:nvPr/>
        </p:nvSpPr>
        <p:spPr>
          <a:xfrm>
            <a:off x="2052637" y="1095375"/>
            <a:ext cx="80867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i="1" dirty="0">
                <a:solidFill>
                  <a:prstClr val="black"/>
                </a:solidFill>
              </a:rPr>
              <a:t>4</a:t>
            </a:r>
            <a:r>
              <a:rPr lang="en-US" sz="2800" dirty="0">
                <a:solidFill>
                  <a:prstClr val="black"/>
                </a:solidFill>
              </a:rPr>
              <a:t>. My table thou hast furnished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in presence of my foes;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my head thou dost with oil anoint,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and my cup overflows.</a:t>
            </a:r>
          </a:p>
        </p:txBody>
      </p:sp>
    </p:spTree>
    <p:extLst>
      <p:ext uri="{BB962C8B-B14F-4D97-AF65-F5344CB8AC3E}">
        <p14:creationId xmlns:p14="http://schemas.microsoft.com/office/powerpoint/2010/main" val="5746828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260E6C-7312-4087-8ADD-363B0F1288D5}"/>
              </a:ext>
            </a:extLst>
          </p:cNvPr>
          <p:cNvSpPr txBox="1"/>
          <p:nvPr/>
        </p:nvSpPr>
        <p:spPr>
          <a:xfrm>
            <a:off x="2133600" y="1023937"/>
            <a:ext cx="81534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prstClr val="black"/>
                </a:solidFill>
              </a:rPr>
              <a:t>5. Goodness and mercy all my life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shall surely follow me;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and in God’s house forevermore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my dwelling place shall be.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64518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145</Words>
  <Application>Microsoft Office PowerPoint</Application>
  <PresentationFormat>Widescreen</PresentationFormat>
  <Paragraphs>21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2020-10-31T22:29:59Z</dcterms:created>
  <dcterms:modified xsi:type="dcterms:W3CDTF">2021-12-25T00:39:35Z</dcterms:modified>
</cp:coreProperties>
</file>