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59" r:id="rId5"/>
    <p:sldId id="258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23" d="100"/>
          <a:sy n="123" d="100"/>
        </p:scale>
        <p:origin x="11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DC7E7-4DD8-4EB0-997D-FE095F2565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7ABFEA-2F06-47CD-B69A-DAFA24CBF0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3DB971-B1E6-4F53-A7A3-62A385056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53609-0861-46CF-8F05-330D0948EED3}" type="datetimeFigureOut">
              <a:rPr lang="en-CA" smtClean="0"/>
              <a:t>2022-11-18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3A3C3-B381-436C-8D74-38BB3CD90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04BC2B-E963-44A2-8E22-A3ED1B5F1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574EF-320C-41F0-9977-6D85F10A8EE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297975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F5F6F-30A4-44A5-AECC-6D11B8A03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B02F0F-1BF8-4EDF-9270-C3DD24B60C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6A0B66-F9A2-4ECE-A630-2033F6402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53609-0861-46CF-8F05-330D0948EED3}" type="datetimeFigureOut">
              <a:rPr lang="en-CA" smtClean="0"/>
              <a:t>2022-11-18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27E3B4-F0F3-4053-BE32-7DE688AE8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E4B328-005C-4C6E-B974-121CE81D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574EF-320C-41F0-9977-6D85F10A8EE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14523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6E445-F519-49EE-A990-A506FDCA9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5802CF-9FE4-4C6B-84C4-DC483337D3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3A4D9F-C745-46DB-9233-3C66C2B48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53609-0861-46CF-8F05-330D0948EED3}" type="datetimeFigureOut">
              <a:rPr lang="en-CA" smtClean="0"/>
              <a:t>2022-11-18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9AC359-5D39-4C34-8AD0-F9C1A7E17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54561D-30C2-4CFB-8057-F03A2BF47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574EF-320C-41F0-9977-6D85F10A8EE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52972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976FD-78AD-4C5E-AC8F-07F42C493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61201-6311-498F-B748-40C8E06E6F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AF8832-E9F9-4655-984B-32DF435D0D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F73A84-297A-4664-A30A-55E87EEA3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53609-0861-46CF-8F05-330D0948EED3}" type="datetimeFigureOut">
              <a:rPr lang="en-CA" smtClean="0"/>
              <a:t>2022-11-18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BF5A94-0CDA-4640-BC72-4B85A1022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EF759C-4389-4865-9C8F-48009AE5D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574EF-320C-41F0-9977-6D85F10A8EE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10001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B68F3-E855-4389-B235-43694FBF3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8186D9-6057-4DB6-B724-C66D45C0C7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7D3194-22E0-4602-9A8F-8B7DC17380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573607-C141-459C-8745-22EEA23067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65E6DF-911D-46E6-AD05-85B8C7859F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547390-1A6B-4173-BDC7-78A415905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53609-0861-46CF-8F05-330D0948EED3}" type="datetimeFigureOut">
              <a:rPr lang="en-CA" smtClean="0"/>
              <a:t>2022-11-18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96CEDC-4C2D-4824-8578-4C4C9DB1B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F9E265-52E4-43C0-A7F6-FF5E17591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574EF-320C-41F0-9977-6D85F10A8EE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231896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BEE82-704B-4B57-A0B6-9FC2105F7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BB044C-AB0F-4F6A-9945-43E5CEF90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53609-0861-46CF-8F05-330D0948EED3}" type="datetimeFigureOut">
              <a:rPr lang="en-CA" smtClean="0"/>
              <a:t>2022-11-18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7ED933-D921-4A47-8053-19F5D86DC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2A235E-B400-4090-868D-43C1886E2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574EF-320C-41F0-9977-6D85F10A8EE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250004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793874-46B5-4FBF-89DD-5EFA97E04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53609-0861-46CF-8F05-330D0948EED3}" type="datetimeFigureOut">
              <a:rPr lang="en-CA" smtClean="0"/>
              <a:t>2022-11-18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FA8B9E-2D7C-4654-9FF8-3DA1C3B9C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2B6D72-476D-4519-896F-E7F8CCB57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574EF-320C-41F0-9977-6D85F10A8EE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29264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9F6F6-95B6-47FE-A625-5C9BBE215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EA1C25-A3FD-4BB6-A6FB-77FD04998F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40393B-813C-4A69-9FF9-300CF20A9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E846FD-EDE1-4A2E-B248-21AB376A1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53609-0861-46CF-8F05-330D0948EED3}" type="datetimeFigureOut">
              <a:rPr lang="en-CA" smtClean="0"/>
              <a:t>2022-11-18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175C0A-8551-40B5-AF53-19630C9C5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730939-0BD0-42F1-B859-E4EB4B7B1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574EF-320C-41F0-9977-6D85F10A8EE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1741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07BEE-55AF-4456-A135-5ACCCDF04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CC112A-544C-4B4A-BAA2-6AB77CE1CC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4A1DFA-A98F-4F58-8F94-C636A8073F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45C0FE-3FF3-405F-95DD-6BB29CE16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53609-0861-46CF-8F05-330D0948EED3}" type="datetimeFigureOut">
              <a:rPr lang="en-CA" smtClean="0"/>
              <a:t>2022-11-18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26F569-F9CB-4230-983E-99CCE1C1D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86DB13-95A4-4D87-B4AC-C1009E040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574EF-320C-41F0-9977-6D85F10A8EE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53498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80C251-6E6E-4706-930C-C840EE2CC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4118A2-893A-43D1-95A1-6E2503E6D7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5B90C6-E9F7-4AEA-AF11-B7F3148B4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53609-0861-46CF-8F05-330D0948EED3}" type="datetimeFigureOut">
              <a:rPr lang="en-CA" smtClean="0"/>
              <a:t>2022-11-18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A1969E-D71A-40D4-81B5-E6AB62A76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5736B4-F5D8-4954-999A-0F5E05990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574EF-320C-41F0-9977-6D85F10A8EE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39238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75E2CEE-38B6-4006-895C-F75593E426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8F3608-FF3C-41AB-9D92-CD08806E0F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54FE49-09CC-4CD7-9DB0-781BDCEAD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53609-0861-46CF-8F05-330D0948EED3}" type="datetimeFigureOut">
              <a:rPr lang="en-CA" smtClean="0"/>
              <a:t>2022-11-18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D8EE3-560E-4A47-8A51-6C8ED320A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F50C2B-316E-49CA-9239-356CD48F8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574EF-320C-41F0-9977-6D85F10A8EE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95204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081C41-CE08-4375-AD98-C5FF0155E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49AA63-E615-40F7-8009-EDDE572E67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C7DA13-FF22-4FF8-A1F0-F8765260BB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553609-0861-46CF-8F05-330D0948EED3}" type="datetimeFigureOut">
              <a:rPr lang="en-CA" smtClean="0"/>
              <a:t>2022-11-18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37CD91-B861-41E6-BA01-5B2C8B965E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BC1C41-C04C-4226-836F-F75F1B49AE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5574EF-320C-41F0-9977-6D85F10A8EED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79060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DC1A317-5099-4290-8C62-FC6C4E78C422}"/>
              </a:ext>
            </a:extLst>
          </p:cNvPr>
          <p:cNvSpPr txBox="1"/>
          <p:nvPr/>
        </p:nvSpPr>
        <p:spPr>
          <a:xfrm>
            <a:off x="866775" y="247650"/>
            <a:ext cx="104584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#506 Weary of Earth, and Laden with My Sin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24E7F1-9F10-4A14-92A5-E907A59D67E2}"/>
              </a:ext>
            </a:extLst>
          </p:cNvPr>
          <p:cNvSpPr txBox="1"/>
          <p:nvPr/>
        </p:nvSpPr>
        <p:spPr>
          <a:xfrm>
            <a:off x="1914525" y="2521059"/>
            <a:ext cx="83629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1. Weary of earth, and laden with my sin,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 look at heav'n and long to enter in;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but there no evil thing may find a home;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yet I hear a voice that bids me "Come."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92844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5DCE29-73D1-466D-9847-0E12A6814A8F}"/>
              </a:ext>
            </a:extLst>
          </p:cNvPr>
          <p:cNvSpPr txBox="1"/>
          <p:nvPr/>
        </p:nvSpPr>
        <p:spPr>
          <a:xfrm>
            <a:off x="1800225" y="2521059"/>
            <a:ext cx="85915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i="0" dirty="0">
                <a:solidFill>
                  <a:srgbClr val="222222"/>
                </a:solidFill>
                <a:effectLst/>
              </a:rPr>
              <a:t>2 So vile I am, how dare I hope to stand</a:t>
            </a:r>
            <a:br>
              <a:rPr lang="en-US" sz="2800" dirty="0"/>
            </a:br>
            <a:r>
              <a:rPr lang="en-US" sz="2800" b="0" i="0" dirty="0">
                <a:solidFill>
                  <a:srgbClr val="222222"/>
                </a:solidFill>
                <a:effectLst/>
              </a:rPr>
              <a:t>in the pure glory of that holy land?</a:t>
            </a:r>
            <a:br>
              <a:rPr lang="en-US" sz="2800" dirty="0"/>
            </a:br>
            <a:r>
              <a:rPr lang="en-US" sz="2800" b="0" i="0" dirty="0">
                <a:solidFill>
                  <a:srgbClr val="222222"/>
                </a:solidFill>
                <a:effectLst/>
              </a:rPr>
              <a:t>Before the whiteness of that throne appear?</a:t>
            </a:r>
            <a:br>
              <a:rPr lang="en-US" sz="2800" dirty="0"/>
            </a:br>
            <a:r>
              <a:rPr lang="en-US" sz="2800" b="0" i="0" dirty="0">
                <a:solidFill>
                  <a:srgbClr val="222222"/>
                </a:solidFill>
                <a:effectLst/>
              </a:rPr>
              <a:t>Yet there are hands stretched out to draw me near.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10343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5DCE29-73D1-466D-9847-0E12A6814A8F}"/>
              </a:ext>
            </a:extLst>
          </p:cNvPr>
          <p:cNvSpPr txBox="1"/>
          <p:nvPr/>
        </p:nvSpPr>
        <p:spPr>
          <a:xfrm>
            <a:off x="1800225" y="2521059"/>
            <a:ext cx="85915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i="0" dirty="0">
                <a:solidFill>
                  <a:srgbClr val="222222"/>
                </a:solidFill>
                <a:effectLst/>
              </a:rPr>
              <a:t>3 The while I fain would tread the </a:t>
            </a:r>
            <a:r>
              <a:rPr lang="en-US" sz="2800" b="0" i="0" dirty="0" err="1">
                <a:solidFill>
                  <a:srgbClr val="222222"/>
                </a:solidFill>
                <a:effectLst/>
              </a:rPr>
              <a:t>heav'nly</a:t>
            </a:r>
            <a:r>
              <a:rPr lang="en-US" sz="2800" b="0" i="0" dirty="0">
                <a:solidFill>
                  <a:srgbClr val="222222"/>
                </a:solidFill>
                <a:effectLst/>
              </a:rPr>
              <a:t> way,</a:t>
            </a:r>
            <a:br>
              <a:rPr lang="en-US" sz="2800" dirty="0"/>
            </a:br>
            <a:r>
              <a:rPr lang="en-US" sz="2800" b="0" i="0" dirty="0">
                <a:solidFill>
                  <a:srgbClr val="222222"/>
                </a:solidFill>
                <a:effectLst/>
              </a:rPr>
              <a:t>evil is ever with me day by day;</a:t>
            </a:r>
            <a:br>
              <a:rPr lang="en-US" sz="2800" dirty="0"/>
            </a:br>
            <a:r>
              <a:rPr lang="en-US" sz="2800" b="0" i="0" dirty="0">
                <a:solidFill>
                  <a:srgbClr val="222222"/>
                </a:solidFill>
                <a:effectLst/>
              </a:rPr>
              <a:t>yet on my ears the gracious tidings fall,</a:t>
            </a:r>
            <a:br>
              <a:rPr lang="en-US" sz="2800" dirty="0"/>
            </a:br>
            <a:r>
              <a:rPr lang="en-US" sz="2800" b="0" i="0" dirty="0">
                <a:solidFill>
                  <a:srgbClr val="222222"/>
                </a:solidFill>
                <a:effectLst/>
              </a:rPr>
              <a:t>"Repent, confess, thou shalt be loosed from all."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2922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5DCE29-73D1-466D-9847-0E12A6814A8F}"/>
              </a:ext>
            </a:extLst>
          </p:cNvPr>
          <p:cNvSpPr txBox="1"/>
          <p:nvPr/>
        </p:nvSpPr>
        <p:spPr>
          <a:xfrm>
            <a:off x="1800225" y="2521059"/>
            <a:ext cx="85915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4. It is the voice of Jesus that I hear;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his are the hands stretched out to draw me near,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his the blood that can for all atone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set me faultless there before the throne.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430878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CB1976-459B-4483-9337-AD60C548BD07}"/>
              </a:ext>
            </a:extLst>
          </p:cNvPr>
          <p:cNvSpPr txBox="1"/>
          <p:nvPr/>
        </p:nvSpPr>
        <p:spPr>
          <a:xfrm>
            <a:off x="1457325" y="2521059"/>
            <a:ext cx="92773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5. O great Absolver, grant my soul may wear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lowliest garb of penitence and pray'r,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that in the Father's courts my glorious dress</a:t>
            </a:r>
            <a:b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may be the garment of thy righteousness.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87270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CB1976-459B-4483-9337-AD60C548BD07}"/>
              </a:ext>
            </a:extLst>
          </p:cNvPr>
          <p:cNvSpPr txBox="1"/>
          <p:nvPr/>
        </p:nvSpPr>
        <p:spPr>
          <a:xfrm>
            <a:off x="1457325" y="2521059"/>
            <a:ext cx="92773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0" i="0" dirty="0">
                <a:solidFill>
                  <a:srgbClr val="222222"/>
                </a:solidFill>
                <a:effectLst/>
              </a:rPr>
              <a:t>6 Yea, thou wilt answer for me, righteous Lord;</a:t>
            </a:r>
            <a:br>
              <a:rPr lang="en-US" sz="2800" dirty="0"/>
            </a:br>
            <a:r>
              <a:rPr lang="en-US" sz="2800" b="0" i="0" dirty="0">
                <a:solidFill>
                  <a:srgbClr val="222222"/>
                </a:solidFill>
                <a:effectLst/>
              </a:rPr>
              <a:t>thine all the merits, mine the great reward;</a:t>
            </a:r>
            <a:br>
              <a:rPr lang="en-US" sz="2800" dirty="0"/>
            </a:br>
            <a:r>
              <a:rPr lang="en-US" sz="2800" b="0" i="0" dirty="0">
                <a:solidFill>
                  <a:srgbClr val="222222"/>
                </a:solidFill>
                <a:effectLst/>
              </a:rPr>
              <a:t>thine the sharp thorns, and mine the golden crown;</a:t>
            </a:r>
            <a:br>
              <a:rPr lang="en-US" sz="2800" dirty="0"/>
            </a:br>
            <a:r>
              <a:rPr lang="en-US" sz="2800" b="0" i="0" dirty="0">
                <a:solidFill>
                  <a:srgbClr val="222222"/>
                </a:solidFill>
                <a:effectLst/>
              </a:rPr>
              <a:t>mine the life won, and thine the life laid down.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83010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275</Words>
  <Application>Microsoft Office PowerPoint</Application>
  <PresentationFormat>Widescreen</PresentationFormat>
  <Paragraphs>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Neil Tuininga</cp:lastModifiedBy>
  <cp:revision>2</cp:revision>
  <dcterms:created xsi:type="dcterms:W3CDTF">2021-09-03T20:54:27Z</dcterms:created>
  <dcterms:modified xsi:type="dcterms:W3CDTF">2022-11-18T17:28:02Z</dcterms:modified>
</cp:coreProperties>
</file>