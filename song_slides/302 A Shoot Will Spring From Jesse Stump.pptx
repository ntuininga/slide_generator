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37" r:id="rId4"/>
    <p:sldId id="33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A1A4-85A1-4158-AD93-D88A21E44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E0994-6C06-467C-89FE-AA2C08B04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566C2-E655-453D-9F51-E44A6A3B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1E61A-F737-4CAC-87A0-0EDD3440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82DBA-35D6-4075-8CA4-85E15998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61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1ACA-3F83-466C-A660-AA745EDA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331C-3123-4692-9ECE-DDA44D7D8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3E8E3-6F50-4E20-B340-2AB55DBB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4022C-C803-4CCC-9A1A-B5B1F41B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F0093-27C9-4A40-80C1-2A95973C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1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C077-44F5-4FE9-AE87-74A6A4DD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F0DAC-7D5E-45E9-8D11-7F9D8734E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DCCD9-2FB0-4DE6-827F-64ACCA25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C47CF-F77A-4667-B2D0-3D56A690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01CB0-3661-460D-B91C-49433043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3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4C1A-CCB5-473F-B89C-C2EA09AC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1A25-5F3C-46FD-8DC5-74A25B96C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477BD-85F5-4B18-9409-9846968E9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A5A2D-8D8E-498D-A918-90D30371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F2216-6CA4-4A89-BEE0-A15E298B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4D313-BDF2-4970-9510-F1C9A652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2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EEC9-1626-49B9-A101-7C005CDC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9E90D-D6C3-4E54-AE7C-4EF89F2FC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6E943-24C9-44E8-8E47-F19CBA3BA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4064-506E-4D74-BC4A-0110AA26D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B5229-274E-4252-A962-8885159DD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7F0F8-2398-4FAE-BA7E-DDF3B5B5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CA07A-0218-43A8-99DB-87813331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B55E6-0886-4ECE-ACA5-DCCBD282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3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30C1-CED9-4BF7-A39A-2B0F2C9F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765D7-4BA1-4658-A2BD-B25B53FB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1278E-FB0D-450C-AD18-74A34052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C351E-39B5-4DA4-8908-5FB00109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3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0E5D7-DDCE-4B27-AE89-F3E0C1E1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001E1-4B32-48F5-B999-A6911118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EC9EC-187C-4BFC-8014-B7EC5381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1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9A9F-5D78-4D8C-8C1D-F3255F23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B7200-2C83-46E2-8DE0-02D72E2E1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672C9-80FB-4808-86B5-8942B4E2D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757E9-84B8-45B2-8EA9-251C6161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6311D-72CE-4C7F-BDCE-570DADDA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A61B-2EBE-45C1-BA7E-D0E09738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9644-E92B-48C3-8876-75BB39D6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4CE88-5DB1-407B-A3EE-74E3A09F8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637FB-0385-4A1E-A161-810111D0F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79B7-F350-4CE3-AA08-57EA9348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A4ACD-7B25-41AB-BE9F-673A6A7B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D8606-D641-42E3-894E-3DA09B49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8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617A-1309-46FF-8FC7-ADB72715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5C8DD-9EC4-4FF6-B792-471EE88E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BFCA6-38A8-4D28-9FE1-FE486B33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31091-2CA1-4335-A712-7EEBD10F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CA9DA-C84E-49A7-97CB-314E5409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8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50F41-CBAE-45E4-84FD-4B956B1C6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0349B-AC0E-4CD2-924C-BE180EE01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BF4C8-580C-492B-94B0-D1BF93F3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96EFB-ABE8-4812-B3C0-0634A766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7152-2638-4F9C-8EA2-2F94533F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CC2DE-52E6-4FD2-8291-FADDC758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1F782-1E8B-4C5B-B546-47BFA3E21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7A2BE-30C2-4992-A67C-CF8C71956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8DF02-5612-45AD-80A2-1A8A19374CC9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EE1F4-A832-4BD4-B820-7F6CAD1BF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7B7E6-D264-4C1B-AA6B-3EAF52424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183A1-6416-446E-A845-015D6CBEF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6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FB472C-7C7F-4E00-83FD-1DB93BC9BF1B}"/>
              </a:ext>
            </a:extLst>
          </p:cNvPr>
          <p:cNvSpPr txBox="1"/>
          <p:nvPr/>
        </p:nvSpPr>
        <p:spPr>
          <a:xfrm>
            <a:off x="119062" y="228600"/>
            <a:ext cx="11953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#302 A Shoot Will Spring From Jesse’s Stump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2AA74-BF64-43B1-97F9-733E48EDD897}"/>
              </a:ext>
            </a:extLst>
          </p:cNvPr>
          <p:cNvSpPr txBox="1"/>
          <p:nvPr/>
        </p:nvSpPr>
        <p:spPr>
          <a:xfrm>
            <a:off x="1323974" y="1874728"/>
            <a:ext cx="9544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shoot will spring from Jesse’s stump,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branch from Jesse’s root;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though David’s tree is broken down,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branch will yield its fruit.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Spirit of the Lord will fully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rest on him in grace.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branch with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sev’nfold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energy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shall live before God’s face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30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A4188-33EB-41A0-AEDB-BBCDD4893C01}"/>
              </a:ext>
            </a:extLst>
          </p:cNvPr>
          <p:cNvSpPr txBox="1"/>
          <p:nvPr/>
        </p:nvSpPr>
        <p:spPr>
          <a:xfrm>
            <a:off x="1666875" y="1874728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Spirit of the Lord will rest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on him to bear good fruit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Spirit of his wisdom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of understanding truth,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Spirit of God’s counsel and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Spirit of his might,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Spirit of true knowledge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of rearing God aright.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936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A4188-33EB-41A0-AEDB-BBCDD4893C01}"/>
              </a:ext>
            </a:extLst>
          </p:cNvPr>
          <p:cNvSpPr txBox="1"/>
          <p:nvPr/>
        </p:nvSpPr>
        <p:spPr>
          <a:xfrm>
            <a:off x="1666875" y="1874728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fear of God will fill his heart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mind with great delight.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He judges not by ear or sight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but justly does the right.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With righteousness he rules the poor;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wicked he will slay.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belt of truth and righteousness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are ‘round his waist displayed.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571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A4188-33EB-41A0-AEDB-BBCDD4893C01}"/>
              </a:ext>
            </a:extLst>
          </p:cNvPr>
          <p:cNvSpPr txBox="1"/>
          <p:nvPr/>
        </p:nvSpPr>
        <p:spPr>
          <a:xfrm>
            <a:off x="1666875" y="1874728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world of everlasting joy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peace, the branch will raise,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where wolf shall with the lamb lie down,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cow with bear shall graze.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child shall play by cobra dens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lead wild beasts with ease,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for all the earth will know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as waters fill the seas.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640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2022-04-02T23:02:23Z</dcterms:created>
  <dcterms:modified xsi:type="dcterms:W3CDTF">2022-04-02T23:02:49Z</dcterms:modified>
</cp:coreProperties>
</file>