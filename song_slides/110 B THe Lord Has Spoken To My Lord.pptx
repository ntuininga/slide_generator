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6EF4-B31D-467C-A1CB-457A585A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520D8-427A-4B43-A778-38E3419C8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20064-755B-47B7-BF43-D67CDFB8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6E8E2-3EC1-4D16-B9D0-32875941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AE1C-86B4-4487-8811-08B9639E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1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9BEE-7BC7-4886-9D9B-44B30752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A9772-502C-40CB-A99A-6A1B41126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B9776-7F8C-4153-A910-8420D7E0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86FD0-23C2-4CDD-841C-CBDEF8A1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B17F5-F187-4253-A1EA-5DAD24C8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9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1BD3-987F-4DBD-8B6B-60A3288F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D98A8-4478-4EF7-BEDD-51E1196C3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CAB2-3C5B-4450-99BE-BBCAC8686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54090-9980-46E3-B37B-E2A4AB18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EFFED-7054-4984-97E0-CE72ECBF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8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D36A-223A-486E-8137-C81FA7FD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FADE7-2500-4025-9FBF-CD47978C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DD78D-7F2D-4DF0-A4AE-57D980A67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FC6C4-5F3B-4352-AC37-DA59626A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D0FA6-F1E9-413C-B3CB-DC0FB7B2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677C2-E2CF-44EF-8F21-E3DFC2BA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2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4CB5-798A-4090-91FC-6878DD7B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60DA2-BEFE-4E9E-875A-04B254B2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2191D-F29F-41E0-94A6-D178C446A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EEFDC-FF93-4DED-B520-63E9C6ACC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D3E67-62C3-40DC-9617-A7F0CC0A1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4CA3C-8D84-4633-90FE-C5DB106E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4D4DC-BFB1-4224-B5CE-856DAFA1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82F0B-5296-4DB0-A798-582FB27E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5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47B4-D7A9-4D5E-B19A-AFDFEC60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1F795-E931-442B-899E-D71F0930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D86F8-C993-4B7A-83E6-E9F756EE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0B139-6FE1-4F4C-9C73-FFFEC002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04631-F1B6-49C3-A664-30A254B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8096B-831E-4A91-B638-BAB37B84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9ED11-051F-4F8B-BCF4-054964D1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7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9046-8881-4E93-A02C-3E220808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553AC-05DD-45AC-ADE4-DF422FF99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A6AC9-98FE-499D-9F89-D9C4EE782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660F9-27FE-4B42-8C9C-CCF7212B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1C8DB-6A85-4AC4-B9AA-C6755A2D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C2486-7E57-42E6-B60E-926DC1A0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6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CCB1-7019-4C8F-9D41-DE93AB12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913CB-A8F5-4E12-8AE8-5741932E6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7CCDD-B00B-41B8-9672-96332CD47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E01E1-A161-4469-9596-0ADBF605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666EB-8625-4DCE-BF3B-21775BBC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1E13D-6E84-4ADD-A4CB-21562F00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7AD8-9BF2-420F-8A3E-2AE0BD73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345D2-E1E2-4131-8D2B-969162F9D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F4BB-311D-4731-8721-E41C2984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A05F8-D2CD-4F28-8FE8-D6DC9AE4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DF88F-0579-4694-B138-03218A26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2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235179-9C1D-479E-A5DF-2E93F481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E411B-F854-4114-9AF1-5EFFEE0DB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380AF-2EC3-4F3C-8B11-1370A063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5846-93C1-4C88-8116-A7ED443A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7A744-B9AA-4C60-B3ED-DBD1DCD3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0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B6D42-9A23-479F-AC5E-7C0CDC03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A774B-43CB-444C-8AE0-B740B153F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56BE8-DCC6-4253-8C5D-EF7B762D8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E02AB-6228-4CE5-AA8F-12A1F0A9D698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8C5BB-5B82-4C1D-91A7-AE626237F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41366-089B-452C-9A72-D20B9193F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3E993-A138-4F66-83E3-58C7671B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#110B The LORD Has Spoken to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0391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The LORD has spoken to my Lord: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“Sit here at my right hand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Until I make your foes a stool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which your feet may stand.”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LORD from Zion shall extend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scepter of your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pow’r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“Rule all surrounding enemies,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be their conqueror.”</a:t>
            </a: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2AC8D-17BC-440B-A2CC-C7796939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  </a:t>
            </a:r>
            <a:r>
              <a:rPr lang="en-CA" sz="2800" dirty="0"/>
              <a:t>When you display your mighty </a:t>
            </a:r>
            <a:r>
              <a:rPr lang="en-CA" sz="2800" dirty="0" err="1"/>
              <a:t>pow’r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Your people come to you;</a:t>
            </a:r>
          </a:p>
          <a:p>
            <a:pPr algn="ctr"/>
            <a:r>
              <a:rPr lang="en-CA" sz="2800" dirty="0"/>
              <a:t>At dawn, arrayed in holiness,</a:t>
            </a:r>
          </a:p>
          <a:p>
            <a:pPr algn="ctr"/>
            <a:r>
              <a:rPr lang="en-CA" sz="2800" dirty="0"/>
              <a:t>Your youth appear like dew.</a:t>
            </a:r>
          </a:p>
          <a:p>
            <a:pPr algn="ctr"/>
            <a:r>
              <a:rPr lang="en-CA" sz="2800" dirty="0"/>
              <a:t>The Lord has sworn, and from his oath</a:t>
            </a:r>
          </a:p>
          <a:p>
            <a:pPr algn="ctr"/>
            <a:r>
              <a:rPr lang="en-CA" sz="2800" dirty="0"/>
              <a:t>He’ll never be released:</a:t>
            </a:r>
          </a:p>
          <a:p>
            <a:pPr algn="ctr"/>
            <a:r>
              <a:rPr lang="en-CA" sz="2800" dirty="0"/>
              <a:t>“Of </a:t>
            </a:r>
            <a:r>
              <a:rPr lang="en-CA" sz="2800" dirty="0" err="1"/>
              <a:t>th’order</a:t>
            </a:r>
            <a:r>
              <a:rPr lang="en-CA" sz="2800" dirty="0"/>
              <a:t> of Melchizedek,</a:t>
            </a:r>
          </a:p>
          <a:p>
            <a:pPr algn="ctr"/>
            <a:r>
              <a:rPr lang="en-CA" sz="2800" dirty="0"/>
              <a:t>You’ll always be a priest.”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F3D4C-EBD3-4803-A793-5354A53D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The Lord at your right hand will strike</a:t>
            </a:r>
          </a:p>
          <a:p>
            <a:pPr algn="ctr"/>
            <a:r>
              <a:rPr lang="en-CA" sz="2800" dirty="0"/>
              <a:t>Earth’s rulers in his wrath.</a:t>
            </a:r>
          </a:p>
          <a:p>
            <a:pPr algn="ctr"/>
            <a:r>
              <a:rPr lang="en-CA" sz="2800" dirty="0"/>
              <a:t>Among the nations he will judge;</a:t>
            </a:r>
          </a:p>
          <a:p>
            <a:pPr algn="ctr"/>
            <a:r>
              <a:rPr lang="en-CA" sz="2800" dirty="0"/>
              <a:t>The slain will fill his path.</a:t>
            </a:r>
          </a:p>
          <a:p>
            <a:pPr algn="ctr"/>
            <a:r>
              <a:rPr lang="en-CA" sz="2800" dirty="0"/>
              <a:t>In many lands he’ll crush their kings,</a:t>
            </a:r>
          </a:p>
          <a:p>
            <a:pPr algn="ctr"/>
            <a:r>
              <a:rPr lang="en-CA" sz="2800" dirty="0"/>
              <a:t>His wrath will be their dread.</a:t>
            </a:r>
          </a:p>
          <a:p>
            <a:pPr algn="ctr"/>
            <a:r>
              <a:rPr lang="en-CA" sz="2800" dirty="0"/>
              <a:t>And from the wayside brook he’ll drink,</a:t>
            </a:r>
          </a:p>
          <a:p>
            <a:pPr algn="ctr"/>
            <a:r>
              <a:rPr lang="en-CA" sz="2800" dirty="0"/>
              <a:t>In </a:t>
            </a:r>
            <a:r>
              <a:rPr lang="en-CA" sz="2800" dirty="0" err="1"/>
              <a:t>vict’ry</a:t>
            </a:r>
            <a:r>
              <a:rPr lang="en-CA" sz="2800" dirty="0"/>
              <a:t> lift the head.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06EE8-CC4F-44C1-B0EA-EF521D9E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#110B The LORD Has Spoken to My Lord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#110B The LORD Has Spoken to My Lord</dc:title>
  <dc:creator>Eric Hoogendoorn</dc:creator>
  <cp:lastModifiedBy>Eric Hoogendoorn</cp:lastModifiedBy>
  <cp:revision>1</cp:revision>
  <dcterms:created xsi:type="dcterms:W3CDTF">2020-05-22T03:11:29Z</dcterms:created>
  <dcterms:modified xsi:type="dcterms:W3CDTF">2020-05-22T03:12:26Z</dcterms:modified>
</cp:coreProperties>
</file>