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72599-AF58-4111-A456-F7CC600C3F0A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F7903-8E6C-4F0F-80B5-4B88020A0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15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92E9E-4597-9A83-3B07-DB9403825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A5F72-5B61-1FAB-E2D1-D7FA39404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6DA1E-0729-4CF5-4A07-9044C3BBB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0E47-CE92-42A0-88F8-8F98274C4848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2E08D-594A-B9BE-3B7B-F23D309FB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B888F-B21D-739B-3AC1-1371E913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48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7305-E048-B67C-F0F2-84EA2232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2D8E7-A598-54D1-8FDB-41F9ED16E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A2CAF-C621-E30A-A6AA-3FAE1EB8E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F9A84-17DA-422C-8F26-CC587DCC0084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E8774-CA98-AFE6-54B7-7E2F3C6C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151AD-851D-58DD-82D8-AB9CE209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56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73F9-5867-CF5F-2BE2-88A5ABE1E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9D807-CAE1-80FD-DC84-9677CF94A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58F3B-A57B-7EF7-2EB5-E2E4A521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8F72-A422-4AE4-978A-F5C51681DED5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27D03-A18C-A7EE-C7D3-0E1CA939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621AD-DF82-069E-2008-18131BDC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C80E-B34F-8DA2-AE49-DE97ED0A8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B5EB5-7CEE-659C-D1CD-1D7532A77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64706-0439-3E19-B07C-7C86DCE15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C6F40-F9C9-C6BC-62F2-7A868698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D29D-A607-4756-8530-084B1A8A532B}" type="datetime1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39279-3A2E-E977-D859-F9CE255C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B34CE-16F6-833E-5D66-F722A306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9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41ED-9743-ADDC-4475-36DB10C3B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A2225-0262-372E-6088-66B07DFD7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4DFBD-96B3-D67F-DAF4-C84479E6B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633672-F302-391C-91B3-CDD54A19B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8963A-B2BA-E038-9B57-40BC0D271E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6443AE-1D97-79E8-17EF-5B1A04FD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425E-A5FF-4F0B-A68C-7EB6DBA0E6F7}" type="datetime1">
              <a:rPr lang="en-US" smtClean="0"/>
              <a:t>5/13/2022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B1381-14BF-37CB-A6C2-37B833E6A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B66328-4971-2468-778D-29B5D100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02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9545-7D62-F5E0-1F96-A386969A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21CC9-770E-58B2-A7BD-62C03380F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CD77B-1EDF-434C-A3E4-8A945C389A5A}" type="datetime1">
              <a:rPr lang="en-US" smtClean="0"/>
              <a:t>5/13/2022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065FD-13CD-22B1-1606-A329C0F0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AB942-722E-BAD8-797D-CE7B8909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3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085A7E-A498-DFFD-60EA-5A10EC8E4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01F58-D891-4F98-9424-45A79C49A7F5}" type="datetime1">
              <a:rPr lang="en-US" smtClean="0"/>
              <a:t>5/13/2022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5AE04-355A-3A61-4451-FE08A94C9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3D9C1-F117-A5F3-FC8C-9EB3F0D4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2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FF5E-10B6-CA93-D73E-EE86E9095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3519A-96F0-2128-DFD5-2F2A819A1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B6D52-3646-0813-6C8D-9DE8A9658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EFAF7-7253-E096-EF22-7B5AE5700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9BAD-1B3F-4144-9145-2BB4A68C6922}" type="datetime1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96EB1-09F8-8917-AA51-8800D52B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61BC6-1A81-411C-07E4-9ACDD93A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16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69E3-971C-92AD-FE52-341A09A2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F632D-CB95-67D1-4DF9-9359E2647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9FB72-A61A-1873-457F-5C25F0BF5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E4D91-F5E0-62C0-C03B-E25793FB7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585A-47C1-4E17-BAA0-ED619C91B662}" type="datetime1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3276A-4E00-7D86-AC9A-10118995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31B3C-5241-EBDB-FCFF-7EE11F73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01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52B6-956A-1B86-A91E-25B7E5390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7D2A6-5AA0-B379-ED35-1F978DC49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8298B-AC4B-2724-86B3-DF97FCE6F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8FE4-3A55-4485-934E-74299F49ACA6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E9268-5880-8401-159E-AE5E2C7C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2C4D4-84AA-2856-9E8D-1C0CFB59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7D33EF-6975-851E-27A5-D6715AD9F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28CF6-647D-0BE0-A339-26D44C424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26F91-A6FF-6F76-7723-9D4CB63B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4CCF-DA59-4BC9-9565-890A455E093F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18DF9-5660-5B6F-F40B-944D1D924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0BA84-507C-D5E3-EE48-6C0F9C951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6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9C870D-434E-AE09-D8ED-583FE07D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13E04-7EF8-919D-8FCA-A56D482DA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D8918-75D7-BE1C-ADF2-A1443CDD8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F1897-B278-4112-9A48-D509FAE0558B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C8719-DE5B-E806-8B42-A1AAB4AE5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1DEBE-4007-B2FA-A95C-61C237D08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26F42-E77F-49A3-8A34-08B7BAF00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6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7F15-DE7F-0258-8182-A54A523C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#286 – Let us Love and Sing and Wonder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E41CA-1FB3-9A9C-53D9-D565052EE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1 Let us love and sing and wonder,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let us praise the Savior's name!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 has hushed the law's loud thunder,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 has quenched Mount Sinai's flame: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 has washed us with his blood,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 has brought us nigh to God.</a:t>
            </a:r>
            <a:br>
              <a:rPr lang="en-US" sz="1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endParaRPr lang="en-US" sz="1800" b="0" i="0" dirty="0">
              <a:solidFill>
                <a:srgbClr val="222222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br>
              <a:rPr lang="en-US" sz="1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endParaRPr lang="en-US" sz="1800" b="0" i="0" dirty="0">
              <a:solidFill>
                <a:srgbClr val="222222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br>
              <a:rPr lang="en-US" sz="1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endParaRPr lang="en-US" sz="1800" b="0" i="0" dirty="0">
              <a:solidFill>
                <a:srgbClr val="222222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br>
              <a:rPr lang="en-US" sz="1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endParaRPr lang="en-US" sz="1800" b="0" i="0" dirty="0">
              <a:solidFill>
                <a:srgbClr val="222222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29768-C4C9-2C1D-79E8-0AFF6E246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</p:spTree>
    <p:extLst>
      <p:ext uri="{BB962C8B-B14F-4D97-AF65-F5344CB8AC3E}">
        <p14:creationId xmlns:p14="http://schemas.microsoft.com/office/powerpoint/2010/main" val="318647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81B2-2BC3-581A-DB9E-97D53F16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54175-4151-B9B9-02F6-329A400C5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2 Let us love the Lord who bought us,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pitied us when enemies,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called us by his grace and taught us,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gave us ears and gave us eyes: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 has washed us with his blood,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 presents our souls to God.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C3982F-FE5F-7A33-EA7D-B8C6FBCB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</p:spTree>
    <p:extLst>
      <p:ext uri="{BB962C8B-B14F-4D97-AF65-F5344CB8AC3E}">
        <p14:creationId xmlns:p14="http://schemas.microsoft.com/office/powerpoint/2010/main" val="212312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23459-22BD-4452-67CD-372D9804E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3 Let us sing, though fierce temptation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threaten hard to bear us down!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For the Lord, our strong salvation,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holds in view the </a:t>
            </a:r>
            <a:r>
              <a:rPr lang="en-US" sz="2800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conqu'ror's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crown: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 who washed us with his blood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soon will bring us home to God.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212CC-DC9C-EA4A-D849-4E00563F4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</p:spTree>
    <p:extLst>
      <p:ext uri="{BB962C8B-B14F-4D97-AF65-F5344CB8AC3E}">
        <p14:creationId xmlns:p14="http://schemas.microsoft.com/office/powerpoint/2010/main" val="2281903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89953-6DAA-2FAB-0745-B6AC12CC7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4 Let us wonder; grace and justice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join and point to mercy's store;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when thro' grace in Christ our trust is,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justice smiles and asks no more: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 who washed us with his blood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has secured our way to God.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762E5-E986-749C-7279-07B9CECA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</p:spTree>
    <p:extLst>
      <p:ext uri="{BB962C8B-B14F-4D97-AF65-F5344CB8AC3E}">
        <p14:creationId xmlns:p14="http://schemas.microsoft.com/office/powerpoint/2010/main" val="261185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82773-E347-3D6D-87C8-BFC81057D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5 Let us praise, and join the chorus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of the saints enthroned on high;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here they trusted him before us,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now their praises fill the sky: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"You have washed us with your blood;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sz="28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you are worthy, Lamb of God!"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36840-2F2D-ED71-E269-6ACC572A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</p:spTree>
    <p:extLst>
      <p:ext uri="{BB962C8B-B14F-4D97-AF65-F5344CB8AC3E}">
        <p14:creationId xmlns:p14="http://schemas.microsoft.com/office/powerpoint/2010/main" val="561816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321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Verdana</vt:lpstr>
      <vt:lpstr>Office Theme</vt:lpstr>
      <vt:lpstr>#286 – Let us Love and Sing and Wonder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#286 – Let us Love and Sing and Wonder</dc:title>
  <dc:creator>Neil Tuininga</dc:creator>
  <cp:lastModifiedBy>Neil Tuininga</cp:lastModifiedBy>
  <cp:revision>1</cp:revision>
  <dcterms:created xsi:type="dcterms:W3CDTF">2022-05-13T16:43:54Z</dcterms:created>
  <dcterms:modified xsi:type="dcterms:W3CDTF">2022-05-13T16:48:16Z</dcterms:modified>
</cp:coreProperties>
</file>