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CA" sz="1800" spc="-1" strike="noStrike">
                <a:latin typeface="Arial"/>
              </a:rPr>
              <a:t>Click to edit the title text format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160560"/>
            <a:ext cx="12191400" cy="805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#27B Jehovah is My Light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>
            <a:off x="0" y="1582560"/>
            <a:ext cx="1219140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Jehovah is my light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my salvation near;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Who shall my soul affright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Or cause my heart to fear?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While God my strength, my life sustains,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Secure from fear my soul remains.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1582560"/>
            <a:ext cx="1219140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2.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When evildoers came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to make my life their prey,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they stumbled in their shame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fell in deep dismay;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though hosts make war on ev’ry side,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still fearless I in God confide.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1582560"/>
            <a:ext cx="1219140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3.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My one request has been,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still this pray’r I raise,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That I may dwell within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God’s house through all my days,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Jehovah’s beauty to admire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in his temple to inquire.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4.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When troubles round me swell,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when fears and dangers throng,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securely I will dwell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 his pavilion strong;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within the shelter of his tent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he hides me ‘til the storm is spent.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1582560"/>
            <a:ext cx="1219140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5.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Uplifted on a rock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Above my foes around,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Amid the battle shock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My song shall still resound;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Then joyful off’rings I will bring,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Jehovah’s praise my heart shall sing.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. O hear me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when I cry,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answer me in grace!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You, Lord, to me have said,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Inquire and seek my face.”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My heart in glad response will speak,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Your face, O Lord, my heart will seek.”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Hide not your face from me,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your servant, Lord, I pray;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since you have been my help,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 turn me not away!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 anger do not cast me off.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My Savior God, forsake me not. 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8.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Though father may forsake,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Lord will take me in.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Though mother may betray,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Lord will be my friend.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Lord, teach your way and make me go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 level paths against my foe. 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9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Do not surrender me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to plotting of my foes.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False witnesses arise,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who lies and slander pose.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Against my life they cause offense;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they breathe out hate and violence.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6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1582560"/>
            <a:ext cx="1219140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10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I certainly believe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that I will surely see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goodness of the Lord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with those that living be!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 wait for God! Be strong in faith.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 bold of heart; the Lord await.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Crown and Covenant Publications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LibreOffice/7.0.4.2$Linux_X86_64 LibreOffice_project/00$Build-2</Application>
  <AppVersion>15.0000</AppVersion>
  <Words>131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2020-07-18T00:10:35Z</dcterms:created>
  <dc:creator>Eric Hoogendoorn</dc:creator>
  <dc:description/>
  <dc:language>en-CA</dc:language>
  <cp:lastModifiedBy/>
  <dcterms:modified xsi:type="dcterms:W3CDTF">2023-08-12T14:26:05Z</dcterms:modified>
  <cp:revision>12</cp:revision>
  <dc:subject/>
  <dc:title>#27B Jehovah is My Light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