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7" r:id="rId2"/>
    <p:sldId id="368" r:id="rId3"/>
    <p:sldId id="369" r:id="rId4"/>
    <p:sldId id="37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C23E-89DA-44F6-B0BC-56E918949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3453A-8871-4661-B08E-17BD223F0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BA07C-316D-428D-92E9-D4B6ECBB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507E8-7D68-4A5E-8597-99893D557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710FF-4C4B-445D-AF92-11B78299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41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DE9E3-CA94-4B98-9F7B-50D153B52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7C3F1-17A0-4D98-B8A2-E3F6EE240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15E98-ED1B-4053-95AC-86E0E1F50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88C73-79E1-47FC-970B-D2EF8136D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31ACA-F2D9-48F8-AE27-228F393E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94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AF5BC-1F5D-45FE-BCEF-811FF45B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2CA8E-9FA3-4D40-A07F-B00BB4136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53AA1-029D-441E-AEE5-CB383219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514DA-7837-4A7E-89FB-0BB372A1A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143FF-7DFD-4F50-85C9-3F63B372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75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2991A-68F3-4EDA-85A8-817B3F412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A8A37-162D-471D-B8D9-A7D4F0284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2A676-B73A-49D0-869B-47E6BECF6C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E6867-0893-487D-804D-E605691F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03503-2AE6-4435-9AEA-92FC1017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18EB6-61D0-4542-A016-C01625E82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44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EB77-D6D7-492C-B1BA-1C76B6131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A0B16-7164-4B29-B2EB-C150803BC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833F7D-7888-4327-813B-ED7873094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98BAB-39A0-4FF0-82EE-9A57B19A5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B1FC1-51A9-4B19-8715-A639509BF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E3A2B-60BB-486B-9603-B396F37E8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74941-8D03-4CFD-81FA-984A3E2D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95EC7-ED5C-482F-A1CF-43F7CF66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9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8552-203D-43EC-918F-D723D9F4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9F125F-DA4A-4C25-8A58-CA52E84F5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307E3-1B0D-4673-9A3E-1CD45F6F6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2F2F9-512E-47B2-9615-A77E9D87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0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6A12CC-7F7D-4199-BE59-F7EE733B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465AC3-0CD6-490A-8D01-4EED5A8D2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B9D8F-C06F-4AE8-9A0D-0DA3214C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8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B3B2-513D-4F94-9AB9-6F1C57E0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DF0F-E72F-4A49-BC7C-BC63F43DE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D9323-C319-409E-930F-0AAC926BA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8644C-543A-46CC-A534-2CF70249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CEA7E-54E0-4B01-AAC6-14C0DE04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9FED3-86CF-461F-93B2-25B374C6F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6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219C5-78A5-48AF-9077-9443DA529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58115-457F-4055-B063-A303CD32A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0482-FE73-4530-A05F-18DE9351E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9AAE2-8FFE-4A3F-9CF0-2C151969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43CEB-7657-441D-8B0E-4EFC99D35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5BED7-8C17-4AB3-8355-C49A5DD6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1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A7A2-D6E7-435E-858D-2E5CDF1D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6DC95-887A-4EDB-B89F-8B14AABD2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EB5B9-4AF6-4D7B-BBCF-BFA1350D1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CFDFD-23D8-4552-B114-5B43BB2F5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22962-305A-4394-8F51-38E1DAE92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18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21A841-8C44-43FF-9B6E-00A05193E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70FDE-A5D4-46B7-BA6E-A5AC38779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E9243-07AE-4F2D-BCB3-E2C5B609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9510C-12B1-40F0-8819-7D1489DF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19AA8-37F3-4A55-81B1-AED02CB3B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3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BD4FA2-759B-4BE7-AD33-28665EBEC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CBAD3-6851-4738-AD12-518026512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DA853-0E8F-4CCF-A694-5826A018F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40644-25BF-4A48-A311-DC3EAFEAF3C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A0651-8849-404E-8E92-85F6CEF10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8A0EC-BF61-40F3-AD08-7401981EE5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89A40-3E31-4AC1-8822-A0DD01957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7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A mighty fortress is our God, </a:t>
            </a:r>
          </a:p>
          <a:p>
            <a:pPr algn="ctr"/>
            <a:r>
              <a:rPr lang="en-US" sz="2800" dirty="0"/>
              <a:t>   a bulwark never failing;</a:t>
            </a:r>
          </a:p>
          <a:p>
            <a:pPr algn="ctr"/>
            <a:r>
              <a:rPr lang="en-US" sz="2800" dirty="0"/>
              <a:t>     our helper he, amid the flood</a:t>
            </a:r>
          </a:p>
          <a:p>
            <a:pPr algn="ctr"/>
            <a:r>
              <a:rPr lang="en-US" sz="2800" dirty="0"/>
              <a:t>   of mortal ills prevailing.</a:t>
            </a:r>
          </a:p>
          <a:p>
            <a:pPr algn="ctr"/>
            <a:r>
              <a:rPr lang="en-US" sz="2800" dirty="0"/>
              <a:t>   For still our ancient foe</a:t>
            </a:r>
          </a:p>
          <a:p>
            <a:pPr algn="ctr"/>
            <a:r>
              <a:rPr lang="en-US" sz="2800" dirty="0"/>
              <a:t>     doth seek to work us woe;</a:t>
            </a:r>
          </a:p>
          <a:p>
            <a:pPr algn="ctr"/>
            <a:r>
              <a:rPr lang="en-US" sz="2800" dirty="0"/>
              <a:t>      his craft and power are great,</a:t>
            </a:r>
          </a:p>
          <a:p>
            <a:pPr algn="ctr"/>
            <a:r>
              <a:rPr lang="en-US" sz="2800" dirty="0"/>
              <a:t>    and armed with cruel hate,</a:t>
            </a:r>
          </a:p>
          <a:p>
            <a:pPr algn="ctr"/>
            <a:r>
              <a:rPr lang="en-US" sz="2800" dirty="0"/>
              <a:t>      on earth is not his equal.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#244 A Mighty Fortress Is Our God</a:t>
            </a:r>
          </a:p>
        </p:txBody>
      </p:sp>
    </p:spTree>
    <p:extLst>
      <p:ext uri="{BB962C8B-B14F-4D97-AF65-F5344CB8AC3E}">
        <p14:creationId xmlns:p14="http://schemas.microsoft.com/office/powerpoint/2010/main" val="3764072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US" sz="2800" dirty="0"/>
              <a:t>. Did we in our own strength confide,</a:t>
            </a:r>
          </a:p>
          <a:p>
            <a:pPr algn="ctr"/>
            <a:r>
              <a:rPr lang="en-US" sz="2800" dirty="0"/>
              <a:t>our striving would be losing;</a:t>
            </a:r>
          </a:p>
          <a:p>
            <a:pPr algn="ctr"/>
            <a:r>
              <a:rPr lang="en-US" sz="2800" dirty="0"/>
              <a:t>   were not the right man on our side,</a:t>
            </a:r>
          </a:p>
          <a:p>
            <a:pPr algn="ctr"/>
            <a:r>
              <a:rPr lang="en-US" sz="2800" dirty="0"/>
              <a:t>the man of God’s own choosing.</a:t>
            </a:r>
          </a:p>
          <a:p>
            <a:pPr algn="ctr"/>
            <a:r>
              <a:rPr lang="en-US" sz="2800" dirty="0"/>
              <a:t>  Dost ask who that may be?</a:t>
            </a:r>
          </a:p>
          <a:p>
            <a:pPr algn="ctr"/>
            <a:r>
              <a:rPr lang="en-US" sz="2800" dirty="0"/>
              <a:t>Christ Jesus, it is he,</a:t>
            </a:r>
          </a:p>
          <a:p>
            <a:pPr algn="ctr"/>
            <a:r>
              <a:rPr lang="en-US" sz="2800" dirty="0"/>
              <a:t>Lord Sabaoth his name,</a:t>
            </a:r>
          </a:p>
          <a:p>
            <a:pPr algn="ctr"/>
            <a:r>
              <a:rPr lang="en-US" sz="2800" dirty="0"/>
              <a:t>from age to age the same,</a:t>
            </a:r>
          </a:p>
          <a:p>
            <a:pPr algn="ctr"/>
            <a:r>
              <a:rPr lang="en-US" sz="2800" dirty="0"/>
              <a:t>and he must win the battle.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8838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CA" sz="2800" dirty="0"/>
              <a:t>And though this world, with devils filled,</a:t>
            </a:r>
          </a:p>
          <a:p>
            <a:pPr algn="ctr"/>
            <a:r>
              <a:rPr lang="en-CA" sz="2800" dirty="0"/>
              <a:t>should threaten to undo us,</a:t>
            </a:r>
          </a:p>
          <a:p>
            <a:pPr algn="ctr"/>
            <a:r>
              <a:rPr lang="en-CA" sz="2800" dirty="0"/>
              <a:t> we will not fear, for God hath willed</a:t>
            </a:r>
          </a:p>
          <a:p>
            <a:pPr algn="ctr"/>
            <a:r>
              <a:rPr lang="en-CA" sz="2800" dirty="0"/>
              <a:t> his truth to triumph through us.</a:t>
            </a:r>
          </a:p>
          <a:p>
            <a:pPr algn="ctr"/>
            <a:r>
              <a:rPr lang="en-CA" sz="2800" dirty="0"/>
              <a:t>  The prince of darkness grim,</a:t>
            </a:r>
          </a:p>
          <a:p>
            <a:pPr algn="ctr"/>
            <a:r>
              <a:rPr lang="en-CA" sz="2800" dirty="0"/>
              <a:t>we tremble not for him;</a:t>
            </a:r>
          </a:p>
          <a:p>
            <a:pPr algn="ctr"/>
            <a:r>
              <a:rPr lang="en-CA" sz="2800" dirty="0"/>
              <a:t>his rage we can endure,</a:t>
            </a:r>
          </a:p>
          <a:p>
            <a:pPr algn="ctr"/>
            <a:r>
              <a:rPr lang="en-CA" sz="2800" dirty="0"/>
              <a:t>for lo, his doom is sure;</a:t>
            </a:r>
          </a:p>
          <a:p>
            <a:pPr algn="ctr"/>
            <a:r>
              <a:rPr lang="en-CA" sz="2800" dirty="0"/>
              <a:t>one little word shall fell him.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616364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7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That Word above all earthly </a:t>
            </a:r>
            <a:r>
              <a:rPr lang="en-CA" sz="2800" dirty="0" err="1"/>
              <a:t>pow’rs</a:t>
            </a:r>
            <a:r>
              <a:rPr lang="en-CA" sz="2800" dirty="0"/>
              <a:t>,</a:t>
            </a:r>
          </a:p>
          <a:p>
            <a:pPr algn="ctr"/>
            <a:r>
              <a:rPr lang="en-CA" sz="2800" dirty="0"/>
              <a:t>no thanks to them, </a:t>
            </a:r>
            <a:r>
              <a:rPr lang="en-CA" sz="2800" dirty="0" err="1"/>
              <a:t>abideth</a:t>
            </a:r>
            <a:r>
              <a:rPr lang="en-CA" sz="2800" dirty="0"/>
              <a:t>;</a:t>
            </a:r>
          </a:p>
          <a:p>
            <a:pPr algn="ctr"/>
            <a:r>
              <a:rPr lang="en-CA" sz="2800" dirty="0"/>
              <a:t>the Spirit and the gifts are ours</a:t>
            </a:r>
          </a:p>
          <a:p>
            <a:pPr algn="ctr"/>
            <a:r>
              <a:rPr lang="en-CA" sz="2800" dirty="0"/>
              <a:t>through him who with us </a:t>
            </a:r>
            <a:r>
              <a:rPr lang="en-CA" sz="2800" dirty="0" err="1"/>
              <a:t>sideth</a:t>
            </a:r>
            <a:r>
              <a:rPr lang="en-CA" sz="2800" dirty="0"/>
              <a:t>.</a:t>
            </a:r>
          </a:p>
          <a:p>
            <a:pPr algn="ctr"/>
            <a:r>
              <a:rPr lang="en-CA" sz="2800" dirty="0"/>
              <a:t>Let goods and kindred go,</a:t>
            </a:r>
          </a:p>
          <a:p>
            <a:pPr algn="ctr"/>
            <a:r>
              <a:rPr lang="en-CA" sz="2800" dirty="0"/>
              <a:t>this mortal life also;</a:t>
            </a:r>
          </a:p>
          <a:p>
            <a:pPr algn="ctr"/>
            <a:r>
              <a:rPr lang="en-CA" sz="2800" dirty="0"/>
              <a:t>the body they may kill:</a:t>
            </a:r>
          </a:p>
          <a:p>
            <a:pPr algn="ctr"/>
            <a:r>
              <a:rPr lang="en-CA" sz="2800" dirty="0"/>
              <a:t>God’s truth </a:t>
            </a:r>
            <a:r>
              <a:rPr lang="en-CA" sz="2800" dirty="0" err="1"/>
              <a:t>abideth</a:t>
            </a:r>
            <a:r>
              <a:rPr lang="en-CA" sz="2800" dirty="0"/>
              <a:t> still;</a:t>
            </a:r>
          </a:p>
          <a:p>
            <a:pPr algn="ctr"/>
            <a:r>
              <a:rPr lang="en-CA" sz="2800" dirty="0"/>
              <a:t>his kingdom is forever.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38627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2020-10-09T14:23:31Z</dcterms:created>
  <dcterms:modified xsi:type="dcterms:W3CDTF">2020-10-09T14:23:45Z</dcterms:modified>
</cp:coreProperties>
</file>