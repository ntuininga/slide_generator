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7A3AE57A-0BC1-486F-B55B-AC920EDAF106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6/8/2025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B63E498-FDFE-4323-B65E-1EBBD745AA1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BDBF87D-018F-447A-874C-17DCE1DA9B33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6/8/2025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00B54D7-2EFD-42BE-B3E7-1C791E4F0D4D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42A4975-B2E9-4AEF-B6AD-B2A216CA87E9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6/8/2025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125F350-73CA-4230-B976-5740EF023EA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#10 O Lord, Why Do You Stand Far Off</a:t>
            </a:r>
            <a:endParaRPr lang="en-CA" sz="4400" b="0" strike="noStrike" spc="-1"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0" y="1777680"/>
            <a:ext cx="121917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4" name="CustomShape 4"/>
          <p:cNvSpPr/>
          <p:nvPr/>
        </p:nvSpPr>
        <p:spPr>
          <a:xfrm>
            <a:off x="152280" y="1929960"/>
            <a:ext cx="121917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5" name="CustomShape 5"/>
          <p:cNvSpPr/>
          <p:nvPr/>
        </p:nvSpPr>
        <p:spPr>
          <a:xfrm>
            <a:off x="0" y="154296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O Lord, why do you stand far off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stay so far away?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why do you conceal yourself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from us in troubled days?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wicked in his arrogance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hunts down the weak and poor;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let him be caught in snares </a:t>
            </a:r>
            <a:endParaRPr lang="en-CA" sz="2800" b="0" strike="noStrike" spc="-1">
              <a:latin typeface="Arial"/>
            </a:endParaRPr>
          </a:p>
          <a:p>
            <a:pPr marL="514440" indent="-514080" algn="ctr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that he devised and held secure.</a:t>
            </a:r>
            <a:endParaRPr lang="en-CA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122832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4.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mouth of wicked man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is full of curses, threats, and lies;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both mischief and iniquity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his evil tongue devise.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Near villages he lies in wait,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his victims’ blood to spill;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he lurks in secret for his prey,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innocent to kill.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2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0" y="122832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5.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Like lions crouching secretly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he waits for helpless prey.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He draws the poor into his net 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snatches them away.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His victims by his strength are crushed;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his prey collapse and fall.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He thinks, “God does not notice it;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 he does not see at all.”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0" y="122832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6.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Arise, Lord God, lift up your hand;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do not forget the poor.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Why does the wicked say of God,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“My conduct he ignores”?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But you, O God, you see such wrong;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wicked you repay.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helpless puts his trust in your,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the orphan you sustain.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1505-83C2-A351-B084-6C476EFE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>
            <a:extLst>
              <a:ext uri="{FF2B5EF4-FFF2-40B4-BE49-F238E27FC236}">
                <a16:creationId xmlns:a16="http://schemas.microsoft.com/office/drawing/2014/main" id="{D1BF2298-21EF-5DDF-0BA9-87AB37534150}"/>
              </a:ext>
            </a:extLst>
          </p:cNvPr>
          <p:cNvSpPr/>
          <p:nvPr/>
        </p:nvSpPr>
        <p:spPr>
          <a:xfrm>
            <a:off x="0" y="122832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8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O Lord, the needy ones’ desire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You answer from on high;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You strengthen them within their hearts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And listen to their cry.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For you the orphan will defend,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And those who are oppressed,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So mortal man attacks no more;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The helpless may find rest.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129" name="TextShape 2">
            <a:extLst>
              <a:ext uri="{FF2B5EF4-FFF2-40B4-BE49-F238E27FC236}">
                <a16:creationId xmlns:a16="http://schemas.microsoft.com/office/drawing/2014/main" id="{C1B06383-37CC-176C-97CF-D10CA2D717F1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  <a:p>
            <a:pPr algn="ctr">
              <a:lnSpc>
                <a:spcPct val="100000"/>
              </a:lnSpc>
            </a:pP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348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341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StarSymbol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Eric Hoogendoorn</dc:creator>
  <dc:description/>
  <cp:lastModifiedBy>Neil Tuininga</cp:lastModifiedBy>
  <cp:revision>8</cp:revision>
  <dcterms:created xsi:type="dcterms:W3CDTF">2020-11-06T15:39:41Z</dcterms:created>
  <dcterms:modified xsi:type="dcterms:W3CDTF">2025-06-08T14:50:54Z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