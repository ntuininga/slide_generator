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84" r:id="rId4"/>
    <p:sldId id="295" r:id="rId5"/>
    <p:sldId id="296" r:id="rId6"/>
    <p:sldId id="29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49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6D48F-AD19-4EB9-82A7-3714D6B08A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41F9F0-04E2-4CE6-B8B6-34D5E7A888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A7A5B-79D3-4B6A-AB1D-E8EAF5314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59718-C670-4F7E-A53C-39D9A3D31621}" type="datetimeFigureOut">
              <a:rPr lang="en-US" smtClean="0"/>
              <a:t>4/25/2020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360CF-CF02-4D4D-85D5-88CB24C70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F898D-6C89-4831-B67C-A84D198C8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3EF57-5DCA-4DB6-B924-0B1B139F1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376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D9313-514D-4D20-AA8B-F9DBA285E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5C447-5125-44EE-916C-05C60D57FA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373ACE-DFDE-470C-B628-FA4F06AF8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59718-C670-4F7E-A53C-39D9A3D31621}" type="datetimeFigureOut">
              <a:rPr lang="en-US" smtClean="0"/>
              <a:t>4/25/2020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4AED8-98F6-4E96-94F8-3DA6AA09A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CA421-9EE1-4368-8620-B0DD24421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3EF57-5DCA-4DB6-B924-0B1B139F1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371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F7272-5825-4208-9D19-4989F9D75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F58B13-D16D-4983-9D53-0184D6142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A01C2-C0BA-4952-B83F-3B3107754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59718-C670-4F7E-A53C-39D9A3D31621}" type="datetimeFigureOut">
              <a:rPr lang="en-US" smtClean="0"/>
              <a:t>4/25/2020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F1B634-F7D0-46CD-B9D4-EBECE36C8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8D62A-8BE7-4A67-B85A-F58DFFD55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3EF57-5DCA-4DB6-B924-0B1B139F1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360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E0CAD-3714-4E13-AEA4-1C68F6D7B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BF500-1A86-4818-AE9D-E157C07592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0311F5-B467-4D23-A06A-0AC29CB468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6063A1-1029-4D7E-A301-FF8E86CFC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59718-C670-4F7E-A53C-39D9A3D31621}" type="datetimeFigureOut">
              <a:rPr lang="en-US" smtClean="0"/>
              <a:t>4/25/2020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5ABE42-2E34-4FAF-8A62-6C663BD47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791A70-1A4C-497E-B69F-2A2C1D768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3EF57-5DCA-4DB6-B924-0B1B139F1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841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6A708-3BD7-4267-AA01-69107227D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A21A72-7708-42E4-AA96-777847A582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35352E-C47E-4877-ACAD-CEF8A64929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2230C1-5296-4C87-B63C-8252AD35AF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C98616-EC2A-439B-849F-2A47A480E6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40C629-7AB6-44AC-886F-A0C7BC379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59718-C670-4F7E-A53C-39D9A3D31621}" type="datetimeFigureOut">
              <a:rPr lang="en-US" smtClean="0"/>
              <a:t>4/25/2020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23F209-8218-4EC3-AABB-FCA04D7E1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5A0B3C-BABE-443E-B855-2A0EDA363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3EF57-5DCA-4DB6-B924-0B1B139F1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423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F78C2-678C-40E8-B9F3-5842A4476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B19014-6B94-4EE3-A0FB-6BC0FF6BE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59718-C670-4F7E-A53C-39D9A3D31621}" type="datetimeFigureOut">
              <a:rPr lang="en-US" smtClean="0"/>
              <a:t>4/25/2020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88B4C0-2ED1-44A8-9C07-E2D209E18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3973E5-14FF-4074-8169-7DB2018D6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3EF57-5DCA-4DB6-B924-0B1B139F1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268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DC1B65-7A0B-4E56-93ED-5244C1D95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59718-C670-4F7E-A53C-39D9A3D31621}" type="datetimeFigureOut">
              <a:rPr lang="en-US" smtClean="0"/>
              <a:t>4/25/2020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37C37F-21DA-4D02-A700-4B0FF3555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95D120-5E24-446C-81D0-9B695E657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3EF57-5DCA-4DB6-B924-0B1B139F1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144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3A143-5B7A-4A0A-8B88-12474A3F4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1F077-91C2-4A2F-8E66-01D34DE66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F559C2-1F50-43C8-B8DA-BF6103AC41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E306B9-5E61-418B-81AC-167A11352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59718-C670-4F7E-A53C-39D9A3D31621}" type="datetimeFigureOut">
              <a:rPr lang="en-US" smtClean="0"/>
              <a:t>4/25/2020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51C0A2-D892-4EA3-839B-5719B598F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7C8C7-0797-428E-BC58-EB4E682D2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3EF57-5DCA-4DB6-B924-0B1B139F1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95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2634F-E8DB-4051-A2D8-E209067EC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538821-B80A-4D64-9C06-7C85BCEA9B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F21725-9506-4CEA-AF1E-589DAE10A8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AAE83A-50C8-46C2-BEAB-0F4E0C1FC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59718-C670-4F7E-A53C-39D9A3D31621}" type="datetimeFigureOut">
              <a:rPr lang="en-US" smtClean="0"/>
              <a:t>4/25/2020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288C4-36E8-47EA-B443-A636A5672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790263-25A8-412E-8DC9-967FF40C8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3EF57-5DCA-4DB6-B924-0B1B139F1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882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12DCD-99BB-4A7D-AA15-4DF3A5EB4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B96808-CD98-4A42-9F44-011DB8B29C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684C32-1D73-4E09-9B91-29C37F385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59718-C670-4F7E-A53C-39D9A3D31621}" type="datetimeFigureOut">
              <a:rPr lang="en-US" smtClean="0"/>
              <a:t>4/25/2020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C812F-7D1B-4C21-8DD4-417DADE4F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D613C4-5D66-4711-B721-90DECD83E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3EF57-5DCA-4DB6-B924-0B1B139F1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63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FE3003-E33A-4B3B-903D-9073F1A893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24AB77-1D62-4579-A61C-8C135E7E06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AAEFEF-25ED-4380-AF76-492D530A1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59718-C670-4F7E-A53C-39D9A3D31621}" type="datetimeFigureOut">
              <a:rPr lang="en-US" smtClean="0"/>
              <a:t>4/25/2020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28ABF4-1F78-4DE5-9BF8-088A98D77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5EA5DB-7715-4DED-8941-777D395D8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3EF57-5DCA-4DB6-B924-0B1B139F1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361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31A7DC-ABBC-4146-AC45-1ABAF0831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B9EF2A-0C52-49D5-8266-2B41CBB81F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F4BC9C-3A93-43FF-B2C3-D8973A3D7D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959718-C670-4F7E-A53C-39D9A3D31621}" type="datetimeFigureOut">
              <a:rPr lang="en-US" smtClean="0"/>
              <a:t>4/25/2020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353121-89F0-4AA7-9A5E-18C711E896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B2DA6-FDB5-401C-9B07-CD8316C5D7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B3EF57-5DCA-4DB6-B924-0B1B139F1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479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#557 Great King of Nations, Hear Our Prayer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157941" y="1659285"/>
            <a:ext cx="121919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i="1" dirty="0"/>
              <a:t>1. </a:t>
            </a:r>
            <a:r>
              <a:rPr lang="en-US" sz="2800" dirty="0"/>
              <a:t>Great King of nations, hear our prayer,</a:t>
            </a:r>
          </a:p>
          <a:p>
            <a:pPr algn="ctr"/>
            <a:r>
              <a:rPr lang="en-US" sz="2800" dirty="0"/>
              <a:t>While at your feet we fall,</a:t>
            </a:r>
          </a:p>
          <a:p>
            <a:pPr algn="ctr"/>
            <a:r>
              <a:rPr lang="en-US" sz="2800" dirty="0"/>
              <a:t>And humbly, with united cry,</a:t>
            </a:r>
          </a:p>
          <a:p>
            <a:pPr algn="ctr"/>
            <a:r>
              <a:rPr lang="en-US" sz="2800" dirty="0"/>
              <a:t>To you for mercy call.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194979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43C2A4-CE4B-4636-AB81-04A6D7BFAC4C}"/>
              </a:ext>
            </a:extLst>
          </p:cNvPr>
          <p:cNvSpPr txBox="1"/>
          <p:nvPr/>
        </p:nvSpPr>
        <p:spPr>
          <a:xfrm>
            <a:off x="0" y="1659285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 </a:t>
            </a:r>
            <a:r>
              <a:rPr lang="en-US" sz="2800" dirty="0"/>
              <a:t>The guilt is our, but grace is yours,</a:t>
            </a:r>
          </a:p>
          <a:p>
            <a:pPr algn="ctr"/>
            <a:r>
              <a:rPr lang="en-US" sz="2800" dirty="0"/>
              <a:t>O turn us not away;</a:t>
            </a:r>
          </a:p>
          <a:p>
            <a:pPr algn="ctr"/>
            <a:r>
              <a:rPr lang="en-US" sz="2800" dirty="0"/>
              <a:t>But hear us from your lofty throne,</a:t>
            </a:r>
          </a:p>
          <a:p>
            <a:pPr algn="ctr"/>
            <a:r>
              <a:rPr lang="en-US" sz="2800" dirty="0"/>
              <a:t>And help us when we pray.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593703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43C2A4-CE4B-4636-AB81-04A6D7BFAC4C}"/>
              </a:ext>
            </a:extLst>
          </p:cNvPr>
          <p:cNvSpPr txBox="1"/>
          <p:nvPr/>
        </p:nvSpPr>
        <p:spPr>
          <a:xfrm>
            <a:off x="0" y="1659285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 </a:t>
            </a:r>
            <a:r>
              <a:rPr lang="en-US" sz="2800" dirty="0"/>
              <a:t>Our fathers’ sins were manifold,</a:t>
            </a:r>
          </a:p>
          <a:p>
            <a:pPr algn="ctr"/>
            <a:r>
              <a:rPr lang="en-US" sz="2800" dirty="0"/>
              <a:t>And ours no less we own,</a:t>
            </a:r>
          </a:p>
          <a:p>
            <a:pPr algn="ctr"/>
            <a:r>
              <a:rPr lang="en-US" sz="2800" dirty="0"/>
              <a:t>Yet wondrously from age to age</a:t>
            </a:r>
          </a:p>
          <a:p>
            <a:pPr algn="ctr"/>
            <a:r>
              <a:rPr lang="en-US" sz="2800" dirty="0"/>
              <a:t>Your goodness has been shown.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1088023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43C2A4-CE4B-4636-AB81-04A6D7BFAC4C}"/>
              </a:ext>
            </a:extLst>
          </p:cNvPr>
          <p:cNvSpPr txBox="1"/>
          <p:nvPr/>
        </p:nvSpPr>
        <p:spPr>
          <a:xfrm>
            <a:off x="0" y="1659285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4. </a:t>
            </a:r>
            <a:r>
              <a:rPr lang="en-US" sz="2800" dirty="0"/>
              <a:t>When dangers, like a stormy sea,</a:t>
            </a:r>
          </a:p>
          <a:p>
            <a:pPr algn="ctr"/>
            <a:r>
              <a:rPr lang="en-US" sz="2800" dirty="0"/>
              <a:t>Beset our country round,</a:t>
            </a:r>
          </a:p>
          <a:p>
            <a:pPr algn="ctr"/>
            <a:r>
              <a:rPr lang="en-US" sz="2800" dirty="0"/>
              <a:t>To you we looked, to you we cried,</a:t>
            </a:r>
          </a:p>
          <a:p>
            <a:pPr algn="ctr"/>
            <a:r>
              <a:rPr lang="en-US" sz="2800" dirty="0"/>
              <a:t>And help in you was found.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10489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43C2A4-CE4B-4636-AB81-04A6D7BFAC4C}"/>
              </a:ext>
            </a:extLst>
          </p:cNvPr>
          <p:cNvSpPr txBox="1"/>
          <p:nvPr/>
        </p:nvSpPr>
        <p:spPr>
          <a:xfrm>
            <a:off x="0" y="1659285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5. </a:t>
            </a:r>
            <a:r>
              <a:rPr lang="en-US" sz="2800" dirty="0"/>
              <a:t>With one consent we meekly bow</a:t>
            </a:r>
          </a:p>
          <a:p>
            <a:pPr algn="ctr"/>
            <a:r>
              <a:rPr lang="en-US" sz="2800" dirty="0"/>
              <a:t>Beneath your </a:t>
            </a:r>
            <a:r>
              <a:rPr lang="en-US" sz="2800" dirty="0" err="1"/>
              <a:t>chast’ning</a:t>
            </a:r>
            <a:r>
              <a:rPr lang="en-US" sz="2800" dirty="0"/>
              <a:t> hand,</a:t>
            </a:r>
          </a:p>
          <a:p>
            <a:pPr algn="ctr"/>
            <a:r>
              <a:rPr lang="en-US" sz="2800" dirty="0"/>
              <a:t>And pouring forth confession meet,</a:t>
            </a:r>
          </a:p>
          <a:p>
            <a:pPr algn="ctr"/>
            <a:r>
              <a:rPr lang="en-US" sz="2800" dirty="0"/>
              <a:t>Mourn with our mourning land.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2730356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43C2A4-CE4B-4636-AB81-04A6D7BFAC4C}"/>
              </a:ext>
            </a:extLst>
          </p:cNvPr>
          <p:cNvSpPr txBox="1"/>
          <p:nvPr/>
        </p:nvSpPr>
        <p:spPr>
          <a:xfrm>
            <a:off x="0" y="1659285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6. </a:t>
            </a:r>
            <a:r>
              <a:rPr lang="en-US" sz="2800" dirty="0"/>
              <a:t>With pitying eye behold our need,</a:t>
            </a:r>
          </a:p>
          <a:p>
            <a:pPr algn="ctr"/>
            <a:r>
              <a:rPr lang="en-US" sz="2800" dirty="0"/>
              <a:t>As thus we lift our </a:t>
            </a:r>
            <a:r>
              <a:rPr lang="en-US" sz="2800" dirty="0" err="1"/>
              <a:t>pray’r</a:t>
            </a:r>
            <a:r>
              <a:rPr lang="en-US" sz="2800" dirty="0"/>
              <a:t>;</a:t>
            </a:r>
          </a:p>
          <a:p>
            <a:pPr algn="ctr"/>
            <a:r>
              <a:rPr lang="en-US" sz="2800" dirty="0"/>
              <a:t>Correct us with your judgments, Lord,</a:t>
            </a:r>
          </a:p>
          <a:p>
            <a:pPr algn="ctr"/>
            <a:r>
              <a:rPr lang="en-US" sz="2800" dirty="0"/>
              <a:t>Then let your mercy spare.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2746479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</Words>
  <Application>Microsoft Office PowerPoint</Application>
  <PresentationFormat>Widescreen</PresentationFormat>
  <Paragraphs>25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#557 Great King of Nations, Hear Our Prayer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#557 Great King of Nations, Hear Our Prayer</dc:title>
  <dc:creator>Eric Hoogendoorn</dc:creator>
  <cp:lastModifiedBy>Eric Hoogendoorn</cp:lastModifiedBy>
  <cp:revision>1</cp:revision>
  <dcterms:created xsi:type="dcterms:W3CDTF">2020-04-26T02:57:31Z</dcterms:created>
  <dcterms:modified xsi:type="dcterms:W3CDTF">2020-04-26T02:58:04Z</dcterms:modified>
</cp:coreProperties>
</file>