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6495-7C19-4212-A671-D0B6A28B0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51CD5-89C1-4026-8C23-453B80B19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F6630-BF42-480C-B4CF-13BCD8CF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758F-8AFF-43F6-A4C9-A6F88871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F5558-1793-4A91-AF25-B141AE37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373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822A-93D3-420E-B809-80F7BACE1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3383D-AA6B-4E4E-AEF7-D76B0A5C0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580F0-F8CD-44F2-9FDB-C1AC3CA6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AB4A2-A756-41D5-9170-6091ADF1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A531B-24AE-4D3A-96FB-506EE086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029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7A79-6A0E-4D22-913A-26F7BF3A3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1F477-F9CA-4236-91E8-E15276CB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FDC7F-FCDB-42F9-8324-8C22A8112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4211F-A650-4E48-B28D-B4175908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A1784-6FA8-4219-9BE2-3571B93E7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992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2A87-C8E6-4BBB-AA6B-65909F46B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32489-C1FE-4564-9F9A-3346FD4934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C5C07-F25E-46C8-9404-6B0FE9AD8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1AAFF-3D68-4E22-87B0-09D482CB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7FFAE-FADB-4643-B386-3188DFDA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D4610-14DC-430E-83F8-724DE606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60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C0F95-74F0-4F17-A15C-EDFCB549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6AC91-4C5D-4C63-86D4-F5E6D9A02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8508E-238B-4056-B248-7EFA06B74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FC7DA1-A55A-4AEF-A59F-AF4728A72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1F12F-000B-4B5F-95F8-11A0350857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30924F-FF53-44AD-86A6-ECAF614E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A52B2-82C6-462B-A9E5-D375C120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A158A-131B-4C46-939F-AA621BBF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142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2A8F-D88E-42AD-8A2A-00DFA842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4BE8C-219D-4021-B64E-F07AA35D4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941DC-0640-49C4-8EC7-75F87F098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469BD-7D7C-4333-8ECF-075C498EF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66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03AE1-81E8-403F-88DC-4DD8CDE73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CA218-F6EC-4688-8318-09D19FFE3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4B1C1-80A7-4FBB-B35C-B036B294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4261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1BF0-DD68-4BEE-A42B-420D9298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DCE99-8BBD-4C44-B367-B22B72FD7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F5F2D-4049-48EC-B18B-2B9F6E705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AEEDB-A6AA-499F-8744-6FD731C86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13011-6B7D-4E44-802C-068736791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80596-8096-4F97-A9E8-4000D229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865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A69B-11C8-483C-9086-B0DF7BF2C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66DC0E-ECE1-4E7F-9EBC-2EF9DBBD6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4C20A-9343-45D3-AA98-79DA32774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B8668-983F-4C34-B947-127E14E31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A28C2-1F72-4578-A722-06A0A16CD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B72A8-35D8-4A78-98E7-D5F83531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8203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751F-A22A-4410-98CA-59875A793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0BCBA-DBBD-4B11-BE1C-08C1320D4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DD3B2-4193-4090-97B0-763576296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B029D-58BF-45FA-8B5B-9D561B312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EFA34-EFAA-4D28-94E3-10FD1BCA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4339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80C90E-F66A-4A80-B99A-63E56B7D8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D5BB3-56CC-443C-9DB1-82937F3D8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C34E0-A5DD-4BE1-91D5-31C3EB1F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79324-2BD5-48ED-8C27-9E152C63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32B3C-5C51-4506-96C1-7ABCB9AB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4474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A0AF3-C1AF-4056-919E-0EECF26A5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74E43-245A-425B-883F-28BC9CC58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6E1AC-58E9-4149-A75B-CA6A67DFB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B6CCA-C20B-476F-ADC9-A727EBCA57C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6BE76-916A-4975-B1A9-A366C4CD6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721DA-D7B9-4ADC-814E-139789DC6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6E274-0D7F-4EE9-ABCD-DCA3914A67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563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E028A-BFE0-4BD0-B4F0-29539834BE1F}"/>
              </a:ext>
            </a:extLst>
          </p:cNvPr>
          <p:cNvSpPr txBox="1"/>
          <p:nvPr/>
        </p:nvSpPr>
        <p:spPr>
          <a:xfrm>
            <a:off x="704850" y="276225"/>
            <a:ext cx="1078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400" i="1">
                <a:solidFill>
                  <a:prstClr val="black"/>
                </a:solidFill>
                <a:latin typeface="Calibri Light" panose="020F0302020204030204"/>
              </a:rPr>
              <a:t>#440 Come, Ye Sinners, Poor and Wretched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55DF7-8D22-499F-A3FF-EBEB864C5BA6}"/>
              </a:ext>
            </a:extLst>
          </p:cNvPr>
          <p:cNvSpPr txBox="1"/>
          <p:nvPr/>
        </p:nvSpPr>
        <p:spPr>
          <a:xfrm>
            <a:off x="1266825" y="1743075"/>
            <a:ext cx="96583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Come, ye sinners, poor and wretched,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weak and wounded, sick and sore;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Jesus ready stands to save you,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full of pity joined with </a:t>
            </a:r>
            <a:r>
              <a:rPr lang="en-US" sz="2800" dirty="0" err="1">
                <a:solidFill>
                  <a:srgbClr val="222222"/>
                </a:solidFill>
              </a:rPr>
              <a:t>pow'r</a:t>
            </a:r>
            <a:r>
              <a:rPr lang="en-US" sz="2800" dirty="0">
                <a:solidFill>
                  <a:srgbClr val="222222"/>
                </a:solidFill>
              </a:rPr>
              <a:t>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is able,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is able,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is able,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is willing; doubt no more;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is willing; doubt no more.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8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57BECD-72CA-4135-B4E7-A35891551368}"/>
              </a:ext>
            </a:extLst>
          </p:cNvPr>
          <p:cNvSpPr txBox="1"/>
          <p:nvPr/>
        </p:nvSpPr>
        <p:spPr>
          <a:xfrm>
            <a:off x="2128837" y="1443841"/>
            <a:ext cx="7934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Come, ye needy, come and welcome,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God's free bounty glorify;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true belief and true repentance,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grace that brings you nigh,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without money,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without money,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without money,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come to Jesus Christ and buy;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come to Jesus Christ and buy.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42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3FE8AB-E9E6-4090-94CB-1BE69F631365}"/>
              </a:ext>
            </a:extLst>
          </p:cNvPr>
          <p:cNvSpPr txBox="1"/>
          <p:nvPr/>
        </p:nvSpPr>
        <p:spPr>
          <a:xfrm>
            <a:off x="1900237" y="1443841"/>
            <a:ext cx="83915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Let not conscience make you linger,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nor of fitness fondly dream;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the fitness he requireth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is to feel your need of him;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this he gives you,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this he gives you,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this he gives you;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'tis the Spirit's rising beam;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'tis the Spirit's rising beam.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76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202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2021-03-18T23:13:28Z</dcterms:created>
  <dcterms:modified xsi:type="dcterms:W3CDTF">2021-03-18T23:31:02Z</dcterms:modified>
</cp:coreProperties>
</file>