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61" r:id="rId2"/>
    <p:sldId id="362" r:id="rId3"/>
    <p:sldId id="299" r:id="rId4"/>
    <p:sldId id="385" r:id="rId5"/>
    <p:sldId id="386" r:id="rId6"/>
    <p:sldId id="387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49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66CAB-EA42-4F06-A65A-CBD0EF05AB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213568-A15A-4B61-8D91-9A55FC6C61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A067F8-C47B-4FA2-BB24-05EFE2DAE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5FD35-4E03-4091-B9B8-DD8641BAE2CD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C6A4EB-068C-42D9-A83C-43258D952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1E0C45-1BEF-49B8-B864-3F2F72956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90743-32BA-4299-BCE2-86A9229975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777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12AC0-D4C5-49EB-A615-54BE06A65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EE3502-9759-43CD-ACAD-CE6AD2084C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D3217D-88D0-4641-A5B4-B63B94B7C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5FD35-4E03-4091-B9B8-DD8641BAE2CD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8419D2-740E-49FB-B4C6-73775133D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273201-4D52-4FF0-9105-B8CE58F8C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90743-32BA-4299-BCE2-86A9229975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5838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30029-3508-438C-949D-637D10869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AB7850-EB1F-4512-A1DF-1696A21AA4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888C0D-A906-40C9-AA89-9B6D7042A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5FD35-4E03-4091-B9B8-DD8641BAE2CD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A6591-BB62-45F5-A43B-365995593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80BAF2-458C-4904-B834-7612B9838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90743-32BA-4299-BCE2-86A9229975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023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03B3D-15A2-4DA5-9A77-C884A9E50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5BAC32-B613-41C9-B77B-58522E37AB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7CB825-30BC-4615-9EBB-EDA04A976A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F5BDC1-08B3-4E83-9131-7ABD53D49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5FD35-4E03-4091-B9B8-DD8641BAE2CD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5ADF57-83E8-4F68-BF02-33E8E125F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D1E399-6B86-402C-9AAB-F2480B467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90743-32BA-4299-BCE2-86A9229975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4095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AF220-D7E4-4184-955E-1541D7F25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0804BE-A8EC-4F81-B951-37BF0BC256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0ACDF6-8321-4531-8F55-3D2158720B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BE93E1-3BA7-4F3A-9690-5D98CE2046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64D5CB-75C4-47F0-98EF-24B7ED5A75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0E7746-1D9C-43A1-9E83-68F4DB080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5FD35-4E03-4091-B9B8-DD8641BAE2CD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34F435-98A4-4C2F-8C10-E49E004E7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ECDB24-F680-477E-AE97-48E6CE812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90743-32BA-4299-BCE2-86A9229975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9184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DC82A-3ABA-4C4E-857A-550B08D39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7792DB-CAE4-4B3B-9E47-C1E8B060A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5FD35-4E03-4091-B9B8-DD8641BAE2CD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27C59B-B8EC-499E-A018-34C74C42F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D14195-B693-4043-956B-EF3F0EC26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90743-32BA-4299-BCE2-86A9229975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3313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2EECA6-DCA2-4B31-BD7D-D21300F8B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5FD35-4E03-4091-B9B8-DD8641BAE2CD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6BE5D9-A329-45F3-B241-0D04B46FC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007811-5726-40BA-B8EC-B9E925D48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90743-32BA-4299-BCE2-86A9229975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0249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6204D-5097-4BB9-8822-40E3AFF5D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ACF6D7-2E8B-4519-A47B-1EB1A06EC1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4C27D5-9B5B-429C-89AF-B33DE88587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A0446E-8868-4938-9E3F-CDA7A8179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5FD35-4E03-4091-B9B8-DD8641BAE2CD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2AE98B-9E5C-4BDD-BDE9-AC891FF6F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BD7D72-915A-488D-B440-CC0DE6724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90743-32BA-4299-BCE2-86A9229975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5365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070F4-1409-4520-B76D-DF5407B2D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860EE4-82C1-4A75-B90F-6FB8E0E34F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02F6DF-5BEC-40E7-B0A6-EC99DA2BEB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422320-D1FA-4442-8FBC-3D12DFF981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5FD35-4E03-4091-B9B8-DD8641BAE2CD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8AEBE2-4589-4A60-8DD1-BFB008E08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203DDD-54C5-4068-A2B2-0511C1F67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90743-32BA-4299-BCE2-86A9229975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5430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499FD-41B7-48F9-A05B-89B7A514E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954468-83D0-40DB-89AD-C66BAA80BF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A22D7D-2726-462A-8E5B-35AF5A68F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5FD35-4E03-4091-B9B8-DD8641BAE2CD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733736-FA5F-4847-95F0-0318C7980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7DE799-3FA6-4811-8F52-942AB016B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90743-32BA-4299-BCE2-86A9229975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3540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F5F27E-FC96-4F63-81D0-5590688CB9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B55A57-CB6C-41CA-B548-F3406A7238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BA1EB4-8987-4EE8-A4BB-0C86BCC2F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5FD35-4E03-4091-B9B8-DD8641BAE2CD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54BB7D-681A-414F-B681-5510EBB31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0CE9C8-99C9-4A76-86BA-8FDC1ECBB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90743-32BA-4299-BCE2-86A9229975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6746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97CDA5-EA57-46D3-8D2D-A83FA3FD85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C648E0-4D4F-4F8E-B499-A0E7585682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48F0A8-E8AD-4FEF-B495-BB68ED3FBE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F5FD35-4E03-4091-B9B8-DD8641BAE2CD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CC9565-BC0C-4170-8780-0EBE8A2048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C94D92-CCB6-4EAD-AA2E-437C334087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A90743-32BA-4299-BCE2-86A9229975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9795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2183309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 algn="ctr">
              <a:buAutoNum type="arabicPeriod"/>
            </a:pPr>
            <a:r>
              <a:rPr lang="en-US" sz="2800" dirty="0"/>
              <a:t>Amazing grace! – how sweet the sound –</a:t>
            </a:r>
          </a:p>
          <a:p>
            <a:pPr algn="ctr"/>
            <a:r>
              <a:rPr lang="en-US" sz="2800" dirty="0"/>
              <a:t>that saved a wretch like me!</a:t>
            </a:r>
          </a:p>
          <a:p>
            <a:pPr algn="ctr"/>
            <a:r>
              <a:rPr lang="en-US" sz="2800" dirty="0"/>
              <a:t>I once was lost, but now am found,</a:t>
            </a:r>
          </a:p>
          <a:p>
            <a:pPr algn="ctr"/>
            <a:r>
              <a:rPr lang="en-US" sz="2800" dirty="0"/>
              <a:t>was blind, but now I see.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Public Domain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A9D6986-4CE5-4F7F-A069-B3381D1B61AA}"/>
              </a:ext>
            </a:extLst>
          </p:cNvPr>
          <p:cNvSpPr txBox="1">
            <a:spLocks/>
          </p:cNvSpPr>
          <p:nvPr/>
        </p:nvSpPr>
        <p:spPr>
          <a:xfrm>
            <a:off x="0" y="160422"/>
            <a:ext cx="12192000" cy="806116"/>
          </a:xfrm>
          <a:prstGeom prst="rect">
            <a:avLst/>
          </a:prstGeom>
          <a:ln w="9525"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i="1" dirty="0"/>
              <a:t>#433 Amazing Grace!</a:t>
            </a:r>
          </a:p>
        </p:txBody>
      </p:sp>
    </p:spTree>
    <p:extLst>
      <p:ext uri="{BB962C8B-B14F-4D97-AF65-F5344CB8AC3E}">
        <p14:creationId xmlns:p14="http://schemas.microsoft.com/office/powerpoint/2010/main" val="6630487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2097584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prstClr val="black"/>
                </a:solidFill>
              </a:rPr>
              <a:t>2. </a:t>
            </a:r>
            <a:r>
              <a:rPr lang="en-US" sz="2800" dirty="0" err="1">
                <a:solidFill>
                  <a:prstClr val="black"/>
                </a:solidFill>
              </a:rPr>
              <a:t>‘Twas</a:t>
            </a:r>
            <a:r>
              <a:rPr lang="en-US" sz="2800" dirty="0">
                <a:solidFill>
                  <a:prstClr val="black"/>
                </a:solidFill>
              </a:rPr>
              <a:t> grace that taught my heart to fear,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and grace my fears relieved;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how precious did that grace appear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the hour I first believed!</a:t>
            </a:r>
            <a:endParaRPr lang="en-CA" sz="2800" dirty="0">
              <a:solidFill>
                <a:prstClr val="black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Public Domain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66416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2011859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prstClr val="black"/>
                </a:solidFill>
              </a:rPr>
              <a:t>3. Thro’ many dangers, toils, and snares,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I have already come;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‘tis grace has brought me safe thus far,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and grace will lead me home.</a:t>
            </a:r>
            <a:endParaRPr lang="en-CA" sz="2800" dirty="0">
              <a:solidFill>
                <a:prstClr val="black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Public Domain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25005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7FCADE5-31D9-4FC3-8FF2-A4B77C422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Public Domain</a:t>
            </a:r>
          </a:p>
          <a:p>
            <a:endParaRPr lang="en-CA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6938AC-8D8F-469A-B004-AB6A80B6BC46}"/>
              </a:ext>
            </a:extLst>
          </p:cNvPr>
          <p:cNvSpPr txBox="1"/>
          <p:nvPr/>
        </p:nvSpPr>
        <p:spPr>
          <a:xfrm>
            <a:off x="1771650" y="1819275"/>
            <a:ext cx="86487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4. The Lord has promised good to me,</a:t>
            </a:r>
          </a:p>
          <a:p>
            <a:pPr algn="ctr"/>
            <a:r>
              <a:rPr lang="en-US" sz="2800" dirty="0"/>
              <a:t>his Word my hope secures;</a:t>
            </a:r>
          </a:p>
          <a:p>
            <a:pPr algn="ctr"/>
            <a:r>
              <a:rPr lang="en-US" sz="2800" dirty="0"/>
              <a:t>he will my shield and portion be,</a:t>
            </a:r>
          </a:p>
          <a:p>
            <a:pPr algn="ctr"/>
            <a:r>
              <a:rPr lang="en-US" sz="2800" dirty="0"/>
              <a:t>as long as life endures.</a:t>
            </a:r>
            <a:endParaRPr lang="en-CA" sz="2800" dirty="0"/>
          </a:p>
        </p:txBody>
      </p:sp>
    </p:spTree>
    <p:extLst>
      <p:ext uri="{BB962C8B-B14F-4D97-AF65-F5344CB8AC3E}">
        <p14:creationId xmlns:p14="http://schemas.microsoft.com/office/powerpoint/2010/main" val="33251588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7B1573F-FF47-4B1F-887A-0066ABC42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Public Domain</a:t>
            </a:r>
          </a:p>
          <a:p>
            <a:endParaRPr lang="en-CA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7EC210-6AE0-4789-9387-4C06A4D3E9D7}"/>
              </a:ext>
            </a:extLst>
          </p:cNvPr>
          <p:cNvSpPr txBox="1"/>
          <p:nvPr/>
        </p:nvSpPr>
        <p:spPr>
          <a:xfrm>
            <a:off x="2176462" y="1905000"/>
            <a:ext cx="783907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5. And when this flesh and heart shall fail,</a:t>
            </a:r>
          </a:p>
          <a:p>
            <a:pPr algn="ctr"/>
            <a:r>
              <a:rPr lang="en-US" sz="2800" dirty="0"/>
              <a:t>and mortal life shall cease,</a:t>
            </a:r>
          </a:p>
          <a:p>
            <a:pPr algn="ctr"/>
            <a:r>
              <a:rPr lang="en-US" sz="2800" dirty="0"/>
              <a:t>I shall possess within the veil</a:t>
            </a:r>
          </a:p>
          <a:p>
            <a:pPr algn="ctr"/>
            <a:r>
              <a:rPr lang="en-US" sz="2800" dirty="0"/>
              <a:t>a life of joy and peace.</a:t>
            </a:r>
            <a:endParaRPr lang="en-CA" sz="2800" dirty="0"/>
          </a:p>
        </p:txBody>
      </p:sp>
    </p:spTree>
    <p:extLst>
      <p:ext uri="{BB962C8B-B14F-4D97-AF65-F5344CB8AC3E}">
        <p14:creationId xmlns:p14="http://schemas.microsoft.com/office/powerpoint/2010/main" val="4530058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E8B5BD5-E3DB-46FC-A0CD-900E9DDFF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Public Domain</a:t>
            </a:r>
          </a:p>
          <a:p>
            <a:endParaRPr lang="en-CA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3EB5C2-2F58-4024-BA35-A51FCF1A8D61}"/>
              </a:ext>
            </a:extLst>
          </p:cNvPr>
          <p:cNvSpPr txBox="1"/>
          <p:nvPr/>
        </p:nvSpPr>
        <p:spPr>
          <a:xfrm>
            <a:off x="1857375" y="1924050"/>
            <a:ext cx="847725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6. When we’ve been there ten thousand years,</a:t>
            </a:r>
          </a:p>
          <a:p>
            <a:pPr algn="ctr"/>
            <a:r>
              <a:rPr lang="en-US" sz="2800" dirty="0"/>
              <a:t>bright shining as the sun,</a:t>
            </a:r>
          </a:p>
          <a:p>
            <a:pPr algn="ctr"/>
            <a:r>
              <a:rPr lang="en-US" sz="2800" dirty="0"/>
              <a:t>we’ve no less days to sing God’s praise</a:t>
            </a:r>
          </a:p>
          <a:p>
            <a:pPr algn="ctr"/>
            <a:r>
              <a:rPr lang="en-US" sz="2800" dirty="0"/>
              <a:t>than when we’ve first begun.</a:t>
            </a:r>
          </a:p>
        </p:txBody>
      </p:sp>
    </p:spTree>
    <p:extLst>
      <p:ext uri="{BB962C8B-B14F-4D97-AF65-F5344CB8AC3E}">
        <p14:creationId xmlns:p14="http://schemas.microsoft.com/office/powerpoint/2010/main" val="19332322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205</Words>
  <Application>Microsoft Office PowerPoint</Application>
  <PresentationFormat>Widescreen</PresentationFormat>
  <Paragraphs>31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Eric Hoogendoorn</dc:creator>
  <cp:lastModifiedBy>Eric Hoogendoorn</cp:lastModifiedBy>
  <cp:revision>1</cp:revision>
  <dcterms:created xsi:type="dcterms:W3CDTF">2020-11-06T15:30:38Z</dcterms:created>
  <dcterms:modified xsi:type="dcterms:W3CDTF">2020-11-06T15:30:53Z</dcterms:modified>
</cp:coreProperties>
</file>