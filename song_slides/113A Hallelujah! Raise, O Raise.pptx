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7" r:id="rId4"/>
    <p:sldId id="258" r:id="rId5"/>
    <p:sldId id="39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27E9B7-D880-4956-B77D-C417230B28B8}" type="datetimeFigureOut">
              <a:rPr lang="en-US" smtClean="0"/>
              <a:t>6/10/2022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C8C6A-9F4C-49AD-92B1-54600D926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312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5FB9E-B62D-4995-804C-1178675DA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6A38C0-5EE0-482A-9765-F2A5B7AD82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A8B95-7643-43AC-985F-F3F32988B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3B5C1-594C-466E-9FF5-0B9EDD012D45}" type="datetime1">
              <a:rPr lang="en-CA" smtClean="0"/>
              <a:t>2022-06-10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1B97B-2D25-496C-AF14-6B554C8F0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321FF-A346-4EF6-9425-7A08D630D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1EFA2-8C43-4418-817B-4681C69090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660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82071-1972-4487-83DC-335EBA9FE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79F0F-2BEF-4BFF-B36E-0BDB6B37F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077D6-666B-4B4D-BCF5-77D672D5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1DC8-DEDC-4CDD-9863-868BD33B7219}" type="datetime1">
              <a:rPr lang="en-CA" smtClean="0"/>
              <a:t>2022-06-10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6BBCF-906E-40E7-B9AB-2F3387622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137FA-72EE-4056-A707-E01A43FFD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1EFA2-8C43-4418-817B-4681C69090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0155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3A0E0-5664-48F8-94F8-30313A7FB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F935C-F219-4B7D-9DA8-2DDDF2D8D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B6B7A-1CFB-4B8B-BE8E-815273435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ACAC3-3AD3-4E3E-91CE-1827FAF09A8E}" type="datetime1">
              <a:rPr lang="en-CA" smtClean="0"/>
              <a:t>2022-06-10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C93FC-7331-46F1-9D5E-0CA325A31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F76F4-A98F-409F-BD10-A6C520B38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1EFA2-8C43-4418-817B-4681C69090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93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77582-08E8-4DA6-8A39-DE4B92CB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67377-D2D3-46CA-9E7F-7ACDCDF38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B7D93-4052-46FB-A7B9-E5AD9C12D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037F43-7289-4EFD-9B24-4FD54DD65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7B1E3-5C0C-4EF4-80E6-594251EE04B7}" type="datetime1">
              <a:rPr lang="en-CA" smtClean="0"/>
              <a:t>2022-06-10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02215-1158-4162-B98A-335994944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05F848-071E-47A6-B1CC-47A630D45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1EFA2-8C43-4418-817B-4681C69090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5611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43725-A49E-4337-A69A-47B9E978B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58C78-9F97-4749-B2E6-1B778E5BD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A870B8-0D7C-446C-A04B-252B58450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CCF073-D783-4F29-92E1-73427CE3F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1B84C4-D414-44AF-97D3-EC7193F73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3C53EC-83EB-401C-852E-E46C31EA6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2DDD2-0CD8-48B8-904F-7C9246D7D416}" type="datetime1">
              <a:rPr lang="en-CA" smtClean="0"/>
              <a:t>2022-06-10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FE4CF-B299-46DA-A584-97A5CE1A0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65132E-42DA-46AD-99FD-4227EAA1B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1EFA2-8C43-4418-817B-4681C69090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0766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5353E-2BA9-4AE2-A4F7-3AA812CCD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0607FD-7115-46F7-B50B-2D1B463EF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D9A12-A196-4AB8-B683-7B8A86C5F9EB}" type="datetime1">
              <a:rPr lang="en-CA" smtClean="0"/>
              <a:t>2022-06-10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1A8FA5-5A6D-4986-9E77-4C46AFE0F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78B9D4-B152-445C-A3EE-368343523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1EFA2-8C43-4418-817B-4681C69090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8013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9DF819-B409-40F6-9DF5-66329D819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D947D-A788-413B-AB5E-9D752EC1D5E2}" type="datetime1">
              <a:rPr lang="en-CA" smtClean="0"/>
              <a:t>2022-06-10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EF763D-83AA-4EE1-BF56-DF9F180A6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BFF3D-4543-455B-9AC1-3EB79921E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1EFA2-8C43-4418-817B-4681C69090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7348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6E6D5-D2BA-4475-B913-9C750545E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7C47D-0336-429C-A633-0FCEB7378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11BB4-9FB7-42B5-ABA8-69EEF4938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513F3-C387-4029-9F72-685305447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2118E-EDF1-4318-B2ED-797AD2A34949}" type="datetime1">
              <a:rPr lang="en-CA" smtClean="0"/>
              <a:t>2022-06-10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11190-0CB7-4573-85C9-471AE2FF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3B06C0-4470-4EB6-A1C5-B2C9C5471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1EFA2-8C43-4418-817B-4681C69090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8829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64F40-B4F3-4022-A0ED-23DEDFAAE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96187E-B232-426C-BF5F-56275E42D3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5517F-DED6-4C6E-BF6E-2C41EEE4B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A1685-B6BE-414F-80CE-BDAC21E2B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FB26-4496-4639-8300-EC1EB11A5449}" type="datetime1">
              <a:rPr lang="en-CA" smtClean="0"/>
              <a:t>2022-06-10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9E240-0D11-43B1-8E5F-FE87EF83A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8F57E6-85D0-4875-BB98-BC7D87760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1EFA2-8C43-4418-817B-4681C69090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9269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B4785-8C61-4C81-9EC4-98F3DDACF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659A3C-8714-4807-BE79-EA57DB0AE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E1269-B883-4F82-93F2-5B86DAEBA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088D5-C346-48B5-8BFE-FE5B7BFD7081}" type="datetime1">
              <a:rPr lang="en-CA" smtClean="0"/>
              <a:t>2022-06-10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BC5D4-50C2-4064-A6B8-80CB4AB74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BA049-FFAB-4B58-841B-CB265040D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1EFA2-8C43-4418-817B-4681C69090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6184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BAAE22-5F61-42B1-A621-CCC6F72D98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34A6B2-77D3-41ED-890F-57EF61041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89539-F57B-4168-91F8-56975F53A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B3641-4D64-4C9D-9016-87BBA212A98B}" type="datetime1">
              <a:rPr lang="en-CA" smtClean="0"/>
              <a:t>2022-06-10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AC13E-0727-4C95-BB07-4E862C16E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B46BF-1717-4ABA-9C70-CD94A772D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1EFA2-8C43-4418-817B-4681C69090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246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226A07-0291-4634-A0AB-ABADC7638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52CF6-11EC-49BD-9F46-1E1C2009B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27C9B-4233-466C-A1B5-DF0ECB2FDF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420F1B-1BDD-4BA3-BA06-D548764FE26D}" type="datetime1">
              <a:rPr lang="en-CA" smtClean="0"/>
              <a:t>2022-06-10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D456F-E4C0-4B4D-B9D8-7ED912CC86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0020B-2372-448F-80A3-ED5B7587D2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51EFA2-8C43-4418-817B-4681C690906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6324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CD879A-2079-4565-91A4-379BE9B0FFC5}"/>
              </a:ext>
            </a:extLst>
          </p:cNvPr>
          <p:cNvSpPr txBox="1"/>
          <p:nvPr/>
        </p:nvSpPr>
        <p:spPr>
          <a:xfrm>
            <a:off x="633412" y="285750"/>
            <a:ext cx="109251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#113A Hallelujah! Raise, O Raise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5DEEFD-06C2-4231-AA4E-75231FA4A73F}"/>
              </a:ext>
            </a:extLst>
          </p:cNvPr>
          <p:cNvSpPr txBox="1"/>
          <p:nvPr/>
        </p:nvSpPr>
        <p:spPr>
          <a:xfrm>
            <a:off x="1390649" y="2521059"/>
            <a:ext cx="94107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Hallelujah! Raise, O raise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the LORD our song of praise!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Praise, O servants of the LORD,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praise the name of God the LORD.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0E7AFB2-A871-2870-0F7A-C74924E26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6217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069BDF-5C30-40AD-BA65-03689B3DE39F}"/>
              </a:ext>
            </a:extLst>
          </p:cNvPr>
          <p:cNvSpPr txBox="1"/>
          <p:nvPr/>
        </p:nvSpPr>
        <p:spPr>
          <a:xfrm>
            <a:off x="2028825" y="2521059"/>
            <a:ext cx="81343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From this time and evermore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bless the name of God the LORD.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the sunrise to its rest,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may the name of God be blest.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FC0892-6CE3-A2DC-622E-CFF4610F6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4949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611658-459A-4463-A257-3DC1731C03DC}"/>
              </a:ext>
            </a:extLst>
          </p:cNvPr>
          <p:cNvSpPr txBox="1"/>
          <p:nvPr/>
        </p:nvSpPr>
        <p:spPr>
          <a:xfrm>
            <a:off x="1595437" y="2521059"/>
            <a:ext cx="90011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</a:t>
            </a: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Far above the nations high,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glorious far above the sky,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is like the LORD on high,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gazing down on earth and sky?</a:t>
            </a:r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91B37C-1FA2-B3C8-BFC2-6E1544C0A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2140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5480B4-AE14-42C1-A2B7-C8FD99C60D3E}"/>
              </a:ext>
            </a:extLst>
          </p:cNvPr>
          <p:cNvSpPr txBox="1"/>
          <p:nvPr/>
        </p:nvSpPr>
        <p:spPr>
          <a:xfrm>
            <a:off x="1390650" y="2521059"/>
            <a:ext cx="94107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From the dust he lifts the low,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the ash heap takes the poor,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makes them with the princes stand,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the princes of the land.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7B44A7-82C8-BF39-26D6-101903405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9997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72BAEC-0231-2349-0B37-447EB220D633}"/>
              </a:ext>
            </a:extLst>
          </p:cNvPr>
          <p:cNvSpPr txBox="1"/>
          <p:nvPr/>
        </p:nvSpPr>
        <p:spPr>
          <a:xfrm>
            <a:off x="1390650" y="2521059"/>
            <a:ext cx="94107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He gives barren women sons,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Blessing them with happy homes,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Filled with joyful motherhood.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Hallelujah! Praise the Lord!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7F77F7-36B4-CC20-3BD5-607268E02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891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204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4</cp:revision>
  <dcterms:created xsi:type="dcterms:W3CDTF">2021-10-01T22:01:12Z</dcterms:created>
  <dcterms:modified xsi:type="dcterms:W3CDTF">2022-06-10T16:29:15Z</dcterms:modified>
</cp:coreProperties>
</file>