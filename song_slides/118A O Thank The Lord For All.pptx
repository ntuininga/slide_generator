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59" r:id="rId3"/>
    <p:sldId id="262" r:id="rId4"/>
    <p:sldId id="263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B39D7-AC1F-4861-AE51-DF506C33CBAF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CEB57-0834-4413-A4EE-74FC1B00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6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A6C2-0CC7-4DC1-917E-25A91EFE4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E8C2E3-E0D3-4178-AB45-85273A2E1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C5EAA-68C2-4220-ABAF-497914A3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B8D6-53A3-41FF-9D2E-77CE2898A2CF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D8924-886D-493B-B491-304B16C7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327E4-61AC-4F27-B120-D0C5D851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9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49273-DE3A-49D7-9E8F-A708C449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1AECD-A329-4E1A-AC0C-62E59CC8E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AF22A-9778-40BF-B66D-5AACBD9B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7AFE8-1001-459F-BFBA-D37CFAFE2353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330BE-C080-441B-B02F-18E7117D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E235-D632-4BFE-A706-7DA25132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9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71A75-9C9F-4D4F-B0FA-1A59C7FF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47CE1-7062-4EDC-B64D-502FB4317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11BEE-4430-4E6C-95C3-6C64EE4F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1907B-FF46-402E-B7AA-F3BD29653523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167D9-E7AD-4FC4-A476-BA48E148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39B8E-DD4C-4FF8-9EF0-DBCB4A4A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68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9C06-7381-4AD6-806F-1B1C2079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670F1-5241-4423-89BE-9FE8EA9DD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89842-9EA8-4391-BD4A-4F0FB24BB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A5E5F-CADC-4767-81EA-D51737BFF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514DA-CDF2-4C98-877B-62FDC9109E4C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40F4B-E0FF-4166-9EAD-B07C8A2A6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A2A8C-BDC3-407C-AE16-0F472B0F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8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6F9D-BF08-44EF-82B2-D750A25D5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873EE-AB69-4D4A-9010-1FD94F47C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5CB2C-22CD-474D-9592-AF4815ECA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89B7F7-9F78-485B-95B6-0B95DBA9A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3D6B2-5FD9-4F54-831C-B96697E64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F2E78-02DF-46A5-AF88-E21D809E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1F50B-8DAC-4F59-B091-DF884936A28C}" type="datetime1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2F3F1-166F-463F-956B-9C390E39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61AE6-1514-4258-B4F8-BEE6168E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38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5AED3-699D-4F8A-B9D4-F674C01B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FB055-501F-4D4B-B5DF-1E0E9567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8B5-2E5E-4253-8042-2FF309F22E3F}" type="datetime1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77352-6813-479E-A024-FAF37057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872A9-22B8-4E36-ADA1-9335E033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5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23D5C-EE31-4CD4-AD3C-4270543F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DE5C-F5E7-47F5-B4BE-D0CA786B6A28}" type="datetime1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0D582-8416-4DA3-85D9-4F0CC47D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3329B-0F0D-471F-870B-396CD921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4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9632-6DCD-4206-80AE-5481C69C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A126-D831-491B-8A05-1B3098722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17C1E-E298-4FAF-B8A8-CF7BCF002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84F0A-82A6-4387-A473-99D48212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3000-6AC8-47AA-8C12-9C3EE2BC5368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18826-6FB1-406D-A25C-CC340277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FCAB8-E547-43F2-85BC-25FB5C0F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95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6DEBA-462A-4210-82C6-F3BD6775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82BB3C-069B-43AB-AF2B-9F57B0F02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96A6D-944D-43E7-ABF9-33430FB44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31AE2-645D-4968-990C-F33514B76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A98CB-C590-4A5E-AF76-122CAA20CDDB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95F97-B600-4F6C-87FD-53B36A97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9B4BC-AA43-4DA6-B620-CD68286A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4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1EDC-B009-429A-904B-B8BD24E8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710CA-3FC5-4ED3-A911-D4DB289C8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BFACD-BDC5-45EB-BA81-51A4A9B2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9D2E-319A-45C8-9865-4D0A7D61CB9F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FD35C-3D8B-48C9-8CAB-794AAA78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A0DDF-62E6-490C-AC06-A9AF3F2C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7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B258ED-320D-4B1F-B077-F12A82E8B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3955E-C898-41AD-A272-44DFE5076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38AEB-2647-4A11-918B-A3BAAF1A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6D406-D5A2-46A5-8D6B-4947E165A6C5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B5708-2831-4D52-A2D7-EEF25418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75BC7-54DC-4AE1-9A29-E3962D22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62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D34E4B-0858-4853-979A-646A6529E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2CE60-E2E7-4ED3-B373-77C6D3436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B8EE5-31A2-4C1B-B097-95E35FFF7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0E746-811F-4760-A576-87CD7EEBE73E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24A2A-FEA3-414E-8D10-EA007C7B2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7C36E-F22E-499C-A1E1-436D5E081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6DEEC-FD54-4397-9139-92DD6F66A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6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#118A O Thank The Lord For All His Goodness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CA" sz="2800" dirty="0"/>
              <a:t>O thank the Lord for all his goodness;</a:t>
            </a:r>
          </a:p>
          <a:p>
            <a:pPr algn="ctr"/>
            <a:r>
              <a:rPr lang="en-CA" sz="2800" dirty="0"/>
              <a:t>His love endures forevermore!</a:t>
            </a:r>
          </a:p>
          <a:p>
            <a:pPr algn="ctr"/>
            <a:r>
              <a:rPr lang="en-CA" sz="2800" dirty="0"/>
              <a:t>Let </a:t>
            </a:r>
            <a:r>
              <a:rPr lang="en-CA" sz="2800" dirty="0" err="1"/>
              <a:t>Isr’el</a:t>
            </a:r>
            <a:r>
              <a:rPr lang="en-CA" sz="2800" dirty="0"/>
              <a:t> say in joyful chorus: </a:t>
            </a:r>
          </a:p>
          <a:p>
            <a:pPr algn="ctr"/>
            <a:r>
              <a:rPr lang="en-CA" sz="2800" dirty="0"/>
              <a:t>“His love endures forevermore!”</a:t>
            </a:r>
          </a:p>
          <a:p>
            <a:pPr algn="ctr"/>
            <a:r>
              <a:rPr lang="en-CA" sz="2800" dirty="0"/>
              <a:t>O house of Aaron, join your voices:</a:t>
            </a:r>
          </a:p>
          <a:p>
            <a:pPr algn="ctr"/>
            <a:r>
              <a:rPr lang="en-CA" sz="2800" dirty="0"/>
              <a:t>“His love endures forevermore!”</a:t>
            </a:r>
          </a:p>
          <a:p>
            <a:pPr algn="ctr"/>
            <a:r>
              <a:rPr lang="en-CA" sz="2800" dirty="0"/>
              <a:t>Let all who fear the Lord declare it:</a:t>
            </a:r>
          </a:p>
          <a:p>
            <a:pPr algn="ctr"/>
            <a:r>
              <a:rPr lang="en-CA" sz="2800" dirty="0"/>
              <a:t>“His love endures forevermore!”</a:t>
            </a:r>
          </a:p>
          <a:p>
            <a:pPr algn="ctr"/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E9293-552F-42B3-AC10-34A94BE2E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02470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2.  I sought the Lord in my affliction;</a:t>
            </a:r>
          </a:p>
          <a:p>
            <a:pPr algn="ctr"/>
            <a:r>
              <a:rPr lang="en-CA" sz="2800" dirty="0"/>
              <a:t>He answered me and set me free.</a:t>
            </a:r>
          </a:p>
          <a:p>
            <a:pPr algn="ctr"/>
            <a:r>
              <a:rPr lang="en-CA" sz="2800" dirty="0"/>
              <a:t>The Lord is on my side; I fear not</a:t>
            </a:r>
          </a:p>
          <a:p>
            <a:pPr algn="ctr"/>
            <a:r>
              <a:rPr lang="en-CA" sz="2800" dirty="0"/>
              <a:t>What harm can man do unto me?</a:t>
            </a:r>
          </a:p>
          <a:p>
            <a:pPr algn="ctr"/>
            <a:r>
              <a:rPr lang="en-CA" sz="2800" dirty="0"/>
              <a:t>The Lord is on my side to help me;</a:t>
            </a:r>
          </a:p>
          <a:p>
            <a:pPr algn="ctr"/>
            <a:r>
              <a:rPr lang="en-CA" sz="2800" dirty="0"/>
              <a:t>The Lordy, my helper, will avail.</a:t>
            </a:r>
          </a:p>
          <a:p>
            <a:pPr algn="ctr"/>
            <a:r>
              <a:rPr lang="en-CA" sz="2800" dirty="0"/>
              <a:t>I look upon my foes in triumph;</a:t>
            </a:r>
          </a:p>
          <a:p>
            <a:pPr algn="ctr"/>
            <a:r>
              <a:rPr lang="en-CA" sz="2800" dirty="0"/>
              <a:t>Those hating me will not prevail</a:t>
            </a:r>
          </a:p>
          <a:p>
            <a:pPr algn="ctr"/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AF8FBE-5007-4335-82DB-242EFB22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02470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5.  “The right hand of the Lord is mighty!</a:t>
            </a:r>
          </a:p>
          <a:p>
            <a:pPr algn="ctr"/>
            <a:r>
              <a:rPr lang="en-CA" sz="2800" dirty="0"/>
              <a:t>The Lord’s right hand is lifted high!</a:t>
            </a:r>
          </a:p>
          <a:p>
            <a:pPr algn="ctr"/>
            <a:r>
              <a:rPr lang="en-CA" sz="2800" dirty="0"/>
              <a:t>The right hand of the Lord is mighty!</a:t>
            </a:r>
          </a:p>
          <a:p>
            <a:pPr algn="ctr"/>
            <a:r>
              <a:rPr lang="en-CA" sz="2800" dirty="0"/>
              <a:t>His valiant arm is strong to fight!”</a:t>
            </a:r>
          </a:p>
          <a:p>
            <a:pPr algn="ctr"/>
            <a:r>
              <a:rPr lang="en-CA" sz="2800" dirty="0"/>
              <a:t>I shall not die, but live, and praise him;</a:t>
            </a:r>
          </a:p>
          <a:p>
            <a:pPr algn="ctr"/>
            <a:r>
              <a:rPr lang="en-CA" sz="2800" dirty="0"/>
              <a:t>His wondrous deeds I will profess.</a:t>
            </a:r>
          </a:p>
          <a:p>
            <a:pPr algn="ctr"/>
            <a:r>
              <a:rPr lang="en-CA" sz="2800" dirty="0"/>
              <a:t>Though God has chastened me severely,</a:t>
            </a:r>
          </a:p>
          <a:p>
            <a:pPr algn="ctr"/>
            <a:r>
              <a:rPr lang="en-CA" sz="2800" dirty="0"/>
              <a:t>He has not </a:t>
            </a:r>
            <a:r>
              <a:rPr lang="en-CA" sz="2800" dirty="0" err="1"/>
              <a:t>giv’n</a:t>
            </a:r>
            <a:r>
              <a:rPr lang="en-CA" sz="2800" dirty="0"/>
              <a:t> me up to death.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EB3E9-295C-44A0-B5A3-AE8C2495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6538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02470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 startAt="7"/>
            </a:pPr>
            <a:r>
              <a:rPr lang="en-CA" sz="2800" dirty="0"/>
              <a:t>The stone the builders had rejected</a:t>
            </a:r>
          </a:p>
          <a:p>
            <a:pPr algn="ctr"/>
            <a:r>
              <a:rPr lang="en-CA" sz="2800" dirty="0"/>
              <a:t>Now has become the cornerstone.</a:t>
            </a:r>
          </a:p>
          <a:p>
            <a:pPr algn="ctr"/>
            <a:r>
              <a:rPr lang="en-CA" sz="2800" dirty="0"/>
              <a:t>How marvelous to us this wonder;</a:t>
            </a:r>
          </a:p>
          <a:p>
            <a:pPr algn="ctr"/>
            <a:r>
              <a:rPr lang="en-CA" sz="2800" dirty="0"/>
              <a:t>This is the work of God alone!</a:t>
            </a:r>
          </a:p>
          <a:p>
            <a:pPr algn="ctr"/>
            <a:r>
              <a:rPr lang="en-CA" sz="2800" dirty="0"/>
              <a:t>This is the day, the Lord has made it!</a:t>
            </a:r>
          </a:p>
          <a:p>
            <a:pPr algn="ctr"/>
            <a:r>
              <a:rPr lang="en-CA" sz="2800" dirty="0"/>
              <a:t>Be glad in it, rejoice, and bless.</a:t>
            </a:r>
          </a:p>
          <a:p>
            <a:pPr algn="ctr"/>
            <a:r>
              <a:rPr lang="en-CA" sz="2800" dirty="0"/>
              <a:t>Save us, we pray, O Lord! Hosanna!</a:t>
            </a:r>
          </a:p>
          <a:p>
            <a:pPr algn="ctr"/>
            <a:r>
              <a:rPr lang="en-CA" sz="2800" dirty="0"/>
              <a:t>O Lord, we pray, give </a:t>
            </a:r>
            <a:r>
              <a:rPr lang="en-CA" sz="2800"/>
              <a:t>us success.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EB3E9-295C-44A0-B5A3-AE8C2495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1527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8. Blest he who in the Lord’s name enters;</a:t>
            </a:r>
          </a:p>
          <a:p>
            <a:pPr algn="ctr"/>
            <a:r>
              <a:rPr lang="en-CA" sz="2800" dirty="0"/>
              <a:t>We bless you from his holy house.</a:t>
            </a:r>
          </a:p>
          <a:p>
            <a:pPr algn="ctr"/>
            <a:r>
              <a:rPr lang="en-CA" sz="2800" dirty="0"/>
              <a:t>The Lord is God; he shines upon us.</a:t>
            </a:r>
          </a:p>
          <a:p>
            <a:pPr algn="ctr"/>
            <a:r>
              <a:rPr lang="en-CA" sz="2800" dirty="0"/>
              <a:t>Bind up with cords your sacrifice.</a:t>
            </a:r>
          </a:p>
          <a:p>
            <a:pPr algn="ctr"/>
            <a:r>
              <a:rPr lang="en-CA" sz="2800" dirty="0"/>
              <a:t>Bring to the altar’s horns your </a:t>
            </a:r>
            <a:r>
              <a:rPr lang="en-CA" sz="2800" dirty="0" err="1"/>
              <a:t>off’ring</a:t>
            </a:r>
            <a:r>
              <a:rPr lang="en-CA" sz="2800" dirty="0"/>
              <a:t>.</a:t>
            </a:r>
          </a:p>
          <a:p>
            <a:pPr algn="ctr"/>
            <a:r>
              <a:rPr lang="en-CA" sz="2800" dirty="0"/>
              <a:t>You are my God, whom I adore.</a:t>
            </a:r>
          </a:p>
          <a:p>
            <a:pPr algn="ctr"/>
            <a:r>
              <a:rPr lang="en-CA" sz="2800" dirty="0"/>
              <a:t>O thank the Lord for all his goodness,</a:t>
            </a:r>
          </a:p>
          <a:p>
            <a:pPr algn="ctr"/>
            <a:r>
              <a:rPr lang="en-CA" sz="2800" dirty="0"/>
              <a:t>His love endures forevermore.</a:t>
            </a:r>
          </a:p>
          <a:p>
            <a:pPr algn="ctr"/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081DFE-969B-453E-B030-03E7F182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34797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394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#118A O Thank The Lord For All His Goodness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#118A O Thank The Lord For All His Goodness</dc:title>
  <dc:creator>Eric Hoogendoorn</dc:creator>
  <cp:lastModifiedBy>Neil</cp:lastModifiedBy>
  <cp:revision>3</cp:revision>
  <dcterms:created xsi:type="dcterms:W3CDTF">2020-04-25T02:31:17Z</dcterms:created>
  <dcterms:modified xsi:type="dcterms:W3CDTF">2023-03-31T15:29:28Z</dcterms:modified>
</cp:coreProperties>
</file>