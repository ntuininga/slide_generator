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52A10-EECE-48C3-B9C9-7338C60D0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62BE9-02E8-4CF7-B1F8-EFB155FF9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D3EBF-1FBC-4534-908C-EF9FD7B02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A170-D108-4F9C-88B6-B2F495D12343}" type="datetimeFigureOut">
              <a:rPr lang="en-CA" smtClean="0"/>
              <a:t>2020-12-25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060E8-566F-4BF3-B8A7-5574A58C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118EE-1B30-468D-A778-4D674C8C8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3154-9A66-4E20-8493-B60B9A301C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267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D5BFD-6E6F-492A-B968-0A8BEA86A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89F24-29FD-4577-89D1-770F5BD5C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6629F-3B1B-4277-8E70-2A9126642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A170-D108-4F9C-88B6-B2F495D12343}" type="datetimeFigureOut">
              <a:rPr lang="en-CA" smtClean="0"/>
              <a:t>2020-12-25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0D5AA-34FC-4BEC-A442-1C990577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C9DA9-A057-440B-B5F6-58D8DFEA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3154-9A66-4E20-8493-B60B9A301C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6612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E83E7-05E2-4FF1-BD07-7CED0D1BE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40869-F668-408A-B8FF-4E375C598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1E426-7BA3-422A-8ECE-39FB9C309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A170-D108-4F9C-88B6-B2F495D12343}" type="datetimeFigureOut">
              <a:rPr lang="en-CA" smtClean="0"/>
              <a:t>2020-12-25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83E2A-4E2D-41A7-B805-3E017BA6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B3378-ECD5-41B6-966A-7D3433DFD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3154-9A66-4E20-8493-B60B9A301C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8933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39F9-9F45-4F33-83E9-823D6F1F1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ED6AB-18A7-4680-BBF3-6A38D325A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1E71F-2E03-4140-A7BF-59497ABCC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F3A37-F510-484B-9E6F-E0EBF9A98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A170-D108-4F9C-88B6-B2F495D12343}" type="datetimeFigureOut">
              <a:rPr lang="en-CA" smtClean="0"/>
              <a:t>2020-12-25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5FA9A-03F6-4636-8ADF-FD1158188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AD41A-A742-48D5-ABAF-61FCF3D22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3154-9A66-4E20-8493-B60B9A301C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882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3B67-405E-439A-8444-15E9E982C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80BB5-0DA1-4291-BA4C-CDD884F0C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91A6F-7529-4DA8-97AB-17A56044D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AAF07-D0B9-44B1-BA29-F8132FC07D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092A39-62A4-4E73-8ABD-E5277E15D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AB2E9-AD69-4903-8F45-F2059C80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A170-D108-4F9C-88B6-B2F495D12343}" type="datetimeFigureOut">
              <a:rPr lang="en-CA" smtClean="0"/>
              <a:t>2020-12-25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102461-CC22-4D7B-B977-787C9A5ED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18D35D-BD98-4B22-828B-FA0281162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3154-9A66-4E20-8493-B60B9A301C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0464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251E-1EE2-4808-9593-3BF77EC9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D33A0-91E0-49DE-8709-B2144B825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A170-D108-4F9C-88B6-B2F495D12343}" type="datetimeFigureOut">
              <a:rPr lang="en-CA" smtClean="0"/>
              <a:t>2020-12-25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73EC7-73D4-4CEB-8EC8-65CE9C01E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DD034-0591-4865-AA9E-9B5481C6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3154-9A66-4E20-8493-B60B9A301C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855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BA4F0F-7BA0-4614-BC8C-7B4B1C34A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A170-D108-4F9C-88B6-B2F495D12343}" type="datetimeFigureOut">
              <a:rPr lang="en-CA" smtClean="0"/>
              <a:t>2020-12-25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80ECD8-D6CD-4770-BDE7-B3C84D5AD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F94E4-DF43-4C79-8658-DC9D43FE3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3154-9A66-4E20-8493-B60B9A301C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2290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FD6AD-DD22-4704-AFE8-205E84931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5CB12-050E-4A2E-B579-58E02B29A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B0578-68B3-412B-9B0E-3E7D87188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B2D1E-83E4-45FA-BA70-C146D7A00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A170-D108-4F9C-88B6-B2F495D12343}" type="datetimeFigureOut">
              <a:rPr lang="en-CA" smtClean="0"/>
              <a:t>2020-12-25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4978D-8305-4D76-9C59-B6153DBC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77241-BB10-4881-804F-AD0D3A970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3154-9A66-4E20-8493-B60B9A301C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303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B301-10EE-4F10-9AD7-E3BD70308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D56CB-5327-4B82-8495-604D2FA6B7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4D996-CF94-49CE-8F6A-35406CC40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D3437-119B-4209-A8DB-43EC9C5E3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A170-D108-4F9C-88B6-B2F495D12343}" type="datetimeFigureOut">
              <a:rPr lang="en-CA" smtClean="0"/>
              <a:t>2020-12-25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BA94D-F47C-4F62-8F97-C223CCDF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ACF9B-DBE6-4875-9238-28B8664E4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3154-9A66-4E20-8493-B60B9A301C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514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CDA49-662F-41E8-82E2-1D219B28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48BCC-795E-4C2D-B74B-50CB5F02B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00F0C-72BF-43BC-A00A-9262AC8E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A170-D108-4F9C-88B6-B2F495D12343}" type="datetimeFigureOut">
              <a:rPr lang="en-CA" smtClean="0"/>
              <a:t>2020-12-25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8A9A4-4241-49D5-88FA-FD3B3A365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2EF7D-54AD-4A79-94CC-DDF57B1E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3154-9A66-4E20-8493-B60B9A301C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248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1B553E-B26B-408A-8BF2-AD6638C958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2F152-5B15-4EAE-8864-FB27BCC69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38F25-173C-4B26-9029-A6B777BA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A170-D108-4F9C-88B6-B2F495D12343}" type="datetimeFigureOut">
              <a:rPr lang="en-CA" smtClean="0"/>
              <a:t>2020-12-25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82BB4-3900-462D-8FDC-17E544150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98377-B1FF-43DF-B1D2-FA143CBF9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3154-9A66-4E20-8493-B60B9A301C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676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968C10-4882-48D9-9F9E-48D8ECBE7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B7B90-5BD8-4686-AD7E-BE5DC8369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91B20-468F-4540-BDDD-64132893A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8A170-D108-4F9C-88B6-B2F495D12343}" type="datetimeFigureOut">
              <a:rPr lang="en-CA" smtClean="0"/>
              <a:t>2020-12-25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6EB4-8B1A-4EE1-9C92-DBFE8C6BF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D6BCD-FD10-46C6-9850-B8284904A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C3154-9A66-4E20-8493-B60B9A301C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1916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20236B-6DC2-4C95-B4A0-242279BE343E}"/>
              </a:ext>
            </a:extLst>
          </p:cNvPr>
          <p:cNvSpPr txBox="1"/>
          <p:nvPr/>
        </p:nvSpPr>
        <p:spPr>
          <a:xfrm>
            <a:off x="1000125" y="371475"/>
            <a:ext cx="10191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#133A Hallelujah! Raise, O Raise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DD1F7-B1AB-4398-B434-BF5611F74B89}"/>
              </a:ext>
            </a:extLst>
          </p:cNvPr>
          <p:cNvSpPr txBox="1"/>
          <p:nvPr/>
        </p:nvSpPr>
        <p:spPr>
          <a:xfrm>
            <a:off x="1857375" y="2152650"/>
            <a:ext cx="8477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>
                <a:solidFill>
                  <a:prstClr val="black"/>
                </a:solidFill>
              </a:rPr>
              <a:t>Hallelujah! Raise, O raise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to the LORD our song of praise!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Praise, O servants of the LORD,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praise the name of God the LORD.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308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A893D5-585C-4440-AF49-08CCDA7DC9F0}"/>
              </a:ext>
            </a:extLst>
          </p:cNvPr>
          <p:cNvSpPr txBox="1"/>
          <p:nvPr/>
        </p:nvSpPr>
        <p:spPr>
          <a:xfrm>
            <a:off x="2495550" y="2057400"/>
            <a:ext cx="7200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>
                <a:solidFill>
                  <a:prstClr val="black"/>
                </a:solidFill>
              </a:rPr>
              <a:t>2. </a:t>
            </a:r>
            <a:r>
              <a:rPr lang="en-US" sz="2800">
                <a:solidFill>
                  <a:prstClr val="black"/>
                </a:solidFill>
              </a:rPr>
              <a:t>From this time and evermore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bless the name of God the LORD.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From the sunrise to its rest,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may the name of God be blest.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1056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62E377-B342-43C5-BF41-CEC10D4DD157}"/>
              </a:ext>
            </a:extLst>
          </p:cNvPr>
          <p:cNvSpPr txBox="1"/>
          <p:nvPr/>
        </p:nvSpPr>
        <p:spPr>
          <a:xfrm>
            <a:off x="1943100" y="2128837"/>
            <a:ext cx="8305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>
                <a:solidFill>
                  <a:prstClr val="black"/>
                </a:solidFill>
              </a:rPr>
              <a:t>3. </a:t>
            </a:r>
            <a:r>
              <a:rPr lang="en-US" sz="2800">
                <a:solidFill>
                  <a:prstClr val="black"/>
                </a:solidFill>
              </a:rPr>
              <a:t>Far above the nations high,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glorious far above the sky,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who is like the LORD on high,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gazing down on earth and sky?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977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2020-12-26T03:37:54Z</dcterms:created>
  <dcterms:modified xsi:type="dcterms:W3CDTF">2020-12-26T03:37:54Z</dcterms:modified>
</cp:coreProperties>
</file>