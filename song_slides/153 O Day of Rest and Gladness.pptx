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0405-D24C-F333-74CA-EE4C94830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8698F-C9C4-7FE0-FB47-F1AD95426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BD32-DA7D-334B-0DDC-2E12143C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DD9B6-F7BB-EA5C-575B-4E0BB5F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5181-7A41-4B50-231A-F4CAE2ED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4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A6E3-8463-CC2B-A078-1CEA5DAD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55E0F-FC6F-F539-7157-F79040BFF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2C9F4-A21C-BEF1-864B-8EF05080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8A960-D819-4E08-11F4-A0729180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6D82D-ED48-E92B-AEC2-C71D2D54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6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A2D0-2BEC-72DC-8927-148AA8D3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34AA5-4F78-6273-BBC3-813ECCAC3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5744B-EDB2-5C50-4D31-07865B3C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0CE6E-6D63-86C7-8CF2-19B04FA4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2476E-0D25-81AE-928D-E0E1E48E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2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B517-FA57-A550-2989-EA5ADF17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B6FD-FF06-B152-256A-92FFC7375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DA331-6E01-54BA-410F-5F781CEF7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EB438-8D6A-A4FF-8232-1B32D0D6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36B9E-55EF-6AE4-5AE0-96885017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BAAD4-80EE-8776-AB47-07C4C98F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1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E5F8-420D-DE75-F938-677DF6CB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A88A0-694A-C9E4-7B43-E654D0BDC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544C9-76AF-7AE6-9F08-6AE1BCC20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EB7C3-F8BD-2225-919A-F58F18514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E6D20-1B10-B6E1-0453-C7070CEDA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365FB-1E0A-25A7-AC3A-C6B99D39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BBEA34-827D-8658-E02F-962E0815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1D5AE-4531-7323-096C-54D8CE6C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1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F001-F704-2108-9B67-C86389EE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39A27-45E1-BD5C-4DF9-4E918BCD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31EC9-82C4-3227-CFF2-4B428C42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013D4-38A7-0506-DC95-014E167D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2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0772C-A607-34E0-E236-39F426B2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92A7F4-DB4E-E956-7BF3-2C1F9019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28F1E-02E9-88E9-ABF6-874D6BEA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7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3E3B-965C-F78D-C7EC-DC7936ED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722EE-21EB-2C97-740B-D99A0786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70873-AFAB-BA74-1DEC-9F43D671E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843E0-5700-5DDF-E56B-94721D25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F10B9-0F08-CA66-6315-B7561E3B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0A44D-242B-C7E2-E482-964CADBD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4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38E9-FA60-8128-3A98-E53C2A4ED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19B0B-DD74-DD86-91AA-B3AC7C3A3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4863B-5336-F36B-CCC8-E23102DF6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6CB52-0EEF-B5C1-0784-D86974C0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B9F66-6D54-0101-EA2F-D838D9155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098EA-D08D-4876-DF74-AAA5DEF0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7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0845-8CA0-A724-80C2-5FCC234F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52772-63E6-89F3-EFB3-640BA9A1F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57337-B025-615D-6059-F58D1C4B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0E2DA-7F9C-0131-1301-E883F98C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249C0-28D1-C996-ABBC-73AD6752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9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9612A3-5B3D-7D57-0C93-88A80D104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F687D-2CB0-DCED-B61F-2B6C74399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FB808-DA12-BBEB-5556-C5BAFEE6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0257-56F7-4048-239B-9464FC53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30F72-99C1-BC25-1F81-C0F3844F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4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A9F5F-F205-5FD6-15A5-A3225DD8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7F1A5-079F-7353-CF99-A4C881F05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96D02-032C-EBD5-B1F0-3593FD64B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3556B-9932-4FF6-95DA-27D1925C200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12969-D066-2C42-E6EB-492D496D8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ECE6-551D-3619-14EF-AE62689B0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7D33C-4C27-483A-99C9-9D8ADE83E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1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5C5F-62C2-5E91-A3F0-7C503AEB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#153 O Day of Rest and Gladness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62FE-22C6-0265-F890-13F11D63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day of rest and gladness, O day of joy and light,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balm of care and sadness, most beautiful, most bright;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thee the high and lowly through ages joined in tune,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Sing, “Holy, holy, holy” to the great God Triune.</a:t>
            </a:r>
          </a:p>
        </p:txBody>
      </p:sp>
    </p:spTree>
    <p:extLst>
      <p:ext uri="{BB962C8B-B14F-4D97-AF65-F5344CB8AC3E}">
        <p14:creationId xmlns:p14="http://schemas.microsoft.com/office/powerpoint/2010/main" val="385765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5C5F-62C2-5E91-A3F0-7C503AEB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62FE-22C6-0265-F890-13F11D63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On thee, at the creation, the light first had its birth;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thee, for our salvation, Christ rose from depths of earth;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thee, our Lord victorious, the Spirit sent from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heav’n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thus on thee, most glorious, a triple light was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giv’n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983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5C5F-62C2-5E91-A3F0-7C503AEB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62FE-22C6-0265-F890-13F11D63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Today on weary nations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heav’nly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manna falls;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holy convocations the silver trumpet calls,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gospel light is glowing with pure and radiant beams,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living water flowing with soul refreshing streams.</a:t>
            </a:r>
          </a:p>
        </p:txBody>
      </p:sp>
    </p:spTree>
    <p:extLst>
      <p:ext uri="{BB962C8B-B14F-4D97-AF65-F5344CB8AC3E}">
        <p14:creationId xmlns:p14="http://schemas.microsoft.com/office/powerpoint/2010/main" val="345543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62FE-22C6-0265-F890-13F11D63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New graces ever gaining from this our day of rest,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reach the rest remaining to spirits of the blest.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Holy Ghost be praises, to Father, and to Son;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church her voice upraises to thee, blest Three in One. </a:t>
            </a:r>
          </a:p>
        </p:txBody>
      </p:sp>
    </p:spTree>
    <p:extLst>
      <p:ext uri="{BB962C8B-B14F-4D97-AF65-F5344CB8AC3E}">
        <p14:creationId xmlns:p14="http://schemas.microsoft.com/office/powerpoint/2010/main" val="48165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208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#153 O Day of Rest and Gladness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#153 O Day of Rest and Gladness</dc:title>
  <dc:creator>Neil Tuininga</dc:creator>
  <cp:lastModifiedBy>Neil Tuininga</cp:lastModifiedBy>
  <cp:revision>1</cp:revision>
  <dcterms:created xsi:type="dcterms:W3CDTF">2024-03-30T15:29:57Z</dcterms:created>
  <dcterms:modified xsi:type="dcterms:W3CDTF">2024-03-30T15:37:34Z</dcterms:modified>
</cp:coreProperties>
</file>