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01112-DEBC-46AB-BAD5-759672051F44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0C5C4D-B07D-4E65-A38F-2BCCBEE4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50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BEE6-6736-312D-981E-3741A3238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ED7C4-D872-1FCA-67E2-8F39F55DF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55E1B-1CE3-BF92-FB65-34058F38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AE2F-A664-441A-BD34-D77C9A2653CB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A007-FDCB-891C-2D8A-34F70161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C4C64-3E49-4151-32E1-B5C5A772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0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A31F-7A15-2577-B348-FFA4FFF0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D7852-4A1B-D056-984B-2F0CE8E8B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90D45-356B-4290-18B3-40EBC5BB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BFC7-72C7-41AC-8C2F-55E648563015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5CFEF-60AB-6893-BA5D-ED346193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C0011-AC98-B864-C41E-21128076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1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0B01-1635-F54C-4C50-4624D924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CB070-B6F6-12EF-C3A5-03082948D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42866-DAE5-BB0C-85BB-ECEF959E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7E71-20CB-4D9D-9142-5FEA29FB1933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158D6-40F2-817A-B835-B0A6B19D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7BB86-8438-EE99-FA91-C18CF2C2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3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CCB6C-4C7B-96E9-E7D5-4DBB1B143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9E61-5595-55A5-0E84-517CD3D88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A9C71-38A9-3B8F-D65F-92D4BED67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CB875-0402-E818-7731-6E2B3AC1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8298-3933-4EBE-9F58-9983A212ACDD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E1340-9410-8EDD-F2FF-3CEE0BDC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3BBD-7AB5-7258-A4C0-B416F587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8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8C2A-D88E-01D8-8BE0-DC95049A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19C89-B157-46C7-FC74-C78C7AA6D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61A4E-D561-5910-1420-E5061640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98CE5-CB8B-EC11-23DF-FEF186740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CE7D3C-465D-D314-F3D4-50AEE40A8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69E14-FF3D-47C2-8133-D92D21C15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5CBCC-EF56-4DC6-A3E9-F00F58CC16CA}" type="datetime1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1EFE4-F28F-F43F-6C77-7579D3E8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EB6DF-170D-5C0D-4026-89CF2958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7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71FF-D7EA-D300-3A07-173123DB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7232B-7359-8194-477C-CA5480B2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CE1C9-3BA3-4C2C-9B70-432D997024C8}" type="datetime1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A3973-3142-8DD2-DA90-CDD43738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D2CA3-E5AD-0C1B-C4D1-B1775E4E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45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A6029-6286-5B74-BD72-BDFB5F191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367A-9F05-4815-9ED9-A6C1EADCE0CC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91D00-E139-28E3-C4BE-58AD49A2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AA576-9A87-2AC2-68A5-C120D69C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8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EFA6-54A7-7B05-A335-3D5E2701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1C8F-E39E-5152-07DB-92C12151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1B87C-B99E-490B-8B4B-7A8F62ED6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51BE4-6482-6FB4-44EC-362521B5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42C92-4AE3-447B-8E3E-144DA96113CE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24413-A0FF-33FE-5FD7-8172FDAF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9B9A3-EEFC-EE5C-4322-77DE6DCE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0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50CF-0BEF-8818-B7E6-65028A6C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417657-97C8-D8B8-BE27-8FB34F239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F8515-02A8-B5EE-9D20-28FB955B9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38ACE-B5C7-7746-CFA6-002FFD244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24787-6051-4720-A59E-71BCAF44F533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B684D-D969-C21E-5AC1-D42226D70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19D3C-80B6-9045-5D1A-F7BEE9DC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3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F448-62AB-3F6B-D76E-09D04805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BD376-6EB9-1F46-FB64-2D9C16FF0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BF873-08D2-C3BE-7EE6-B018623B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6C0F-D45B-48E6-B59C-8FA14DB018CA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9A83-E9B5-8E0F-A064-6618FA44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9E7EF-8505-4EDD-2519-DC8E4E96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3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3CC24B-A435-9922-5241-96660B847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78A31-0495-25C4-65BF-0B05E994B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8DDDB-291D-57F4-5A4F-C4F82927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EDA-3562-4F54-8231-30DA73FB784B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7F4A5-A02A-ABDA-0058-32AECC573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EDC48-6CC6-C445-4DDF-A9D7ECCA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22102-77AC-9CB4-7DDB-F9888B8A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09A87-04EC-52A4-4151-A3C0E0E25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99931-27A0-2C1A-BB81-F57070DA5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F59E7-61A0-45DD-A700-F941A13D7BB5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C8C4C-CA2F-3401-2A0E-C260EBECA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Hymnal. 2018, used by permssion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57448-E8D0-82A8-28AF-247DC1538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FABFC-9891-412C-9A96-DD48920C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F99F-8FA2-4F6A-0C94-F206851A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54109" cy="1325563"/>
          </a:xfrm>
        </p:spPr>
        <p:txBody>
          <a:bodyPr/>
          <a:lstStyle/>
          <a:p>
            <a:r>
              <a:rPr lang="en-US" dirty="0"/>
              <a:t>#393 Spirit of God, Dwell Now Within my Heart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9AB92-1F7C-48C0-A01F-A410002AB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419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0" i="0" dirty="0">
                <a:solidFill>
                  <a:srgbClr val="222222"/>
                </a:solidFill>
                <a:effectLst/>
              </a:rPr>
              <a:t>1 Spirit of God, dwell thou within my heart;</a:t>
            </a:r>
            <a:br>
              <a:rPr lang="en-US" sz="3200" dirty="0"/>
            </a:br>
            <a:r>
              <a:rPr lang="en-US" sz="3200" b="0" i="0" dirty="0">
                <a:solidFill>
                  <a:srgbClr val="222222"/>
                </a:solidFill>
                <a:effectLst/>
              </a:rPr>
              <a:t>wean it from earth, through all its pulses move;</a:t>
            </a:r>
            <a:br>
              <a:rPr lang="en-US" sz="3200" dirty="0"/>
            </a:br>
            <a:r>
              <a:rPr lang="en-US" sz="3200" b="0" i="0" dirty="0">
                <a:solidFill>
                  <a:srgbClr val="222222"/>
                </a:solidFill>
                <a:effectLst/>
              </a:rPr>
              <a:t>stoop to my weakness, mighty as thou art,</a:t>
            </a:r>
            <a:br>
              <a:rPr lang="en-US" sz="3200" dirty="0"/>
            </a:br>
            <a:r>
              <a:rPr lang="en-US" sz="3200" b="0" i="0" dirty="0">
                <a:solidFill>
                  <a:srgbClr val="222222"/>
                </a:solidFill>
                <a:effectLst/>
              </a:rPr>
              <a:t>and make me love thee as I ought to love.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4F95-140D-530B-7E08-D1C71849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</p:spTree>
    <p:extLst>
      <p:ext uri="{BB962C8B-B14F-4D97-AF65-F5344CB8AC3E}">
        <p14:creationId xmlns:p14="http://schemas.microsoft.com/office/powerpoint/2010/main" val="19197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3F626-2095-D960-A6DE-434195523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I ask no dream, no prophet ecstasies,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no sudden rending of the veil of clay,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no angel visitant, no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op'ning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skies;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but take the dimness of my soul away.</a:t>
            </a:r>
            <a:br>
              <a:rPr lang="en-US" sz="4500" b="0" i="0" dirty="0">
                <a:solidFill>
                  <a:srgbClr val="222222"/>
                </a:solidFill>
                <a:effectLst/>
              </a:rPr>
            </a:br>
            <a:endParaRPr lang="en-US" sz="4500" b="0" i="0" dirty="0">
              <a:solidFill>
                <a:srgbClr val="222222"/>
              </a:solidFill>
              <a:effectLst/>
            </a:endParaRPr>
          </a:p>
          <a:p>
            <a:pPr marL="0" indent="0" algn="l">
              <a:buNone/>
            </a:pPr>
            <a:br>
              <a:rPr lang="en-US" sz="4500" b="0" i="0" dirty="0">
                <a:solidFill>
                  <a:srgbClr val="222222"/>
                </a:solidFill>
                <a:effectLst/>
              </a:rPr>
            </a:br>
            <a:endParaRPr lang="en-US" sz="4500" b="0" i="0" dirty="0">
              <a:solidFill>
                <a:srgbClr val="222222"/>
              </a:solidFill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69C15-C1D4-1AC1-B943-D0A9DB65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</p:spTree>
    <p:extLst>
      <p:ext uri="{BB962C8B-B14F-4D97-AF65-F5344CB8AC3E}">
        <p14:creationId xmlns:p14="http://schemas.microsoft.com/office/powerpoint/2010/main" val="39229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7E7A-1239-E2B2-6127-8A0EBF5D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3877-DCF1-5EA2-2DE0-6ED6993D6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3 Hast thou not bid us love thee, God and King?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All, all thine own, soul, heart, and strength and mind.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I see thy cross--there teach my heart to cling: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O let me seek thee, and O let me find.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92158-99D8-BF61-FCD5-ABBACF97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</p:spTree>
    <p:extLst>
      <p:ext uri="{BB962C8B-B14F-4D97-AF65-F5344CB8AC3E}">
        <p14:creationId xmlns:p14="http://schemas.microsoft.com/office/powerpoint/2010/main" val="3291199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8B6A-9950-CB60-51C6-42A9085A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39579-F55A-BFFE-3B0C-28D849926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4 Teach me to feel that thou art always nigh;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teach me the struggles of the soul to bear,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to check the rising doubt, the rebel sigh;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teach me the patience of unanswered prayer.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6A614-F133-9AA0-182D-C8ABAEBD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Hymnal. 2018, used by permssion</a:t>
            </a:r>
          </a:p>
        </p:txBody>
      </p:sp>
    </p:spTree>
    <p:extLst>
      <p:ext uri="{BB962C8B-B14F-4D97-AF65-F5344CB8AC3E}">
        <p14:creationId xmlns:p14="http://schemas.microsoft.com/office/powerpoint/2010/main" val="29959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562F-30EE-EEC2-97C3-D22AE304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F4AAF-9C73-59ED-C608-144E175BE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5 Teach me to love thee as thine angels love,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one holy passion filling all my frame;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 baptism of the </a:t>
            </a:r>
            <a:r>
              <a:rPr lang="en-US" sz="2800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-descended Dove,</a:t>
            </a:r>
            <a:br>
              <a:rPr lang="en-US" sz="2800" b="0" i="0" dirty="0">
                <a:solidFill>
                  <a:srgbClr val="222222"/>
                </a:solidFill>
                <a:effectLst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my heart an altar, and thy love the flame.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59395-BDD8-9446-4403-5892C57F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Trinity Psalter Hymnal.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1244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280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#393 Spirit of God, Dwell Now Within my Heart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#393 Spirit of God, Dwell Now Within my Heart</dc:title>
  <dc:creator>Neil Tuininga</dc:creator>
  <cp:lastModifiedBy>Neil Tuininga</cp:lastModifiedBy>
  <cp:revision>1</cp:revision>
  <dcterms:created xsi:type="dcterms:W3CDTF">2022-06-17T16:44:49Z</dcterms:created>
  <dcterms:modified xsi:type="dcterms:W3CDTF">2022-06-17T16:48:42Z</dcterms:modified>
</cp:coreProperties>
</file>