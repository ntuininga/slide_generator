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0B94-FFFB-4C56-A8CB-4ACF51CB8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7BA8E-D30C-491D-8C26-BD51AC7D7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B117E-A7CD-4D0A-B4B2-F54D4411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D42CB-D508-4BD6-8565-3D887779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076D4-9788-4C8D-8527-7AD3A202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84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F455-B23C-4115-8E52-18F58F1C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AC9E-55B7-4B4C-875A-C88265642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61EB-AD6B-4321-A4AE-83436621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CF3CD-25E4-44DA-8AFB-619711B8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F91E-908C-4369-9334-DE02FB91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07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0F64-D446-4C85-8AC9-C8E5D571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AEB52-0CCE-4BBE-B13D-E54816254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5068-7628-4981-889D-01E4E7AB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C7BE3-F585-4A79-80F4-AB21C287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9FD87-1917-406A-9F2F-6259DEDA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589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8EA6-D98A-4997-BC60-F17383D6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4188-13AC-4C31-8434-236B20F9E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6AE50-16A7-4978-A9AB-A3176C0FA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C76E2-276B-43D3-A0F1-56799E90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CF7B-843A-4B7E-A08F-5F82385F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741BB-5302-4090-91B3-065184F3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78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5B5B-C50A-4824-A835-13E01189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3777A-0A6F-4ED6-B3E4-DE0BB2F2A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65926-26DF-4610-B288-96A2FFF95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D6D459-DD05-4A8B-AE10-C9E89990B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556D5-F5AC-4894-8547-A6BB82308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475A1-E584-442E-B3AB-1F371946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284C1-BDFA-42F3-966B-BA48DB94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AA8C7-288D-4021-9A8A-F1ACBC3A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71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6E66-F18B-4500-B448-69FCE97E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87B94-B06B-4542-8EEC-3839C3D6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D4252-9AC8-4378-B3DA-403CA4A94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6815-754B-42D5-86DE-AF4504B3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18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3E640-C134-4DB4-808C-B3A65D44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6FC86-1537-4141-9FC1-95FC0A18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50255-DF6F-4DC1-A6E2-B5F1D8DB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695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D81B-3F97-4863-8428-48F409F5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3FE8C-79D8-43D1-ADF2-8FAF1DD20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2580E-4655-4F71-8F49-D66E20F42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12ABD-992A-47C1-9820-E97B1A38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313E8-94A9-4B9C-8C1E-AE4F7AED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2F613-7A49-40A6-9378-5CCFCD2A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68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95F9-9C9F-47CB-85C5-C781FECC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DA185-A239-45D7-92AC-C2AB128FD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818D2-1675-447D-AC5A-F685299C3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E5D4A-E9EC-4765-9AEB-F68C3995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3DFE7-04FD-488D-A797-830F78FA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A671D-8E72-473F-BD71-4B6985E0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91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3615-AEB2-462A-9FEC-9B83F043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2DB98-DB96-433C-A399-CDA30537D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0187-7867-468F-8EC1-754DA050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78293-17F4-48CA-81AB-21084D31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0F732-05A0-4899-A581-0D8FBA4D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64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B9653-3559-4E5F-A1B2-EAAB4AAF5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78C3F-0107-4BF2-9AF1-2D45DAB57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9B7A-FBE4-436D-8C5C-3AC17020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8BA4-A2D7-4D9D-8E50-5A972ED7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C3CBC-AAF8-427B-AB12-272EBB7D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71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9888BD-EED2-4A7C-9761-E489ECC7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4605B-705C-4FA2-89C2-95117A865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453C1-D426-4773-9F81-EB5F762C9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0C408-FD0C-4C74-A297-2A2123B40F6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7DD9-D924-46D1-9B47-1DF6D0981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D213-B0E5-46C1-A4B4-343EC449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A2665-1F18-4726-A9AD-195D9A8DA7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84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B07CF8-98D4-4728-B965-179127406D42}"/>
              </a:ext>
            </a:extLst>
          </p:cNvPr>
          <p:cNvSpPr txBox="1"/>
          <p:nvPr/>
        </p:nvSpPr>
        <p:spPr>
          <a:xfrm>
            <a:off x="-147638" y="76200"/>
            <a:ext cx="12487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#247 We Praise You, O God, Our Redeemer, Creator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C443A-7C96-4A18-A410-15476A8C8BC0}"/>
              </a:ext>
            </a:extLst>
          </p:cNvPr>
          <p:cNvSpPr txBox="1"/>
          <p:nvPr/>
        </p:nvSpPr>
        <p:spPr>
          <a:xfrm>
            <a:off x="2328861" y="2521059"/>
            <a:ext cx="7534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We praise you, O God, our Redeemer, Creator;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grateful devotion our tribute we bring.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We lay it before you, we kneel and adore you;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we bless your holy name, glad praises we sing.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0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91477E-1B94-4879-8E74-B1FEE6229B7A}"/>
              </a:ext>
            </a:extLst>
          </p:cNvPr>
          <p:cNvSpPr txBox="1"/>
          <p:nvPr/>
        </p:nvSpPr>
        <p:spPr>
          <a:xfrm>
            <a:off x="1581150" y="2521059"/>
            <a:ext cx="9029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We worship you, God of our fathers, we bless you;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through life's storm and tempest our guide you have been.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When perils </a:t>
            </a:r>
            <a:r>
              <a:rPr lang="en-US" sz="2800" dirty="0" err="1">
                <a:solidFill>
                  <a:srgbClr val="222222"/>
                </a:solidFill>
              </a:rPr>
              <a:t>o'ertake</a:t>
            </a:r>
            <a:r>
              <a:rPr lang="en-US" sz="2800" dirty="0">
                <a:solidFill>
                  <a:srgbClr val="222222"/>
                </a:solidFill>
              </a:rPr>
              <a:t> us, escape you will make us,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with your help, O Lord, our battles we win.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F34749-8F0B-4CD7-85B2-3FB39C92D6F0}"/>
              </a:ext>
            </a:extLst>
          </p:cNvPr>
          <p:cNvSpPr txBox="1"/>
          <p:nvPr/>
        </p:nvSpPr>
        <p:spPr>
          <a:xfrm>
            <a:off x="1914525" y="2521059"/>
            <a:ext cx="8362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With voices united our praises we offer,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you, great Jehovah, glad anthems we raise.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Your strong arm will guide us, our God is beside us;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you, our great Redeemer, forever be praise.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58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2021-03-12T19:27:10Z</dcterms:created>
  <dcterms:modified xsi:type="dcterms:W3CDTF">2021-09-03T21:05:31Z</dcterms:modified>
</cp:coreProperties>
</file>