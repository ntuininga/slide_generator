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007DE-D93C-4B3B-BA80-476979BD79C1}" type="datetimeFigureOut">
              <a:rPr lang="en-US" smtClean="0"/>
              <a:t>10/1/2022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F34A4-E8D2-4B78-BE66-7241C3901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64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4091-4A86-384C-077F-63DF7EE36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1E989-87F3-52EA-CDEB-8B8D053FC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8E8E5-74E5-AD71-D02A-897603AC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396A-CC34-4191-A1DA-D06921EB798F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04329-AF72-6A89-3D5E-B2ABE241F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E56AC-1C75-B228-72B4-7C4BC302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69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ABC4-1C8E-2A0F-E92B-15A1E76B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AB6D-E57C-EDA6-3890-E046AFEFB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7E240-82B2-4A68-629C-D037E93D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30001-EE78-48BF-8B89-B23A7DFD6065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5DCD2-7493-A43F-D719-9AC36A65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B7C62-7C57-97DE-8DAB-E378C3BF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5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557C-7CE8-EEFD-DCDA-042869010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181C9-E114-BD24-FAB6-03AE679A8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E8D66-D824-7038-D050-8324B1C4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CDF9-F85B-43B4-93D7-3394B3CCD02E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8885-096F-E690-177D-FB94653C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820E0-1910-51FD-A503-CFAF731E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7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6858-8323-82FB-55F0-442E4A8A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56672-BEC2-1391-DD10-449FEA8ED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96F02-5DE9-3875-34C6-1AE1F2827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8C5DB-18CC-3F24-197D-DCCC99FD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67E2-242C-45EE-A252-748808084174}" type="datetime1">
              <a:rPr lang="en-US" smtClean="0"/>
              <a:t>10/1/2022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DD95A-AAA7-51DA-A380-E3E53C4C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7C2D5-296D-8284-C828-F60BCECE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6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C941-B158-830B-6004-70D07B9E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DC58C-2E5A-882F-15B4-B61728A03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47029-7141-0FBE-D7BF-F6804CF22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DEB78-2029-0A4B-6995-D2FAEB23D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87C3A-31C9-B7AB-249A-1C6442AF2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71A71E-98EE-B035-94E0-3D3ACBA8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A263-E43D-43F6-9D20-14F3059B290C}" type="datetime1">
              <a:rPr lang="en-US" smtClean="0"/>
              <a:t>10/1/2022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0D5A6-CB3F-2E7B-8667-F0725FDC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EB851F-A8AD-BCD7-7619-DC591241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8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AB3B-C6D1-0F8F-AF14-6840417E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4CDA0-C965-D9AC-1CFB-6ECF2D0A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46B7-D466-4266-B550-AD60096E0A52}" type="datetime1">
              <a:rPr lang="en-US" smtClean="0"/>
              <a:t>10/1/2022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5A58E-AC38-EDFD-768C-9287CE9F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84FFE-35F1-1E59-EAD8-8A170DDB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9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897B9-0762-BD46-938F-3CDCE36A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D48E-D981-4BD2-86C6-E76C055DD404}" type="datetime1">
              <a:rPr lang="en-US" smtClean="0"/>
              <a:t>10/1/2022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F9D70-075F-24B8-8623-C311B2BD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B99C8-5176-6DE2-4B43-731E74AF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2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F39C-C055-D7C9-3529-243DF126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570F-D25F-40D9-E46B-188F9E76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6BDA5-5F19-8DF5-24EA-E09C88F17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656B9-F3BD-B8D3-439C-E553DE53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2E17-E46A-441E-95AC-9780A234FF29}" type="datetime1">
              <a:rPr lang="en-US" smtClean="0"/>
              <a:t>10/1/2022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A89FA-3FCB-A872-EC51-2553A85D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DEADE-E337-037B-453A-303E51C6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4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2457-A35B-2A98-F90F-75BC665F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29D5A-2865-1029-9837-1BFA857D59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F21E0-65BD-7E22-3C13-9A39DD112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8E3C3-8A37-5716-BEA7-22CD9D22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01A5E-A3E9-4860-B3D3-456CAD1ACB9C}" type="datetime1">
              <a:rPr lang="en-US" smtClean="0"/>
              <a:t>10/1/2022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F6C31-287E-48D2-1AD5-02EE0324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881E3-530C-8F10-7422-47F90539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3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6DDF-019D-DDF0-E1D1-97109989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B458A-A977-251D-DBE4-253B094A7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48E0D-514A-A047-45B6-08F1D23A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0D72E-B9F2-4A2E-B37C-5B52271B417B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D040A-6D72-BF66-E34A-A44ED574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5AB49-859C-1B0C-D2D2-FA1FEB66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1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A82DFF-012F-41C5-D710-E8BEEBDD2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9CE5-D4B8-9A54-F095-6F426FEF6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DC7A0-28F5-E0A8-F83C-F3770B37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EA4F-3DC7-4597-9CBB-EDC153BB9C76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1454-773A-A6E2-3EEB-73FCA8C3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5E6A5-C3EB-ACFC-D7FA-10E4393C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9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925F94-6697-4AB9-BCFE-E6902386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0A087-185D-9C67-7AB0-B81CE9DA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14A23-9373-1562-5889-C84D8B477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5E665-0E6A-4671-9C90-0021A23E8192}" type="datetime1">
              <a:rPr lang="en-US" smtClean="0"/>
              <a:t>10/1/2022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CBDEA-D23C-E853-9BCD-B687D1461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9A497-33A7-6F7D-B739-6C3B397EA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C876A-5EB7-4EC6-8303-BA92F9E20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4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2F46-AE01-BAE7-993C-9ED718E8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 494 O Jesus, Joy of Loving Hearts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3172-0CCB-179F-C70E-AFD9D5306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Jesus, joy of loving hearts,</a:t>
            </a:r>
          </a:p>
          <a:p>
            <a:pPr marL="0" indent="0" algn="ctr">
              <a:buNone/>
            </a:pPr>
            <a:r>
              <a:rPr lang="en-US" dirty="0"/>
              <a:t>Thou fount of life,</a:t>
            </a:r>
          </a:p>
          <a:p>
            <a:pPr marL="0" indent="0" algn="ctr">
              <a:buNone/>
            </a:pPr>
            <a:r>
              <a:rPr lang="en-US" dirty="0"/>
              <a:t>Thou light of men, from fullest bliss that earth imparts</a:t>
            </a:r>
          </a:p>
          <a:p>
            <a:pPr marL="0" indent="0" algn="ctr">
              <a:buNone/>
            </a:pPr>
            <a:r>
              <a:rPr lang="en-US" dirty="0"/>
              <a:t>We turn unto filled to thee again,</a:t>
            </a:r>
          </a:p>
          <a:p>
            <a:pPr marL="0" indent="0" algn="ctr">
              <a:buNone/>
            </a:pPr>
            <a:r>
              <a:rPr lang="en-US" dirty="0"/>
              <a:t>We turn unfilled to thee again.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B859B-AA1A-A733-AB4B-A6DFAD8C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7561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3976-7BF5-3CEF-7D15-72049AE0F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Thy truth unchanged has ever stood,</a:t>
            </a:r>
          </a:p>
          <a:p>
            <a:pPr marL="0" indent="0" algn="ctr">
              <a:buNone/>
            </a:pPr>
            <a:r>
              <a:rPr lang="en-US" dirty="0"/>
              <a:t>Thou </a:t>
            </a:r>
            <a:r>
              <a:rPr lang="en-US" dirty="0" err="1"/>
              <a:t>savest</a:t>
            </a:r>
            <a:r>
              <a:rPr lang="en-US" dirty="0"/>
              <a:t> those that on thee call;</a:t>
            </a:r>
          </a:p>
          <a:p>
            <a:pPr marL="0" indent="0" algn="ctr">
              <a:buNone/>
            </a:pPr>
            <a:r>
              <a:rPr lang="en-US" dirty="0"/>
              <a:t>To them that seek thee,</a:t>
            </a:r>
          </a:p>
          <a:p>
            <a:pPr marL="0" indent="0" algn="ctr">
              <a:buNone/>
            </a:pPr>
            <a:r>
              <a:rPr lang="en-US" dirty="0"/>
              <a:t>Thou art good,</a:t>
            </a:r>
          </a:p>
          <a:p>
            <a:pPr marL="0" indent="0" algn="ctr">
              <a:buNone/>
            </a:pPr>
            <a:r>
              <a:rPr lang="en-US" dirty="0"/>
              <a:t>To them that find thee, all in all,</a:t>
            </a:r>
          </a:p>
          <a:p>
            <a:pPr marL="0" indent="0" algn="ctr">
              <a:buNone/>
            </a:pPr>
            <a:r>
              <a:rPr lang="en-US" dirty="0"/>
              <a:t>To them that find thee, all in all.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57CBA-1179-E83B-B27F-5519F0A3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20481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BC6A-6A6B-9853-9904-B7819CFA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We taste thee, O thou living bread,</a:t>
            </a:r>
          </a:p>
          <a:p>
            <a:pPr marL="0" indent="0" algn="ctr">
              <a:buNone/>
            </a:pPr>
            <a:r>
              <a:rPr lang="en-US" dirty="0"/>
              <a:t>And long to feast upon thee still;</a:t>
            </a:r>
          </a:p>
          <a:p>
            <a:pPr marL="0" indent="0" algn="ctr">
              <a:buNone/>
            </a:pPr>
            <a:r>
              <a:rPr lang="en-US" dirty="0"/>
              <a:t>We drink of thee, the fountainhead,</a:t>
            </a:r>
          </a:p>
          <a:p>
            <a:pPr marL="0" indent="0" algn="ctr">
              <a:buNone/>
            </a:pPr>
            <a:r>
              <a:rPr lang="en-US" dirty="0"/>
              <a:t>And thirst our souls from thee to fill,</a:t>
            </a:r>
          </a:p>
          <a:p>
            <a:pPr marL="0" indent="0" algn="ctr">
              <a:buNone/>
            </a:pPr>
            <a:r>
              <a:rPr lang="en-US" dirty="0"/>
              <a:t>And thirst our souls from thee to fill.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8A6AC-168D-EBDB-CA3F-52C3B28B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24109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173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 494 O Jesus, Joy of Loving Hearts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494 O Jesus, Joy of Loving Hearts</dc:title>
  <dc:creator>Neil Tuininga</dc:creator>
  <cp:lastModifiedBy>Neil Tuininga</cp:lastModifiedBy>
  <cp:revision>2</cp:revision>
  <dcterms:created xsi:type="dcterms:W3CDTF">2022-10-01T23:04:11Z</dcterms:created>
  <dcterms:modified xsi:type="dcterms:W3CDTF">2022-10-01T23:12:23Z</dcterms:modified>
</cp:coreProperties>
</file>