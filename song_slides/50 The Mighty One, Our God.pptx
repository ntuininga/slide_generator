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414" r:id="rId4"/>
    <p:sldId id="415" r:id="rId5"/>
    <p:sldId id="376" r:id="rId6"/>
    <p:sldId id="413" r:id="rId7"/>
    <p:sldId id="41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F135-0480-430D-A761-781D468C4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A741D-87CC-40B3-A754-D5BCC9A67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7A1-D263-47FE-B00F-9852B04E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4AD8F-09AF-4A18-AA6F-E378768D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78F6E-22E7-4361-B21F-1D03BF32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4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9CAF-B40D-4EAF-BDFD-20E5DD44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1D980-856C-4406-AD52-CC1C5E784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411F6-4BA1-40F0-8B89-565C5335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985F1-5CE6-4475-B617-E6A4967F7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55E01-4DE0-4003-B235-7E344F4B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D6F3-F954-4F61-981A-41D15C79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59B5-02B4-46CA-9F00-B6A0EA1E8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AB770-D03C-4FF0-8989-72464D37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2E654-DDB2-41FB-BFF6-17528DE5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57974-4E36-4538-AB0C-C45BC925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2CAC-AA07-4966-B7C2-0E42B0C6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A7F4-9DC5-4535-BB7A-80D412ED8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A3A4D-4C4E-4273-BF9F-DBEBEC13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BFDBC-33B1-4703-9BC3-FBCE6BD8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46443-7E99-45CD-A34A-52BA82F2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1619D-DF32-4F6F-81F8-CC4E4871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79EA-C30D-45DD-A42C-C36CA502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8721C-8A31-4369-8513-9BACB9FC6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F6F53-4DB6-4333-AB13-B9603FE52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4B448-824F-4F02-887F-E64F92E6B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A6D79-BA89-4F71-9390-4A52B3C82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52B4B-D1C5-4CF7-9ACC-C72DE79A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CA8B3-35D5-4015-B710-90B5B16C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ED51B-FD10-4766-BA85-0964545B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6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34D4-FF19-457D-B4E9-4EFFAFF3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392EC-2F22-4E90-8EC3-08C90C7D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54DF4-166A-43E3-AA1D-42F3E7D7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97A91-4625-4FE0-990E-E6DBFCFA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AB756-D2F3-42E1-B3A8-C2888EC1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B14BA-AE99-4211-8D5B-09DB465C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A3E55-9B81-4E9B-98CA-33252242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6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C3BA-C1D4-4161-B2F9-578CD13F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2915-9AC3-41D8-878E-5B78CE88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DB2AF-C9E1-40B1-801C-CFBF406B2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F7F69-89F8-449F-A728-DAFC66063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521EB-A9A0-4393-A413-0BCCC90F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CCC44-E8F8-4227-9841-EE177D27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B944-DF1B-4A5B-A106-48103A07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5D331-2940-4DA6-9EA5-D9FB583F0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0665-F918-4424-AB95-CCFBC325A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44A97-5067-4641-90EE-86C5F9BB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6E5A8-44A9-40A8-93BF-1E91C7A1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A79ED-1ED7-4B9E-A360-EE5BDDCA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4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8C19-ED7C-4D37-A64A-84D83D13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B0FC7-44B4-4645-91DD-0855C878D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41988-4555-48E0-B281-817D0D91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B2596-1DA8-419E-84C1-A29E5161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1D02B-7225-4EFE-8C83-45042E0C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2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DC50D5-211F-4E42-B676-EBB2488CC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0EF86-F1F6-4712-9A85-475FD0940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78905-1018-463F-AA2B-49ED7AE0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E1A59-A3CE-41FA-B36E-181A2A1F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C7D5F-6B08-4193-9811-4FC381B2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2992A-2197-47E2-B445-D65D66F4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F0409-740B-46A2-97B0-E8673A5E1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9504F-B5E6-4053-832A-4C626814D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D31B6-FA71-4A63-BB90-59135F5A28E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156DF-A687-4D30-962E-3D71A72BD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1A38E-9185-48BE-82AE-7DA8AC53A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4A38B-F116-43E6-8DAB-4E5F62B5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1828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#50 The Mighty One, Our God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 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94AEC-267F-4164-9FEF-233BF3C5A16A}"/>
              </a:ext>
            </a:extLst>
          </p:cNvPr>
          <p:cNvSpPr txBox="1"/>
          <p:nvPr/>
        </p:nvSpPr>
        <p:spPr>
          <a:xfrm>
            <a:off x="1304925" y="2169606"/>
            <a:ext cx="95821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The mighty One, our God the LORD,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speaks and summons all the earth.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From rising ‘til the setting sun,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from Zion’s beauty God shines forth.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Our God shall come and not be still,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fire and tempest round him dwell.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D7632-A30D-4615-88DD-0C5B5DD82EFA}"/>
              </a:ext>
            </a:extLst>
          </p:cNvPr>
          <p:cNvSpPr txBox="1"/>
          <p:nvPr/>
        </p:nvSpPr>
        <p:spPr>
          <a:xfrm>
            <a:off x="2157412" y="2090172"/>
            <a:ext cx="78771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2. He calls unto the </a:t>
            </a:r>
            <a:r>
              <a:rPr lang="en-CA" sz="2800" dirty="0" err="1"/>
              <a:t>heav’n</a:t>
            </a:r>
            <a:r>
              <a:rPr lang="en-CA" sz="2800" dirty="0"/>
              <a:t> and earth,</a:t>
            </a:r>
          </a:p>
          <a:p>
            <a:pPr algn="ctr"/>
            <a:r>
              <a:rPr lang="en-CA" sz="2800" dirty="0"/>
              <a:t>that he may judge his own aright.</a:t>
            </a:r>
          </a:p>
          <a:p>
            <a:pPr algn="ctr"/>
            <a:r>
              <a:rPr lang="en-CA" sz="2800" dirty="0"/>
              <a:t>“Now gather here my saints who made</a:t>
            </a:r>
          </a:p>
          <a:p>
            <a:pPr algn="ctr"/>
            <a:r>
              <a:rPr lang="en-CA" sz="2800" dirty="0"/>
              <a:t>a covenant by sacrifice.”</a:t>
            </a:r>
          </a:p>
          <a:p>
            <a:pPr algn="ctr"/>
            <a:r>
              <a:rPr lang="en-CA" sz="2800" dirty="0"/>
              <a:t>Because the Lord himself is judge,</a:t>
            </a:r>
          </a:p>
          <a:p>
            <a:pPr algn="ctr"/>
            <a:r>
              <a:rPr lang="en-CA" sz="2800" dirty="0"/>
              <a:t>the </a:t>
            </a:r>
            <a:r>
              <a:rPr lang="en-CA" sz="2800" dirty="0" err="1"/>
              <a:t>heav’ns</a:t>
            </a:r>
            <a:r>
              <a:rPr lang="en-CA" sz="2800" dirty="0"/>
              <a:t> declare his righteousness.</a:t>
            </a: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69716-1330-3223-BB33-73C9AF78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20656F-B703-EF53-D56C-6BCF4297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8B29E-0D96-5500-119E-2FDCC6DACEDC}"/>
              </a:ext>
            </a:extLst>
          </p:cNvPr>
          <p:cNvSpPr txBox="1"/>
          <p:nvPr/>
        </p:nvSpPr>
        <p:spPr>
          <a:xfrm>
            <a:off x="2157412" y="2090172"/>
            <a:ext cx="78771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3. “O Hear, me people, I will speak;</a:t>
            </a:r>
          </a:p>
          <a:p>
            <a:pPr algn="ctr"/>
            <a:r>
              <a:rPr lang="en-CA" sz="2800" dirty="0"/>
              <a:t>Against you I will testify,</a:t>
            </a:r>
          </a:p>
          <a:p>
            <a:pPr algn="ctr"/>
            <a:r>
              <a:rPr lang="en-CA" sz="2800" dirty="0"/>
              <a:t>For  I am God, your faithful God,</a:t>
            </a:r>
          </a:p>
          <a:p>
            <a:pPr algn="ctr"/>
            <a:r>
              <a:rPr lang="en-CA" sz="2800" dirty="0"/>
              <a:t>I do not spurn your sacrifice.</a:t>
            </a:r>
          </a:p>
          <a:p>
            <a:pPr algn="ctr"/>
            <a:r>
              <a:rPr lang="en-CA" sz="2800" dirty="0"/>
              <a:t>Your whole burnt </a:t>
            </a:r>
            <a:r>
              <a:rPr lang="en-CA" sz="2800" dirty="0" err="1"/>
              <a:t>off’rings</a:t>
            </a:r>
            <a:r>
              <a:rPr lang="en-CA" sz="2800" dirty="0"/>
              <a:t> I receive;</a:t>
            </a:r>
          </a:p>
          <a:p>
            <a:pPr algn="ctr"/>
            <a:r>
              <a:rPr lang="en-CA" sz="2800" dirty="0"/>
              <a:t>They stand before me constantly”</a:t>
            </a:r>
          </a:p>
        </p:txBody>
      </p:sp>
    </p:spTree>
    <p:extLst>
      <p:ext uri="{BB962C8B-B14F-4D97-AF65-F5344CB8AC3E}">
        <p14:creationId xmlns:p14="http://schemas.microsoft.com/office/powerpoint/2010/main" val="320305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D436-EAF8-C7DE-9D06-87961F7F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DEBE53-119C-5F69-35DE-5EB76BBE6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BCB0A-D412-A5B3-820A-B0032811E514}"/>
              </a:ext>
            </a:extLst>
          </p:cNvPr>
          <p:cNvSpPr txBox="1"/>
          <p:nvPr/>
        </p:nvSpPr>
        <p:spPr>
          <a:xfrm>
            <a:off x="2157412" y="2090172"/>
            <a:ext cx="78771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4. “No cattle will I take from you,</a:t>
            </a:r>
          </a:p>
          <a:p>
            <a:pPr algn="ctr"/>
            <a:r>
              <a:rPr lang="en-CA" sz="2800" dirty="0"/>
              <a:t>No goats from you will I receive. </a:t>
            </a:r>
          </a:p>
          <a:p>
            <a:pPr algn="ctr"/>
            <a:r>
              <a:rPr lang="en-CA" sz="2800" dirty="0"/>
              <a:t>The cattle on a thousand hills is mine, </a:t>
            </a:r>
          </a:p>
          <a:p>
            <a:pPr algn="ctr"/>
            <a:r>
              <a:rPr lang="en-CA" sz="2800" dirty="0"/>
              <a:t>and </a:t>
            </a:r>
            <a:r>
              <a:rPr lang="en-CA" sz="2800" dirty="0" err="1"/>
              <a:t>ev’ry</a:t>
            </a:r>
            <a:r>
              <a:rPr lang="en-CA" sz="2800" dirty="0"/>
              <a:t> forest beast.</a:t>
            </a:r>
          </a:p>
          <a:p>
            <a:pPr algn="ctr"/>
            <a:r>
              <a:rPr lang="en-CA" sz="2800" dirty="0"/>
              <a:t>I know the bids on </a:t>
            </a:r>
            <a:r>
              <a:rPr lang="en-CA" sz="2800" dirty="0" err="1"/>
              <a:t>ev’ry</a:t>
            </a:r>
            <a:r>
              <a:rPr lang="en-CA" sz="2800" dirty="0"/>
              <a:t> hill, </a:t>
            </a:r>
          </a:p>
          <a:p>
            <a:pPr algn="ctr"/>
            <a:r>
              <a:rPr lang="en-CA" sz="2800" dirty="0"/>
              <a:t>and all is mine in </a:t>
            </a:r>
            <a:r>
              <a:rPr lang="en-CA" sz="2800" dirty="0" err="1"/>
              <a:t>ev’ry</a:t>
            </a:r>
            <a:r>
              <a:rPr lang="en-CA" sz="2800" dirty="0"/>
              <a:t> field.”</a:t>
            </a:r>
          </a:p>
        </p:txBody>
      </p:sp>
    </p:spTree>
    <p:extLst>
      <p:ext uri="{BB962C8B-B14F-4D97-AF65-F5344CB8AC3E}">
        <p14:creationId xmlns:p14="http://schemas.microsoft.com/office/powerpoint/2010/main" val="371942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0530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>
                <a:solidFill>
                  <a:prstClr val="black"/>
                </a:solidFill>
              </a:rPr>
              <a:t>5. </a:t>
            </a:r>
            <a:r>
              <a:rPr lang="en-US" dirty="0">
                <a:solidFill>
                  <a:prstClr val="black"/>
                </a:solidFill>
              </a:rPr>
              <a:t>“If I were hungry, who would know?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world and all it has are mine.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Do I eat flesh, or drink goat’s blood?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Give thanks to God as sacrifice;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perform your vows; call out to me,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praise me when I set you free.”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0530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>
                <a:solidFill>
                  <a:prstClr val="black"/>
                </a:solidFill>
              </a:rPr>
              <a:t>6.</a:t>
            </a:r>
            <a:r>
              <a:rPr lang="en-US" dirty="0">
                <a:solidFill>
                  <a:prstClr val="black"/>
                </a:solidFill>
              </a:rPr>
              <a:t> But to the wicked God declares: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“What right have you to speak my laws?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Why take my </a:t>
            </a:r>
            <a:r>
              <a:rPr lang="en-US" dirty="0" err="1">
                <a:solidFill>
                  <a:prstClr val="black"/>
                </a:solidFill>
              </a:rPr>
              <a:t>cov’nant</a:t>
            </a:r>
            <a:r>
              <a:rPr lang="en-US" dirty="0">
                <a:solidFill>
                  <a:prstClr val="black"/>
                </a:solidFill>
              </a:rPr>
              <a:t> on your lips?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From discipline you soon withdraw.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You follow thieves and hate my words,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Your lot is with adulterers.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0828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37D08F-02AE-48C2-B884-89764188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E621D-B9AA-4404-9624-265B0E97FCC9}"/>
              </a:ext>
            </a:extLst>
          </p:cNvPr>
          <p:cNvSpPr txBox="1"/>
          <p:nvPr/>
        </p:nvSpPr>
        <p:spPr>
          <a:xfrm>
            <a:off x="2081212" y="2111375"/>
            <a:ext cx="80295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8. “Mark this, you who forget your God,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lest I destroy with none to free;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who offers thankful sacrifice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he glorifies and honours me;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to him who orders right his way,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Lord’s salvation I’ll display.”</a:t>
            </a:r>
          </a:p>
        </p:txBody>
      </p:sp>
    </p:spTree>
    <p:extLst>
      <p:ext uri="{BB962C8B-B14F-4D97-AF65-F5344CB8AC3E}">
        <p14:creationId xmlns:p14="http://schemas.microsoft.com/office/powerpoint/2010/main" val="275411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415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#50 The Mighty One, Our God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#50 The Mighty One, Our God </dc:title>
  <dc:creator>Eric Hoogendoorn</dc:creator>
  <cp:lastModifiedBy>Neil Tuininga</cp:lastModifiedBy>
  <cp:revision>3</cp:revision>
  <dcterms:created xsi:type="dcterms:W3CDTF">2020-12-24T00:06:39Z</dcterms:created>
  <dcterms:modified xsi:type="dcterms:W3CDTF">2025-09-19T18:02:18Z</dcterms:modified>
</cp:coreProperties>
</file>