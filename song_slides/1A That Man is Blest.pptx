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41" r:id="rId3"/>
    <p:sldId id="320" r:id="rId4"/>
    <p:sldId id="345" r:id="rId5"/>
    <p:sldId id="34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0DE11-852E-4C20-A801-8C355DFDE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C5EFD-55DE-4609-8785-764D815FF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3D9C7-CF3B-42E3-B988-867C5EC9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EC2CF-8B7E-41A1-AA26-CEAC8023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C8BFF-93A4-4FD7-8832-236A2855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1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6EC6-A0F4-4D87-9700-D1FF08C8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67A57-E86B-4151-BFF4-2E16A1F9B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8CDF2-81C5-4FEA-ACE0-5C61A2C1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AB508-C8E8-427F-9B98-6DC465BE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E0800-41AA-49D4-8552-971CB9B4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6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CD3E-F0CD-4528-B489-EA555091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ED485-4930-474E-BECA-DA93D783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D0FEC-4B81-4099-BAC5-D028EE19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D3FC5-CEFB-4AE1-BCFF-2FFBDD94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CE44-5A50-4624-94A3-26F1C6AC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4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0FFC-B65C-438E-AC73-2FA13ED4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65A2A-528A-46C7-835D-E28A32630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0598A-7045-4C21-82FB-94241ED9F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7BC4C-4342-47D9-A503-5EB86FD8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BF6BA-5C35-4355-A6B2-C7EF8E8A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486DB-06B5-442A-849A-AB95AD554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0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83B2-E6AC-4C21-958B-551D1562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B1A36-94F3-4E55-927D-B5A483653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85CD7-3877-4FD2-823C-5E0EA2052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1A12E-7C48-49A4-8B7D-6B439C038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535F4-E29C-4E2C-9E94-0BABC9DD8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25C77B-FB75-4B53-AEE6-B4A226B1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2CFF0-F8AA-426B-86B3-59DD4780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30159-B60D-45C6-8E88-350BAF81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3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D7EB-8B91-4B46-82C2-1EF86A51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94B70E-4541-4038-8979-07178F09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C0201-C68A-45F5-AA1D-0928BD65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C98F1-5038-482F-91E6-760F668C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FFF4B-5ECE-4996-A960-2C75D8E1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B8F49-81AA-4235-8592-2CDCAF04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60FD1-8938-4FAC-BA2A-B1B1B1BD0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4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B519-1B5C-43B5-B63B-4550A5E2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15F0D-49A1-4B3F-A419-B5EBA362C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EBFB4-227F-485E-BF33-E4C0F5B5B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2CD92-3A56-4140-BD84-AC9101A5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7095C-8E35-408D-A2A2-C82E7017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FA7D9-A53D-432A-8F03-A3F09954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5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33D6-E7FF-43AC-872C-3375A4A0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E08BA0-1738-42B8-8D2B-8828111D0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27FBC-6395-45AB-840A-B8966D8D5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CD7F3-2896-4A36-97AD-EF0F54D0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64E87-26B3-4286-A8D6-4E1A722C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28D91-4BF5-460E-A2BA-E1F77E09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7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AC44-E9C8-4EEE-81BC-C4C0EB437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FFD7E-E25D-4DB3-AEC3-1CA43DC3E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86E84-C000-4432-9C01-C93FD3F7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A11EE-987B-4715-B6F9-02D4E411B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011FC-71F4-43F5-B037-0E607CBA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8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5BA21-C5DD-4A17-ACEA-EB3DB0917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1DFFF-F335-4482-ADE6-29177D766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F36C-68D7-4E12-BD25-4C378CCD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17EB3-DD3E-4FB3-B864-E2CB9E72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FA3E5-872C-4299-AEFD-67A79566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5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317550-AE83-49D7-A243-EA676623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035A5-ED5D-47AF-A63F-14DD279DA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57C0B-1066-4448-B305-F0B21777C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32456-498E-4164-93F5-E39CC6716DB7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200D-1C56-410E-98FA-0E4A58879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97CEA-54D5-49BE-B49D-5C17A9ABE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500AC-2112-436C-A21E-9487EB29A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8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That man is blest who, fearing God,</a:t>
            </a:r>
            <a:br>
              <a:rPr lang="en-US" sz="2800" dirty="0"/>
            </a:br>
            <a:r>
              <a:rPr lang="en-US" sz="2800" dirty="0"/>
              <a:t>from sin restrains his feet,</a:t>
            </a:r>
            <a:br>
              <a:rPr lang="en-US" sz="2800" dirty="0"/>
            </a:br>
            <a:r>
              <a:rPr lang="en-US" sz="2800" dirty="0"/>
              <a:t>who will not stand with wicked men,</a:t>
            </a:r>
            <a:br>
              <a:rPr lang="en-US" sz="2800" dirty="0"/>
            </a:br>
            <a:r>
              <a:rPr lang="en-US" sz="2800" dirty="0"/>
              <a:t>who shuns the scorners' seat.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#1A That Man is Blest</a:t>
            </a:r>
          </a:p>
        </p:txBody>
      </p:sp>
    </p:spTree>
    <p:extLst>
      <p:ext uri="{BB962C8B-B14F-4D97-AF65-F5344CB8AC3E}">
        <p14:creationId xmlns:p14="http://schemas.microsoft.com/office/powerpoint/2010/main" val="426667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Yea, blest is he who makes God's law</a:t>
            </a:r>
            <a:br>
              <a:rPr lang="en-US" sz="2800" dirty="0"/>
            </a:br>
            <a:r>
              <a:rPr lang="en-US" sz="2800" dirty="0"/>
              <a:t>his portion and delight,</a:t>
            </a:r>
            <a:br>
              <a:rPr lang="en-US" sz="2800" dirty="0"/>
            </a:br>
            <a:r>
              <a:rPr lang="en-US" sz="2800" dirty="0"/>
              <a:t>and meditates upon that law </a:t>
            </a:r>
            <a:br>
              <a:rPr lang="en-US" sz="2800" dirty="0"/>
            </a:br>
            <a:r>
              <a:rPr lang="en-US" sz="2800" dirty="0"/>
              <a:t>with gladness day and night.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5859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That man is nourished like a tree</a:t>
            </a:r>
            <a:br>
              <a:rPr lang="en-US" sz="2800" dirty="0"/>
            </a:br>
            <a:r>
              <a:rPr lang="en-US" sz="2800" dirty="0"/>
              <a:t>set by the river's side;</a:t>
            </a:r>
            <a:br>
              <a:rPr lang="en-US" sz="2800" dirty="0"/>
            </a:br>
            <a:r>
              <a:rPr lang="en-US" sz="2800" dirty="0"/>
              <a:t>its leaf is green, its fruit is sure,</a:t>
            </a:r>
            <a:br>
              <a:rPr lang="en-US" sz="2800" dirty="0"/>
            </a:br>
            <a:r>
              <a:rPr lang="en-US" sz="2800" dirty="0"/>
              <a:t>and thus his works abide.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2549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The wicked, like the driven chaff,</a:t>
            </a:r>
            <a:br>
              <a:rPr lang="en-US" sz="2800" dirty="0"/>
            </a:br>
            <a:r>
              <a:rPr lang="en-US" sz="2800" dirty="0"/>
              <a:t>are swept from off the land;</a:t>
            </a:r>
            <a:br>
              <a:rPr lang="en-US" sz="2800" dirty="0"/>
            </a:br>
            <a:r>
              <a:rPr lang="en-US" sz="2800" dirty="0"/>
              <a:t>they shall not gather with the just, </a:t>
            </a:r>
            <a:br>
              <a:rPr lang="en-US" sz="2800" dirty="0"/>
            </a:br>
            <a:r>
              <a:rPr lang="en-US" sz="2800" dirty="0"/>
              <a:t>nor in the judgment stand.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2976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The Lord will guard the righteous well,</a:t>
            </a:r>
            <a:br>
              <a:rPr lang="en-US" sz="2800" dirty="0"/>
            </a:br>
            <a:r>
              <a:rPr lang="en-US" sz="2800" dirty="0"/>
              <a:t>their way to him is known;</a:t>
            </a:r>
            <a:br>
              <a:rPr lang="en-US" sz="2800" dirty="0"/>
            </a:br>
            <a:r>
              <a:rPr lang="en-US" sz="2800" dirty="0"/>
              <a:t>the way of sinners, far from God,</a:t>
            </a:r>
            <a:br>
              <a:rPr lang="en-US" sz="2800" dirty="0"/>
            </a:br>
            <a:r>
              <a:rPr lang="en-US" sz="2800" dirty="0"/>
              <a:t>shall surely be </a:t>
            </a:r>
            <a:r>
              <a:rPr lang="en-US" sz="2800" dirty="0" err="1"/>
              <a:t>o'erthrown</a:t>
            </a:r>
            <a:r>
              <a:rPr lang="en-US" sz="2800" dirty="0"/>
              <a:t>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5351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2020-07-10T02:16:05Z</dcterms:created>
  <dcterms:modified xsi:type="dcterms:W3CDTF">2020-07-10T02:16:24Z</dcterms:modified>
</cp:coreProperties>
</file>