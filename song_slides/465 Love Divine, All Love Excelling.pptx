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06AD-849C-4005-AB98-727150901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A91D-3D57-4DB3-BF19-A55FF2D9F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52B9F-2FF4-495D-B9A7-FF96C791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3804D-A3A5-4118-A750-FA87D36C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535B2-C06D-419A-BC1F-D7A86AF1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46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85CA-9B76-495C-9DDE-D79D56E36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84854-CF96-4DCF-94A7-D1E1BB42B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5EDCF-0129-4D13-9E16-9456040B7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7F5DD-EFFB-475D-A91F-575C56EA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69E1A-5469-4F30-AF0C-E4E29AEE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320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2775C-0A96-40CB-B6FE-7A0EFC38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C8DDD-AC2D-4EE7-9405-C92CD4A6F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04947-F738-48BB-8BAA-8C4C9161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A84F7-FB20-4137-A452-1A5CA365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ABE3A-CED3-4BB7-B03A-B6C6FDF0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230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280-AFAB-4F64-8D65-2F4858F8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FF6A6-B3C7-445E-8909-B2CC56F7D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9853E-92C3-4990-995E-DA142958B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815E0-872F-42D4-8976-1AB91CF12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7E5EC-C712-4696-94B6-DD3C71CED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FCAE3-B4E0-497B-A69D-87D9B37C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807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4AB4-B690-40BD-9520-8EC051FE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591EC-4847-4EB2-8EC1-79A00A964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11C67-94C8-41ED-AA8A-391853CEF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D2313-13C0-4E86-ABEB-21759FE12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56400-89D1-46EF-BA1E-CB8D72766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B69ECE-968E-4D07-9EC0-96A9AF19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1A1CBC-DA00-485F-8A10-8D06CB26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E00653-34D2-4DAC-A7F4-C6659727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4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8FEF-C0C2-4101-B581-DF83F72C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63BD3-98A2-49AE-8DE1-58619808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30F8B-3FF3-4501-A8EC-C58EF14A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03116-015C-4C89-A986-D32A0D8E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50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21623-48B8-4AD1-8CCF-F9247B375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8947A-DCA7-4910-8E82-5B9D6916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93150-FF1E-4149-A9A9-C20B82CB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921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7026-98FF-41E5-A966-408B58A49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9E31F-165A-4192-80E0-F34B1F4B4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2F001-351D-41D8-94D5-E50FCF42C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E74AC-D1E9-4E54-9244-B063F71E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26900-4416-40BB-9A41-4E7CC92E4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DFD94-CA69-4D90-8DDB-2A0577B3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171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9CB66-008A-4BEF-B5CA-47F5F756F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200E0B-BB6C-4C5E-86CE-C7D4FB839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2EA77-889E-483D-911A-7308945C0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9C1DE-682F-4B9E-AC9B-A9102AEF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F25B5-09EC-48C6-9814-DEDA1065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BF580-D6D2-4046-825F-ACE9062A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259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A375-F6FA-43B5-8D48-FA905438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1A349-58E9-4288-96E4-F25447B3C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C0400-E496-47C9-B87D-12EE9BF44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03A56-C526-4403-BFE3-B4D46D2D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AFCDC-4F90-4A61-8996-BA855413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1888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16E09-4E02-4536-B737-05CA99A3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3B417-B6B0-475E-86C1-1A1A0F1B8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239C5-8A95-4951-955D-C5292DE1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4175-6F5A-4497-A92E-9AB8CE87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17D94-426D-4034-96AD-0E322306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6547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86719-E2C0-4C29-9C76-CCCE5AEB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28C2C-BAC9-40FD-9934-D8B7B2933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6D0DD-2528-4190-9163-6FD53DF05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89994-A680-4FD3-8D16-742354B48555}" type="datetimeFigureOut">
              <a:rPr lang="en-CA" smtClean="0"/>
              <a:t>2020-11-28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20D83-FA36-4B7A-B255-C94C8E5D5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D5954-829C-47AE-8505-1E71C054D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1D927-B311-4125-8789-6CF4690DD9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654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DE0C6A-A373-4B1E-8394-FE33B913EB96}"/>
              </a:ext>
            </a:extLst>
          </p:cNvPr>
          <p:cNvSpPr txBox="1"/>
          <p:nvPr/>
        </p:nvSpPr>
        <p:spPr>
          <a:xfrm>
            <a:off x="852487" y="333375"/>
            <a:ext cx="10487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#465 Love Divine, All Loves Excelling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059C7-D9A9-43DE-887B-FE7EA79B33EF}"/>
              </a:ext>
            </a:extLst>
          </p:cNvPr>
          <p:cNvSpPr txBox="1"/>
          <p:nvPr/>
        </p:nvSpPr>
        <p:spPr>
          <a:xfrm>
            <a:off x="1445418" y="1800225"/>
            <a:ext cx="93011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Love divine, all loves excelling,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Joy of heav'n to earth come down: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fix in us thy humble dwelling,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thy faithful mercies crown: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Jesus, thou art all compassion,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pure, unbounded love thou art;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visit us with thy salvation,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enter ev'ry trembling heart.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65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2CC62D-7464-43BD-8579-A248A06218B8}"/>
              </a:ext>
            </a:extLst>
          </p:cNvPr>
          <p:cNvSpPr txBox="1"/>
          <p:nvPr/>
        </p:nvSpPr>
        <p:spPr>
          <a:xfrm>
            <a:off x="2524125" y="966787"/>
            <a:ext cx="71437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Breathe, O breathe thy loving Spirit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into ev'ry troubled breast;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us all in thee inherit,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us find the promised rest: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take away the love of sinning;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Alpha and Omega be;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End of faith, as its Beginning,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set our hearts at liberty.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50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FCCDA-53E6-4AC6-A86C-88000E495B7B}"/>
              </a:ext>
            </a:extLst>
          </p:cNvPr>
          <p:cNvSpPr txBox="1"/>
          <p:nvPr/>
        </p:nvSpPr>
        <p:spPr>
          <a:xfrm>
            <a:off x="2019300" y="1152524"/>
            <a:ext cx="8153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Come, Almighty to deliver,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us all thy life receive;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suddenly return, and never,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nevermore thy temples leave.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Thee we would be always blessing,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serve thee as thy hosts above,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pray and praise thee without ceasing,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glory in thy perfect love.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465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4D2514-A3BE-441A-A714-E1CE6241D168}"/>
              </a:ext>
            </a:extLst>
          </p:cNvPr>
          <p:cNvSpPr txBox="1"/>
          <p:nvPr/>
        </p:nvSpPr>
        <p:spPr>
          <a:xfrm>
            <a:off x="1857375" y="1659285"/>
            <a:ext cx="8477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Finish, then, thy new creation;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pure and spotless let us be: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us see thy great salvation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perfectly restored in thee;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changed from glory into glory,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'til in heav'n we take our place,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'til we cast our crowns before thee,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lost in wonder, love, and praise.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78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2020-11-28T19:49:40Z</dcterms:created>
  <dcterms:modified xsi:type="dcterms:W3CDTF">2020-11-28T19:49:40Z</dcterms:modified>
</cp:coreProperties>
</file>