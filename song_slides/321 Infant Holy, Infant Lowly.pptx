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6FF5-D70B-4ED6-AB14-38BD35673C2A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7258C-65B5-4437-8038-B199E63AA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3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2597-BB0A-0F00-F223-E9C3D022A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9D577-3771-8F79-657B-06069BEB9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48B46-D558-727B-1F66-057596E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A624-F18F-4F41-B6A8-381F4F01D1C1}" type="datetime1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BB51F-411A-EAA8-DFA7-5D51ACBBB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FF615-C26B-818D-AB8C-BD4F71231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C0DD-656E-4F15-8726-A0943A7D6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7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C933-8B8B-251F-4942-A4341815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CBFF8-EA00-376A-7839-3319B8E14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4DB58-B3B0-6855-3761-414EF4E5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01CF-6E32-4CBE-9C1C-A2DEE31D7D29}" type="datetime1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8A8DB-0B7C-47E2-A31B-7DFF179A7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33463-F650-1537-882D-99780849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C0DD-656E-4F15-8726-A0943A7D6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2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1E011-8CA6-A953-5C61-D0D5DB391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4AA75-FBFD-7150-227F-E8FBB8541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D51BB-C832-DA86-E3CD-23F20094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32E2-3DEC-4859-A8D0-962156DA468D}" type="datetime1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8E6F5-FFC3-B986-D5B3-21544F60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286BF-E619-8EEE-0003-68B45714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C0DD-656E-4F15-8726-A0943A7D6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54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B6D5-6B34-20FB-3931-388569FEA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848B2-0606-1E0B-9DA8-721C1C5C7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A5F66-E1D2-2CF2-507B-9FC83F9AD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71959-D9A6-E8CE-ADCD-C9337B77F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0933-293C-4369-B462-646BFD38B1A2}" type="datetime1">
              <a:rPr lang="en-US" smtClean="0"/>
              <a:t>12/21/2023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3B19B-5145-8043-629A-29FA996A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95CCB-4448-B4BD-9696-A229B85C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C0DD-656E-4F15-8726-A0943A7D6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9DE4-2035-09A9-6A59-8483EF5E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D6D2B-2FF9-3D99-1777-08CDFF5EA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2AD8B-140F-F8FE-41AC-842A1ABF0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883EB-11E6-2264-3A4A-9E310A7264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0FE341-DCB2-7C11-FCA6-759CA316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A5168-7781-2AAB-0FB7-8054EAE7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87BB4-F42B-44BC-88E8-8F6CBB9136C3}" type="datetime1">
              <a:rPr lang="en-US" smtClean="0"/>
              <a:t>12/21/2023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669F5F-A339-42E7-DF68-52ED3C7E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B36C3-7BCC-5CDD-106C-A3A42C99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C0DD-656E-4F15-8726-A0943A7D6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23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E4A32-DE0F-39F0-6257-88528CE9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855C8-9B49-A57E-25FA-FDECC780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173B-B941-490C-AC37-625526FA6D4B}" type="datetime1">
              <a:rPr lang="en-US" smtClean="0"/>
              <a:t>12/21/2023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93826-37EA-E31B-8845-741ED597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B17DD-3D08-DF3F-8C66-E27E69CA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C0DD-656E-4F15-8726-A0943A7D6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15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2F88E-14EB-8D2D-538F-2562D105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5E8D-0BB0-4AA6-A92D-A6A8DB37FC48}" type="datetime1">
              <a:rPr lang="en-US" smtClean="0"/>
              <a:t>12/21/2023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FB072A-38CB-D9C6-40E0-0C2CB675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0CBFF-5BD8-895B-B3E8-0FE00ADF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C0DD-656E-4F15-8726-A0943A7D6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4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48A01-1E04-2F0B-CC86-491D19D51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78D78-DC2D-9F84-9050-25C9670BC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882EC-1400-0CAC-9E8B-9A22F58FF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95D36-89C2-65B0-6A72-742F56A49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8021C-91BB-4173-864B-C0CAC76CBB18}" type="datetime1">
              <a:rPr lang="en-US" smtClean="0"/>
              <a:t>12/21/2023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BE7EB-CF6D-4E00-F5C6-B74899107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23C63-AF67-EA00-631A-0D8F2AAE5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C0DD-656E-4F15-8726-A0943A7D6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1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62E7-5925-CD2D-C134-F4B657D24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3B826-2B15-3902-7273-FF3B683E6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E2794-B5FF-A5AD-545E-18BD6D83E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AC3B9-3110-A63F-5EEC-4FC828DCD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A08F5-C89B-4141-9DED-9D73C35FA00E}" type="datetime1">
              <a:rPr lang="en-US" smtClean="0"/>
              <a:t>12/21/2023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7DB04-1761-C471-F118-F8E1903EA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26A87-56F6-B34E-459E-6AB2975C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C0DD-656E-4F15-8726-A0943A7D6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AC57-9D2A-5A94-257A-0E85E985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B30B0-80FF-73CB-0E48-A8D3CA315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B1B7C-44DA-FE21-507B-7BB89FB3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AEB85-B003-4B2B-8A2E-D3F737C1E0A9}" type="datetime1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91CFD-0E0B-A165-BECA-978B3813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10FE0-5A3A-B7A0-1340-80C646AE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C0DD-656E-4F15-8726-A0943A7D6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8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CCD0F-41B2-CDA7-FC48-08FCFF856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93534-A41F-D470-DD0A-9D35332F6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EBC49-88B7-6DD9-D94B-20F23C6D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CEC8-BAA9-4ED7-818E-033867FFA8C4}" type="datetime1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16805-9910-EDB3-A1B3-4DE9615C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89230-F905-214E-8131-F0ED5DBD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C0DD-656E-4F15-8726-A0943A7D6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02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4080EA-0761-FB56-977F-0367D997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ED8E8-256E-0F14-CD25-8EA60FFD3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FBCCC-DA48-14FC-CF62-C2C81C392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EC8B9-8376-48C1-BBFC-4A79EDBE9664}" type="datetime1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9A795-8881-866B-0790-B43C26332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uised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90479-DDFF-536F-B1F8-B64031950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4C0DD-656E-4F15-8726-A0943A7D6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0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F4752-3ED5-C5D7-DE45-1A3B1D72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/>
              <a:t>#321 </a:t>
            </a:r>
            <a:r>
              <a:rPr lang="en-US" i="1" dirty="0"/>
              <a:t>Infant Holy, Infant Lowly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D840E-3BF3-D540-B5EE-E614A5662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Infant holy, infant lowly,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his bed a cattle stall;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oxen lowing, little knowing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Christ the babe is Lord of all.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Swift are winging angels singing,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noels ringing, tidings bringing: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Christ the babe is Lord of all.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Christ the babe is Lord of all.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8ABB2-F6C5-999A-651D-754E08EA6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8172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9B73-C008-EA92-A2D2-3BB70F04C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Flocks were sleeping, shepherds keeping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vigil 'til the morning new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saw the glory, heard the story,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tidings of a gospel true.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Thus rejoicing, free from sorrow,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praises voicing, greet the morrow: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Christ the babe was born for you.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Christ the babe was born for you.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BAB1C-AEE6-328C-8654-76825DC9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uised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06114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#321 Infant Holy, Infant Lowly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#291 Infant Holy, Infant Lowly</dc:title>
  <dc:creator>Neil Tuininga</dc:creator>
  <cp:lastModifiedBy>Neil Tuininga</cp:lastModifiedBy>
  <cp:revision>2</cp:revision>
  <dcterms:created xsi:type="dcterms:W3CDTF">2023-12-22T04:25:22Z</dcterms:created>
  <dcterms:modified xsi:type="dcterms:W3CDTF">2023-12-22T04:28:34Z</dcterms:modified>
</cp:coreProperties>
</file>