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0412C-2A2B-4C2B-83FA-BA765915BADD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6EEBF-CBA8-4F3B-AC58-D9A725A77E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111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B8D60-41A5-22E5-753B-7A81A0F42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CFDCE-64DE-BE26-8555-B2534C10F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EEB81-5035-72E1-7E3B-C594D73B1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F6584-D85B-4010-9887-3B03F94FFB6F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F0F26-0B29-032E-8226-E6E18ADE5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99B21-A381-CDEE-540C-5440CCE45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68D87-F7B7-41F2-990F-BA64A1764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56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A173F-B52A-98F6-4A04-FBF10D11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10C78-2A9E-35B3-9918-C8766FAF8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6C267-3853-4897-0988-65B1215E6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B1ED7-F277-47B0-8189-5393F4EB5F9F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A3FC-BD97-69E9-AB49-51C20E8D8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E2D91-E8CA-5D95-50F6-1B0427CEE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68D87-F7B7-41F2-990F-BA64A1764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E62D1-E09E-D873-8D3F-8F2DE4527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2E5AD-D875-FCF8-AD29-F88234B01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AE460-ECBE-E462-A5E5-5ECD5F1BD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6985-3D26-4361-B8EC-E296BC810B5E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974E3-4394-7CF3-3557-B957239D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B23AE-8758-7CC4-12F7-728C0450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68D87-F7B7-41F2-990F-BA64A1764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34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76A62-7D55-9D55-6371-8E74D7C2F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C9D4F-EFA9-3CD6-CB66-A3C6BBCD41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EA4EE-497D-02D8-04BD-0AEE2AF89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A6E55-8F7A-86A5-850C-6867E60D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BE7B8-AAAC-4465-BC06-770585CB5248}" type="datetime1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B299EE-BA49-74DC-8304-7A1E92410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9A812-700E-E122-B30A-9BF3D8BE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68D87-F7B7-41F2-990F-BA64A1764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7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A93A-5501-F052-D2C7-F2E41DA35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5D852-FE98-92C9-13EC-3F590430B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34D59-F1D8-C92D-F07D-035D9B3A4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DF556D-5005-ECCD-E289-2F6B508419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F70FC1-C35B-7D4A-D09B-6CEE3C7920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E6C23D-31DF-44BB-649F-A053A6F9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B8D85-96D5-4949-B7B2-CA148C94549F}" type="datetime1">
              <a:rPr lang="en-US" smtClean="0"/>
              <a:t>6/17/2022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9F3260-8508-5D2C-C4CB-E1319F94D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A2DD8F-9E76-2FDC-BF9E-855760F21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68D87-F7B7-41F2-990F-BA64A1764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2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0242-B373-7586-1ED8-8C2A47282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46D622-8419-8653-71C4-1976E3B2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658C2-108C-4E1B-95B3-297D4570C9CD}" type="datetime1">
              <a:rPr lang="en-US" smtClean="0"/>
              <a:t>6/17/2022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E9AB4-BD7E-B659-3720-8E48559F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B665-4090-6795-3259-8CCE313AF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68D87-F7B7-41F2-990F-BA64A1764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1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77C70-5E07-BF86-4CC2-772FF2146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B09B-F765-449C-BB32-D8EF9D93CAE3}" type="datetime1">
              <a:rPr lang="en-US" smtClean="0"/>
              <a:t>6/17/2022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0F139B-2CFD-BBAF-1415-BEB7D043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0044A-5A43-C13B-6AE4-20E5F71A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68D87-F7B7-41F2-990F-BA64A1764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65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A18D-8568-F7CB-8E75-54A98CAAD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50D25-098C-A6B3-BB20-C53763F8E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13AFF-4079-225A-1678-744E1374D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919BD-1389-42F7-E34F-0A6A2473F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CE2E6-E527-43E8-A303-4F3D6DEDDF4D}" type="datetime1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6A881-DFFB-5027-8FD5-375081101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81DB8-7E5B-9781-9994-A02D1D75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68D87-F7B7-41F2-990F-BA64A1764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87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50934-7FE6-DA4E-7234-A932D458D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E6C1FF-6F7B-855D-BE7E-92324B6820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03FEF-1885-1DB4-0C80-3E6BC4673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77816-F862-6238-3031-42A3885DA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6010-1315-4A2C-AF9A-73A4AAF6A16C}" type="datetime1">
              <a:rPr lang="en-US" smtClean="0"/>
              <a:t>6/17/2022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6FA4C-826B-C14A-0768-36E1FE6A4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14FB2-D6EA-8D58-1AAA-FBCECF019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68D87-F7B7-41F2-990F-BA64A1764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34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1CCF-A13B-1CA3-CCD2-BF78B484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E912D9-F375-DFC0-C607-27ED9BB5C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5ABC1-857B-9CFF-3312-A06903C1A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5485D-5EB6-435D-9B72-1E5B786DA338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83CC2-D321-CC1C-60FF-78124C2B9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7D99F-CB0C-13E0-3DA8-72281C47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68D87-F7B7-41F2-990F-BA64A1764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023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1A9DDB-AB97-CE8C-9489-2E2A53C00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D587B-8541-74D3-4956-ECFAB7805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F0A97-15B3-A20C-A6F0-EA18AE3DA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6DD07-9367-4AE7-A36D-C99A658B4DBE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5D26C-FCF6-0FBE-0340-C5DC1DFE3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BBAED-2281-E8E0-DDEF-97CB71C8A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68D87-F7B7-41F2-990F-BA64A1764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0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AC6AD1-526C-BDEA-6269-D3096A0A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79BB1-32B8-D3E3-D8CB-924C24D0D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BC746-D87A-A677-0737-AB6B06A54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66C5E-A9D4-4075-B35D-4CD89A58C2B4}" type="datetime1">
              <a:rPr lang="en-US" smtClean="0"/>
              <a:t>6/17/2022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C9375-9ADD-02A5-1FDA-4BF07A484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23573-F0B4-B398-B8C1-47EFE288C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68D87-F7B7-41F2-990F-BA64A1764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30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CFCEE-BFD9-9875-7221-89442A00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#388 Rejoice, Rejoice, Believers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97D23-BD76-68F3-6DE0-4B2D1A23F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</a:rPr>
              <a:t>Rejoice, rejoice, believers,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let your lights appear!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evening is advancing,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darker night is near.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Bridegroom is arising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soon he will draw nigh;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up, watch in expectation!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At midnight comes the cry.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E35DA-1445-F31F-E30D-E937D2C72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697129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E9F4C-E6B5-4EF3-CFDF-3C215B421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See that your lamps are burning,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replenish them with oil;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wait for your salvation,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end of earthly toil.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watchers on the mountain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proclaim the Bridegroom near;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meet him as he approaches,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with alleluias clear.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D0632-EF60-4284-82D4-C00C3CBD3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49693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E4911-60D3-1664-94A6-8C4894A98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You saints, who here in patience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your cross and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suff'rings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bore,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shall live and reign forever,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when sorrow is no more: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around the throne of glory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Lamb you shall behold,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triumph cast before him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your alleluias clear.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15CF6-25A8-9A2B-9FA1-D9509296B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82090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90995-234C-783E-431F-677D677B9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Our hope and expectation,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 Jesus, now appear;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arise, O Sun so longed for,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above the darkened sphere.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With hearts and hands uplifted,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we plead, O Lord, to see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day of earth's redemption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sets your people free!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2477-CB60-DAB8-9ADB-F4162E622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36010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258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#388 Rejoice, Rejoice, Believers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#388 Rejoice, Rejoice, Believers</dc:title>
  <dc:creator>Neil Tuininga</dc:creator>
  <cp:lastModifiedBy>Neil Tuininga</cp:lastModifiedBy>
  <cp:revision>1</cp:revision>
  <dcterms:created xsi:type="dcterms:W3CDTF">2022-06-17T16:30:40Z</dcterms:created>
  <dcterms:modified xsi:type="dcterms:W3CDTF">2022-06-17T16:34:24Z</dcterms:modified>
</cp:coreProperties>
</file>