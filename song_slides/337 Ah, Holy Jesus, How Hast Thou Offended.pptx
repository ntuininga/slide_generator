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2" r:id="rId5"/>
    <p:sldId id="38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C3D19-192F-43D2-AA3B-EF60968E4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8224CC-4329-4359-A413-4B539D71B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5FEF9-2353-4276-88A5-ADBC397E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C48E6-1917-4B53-87C6-EAC6E4691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0C936-C158-4DF4-A908-ADF29DF3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3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D92C-BBB6-483D-90FC-76F5B384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0513-16B5-4A34-B6A8-B4C35A4AA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4D2CF-61DD-4213-B5BD-4E542786D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E7C08-0ED8-478A-BD03-6BF76B02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20E03-7840-4D02-8B63-9C73DABA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57BC-17A2-4DC3-A702-D10ADCA2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9081B-6E7D-4C91-ABD0-910F39B59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F3CFB-3E56-4EC5-B51E-41632DA5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474A3-CCD3-460B-BD8C-7FC07D201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C023-8866-425F-A0FD-190736E0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8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64D3-CF39-4AD5-B5AE-88FAA1B9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7EB7B-43AE-4CC7-B6E1-A8771EB57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0A62D-4FCF-4E89-9346-7AB05F11C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D61CB-46DD-4545-A58D-271C2240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A729D-148F-458B-B00B-F883422B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48BED-1C19-493E-B16F-B0B5F95E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7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2A85A-B21F-406C-A848-990E53A99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247D3-F344-4CDF-84C3-A5BE3F17F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B69F9-8DF0-4354-8788-3FB9425C8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3E28F-BA41-4263-844B-E2EFD329D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58D9C-6EC5-47C8-A2FF-8ED1D3841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8CEA96-E833-4D5D-9069-218D88AB8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69C92-FA6C-45F5-BFB3-8D943E68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327E4-7C52-4702-8799-70CDBCED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14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14C2-A672-42A2-A85C-D7C88122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1B410-20D5-4A89-BDFD-76BC9B65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4BF2AC-4DF7-4817-B3DF-46A755EA5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89FD1-BF75-4B92-BBAA-766518D92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6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E1C5FF-D726-4A58-99FB-E670CB66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76639-3E15-4C80-B4CB-A4748230F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0A338-62EC-4708-9A05-D88C39DF4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3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5974-731A-463A-BCCF-C82238390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692D-82CA-4161-BD98-844824928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C66EE-50B0-4A8A-BEB6-C21B0DFBD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EAF19-47A3-4BFD-91F5-E035D035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F9837-6C62-4FF3-8BA5-561DAB4CC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9ABCD-E379-4474-9206-D42707E5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418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DDC0-ABFA-4F07-A67C-4068E604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3C320-5B31-4D96-8A2C-00B593DF5A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FB31C-0764-48A1-80A0-3B70ED6ED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6D34A-A5C4-43A5-AA58-10EC57E6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601CE-14BE-4170-9131-B69FDB46B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A7652-CBCC-4AA9-AC03-C8E31867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5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15D8-7823-4D78-B3F5-0E61DBAD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CB6E6-BE5F-461D-9A5D-A914F29DB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57F9D-19E9-4109-8127-02F38074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B6C96-5568-4E81-BEF8-01A29905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C3761-BB53-4CB2-8816-14C2C7C28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4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225BCD-399E-425A-A16E-5F7AD8E25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370D3-26A7-4BAB-ACC4-437948A6A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01B9-5CA5-48B1-8BE4-0BEEF8141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76F46-8B67-47A7-9E5F-678AC7F0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8EAA5-C190-4AEB-8785-4B6ED846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39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34A2F-15E6-45D1-8D57-DF7043F8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1B188-16EE-4FAB-BFCF-A4F324E1D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B5A4-C915-443F-9176-A45C25215C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08A31-4A7D-489B-9B4F-CBF4110CA4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36818-506E-4866-9CE8-A0B70DEED6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3BC7C-A61A-4A53-8627-F67D9E77D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57A95-17E3-43A2-9BD5-7C2FD08F3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85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1. Ah, holy Jesus, </a:t>
            </a:r>
          </a:p>
          <a:p>
            <a:pPr algn="ctr"/>
            <a:r>
              <a:rPr lang="en-CA" sz="2800" dirty="0"/>
              <a:t>    how hast thou offended,</a:t>
            </a:r>
          </a:p>
          <a:p>
            <a:pPr algn="ctr"/>
            <a:r>
              <a:rPr lang="en-CA" sz="2800" dirty="0"/>
              <a:t>   that man to judge thee </a:t>
            </a:r>
          </a:p>
          <a:p>
            <a:pPr algn="ctr"/>
            <a:r>
              <a:rPr lang="en-CA" sz="2800" dirty="0"/>
              <a:t>    hath in hate pretended?</a:t>
            </a:r>
          </a:p>
          <a:p>
            <a:pPr algn="ctr"/>
            <a:r>
              <a:rPr lang="en-CA" sz="2800" dirty="0"/>
              <a:t>By foes derided, </a:t>
            </a:r>
          </a:p>
          <a:p>
            <a:pPr algn="ctr"/>
            <a:r>
              <a:rPr lang="en-CA" sz="2800" dirty="0"/>
              <a:t>  by thine own rejected,</a:t>
            </a:r>
          </a:p>
          <a:p>
            <a:pPr algn="ctr"/>
            <a:r>
              <a:rPr lang="en-CA" sz="2800" dirty="0"/>
              <a:t>O most afflicted.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#337 Ah, Holy Jesus, How Hast Thou Offended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689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Who was the guilty </a:t>
            </a:r>
          </a:p>
          <a:p>
            <a:pPr algn="ctr"/>
            <a:r>
              <a:rPr lang="en-CA" sz="2800" dirty="0"/>
              <a:t>who brought this upon thee?</a:t>
            </a:r>
          </a:p>
          <a:p>
            <a:pPr algn="ctr"/>
            <a:r>
              <a:rPr lang="en-CA" sz="2800" dirty="0"/>
              <a:t>Alas, my treason,</a:t>
            </a:r>
          </a:p>
          <a:p>
            <a:pPr algn="ctr"/>
            <a:r>
              <a:rPr lang="en-CA" sz="2800" dirty="0"/>
              <a:t> Jesus hath undone thee.</a:t>
            </a:r>
          </a:p>
          <a:p>
            <a:pPr algn="ctr"/>
            <a:r>
              <a:rPr lang="en-CA" sz="2800" dirty="0" err="1"/>
              <a:t>‘Twas</a:t>
            </a:r>
            <a:r>
              <a:rPr lang="en-CA" sz="2800" dirty="0"/>
              <a:t> I, Lord Jesus, </a:t>
            </a:r>
          </a:p>
          <a:p>
            <a:pPr algn="ctr"/>
            <a:r>
              <a:rPr lang="en-CA" sz="2800" dirty="0"/>
              <a:t>I it was denied thee:</a:t>
            </a:r>
          </a:p>
          <a:p>
            <a:pPr algn="ctr"/>
            <a:r>
              <a:rPr lang="en-CA" sz="2800" dirty="0"/>
              <a:t>I crucified thee.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43528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Lo, the Good Shepherd </a:t>
            </a:r>
          </a:p>
          <a:p>
            <a:pPr algn="ctr"/>
            <a:r>
              <a:rPr lang="en-CA" sz="2800" dirty="0"/>
              <a:t>for the sheep is offered;</a:t>
            </a:r>
          </a:p>
          <a:p>
            <a:pPr algn="ctr"/>
            <a:r>
              <a:rPr lang="en-CA" sz="2800" dirty="0"/>
              <a:t>the slave hath sinned, </a:t>
            </a:r>
          </a:p>
          <a:p>
            <a:pPr algn="ctr"/>
            <a:r>
              <a:rPr lang="en-CA" sz="2800" dirty="0"/>
              <a:t>and the Son hath suffered:</a:t>
            </a:r>
          </a:p>
          <a:p>
            <a:pPr algn="ctr"/>
            <a:r>
              <a:rPr lang="en-CA" sz="2800" dirty="0"/>
              <a:t>for the man’s atonement, </a:t>
            </a:r>
          </a:p>
          <a:p>
            <a:pPr algn="ctr"/>
            <a:r>
              <a:rPr lang="en-CA" sz="2800" dirty="0"/>
              <a:t>while he nothing </a:t>
            </a:r>
            <a:r>
              <a:rPr lang="en-CA" sz="2800" dirty="0" err="1"/>
              <a:t>heedeth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God </a:t>
            </a:r>
            <a:r>
              <a:rPr lang="en-CA" sz="2800" dirty="0" err="1"/>
              <a:t>intercedeth</a:t>
            </a:r>
            <a:r>
              <a:rPr lang="en-CA" sz="2800" dirty="0"/>
              <a:t>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C0F989-CA2B-4273-8F91-D8A61788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D3161-3B32-4B3C-A960-C1BA6C40A795}"/>
              </a:ext>
            </a:extLst>
          </p:cNvPr>
          <p:cNvSpPr txBox="1"/>
          <p:nvPr/>
        </p:nvSpPr>
        <p:spPr>
          <a:xfrm>
            <a:off x="0" y="1665025"/>
            <a:ext cx="12192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4. For me, kind Jesus,</a:t>
            </a:r>
          </a:p>
          <a:p>
            <a:pPr algn="ctr"/>
            <a:r>
              <a:rPr lang="en-US" sz="2800" dirty="0"/>
              <a:t>was thine incarnation,</a:t>
            </a:r>
          </a:p>
          <a:p>
            <a:pPr algn="ctr"/>
            <a:r>
              <a:rPr lang="en-US" sz="2800" dirty="0"/>
              <a:t>thy mortal sorrow, </a:t>
            </a:r>
          </a:p>
          <a:p>
            <a:pPr algn="ctr"/>
            <a:r>
              <a:rPr lang="en-US" sz="2800" dirty="0"/>
              <a:t>and thy life’s oblation:</a:t>
            </a:r>
          </a:p>
          <a:p>
            <a:pPr algn="ctr"/>
            <a:r>
              <a:rPr lang="en-US" sz="2800" dirty="0"/>
              <a:t>thy death of anguish</a:t>
            </a:r>
          </a:p>
          <a:p>
            <a:pPr algn="ctr"/>
            <a:r>
              <a:rPr lang="en-US" sz="2800" dirty="0"/>
              <a:t>and thy bitter passion,</a:t>
            </a:r>
          </a:p>
          <a:p>
            <a:pPr algn="ctr"/>
            <a:r>
              <a:rPr lang="en-US" sz="2800" dirty="0"/>
              <a:t>for my salvation.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67993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C994F2-9B67-440E-A6A1-B37963AA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7C661-E6E9-4AD8-8D96-3DE7771E158F}"/>
              </a:ext>
            </a:extLst>
          </p:cNvPr>
          <p:cNvSpPr txBox="1"/>
          <p:nvPr/>
        </p:nvSpPr>
        <p:spPr>
          <a:xfrm>
            <a:off x="0" y="1649489"/>
            <a:ext cx="121919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5. Therefore kind Jesus,</a:t>
            </a:r>
          </a:p>
          <a:p>
            <a:pPr algn="ctr"/>
            <a:r>
              <a:rPr lang="en-US" sz="2800" dirty="0"/>
              <a:t>since I cannot pay thee,</a:t>
            </a:r>
          </a:p>
          <a:p>
            <a:pPr algn="ctr"/>
            <a:r>
              <a:rPr lang="en-US" sz="2800" dirty="0"/>
              <a:t>I do adore thee,</a:t>
            </a:r>
          </a:p>
          <a:p>
            <a:pPr algn="ctr"/>
            <a:r>
              <a:rPr lang="en-US" sz="2800" dirty="0"/>
              <a:t>and will ever pray thee,</a:t>
            </a:r>
          </a:p>
          <a:p>
            <a:pPr algn="ctr"/>
            <a:r>
              <a:rPr lang="en-US" sz="2800" dirty="0"/>
              <a:t>think on thy pity</a:t>
            </a:r>
          </a:p>
          <a:p>
            <a:pPr algn="ctr"/>
            <a:r>
              <a:rPr lang="en-US" sz="2800" dirty="0"/>
              <a:t>and thy love unswerving,</a:t>
            </a:r>
          </a:p>
          <a:p>
            <a:pPr algn="ctr"/>
            <a:r>
              <a:rPr lang="en-US" sz="2800" dirty="0"/>
              <a:t>not my deserving.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981581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247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2</cp:revision>
  <dcterms:created xsi:type="dcterms:W3CDTF">2020-10-02T14:40:08Z</dcterms:created>
  <dcterms:modified xsi:type="dcterms:W3CDTF">2022-04-09T23:00:43Z</dcterms:modified>
</cp:coreProperties>
</file>