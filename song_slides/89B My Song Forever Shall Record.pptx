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63BD44-1B11-4EA7-9602-9D6CDF1CA6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04BFDD-ED4B-4923-AF7C-A9CFB3608D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urt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1C6BB2-E338-4D52-90FF-5D30977D5D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3B1758-ABFF-40BC-9533-E0285B041D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1B680-6A1B-4FFA-B5C1-145C8FA44E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E0C9D-357C-4C72-971F-872E2122C0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0AF6E-BB9B-4D14-8947-CBCDA79E54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74D397-5BAE-47DB-AFE5-3AB235E83CA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75CC11-4120-4AA5-B065-1B241A3580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384B48-BE87-4ADF-9C96-191FA96DEAC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BFCA3-21EB-4824-8096-4E92572194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0" y="161568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My song forever shall record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the tender mercies of the Lord;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your faithfulness will I proclaim,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  and ev’ry age shall know your name.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itle 1"/>
          <p:cNvSpPr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i="1" lang="en-C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#89B My Song Forever Shall Record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0" y="161568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sing of mercies that endure,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forever builded firm and sure,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of faithfulness that never dies,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established changeless in the skies.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0" y="161568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Behold God’s truth and grace displayed,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he has faithful cov’nant made,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he has sworn that David’s son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shall ever sit upon his throne.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"For him my mercy shall endure,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my cov'nant made with him is sure;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 throne and race I will maintain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forever, while the heav'ns remain."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5</a:t>
            </a: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Almighty God, your lofty throne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has justice for its cornerstone,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and shining bright before your face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are truth and love and boundless grace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6</a:t>
            </a: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With </a:t>
            </a: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blessing is the nation crowned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Whose people know the joyful sound;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They in the light, O Lord, shall live,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The light of your face and favor give.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0" y="161568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 glory unto God we yield,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the Lord God is our help and shield;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all praise and honour we will bring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to Israel’s Holy One, our King. 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9</a:t>
            </a: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Blest be the Lord forevermore,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whose promise stands from days of yore.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His word is faithful now as then;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blest be his name. Amen! Amen!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LibreOffice/25.2.2.2$Linux_X86_64 LibreOffice_project/520$Build-2</Application>
  <AppVersion>15.0000</AppVersion>
  <Words>301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2020-10-02T14:43:39Z</dcterms:created>
  <dc:creator>Eric Hoogendoorn</dc:creator>
  <dc:description/>
  <dc:language>en-CA</dc:language>
  <cp:lastModifiedBy/>
  <dcterms:modified xsi:type="dcterms:W3CDTF">2025-10-12T13:41:53Z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