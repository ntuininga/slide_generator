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A6D92-E122-40DD-A73C-B017141327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6C4642-F3AE-401E-9F7C-61E154F1B6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59D8CF-923B-42D4-942C-01B1793C7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A15C2-E5EA-4AB8-A13B-D73C91D6A9FE}" type="datetimeFigureOut">
              <a:rPr lang="en-CA" smtClean="0"/>
              <a:t>2021-11-19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A36ADE-B0B5-4AD0-82B3-09268AA96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57F0DE-CA92-42ED-B42A-36AEA18F5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4C797-4846-402E-8EA7-DF0449FDCC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256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327C7-A7C3-4846-A359-588CFCCB5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2F8514-8421-42F2-8756-D9C875C443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F84247-4075-48E6-9764-6AAF43B75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A15C2-E5EA-4AB8-A13B-D73C91D6A9FE}" type="datetimeFigureOut">
              <a:rPr lang="en-CA" smtClean="0"/>
              <a:t>2021-11-19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4B9F2A-738D-4EDC-9696-5B6EBEB93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5EFB02-CCC6-47E7-8CF1-8C5EB3046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4C797-4846-402E-8EA7-DF0449FDCC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84754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3578C-EF8E-4068-8E40-6B6F04C18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585E34-DE0F-453C-9612-E9F2742986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B2A9AA-2A70-4512-8C36-750B6B0B0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A15C2-E5EA-4AB8-A13B-D73C91D6A9FE}" type="datetimeFigureOut">
              <a:rPr lang="en-CA" smtClean="0"/>
              <a:t>2021-11-19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EC98D-573A-4C4E-9DB4-44E54B827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F3C667-01C5-4D5E-8560-FC50FA98E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4C797-4846-402E-8EA7-DF0449FDCC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49110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45706-4833-4688-9B37-0E26DC1AB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5B4612-81EA-42F6-A479-F38B12D4F0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347D6A-C8A4-46BF-B5F8-11053FC4F0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6811A5-A183-4A09-9CC0-B53E05CE2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A15C2-E5EA-4AB8-A13B-D73C91D6A9FE}" type="datetimeFigureOut">
              <a:rPr lang="en-CA" smtClean="0"/>
              <a:t>2021-11-19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AEF39B-39D6-4B73-9AC0-A0200964A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D8AF9B-AB3F-4F58-9CCA-D5E4359C1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4C797-4846-402E-8EA7-DF0449FDCC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16047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92E70-2491-424F-A9BA-3664CF96F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D79BC7-8BAD-4E1E-BD6B-AE833EC0F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102BC-CDFD-479A-B281-5F3FD520F9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716685-1AFF-409F-8274-C2392570C5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19503A-0882-4C1D-8C5A-0FCB2E27E3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92E6E8-8AD4-4F5A-A305-60568415B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A15C2-E5EA-4AB8-A13B-D73C91D6A9FE}" type="datetimeFigureOut">
              <a:rPr lang="en-CA" smtClean="0"/>
              <a:t>2021-11-19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F96735-FE74-422A-8440-6C3557712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895A37-E9BE-4D54-A6EC-925631CD1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4C797-4846-402E-8EA7-DF0449FDCC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03225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649D6-A071-4875-9822-8428114F6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8AABE8-E25C-43D9-A449-E730CCEA7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A15C2-E5EA-4AB8-A13B-D73C91D6A9FE}" type="datetimeFigureOut">
              <a:rPr lang="en-CA" smtClean="0"/>
              <a:t>2021-11-19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E1F89C-F6A0-4982-876F-9A57DB7A7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7BBDE3-6EF6-47ED-B04F-E73E67053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4C797-4846-402E-8EA7-DF0449FDCC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60913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96551E-FBE1-4112-845F-9CE0A0B5E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A15C2-E5EA-4AB8-A13B-D73C91D6A9FE}" type="datetimeFigureOut">
              <a:rPr lang="en-CA" smtClean="0"/>
              <a:t>2021-11-19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C3297E-C868-42AF-B330-668CE2DFE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FD59E3-5C05-4885-A6B4-E481179DE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4C797-4846-402E-8EA7-DF0449FDCC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49420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EC508-A03A-4942-8FA2-E39BEF3A6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55BC5A-4806-4DC1-B397-0C9D6BD887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B32ECA-A4DC-44A5-8D34-D5691FEE71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7BB223-B714-4527-A495-B4A79A18E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A15C2-E5EA-4AB8-A13B-D73C91D6A9FE}" type="datetimeFigureOut">
              <a:rPr lang="en-CA" smtClean="0"/>
              <a:t>2021-11-19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F37AC6-4081-45F6-9829-4E8D09BE2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C00922-5DB2-47B9-A4C5-31AA36AA8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4C797-4846-402E-8EA7-DF0449FDCC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95519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876C1-2711-465C-B455-AFFFE1FBC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40A6C1-BD24-44B1-81DE-DBA6C03574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12A9D4-414F-405F-8316-B8F9EB9B27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99EA57-8849-4E67-B751-C0BFDE175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A15C2-E5EA-4AB8-A13B-D73C91D6A9FE}" type="datetimeFigureOut">
              <a:rPr lang="en-CA" smtClean="0"/>
              <a:t>2021-11-19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B3398A-4B7D-47EB-8A18-BA9C05C20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DFA386-395F-4877-8CDC-8DC7C6D49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4C797-4846-402E-8EA7-DF0449FDCC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23796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9BD4D-E73C-4D0E-8984-A1A34F882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025648-CC9C-46CE-B6A6-ECF656284F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76DEBD-7AD5-47DF-BDCC-B202939AA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A15C2-E5EA-4AB8-A13B-D73C91D6A9FE}" type="datetimeFigureOut">
              <a:rPr lang="en-CA" smtClean="0"/>
              <a:t>2021-11-19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DB5E1B-306A-4DC9-9ED6-5532FB359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2BB4B8-298A-4C1C-9142-21F2EE4A0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4C797-4846-402E-8EA7-DF0449FDCC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36642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1B97A2-EFC0-4CAB-82B0-D49213615D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26EAB1-B841-4F82-B739-AEA1F9DEA9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649900-D27C-45FB-BEE4-C069A84D7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A15C2-E5EA-4AB8-A13B-D73C91D6A9FE}" type="datetimeFigureOut">
              <a:rPr lang="en-CA" smtClean="0"/>
              <a:t>2021-11-19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EE133A-519F-455E-B67C-115BEA721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96265E-70C4-45D2-BADF-CABFDEA7E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4C797-4846-402E-8EA7-DF0449FDCC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74748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E6B57F-1893-49CC-AD42-203B7CFB8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C9614C-8303-4E8B-872C-C4626F006B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76E95B-24F9-465E-A46B-CF1F86BF99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1A15C2-E5EA-4AB8-A13B-D73C91D6A9FE}" type="datetimeFigureOut">
              <a:rPr lang="en-CA" smtClean="0"/>
              <a:t>2021-11-19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9DC0C6-4789-4483-A1AD-3B9D9EF85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62D645-0BF2-469E-AD99-1B1DAD14A5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B4C797-4846-402E-8EA7-DF0449FDCC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53822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1C9F5BA-D85B-4254-BEDE-6380D9C6EFC6}"/>
              </a:ext>
            </a:extLst>
          </p:cNvPr>
          <p:cNvSpPr txBox="1"/>
          <p:nvPr/>
        </p:nvSpPr>
        <p:spPr>
          <a:xfrm>
            <a:off x="842962" y="209550"/>
            <a:ext cx="105060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#364 Alleluia! Alleluia!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1845EF-EC38-416A-B32E-956B7271BA8A}"/>
              </a:ext>
            </a:extLst>
          </p:cNvPr>
          <p:cNvSpPr txBox="1"/>
          <p:nvPr/>
        </p:nvSpPr>
        <p:spPr>
          <a:xfrm>
            <a:off x="2205036" y="1659285"/>
            <a:ext cx="778192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1. Alleluia! Alleluia!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Hearts to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heav'n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and voices raise;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sing to God a hymn of gladness,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sing to God a hymn of praise: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 who on the cross a victim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 the world's salvation bled,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Jesus Christ, the King of Glory,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now is risen from the dead.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1073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C9C1227-56D2-4C08-8B78-D2F84339955A}"/>
              </a:ext>
            </a:extLst>
          </p:cNvPr>
          <p:cNvSpPr txBox="1"/>
          <p:nvPr/>
        </p:nvSpPr>
        <p:spPr>
          <a:xfrm>
            <a:off x="1719262" y="1659285"/>
            <a:ext cx="875347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Christ is risen, Christ the first-fruits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of the holy harvest field,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which will all its full abundance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at his second coming yield: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then the golden ears of harvest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will their heads before him wave,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ripened by his glorious sunshine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from the furrows of the grave.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31407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8DBC4A7-9986-492C-B73F-C1EDEEE214C8}"/>
              </a:ext>
            </a:extLst>
          </p:cNvPr>
          <p:cNvSpPr txBox="1"/>
          <p:nvPr/>
        </p:nvSpPr>
        <p:spPr>
          <a:xfrm>
            <a:off x="1828800" y="1659285"/>
            <a:ext cx="85344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Alleluia! Alleluia!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Glory be to God on high;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alleluia to the Savior,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who has won the victory;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alleluia to the Spirit,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fount of love and sanctity.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Alleluia! Alleluia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the Triune Majesty.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17378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172</Words>
  <Application>Microsoft Office PowerPoint</Application>
  <PresentationFormat>Widescreen</PresentationFormat>
  <Paragraphs>11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2</cp:revision>
  <dcterms:created xsi:type="dcterms:W3CDTF">2021-04-09T18:27:47Z</dcterms:created>
  <dcterms:modified xsi:type="dcterms:W3CDTF">2021-11-19T23:46:15Z</dcterms:modified>
</cp:coreProperties>
</file>