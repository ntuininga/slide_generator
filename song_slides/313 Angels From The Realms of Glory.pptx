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5" r:id="rId2"/>
    <p:sldId id="336" r:id="rId3"/>
    <p:sldId id="337" r:id="rId4"/>
    <p:sldId id="338" r:id="rId5"/>
    <p:sldId id="33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8DF1-3395-44F1-883C-27D317919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3B49DE-517E-4D00-9291-139959075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B5A76-5C65-4CAA-B0C7-9D7A1A3B4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A39A1-7FE1-42AF-BC86-DEEC67A74AD1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7487D-2888-4A06-82D2-8B35604C5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E14D0-CC80-4A0A-B5A3-189746497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E910-2AE9-4023-9001-57CD9A163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3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468F-F130-4063-AF87-744F5ABB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42BAF-0D8B-4191-830A-09A2AC413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5164B-E3AD-42CF-9425-27D2AE695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A39A1-7FE1-42AF-BC86-DEEC67A74AD1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83C9E-4774-4D61-97C1-F3EE9D07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2DE64-96E0-43D8-A7ED-CFE21D11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E910-2AE9-4023-9001-57CD9A163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88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410FD-CABF-405C-A2C5-2B8DDF2A4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39CB9-B9A5-4075-B0E1-296FC7B29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1F88-2FF7-484F-9E95-1309AB7BA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A39A1-7FE1-42AF-BC86-DEEC67A74AD1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38031-BE2F-472F-BE14-2DABB0662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042EC-DDC9-46E1-B3E7-F9F66D724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E910-2AE9-4023-9001-57CD9A163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03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D8071-C7F3-4792-8DCD-E42FE9184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B93E7-0B04-4CDD-846B-C56E60B44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B0C75-67D0-4620-B4C6-05F87F1F8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BC178-3B72-4EE6-8B32-88ABB9377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A39A1-7FE1-42AF-BC86-DEEC67A74AD1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9456C-A6F5-4A12-89B1-883BA9E5D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A1785-81D0-4379-BAFC-BDE06F65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E910-2AE9-4023-9001-57CD9A163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FAD12-0977-4197-BF69-DFEE274A7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1C4CD-323E-4AF3-B4CF-727B00260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61A21-2859-4EEA-8F73-C77D0BB0A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876923-FBE8-48F1-8E18-E2C59B1F30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3653C4-F052-4377-8732-227DD01E0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D41571-B0DD-453C-909E-DCE26093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A39A1-7FE1-42AF-BC86-DEEC67A74AD1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F44CC7-6C7E-415B-8384-A229FA356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90DCFE-8C85-47C9-A3B0-55632FDC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E910-2AE9-4023-9001-57CD9A163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62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8AE32-05C9-41FD-95D5-1B25A7AE4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369C8A-816B-4C02-83F7-0DE0E21F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A39A1-7FE1-42AF-BC86-DEEC67A74AD1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EAAAE7-CC4A-428C-83B0-4F1CF7A5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33975-B058-42FD-8ADF-DBE91897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E910-2AE9-4023-9001-57CD9A163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49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DD16AC-86D9-4281-AE65-41713F1FD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A39A1-7FE1-42AF-BC86-DEEC67A74AD1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EA6261-111E-4464-9486-11D39138F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4EA3D-697E-423E-A19E-270400892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E910-2AE9-4023-9001-57CD9A163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7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ADD62-7925-42E0-9716-7066B21B7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12DEA-EA00-499F-8D6D-2CF9BB6E5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86362-9EB3-408A-95AB-72C56E5A7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A5BA2-DBAE-4372-AB57-8176E5B67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A39A1-7FE1-42AF-BC86-DEEC67A74AD1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24D045-7927-491E-9BED-35C5A04B4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32728-CA7D-452F-BE7C-A5714059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E910-2AE9-4023-9001-57CD9A163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5D05-2F7E-4B41-A54F-0057DEF75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C31C12-2330-464F-B496-79CA66BE9C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9EEDF-7776-41D1-881D-5028384A0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249CAA-FBB9-4C2A-9517-267E3E95D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A39A1-7FE1-42AF-BC86-DEEC67A74AD1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D6C76-955F-43C2-9E06-8ACF0CE15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33725-9CA1-40E3-B5B0-7354CCA8E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E910-2AE9-4023-9001-57CD9A163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8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4D933-99A1-4AEA-92F8-EBE7DEADD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C7B5B-13EF-4E80-8272-E2524E4DB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D1539-61E1-4816-A368-02B51000D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A39A1-7FE1-42AF-BC86-DEEC67A74AD1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C7969-E6D5-421A-A6E3-5E39CB99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86CE1-6508-4940-8332-47D1D14F8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E910-2AE9-4023-9001-57CD9A163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52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985A47-965A-489E-8427-12797191A9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F06952-16E2-4128-88DD-AE769436A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9FE51-8ABE-46F9-AED9-9893ED72E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A39A1-7FE1-42AF-BC86-DEEC67A74AD1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CDE0A-C1D1-439B-9234-6F98AEFCB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99C4B-D856-4AF7-8F65-B3864930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CE910-2AE9-4023-9001-57CD9A163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23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F796F7-7313-4FE6-8472-D111AF354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B9D71-7C04-4B80-A4B6-7077DBDDB6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C6FFF-0D83-4244-AD27-7219838D1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A39A1-7FE1-42AF-BC86-DEEC67A74AD1}" type="datetimeFigureOut">
              <a:rPr lang="en-US" smtClean="0"/>
              <a:t>12/23/2021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B9D3A-9A3D-4514-A5BC-2C8E5BC89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F789B-1F21-497E-B627-F0DEF03341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CE910-2AE9-4023-9001-57CD9A163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9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460443-475B-4231-A75E-D0A2957F8C21}"/>
              </a:ext>
            </a:extLst>
          </p:cNvPr>
          <p:cNvSpPr txBox="1"/>
          <p:nvPr/>
        </p:nvSpPr>
        <p:spPr>
          <a:xfrm>
            <a:off x="1319210" y="288012"/>
            <a:ext cx="955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#313 Angels From The Realms of Glory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9BC04F-1398-4410-B70A-47EF575C9326}"/>
              </a:ext>
            </a:extLst>
          </p:cNvPr>
          <p:cNvSpPr txBox="1"/>
          <p:nvPr/>
        </p:nvSpPr>
        <p:spPr>
          <a:xfrm>
            <a:off x="2205036" y="1307009"/>
            <a:ext cx="77819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/>
              <a:t>Angels, from the realms of glory,</a:t>
            </a:r>
            <a:br>
              <a:rPr lang="en-US" sz="2800" dirty="0"/>
            </a:br>
            <a:r>
              <a:rPr lang="en-US" sz="2800" dirty="0"/>
              <a:t>wing your flight o'er all the earth;</a:t>
            </a:r>
            <a:br>
              <a:rPr lang="en-US" sz="2800" dirty="0"/>
            </a:br>
            <a:r>
              <a:rPr lang="en-US" sz="2800" dirty="0"/>
              <a:t>ye who sang creation's story,</a:t>
            </a:r>
            <a:br>
              <a:rPr lang="en-US" sz="2800" dirty="0"/>
            </a:br>
            <a:r>
              <a:rPr lang="en-US" sz="2800" dirty="0"/>
              <a:t>now proclaim Messiah's birth: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800" dirty="0"/>
              <a:t>Come and worship, come and worship,</a:t>
            </a:r>
            <a:br>
              <a:rPr lang="en-US" sz="2800" dirty="0"/>
            </a:br>
            <a:r>
              <a:rPr lang="en-US" sz="2800" dirty="0"/>
              <a:t>worship Christ, the newborn King.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352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641D25-4144-415D-836C-CC19A6791D42}"/>
              </a:ext>
            </a:extLst>
          </p:cNvPr>
          <p:cNvSpPr txBox="1"/>
          <p:nvPr/>
        </p:nvSpPr>
        <p:spPr>
          <a:xfrm>
            <a:off x="2462212" y="1076325"/>
            <a:ext cx="72675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</a:t>
            </a:r>
            <a:r>
              <a:rPr lang="en-US" sz="2800" dirty="0"/>
              <a:t>Shepherds in the fields abiding,</a:t>
            </a:r>
            <a:br>
              <a:rPr lang="en-US" sz="2800" dirty="0"/>
            </a:br>
            <a:r>
              <a:rPr lang="en-US" sz="2800" dirty="0"/>
              <a:t>watching o'er your flocks by night,</a:t>
            </a:r>
            <a:br>
              <a:rPr lang="en-US" sz="2800" dirty="0"/>
            </a:br>
            <a:r>
              <a:rPr lang="en-US" sz="2800" dirty="0"/>
              <a:t>God with man is now residing,</a:t>
            </a:r>
            <a:br>
              <a:rPr lang="en-US" sz="2800" dirty="0"/>
            </a:br>
            <a:r>
              <a:rPr lang="en-US" sz="2800" dirty="0"/>
              <a:t>yonder shines the infant Light: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800" dirty="0"/>
              <a:t>Come and worship, come and worship,</a:t>
            </a:r>
            <a:br>
              <a:rPr lang="en-US" sz="2800" dirty="0"/>
            </a:br>
            <a:r>
              <a:rPr lang="en-US" sz="2800" dirty="0"/>
              <a:t>worship Christ, the newborn King.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506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641D25-4144-415D-836C-CC19A6791D42}"/>
              </a:ext>
            </a:extLst>
          </p:cNvPr>
          <p:cNvSpPr txBox="1"/>
          <p:nvPr/>
        </p:nvSpPr>
        <p:spPr>
          <a:xfrm>
            <a:off x="2462212" y="1076325"/>
            <a:ext cx="72675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</a:t>
            </a:r>
            <a:r>
              <a:rPr lang="en-US" sz="2800" dirty="0"/>
              <a:t>Sages, leave your contemplations,</a:t>
            </a:r>
            <a:br>
              <a:rPr lang="en-US" sz="2800" dirty="0"/>
            </a:br>
            <a:r>
              <a:rPr lang="en-US" sz="2800" dirty="0"/>
              <a:t>brighter visions beam afar;</a:t>
            </a:r>
            <a:br>
              <a:rPr lang="en-US" sz="2800" dirty="0"/>
            </a:br>
            <a:r>
              <a:rPr lang="en-US" sz="2800" dirty="0"/>
              <a:t>seek the great Desire of nations;</a:t>
            </a:r>
            <a:br>
              <a:rPr lang="en-US" sz="2800" dirty="0"/>
            </a:br>
            <a:r>
              <a:rPr lang="en-US" sz="2800" dirty="0"/>
              <a:t>ye have seen his natal star: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800" dirty="0"/>
              <a:t>Come and worship, come and worship,</a:t>
            </a:r>
            <a:br>
              <a:rPr lang="en-US" sz="2800" dirty="0"/>
            </a:br>
            <a:r>
              <a:rPr lang="en-US" sz="2800" dirty="0"/>
              <a:t>worship Christ, the newborn King.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953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641D25-4144-415D-836C-CC19A6791D42}"/>
              </a:ext>
            </a:extLst>
          </p:cNvPr>
          <p:cNvSpPr txBox="1"/>
          <p:nvPr/>
        </p:nvSpPr>
        <p:spPr>
          <a:xfrm>
            <a:off x="2462212" y="1076325"/>
            <a:ext cx="72675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</a:t>
            </a:r>
            <a:r>
              <a:rPr lang="en-US" sz="2800" dirty="0"/>
              <a:t>Saints before the altar bending,</a:t>
            </a:r>
            <a:br>
              <a:rPr lang="en-US" sz="2800" dirty="0"/>
            </a:br>
            <a:r>
              <a:rPr lang="en-US" sz="2800" dirty="0"/>
              <a:t>watching long in hope and fear,</a:t>
            </a:r>
            <a:br>
              <a:rPr lang="en-US" sz="2800" dirty="0"/>
            </a:br>
            <a:r>
              <a:rPr lang="en-US" sz="2800" dirty="0"/>
              <a:t>suddenly the Lord, descending,</a:t>
            </a:r>
            <a:br>
              <a:rPr lang="en-US" sz="2800" dirty="0"/>
            </a:br>
            <a:r>
              <a:rPr lang="en-US" sz="2800" dirty="0"/>
              <a:t>in his temple shall appear: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800" dirty="0"/>
              <a:t>Come and worship, come and worship,</a:t>
            </a:r>
            <a:br>
              <a:rPr lang="en-US" sz="2800" dirty="0"/>
            </a:br>
            <a:r>
              <a:rPr lang="en-US" sz="2800" dirty="0"/>
              <a:t>worship Christ, the newborn King.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110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641D25-4144-415D-836C-CC19A6791D42}"/>
              </a:ext>
            </a:extLst>
          </p:cNvPr>
          <p:cNvSpPr txBox="1"/>
          <p:nvPr/>
        </p:nvSpPr>
        <p:spPr>
          <a:xfrm>
            <a:off x="2462212" y="1076325"/>
            <a:ext cx="72675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5. </a:t>
            </a:r>
            <a:r>
              <a:rPr lang="en-US" sz="2800" dirty="0"/>
              <a:t>All creation, join in praising</a:t>
            </a:r>
            <a:br>
              <a:rPr lang="en-US" sz="2800" dirty="0"/>
            </a:br>
            <a:r>
              <a:rPr lang="en-US" sz="2800" dirty="0"/>
              <a:t>God the Father, Spirit, Son;</a:t>
            </a:r>
            <a:br>
              <a:rPr lang="en-US" sz="2800" dirty="0"/>
            </a:br>
            <a:r>
              <a:rPr lang="en-US" sz="2800" dirty="0"/>
              <a:t>evermore your voices raising</a:t>
            </a:r>
            <a:br>
              <a:rPr lang="en-US" sz="2800" dirty="0"/>
            </a:br>
            <a:r>
              <a:rPr lang="en-US" sz="2800" dirty="0"/>
              <a:t>to </a:t>
            </a:r>
            <a:r>
              <a:rPr lang="en-US" sz="2800" dirty="0" err="1"/>
              <a:t>th'eternal</a:t>
            </a:r>
            <a:r>
              <a:rPr lang="en-US" sz="2800" dirty="0"/>
              <a:t> Three in One: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800" dirty="0"/>
              <a:t>Come and worship, come and worship,</a:t>
            </a:r>
            <a:br>
              <a:rPr lang="en-US" sz="2800" dirty="0"/>
            </a:br>
            <a:r>
              <a:rPr lang="en-US" sz="2800" dirty="0"/>
              <a:t>worship Christ, the newborn King.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211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2021-12-23T18:38:41Z</dcterms:created>
  <dcterms:modified xsi:type="dcterms:W3CDTF">2021-12-23T18:39:13Z</dcterms:modified>
</cp:coreProperties>
</file>