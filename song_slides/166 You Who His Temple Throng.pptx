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39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923A-7F1F-414B-ACA3-ECC5A6351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B77BF-6FF9-494B-B24C-77A7D19FAF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34B6C-CAF3-46B7-8814-C3D0225E5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31432-F2AD-4972-AB74-917198D4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5DBC3-7DB1-40A8-B54A-2B8C2EC3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63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BD80-DE2D-42B4-A3CE-F381191AD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0574-B23C-4B7E-AC14-63C11408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8444F-D6A9-43AC-B49F-1E6D59CD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5918A-F066-44A2-BB05-9B1496982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30B9A-788E-4205-8F52-C2DFF7DF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1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E2BD-D9C7-4C10-AB6A-D0F0E16F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298A5-C6A3-4702-A3C3-860B1D15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00296-629D-4A1A-9BEF-38FFFEBB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0BCD8-9C74-407F-87BF-544F05E9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3803B-ADD3-40B8-8EC5-0D063386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3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14AD6-9F45-4E1A-82D2-EB99AF1B1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114C-C757-4287-98B3-502F53FB2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EFFEE-D175-47EE-9B21-AD3E19839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5C084-A6DB-4864-B202-3367AB809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5D7A3-88D1-4BD8-B045-05308F57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A38C4-C3FF-440F-8504-83EC5D6D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779C-CB39-41E0-9A06-737AFD56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9C284-9BB3-464E-B2E3-E7EED3C9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7A3AC-0DF9-4218-A8F7-620022FDD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C9F7B-9DFB-4AFD-BC8E-DAD3BA0EA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400320-092D-4D31-B4F1-CF174512A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EA818-68E1-4515-B892-5F0033F1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F1D07-0FD3-4562-A734-38B99F2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3545C1-A931-4203-BAAE-11C2C9CA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4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6346-78E0-49DD-895F-FD082202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5BFF7-8FEF-4FFB-BBE1-99E0E624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69857-35C1-483C-895D-977482F84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52AD3-5929-47EB-A5F9-DC3892A4A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7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FB4FF-E5DC-4610-AEB6-958944A4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41822-101A-4B83-AB92-51538BE0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E8813-21D6-40EF-8908-74B07D7A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4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973F-DBD2-4C96-A52A-66B78A47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90AF-881B-4C5C-ABEF-616E75406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0ADA-DE79-4BF5-B4F2-2FFD90968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80AAA-5402-410B-9FC3-AB92D9172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E8EC5-BA64-46E8-A02E-1A02D22E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D3837-C52F-4D4C-9391-C5709B214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8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DC11-4061-41A7-A274-D36FDE4C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820E1-6AF0-4823-94E2-0B7AA5CE6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4BEBE-6B41-4B6A-92E9-1659F457F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A7FF-D432-4BE9-B0D3-D6469479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3E096-86A1-43BB-8142-BC9D5F287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3885E-AD1C-409E-8281-63DB0B2D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431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EFA6-1256-4A35-9451-4009BD65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B4F61-C62F-4633-9621-3FA5F4721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A77B8-B157-43AA-B84C-16C56AAF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07145-71A5-44E6-8C07-090BB1EB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F2E06-16C2-44F6-8390-C90C0762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6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5B465-FAC1-41CA-9B56-F9D924851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423028-0324-472F-9556-40C97DC5F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B619-BA65-449A-BA62-B22CE634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D5F1-2BDB-45BF-A698-3FD8D125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CDA01-EA5D-40BA-9148-C75E5350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07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CDDC8-6690-412B-97EE-58ECBF8A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00E6A-E128-492A-AA99-9073238AE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5BB2A-D532-4A7C-9EDB-8CF835CFE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A65A4-6DF3-4A0F-9E0B-A43F0EB741FC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8AE62-1396-4718-B7FB-8F462EBA8F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8C20C-8BE0-4933-ACE2-585663112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5919A-9FA7-482E-82FD-AAD0BE686A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#166 You Who His Temple Throng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891729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You who his temple throng,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Jehovah's praise prolong,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new anthems sing;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you saints, with joy declare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your Maker's loving care,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let the children there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joy in their King.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457169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O let his name employ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your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note of joy,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his praises speak;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looks with loving face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upon his chosen race,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will with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grace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adorn the meek.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C8B2F-2A54-48A3-A819-10D92142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EAD84-3F07-453F-88E1-855BF1C068AB}"/>
              </a:ext>
            </a:extLst>
          </p:cNvPr>
          <p:cNvSpPr txBox="1"/>
          <p:nvPr/>
        </p:nvSpPr>
        <p:spPr>
          <a:xfrm>
            <a:off x="2743200" y="1581150"/>
            <a:ext cx="6705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3. You saints, your joy proclaim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glory in the name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Of God above;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when the daylight dies,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ere sleep shall close your eyes,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let praise to God arise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for all his love.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91928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#166 You Who His Temple Throng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#166 You Who His Temple Throng</dc:title>
  <dc:creator>Eric Hoogendoorn</dc:creator>
  <cp:lastModifiedBy>Eric Hoogendoorn</cp:lastModifiedBy>
  <cp:revision>1</cp:revision>
  <dcterms:created xsi:type="dcterms:W3CDTF">2020-11-06T15:23:04Z</dcterms:created>
  <dcterms:modified xsi:type="dcterms:W3CDTF">2020-11-06T15:23:21Z</dcterms:modified>
</cp:coreProperties>
</file>