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86" r:id="rId2"/>
    <p:sldId id="489" r:id="rId3"/>
    <p:sldId id="487" r:id="rId4"/>
    <p:sldId id="48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2022-03-26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1585624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2022-03-26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111597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2022-03-26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6875559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2022-03-26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598438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2022-03-26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989603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2022-03-26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7821635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2022-03-26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5101864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2022-03-26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447157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2022-03-26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7236479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2022-03-26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997642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2022-03-26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9821745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2022-03-26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67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839FF8-B649-4B93-89AC-14705087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FBBB5-122F-4C0A-81C6-BB62BA69E517}"/>
              </a:ext>
            </a:extLst>
          </p:cNvPr>
          <p:cNvSpPr txBox="1"/>
          <p:nvPr/>
        </p:nvSpPr>
        <p:spPr>
          <a:xfrm>
            <a:off x="1300162" y="190500"/>
            <a:ext cx="95916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#2A Why Do Heathen Nations Rage?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8879B-5485-4155-9129-F9CB3304E517}"/>
              </a:ext>
            </a:extLst>
          </p:cNvPr>
          <p:cNvSpPr txBox="1"/>
          <p:nvPr/>
        </p:nvSpPr>
        <p:spPr>
          <a:xfrm>
            <a:off x="1976436" y="1888430"/>
            <a:ext cx="82391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do heathen nations rage?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do peoples plot in vain?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Kings and rulers join to wage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war against God’s royal reign.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Speaking out against the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Anointed they defy: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“Let us break apart their cords,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cast away their chains,” they cry.</a:t>
            </a:r>
          </a:p>
        </p:txBody>
      </p:sp>
    </p:spTree>
    <p:extLst>
      <p:ext uri="{BB962C8B-B14F-4D97-AF65-F5344CB8AC3E}">
        <p14:creationId xmlns:p14="http://schemas.microsoft.com/office/powerpoint/2010/main" val="4024834546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723AC3-2609-4C84-8649-9E8524B0B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A363F-1DCE-4B13-BFB2-E3D4442BDA70}"/>
              </a:ext>
            </a:extLst>
          </p:cNvPr>
          <p:cNvSpPr txBox="1"/>
          <p:nvPr/>
        </p:nvSpPr>
        <p:spPr>
          <a:xfrm>
            <a:off x="1885950" y="1659285"/>
            <a:ext cx="8420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He who sits in heaven laughs;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God derides and mocks them all.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Then to them 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he speaks in wrath,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fear and dread on them do fall: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“Yet according to my will,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have set my king to reign;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fixed on Zion’s holy hill,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Anointed will remain”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2808551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723AC3-2609-4C84-8649-9E8524B0B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1A363F-1DCE-4B13-BFB2-E3D4442BDA70}"/>
              </a:ext>
            </a:extLst>
          </p:cNvPr>
          <p:cNvSpPr txBox="1"/>
          <p:nvPr/>
        </p:nvSpPr>
        <p:spPr>
          <a:xfrm>
            <a:off x="1885950" y="1659285"/>
            <a:ext cx="8420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I will tell of his decree: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to me the LORD did say,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“You are my beloved Son,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have brought you forth this day.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Ask for all the earth abroad;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shall own the nations far.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will break them with a rod,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 them like a potter’s jar.”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4418885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43C5CA-9D7C-4874-B444-69C34C0F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E0A22-0832-41C1-BFEF-3CDEDD77AAFC}"/>
              </a:ext>
            </a:extLst>
          </p:cNvPr>
          <p:cNvSpPr txBox="1"/>
          <p:nvPr/>
        </p:nvSpPr>
        <p:spPr>
          <a:xfrm>
            <a:off x="2085975" y="1659285"/>
            <a:ext cx="80200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Therefore kings, be wise, be warned;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ulers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the earth, give ear.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Come with awe and serve the LORD;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mingle joy with trembling fear.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Kiss the Son, his anger turn,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lest you perish in the way,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his wrath will quickly burn.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who trust him – blest are they!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2010806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283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Eric Hoogendoorn</cp:lastModifiedBy>
  <cp:revision>2</cp:revision>
  <dcterms:created xsi:type="dcterms:W3CDTF">2021-11-27T20:34:39Z</dcterms:created>
  <dcterms:modified xsi:type="dcterms:W3CDTF">2022-03-26T22:37:33Z</dcterms:modified>
</cp:coreProperties>
</file>