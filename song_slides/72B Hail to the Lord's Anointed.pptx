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7BB5-C067-4B99-8426-C95D220BE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926B5-0889-44AE-93D6-8177FA02E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C0A5-21A3-4DA1-BB1B-5A6285D4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E52EE-697D-4AD2-9EBD-CCBE949C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BC65-C880-499E-B69C-738CCCE41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2279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91B6-C055-407F-A9CB-2679F62AE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14E6-AFC9-4697-B59B-04B84DAA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5B73-8A0E-4325-84B6-B0DB69D3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55701-F132-4CB7-87A9-8D34EFDC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1621-0CEC-4AD4-9058-89095BCA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02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B102-40E4-4BB3-83CB-C965DA24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4F4AB-91FF-4C16-8BB6-F90D8F493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5B104-F661-42A4-BEB3-2EED754F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523F0-F4C2-4C28-BAD6-6BDEA6E2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4DC43-B67A-4D52-BB93-A544D528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78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9DAA-34E9-4B17-85E7-6B2D865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73AC-6A37-47D3-84BF-3B7958D11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C8540-1C23-4CCD-8CB4-87434A4CC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0508F-C557-4381-A609-0748A548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746C0-2D10-4A1A-8B30-C5B8D32E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B4487-D1DD-4CDE-8CA9-6ECF0EFC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210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8DEB-50CC-4682-9D37-19F03EED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E6DD1-FB02-4FB4-B403-4B2F45BFF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DE1E3-FD89-4391-8BCE-374FCD38E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4067A-BF78-4127-B0F4-DC9E4226C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ED7B9-C17A-4CC2-9742-034E46EFA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FF693-34E5-4E5A-A933-A146CF1B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443BCD-1842-4FF9-8450-8BE0B579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45720-80D2-4800-893D-5DE95CDB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396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F19B-767D-410D-92BE-52C4096A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64C7D-B105-4723-B54D-C89B4F42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59BF1-24CC-4825-AB1B-2EB90520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967B9-F862-4A0D-AD86-FEB3A171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183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468F4-C3A7-4BE9-AD41-48AFDC2F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6AC8E-5F60-49C6-ADA6-60EB1229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92AAD-B877-4A82-B40A-4C91817E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527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0AE5-CFAB-4880-886E-75A2345A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0F29C-3F4A-49A4-B905-44054FD2A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3583-27C9-4B0A-94DF-FD612892B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D96A3-BCC3-48C8-AAF8-E63AB712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A62BE-19FA-4F67-8B44-C875784F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7377C-6A4C-4825-96FC-D52A9923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98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2A762-8AFA-4348-AC20-9965B47E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4D9AE-0565-43FF-950B-72F94D91D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8D9DF-47CA-4FD7-937A-F7192B931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83EB0-7435-4783-935F-6ED6D6EC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607DA-3D39-4424-B6C1-79EAAD5E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F57B0-67C2-4886-8C69-08FA8DD3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64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275C-E4C2-4D1B-8C39-D38FCC2E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F5EDF-E2F7-4C8B-AA61-B5A2DA98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FFA31-3963-4F21-A2B7-95D91ECF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DC233-FC5F-476A-A8D8-1841DF5B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0225-092C-4FEC-B7DB-A4081DD1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212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5496CA-C784-4A8A-9576-7C4EA929B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CEEE9-02B5-4055-8E46-D408E0F13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9A7F3-AE15-4BE1-9B08-9D3C6067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FD8DF-FAE3-459A-A3C8-195193BE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0A693-FF7B-4899-A9CA-C5D1CD3F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542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1D72C-10DC-49BC-831C-3A2E8F07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C88EE-47D4-4693-BDFF-30B3A946D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BFCBE-6135-43E5-B728-4BEBD18A3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26D89-E3FB-4824-8951-2BECCB58DFEA}" type="datetimeFigureOut">
              <a:rPr lang="en-CA" smtClean="0"/>
              <a:t>2023-12-21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D0F2D-FB06-41BA-ACC6-C2CED34D1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1A2ED-4A4F-4887-A72D-BE3988BE2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D5F19-B7C2-4C1A-9FFC-C428DB773F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281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89289-58C7-4C81-A0CE-902017B6C005}"/>
              </a:ext>
            </a:extLst>
          </p:cNvPr>
          <p:cNvSpPr txBox="1"/>
          <p:nvPr/>
        </p:nvSpPr>
        <p:spPr>
          <a:xfrm>
            <a:off x="1038225" y="419100"/>
            <a:ext cx="101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#72B Hail to the Lord’s Anointed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A4BBE-6A72-4F88-A23B-6231260FF989}"/>
              </a:ext>
            </a:extLst>
          </p:cNvPr>
          <p:cNvSpPr txBox="1"/>
          <p:nvPr/>
        </p:nvSpPr>
        <p:spPr>
          <a:xfrm>
            <a:off x="1938337" y="2009775"/>
            <a:ext cx="8315325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srgbClr val="222222"/>
                </a:solidFill>
              </a:rPr>
              <a:t>Hail to the Lord’s anointed,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great David’s greater son!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Hail, and the time appointed,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his reign on earth begun!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comes to break oppression,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set the captive free,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take away transgression,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rule in equity.</a:t>
            </a:r>
          </a:p>
        </p:txBody>
      </p:sp>
    </p:spTree>
    <p:extLst>
      <p:ext uri="{BB962C8B-B14F-4D97-AF65-F5344CB8AC3E}">
        <p14:creationId xmlns:p14="http://schemas.microsoft.com/office/powerpoint/2010/main" val="364788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67988-9853-4E0A-B3ED-CAA1CC9BF22C}"/>
              </a:ext>
            </a:extLst>
          </p:cNvPr>
          <p:cNvSpPr txBox="1"/>
          <p:nvPr/>
        </p:nvSpPr>
        <p:spPr>
          <a:xfrm>
            <a:off x="1681162" y="1190625"/>
            <a:ext cx="88296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He shall come down like showers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upon the fruitful earth;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love, joy, hope, like flowers,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spring in his path to birth.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The King shall have dominion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from sea to shining sea,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over </a:t>
            </a:r>
            <a:r>
              <a:rPr lang="en-US" sz="2800" dirty="0" err="1">
                <a:solidFill>
                  <a:srgbClr val="222222"/>
                </a:solidFill>
              </a:rPr>
              <a:t>ev’ry</a:t>
            </a:r>
            <a:r>
              <a:rPr lang="en-US" sz="2800" dirty="0">
                <a:solidFill>
                  <a:srgbClr val="222222"/>
                </a:solidFill>
              </a:rPr>
              <a:t> nation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his peaceful rule shall be.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378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67988-9853-4E0A-B3ED-CAA1CC9BF22C}"/>
              </a:ext>
            </a:extLst>
          </p:cNvPr>
          <p:cNvSpPr txBox="1"/>
          <p:nvPr/>
        </p:nvSpPr>
        <p:spPr>
          <a:xfrm>
            <a:off x="1681162" y="1190625"/>
            <a:ext cx="88296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The desert tribes adore him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and bend to him the knee;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The wicked bow before him,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His glory they will see.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With gifts of adoration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the foreign kinds shall meet.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To pour the wealth of nations 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in tribute at his  feet.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241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6062DC-2DA5-471D-9B1E-2BBD0963968E}"/>
              </a:ext>
            </a:extLst>
          </p:cNvPr>
          <p:cNvSpPr txBox="1"/>
          <p:nvPr/>
        </p:nvSpPr>
        <p:spPr>
          <a:xfrm>
            <a:off x="1681162" y="1520785"/>
            <a:ext cx="88296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He comes with rescue speedy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those who suffer wrong,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help the poor and needy,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bid the weak be strong.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turns their sighs to singing,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their darkness into light,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they, condemned and dying,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are precious in his sight.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209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80A8A-9034-46AB-A7A0-63EB7441850E}"/>
              </a:ext>
            </a:extLst>
          </p:cNvPr>
          <p:cNvSpPr txBox="1"/>
          <p:nvPr/>
        </p:nvSpPr>
        <p:spPr>
          <a:xfrm>
            <a:off x="1662112" y="1659285"/>
            <a:ext cx="8867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His kingdom is increasing,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kingdom without end.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him shall prayer unceasing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daily praise ascend.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mountain dews will nourish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harvest from the fields;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grain and fruit will flourish,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land its bounty yields.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842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D6BD6-A7D1-4829-9CF7-1502BC33BDEB}"/>
              </a:ext>
            </a:extLst>
          </p:cNvPr>
          <p:cNvSpPr txBox="1"/>
          <p:nvPr/>
        </p:nvSpPr>
        <p:spPr>
          <a:xfrm>
            <a:off x="995362" y="1659285"/>
            <a:ext cx="10201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6. In name forever glorious,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he on his throne shall rest,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from age to age victorious,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all blessing and all blest.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Praise God, who rules each nation;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tell of his deeds again.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His glory fills creation;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sing praise to God. Amen!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70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302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3</cp:revision>
  <dcterms:created xsi:type="dcterms:W3CDTF">2020-12-26T03:50:06Z</dcterms:created>
  <dcterms:modified xsi:type="dcterms:W3CDTF">2023-12-22T04:33:55Z</dcterms:modified>
</cp:coreProperties>
</file>