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458" r:id="rId3"/>
    <p:sldId id="461" r:id="rId4"/>
    <p:sldId id="462" r:id="rId5"/>
    <p:sldId id="47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1739-9884-42FA-A2DB-2B356DD78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593E5-172C-45D2-ABB6-CB8A21A7C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B65F-9BD5-4BD9-B34B-6E57B38D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6DDF4-38EF-4411-A94E-5DACA05F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736D0-02A0-4060-9D8B-B752DF1F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7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0C15-8CE2-49B4-8A33-AE20A98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E817E-8D0C-401C-BEDA-4B1243531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D8F58-585D-4682-B36D-7887AAEE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A8E7-1A25-40A2-9344-6E623D86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9CE8B-43AB-4458-B89E-A5DD448A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7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6ED4-B7EC-41BD-A446-09C991BC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B03F5-C4A5-4C6B-82EE-D389F118A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2C0C9-6E6E-47AF-B6BB-0A86F210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2270-1F17-49B3-AAFB-2028C705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A5DF6-540E-49E9-9277-776AB4C5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1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B17E-B49C-4A68-989E-0EDD87F5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1D36-9DA6-448F-BB79-D1EC0F021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3BB32-8151-4BE3-A8C7-C38E0C733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DDF10-673C-40E3-B495-B71991DB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2C294-988F-48FC-8AE8-726B4E56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8AA72-896E-4293-9340-5AD37AC5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5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C8DB-BE33-4EA4-9C46-7E51EF86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C36EB-BEB3-4F69-9C76-8364D5AD0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AB805-7DE5-4BE5-B971-5046E750A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7F615-5E52-4B60-8EEF-3ED133752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5D7-BBD9-4005-8F6E-D84A924C2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04E33-D48C-436A-9D0D-CC3CCA65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6437C-24AE-4BC1-877A-DCB3F44B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CE624-7B7A-4F56-9601-6A8B2D23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9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497B-2BB9-49AC-BC15-633142EE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15F4-5648-4816-9155-A2CE55E0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5F446-3D26-4C68-85E0-870AAA70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E4A1-7AD8-44E5-90CA-A4FE0F63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2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8B17C-A96E-4618-A206-87AE0A1F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0372-4754-409C-A091-2007207E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FA8F7-BAB2-4551-BDE8-773FB75B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7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8FFF-3210-4E24-B3A4-7FF74DF5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B935-CF52-49DE-BB36-499A0A2FB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64031-FB1F-4370-90C9-5C0EFBD4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37A00-6DF6-445D-9176-02BC487F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E0786-72B0-4CAE-BE14-52350A2C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A1358-ACC0-4B0B-8C10-B9341BBB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71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270D-6658-4D4E-A202-E9478276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2CA20-5F2E-4962-9E4C-629A64962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8E21C-B448-4F7A-8CC6-C1DB47EF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D7BB5-06B2-45F9-B76A-15CCD202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7532B-0BD1-4E97-BD39-ABC513C0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F7DE9-39B0-4620-BF98-91F7D5AC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7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3A2E-7198-4C4D-B8B1-2A0D5098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5B25B-E9A7-469A-B8FB-EBC0D6F4B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E457-C0EF-4CBC-8007-8898ECEE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91EB-9873-4D6B-8E78-91F3FFE1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CC15E-50EC-4A2C-B7A9-DC1CF778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2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CA04A-3116-4114-B060-089E34211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FD20F-F95F-4CCE-8B64-90C299A1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38E7F-3AE4-4069-AE4F-5383C80E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0CFA-72DB-46EC-8FDC-839611A1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FD2ED-2C1F-4EC6-ADB8-E509D09C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8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4D855-E4F8-4D53-836F-7DFACB08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DDB2-066F-4E35-B025-7BBEBEE03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C923-25AB-4A3A-858E-8BEB4CB83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E6796-496F-456E-9999-6E33FEA158E5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C0CD-34D4-43CA-975A-7F12236E5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F4976-B490-492D-B6C9-73571970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4AE4D-4F1A-41B5-B2B5-421F79D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3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A7DCE-2F5E-4F2C-9762-A3EC8B1BE505}"/>
              </a:ext>
            </a:extLst>
          </p:cNvPr>
          <p:cNvSpPr txBox="1"/>
          <p:nvPr/>
        </p:nvSpPr>
        <p:spPr>
          <a:xfrm>
            <a:off x="1614483" y="1420757"/>
            <a:ext cx="89630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marR="0" lvl="1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Praise, my soul, the King of heaven,</a:t>
            </a:r>
            <a:br>
              <a:rPr lang="en-US" sz="2800" dirty="0"/>
            </a:br>
            <a:r>
              <a:rPr lang="en-US" sz="2800" dirty="0"/>
              <a:t>to his feet your tribute bring;</a:t>
            </a:r>
            <a:br>
              <a:rPr lang="en-US" sz="2800" dirty="0"/>
            </a:br>
            <a:r>
              <a:rPr lang="en-US" sz="2800" dirty="0"/>
              <a:t>ransomed, healed, restored, forgiven,</a:t>
            </a:r>
            <a:br>
              <a:rPr lang="en-US" sz="2800" dirty="0"/>
            </a:br>
            <a:r>
              <a:rPr lang="en-US" sz="2800" dirty="0"/>
              <a:t>who, like me, his praise should sing?</a:t>
            </a:r>
            <a:br>
              <a:rPr lang="en-US" sz="2800" dirty="0"/>
            </a:br>
            <a:r>
              <a:rPr lang="en-US" sz="2800" dirty="0"/>
              <a:t>Praise him, praise him, praise him, praise him,</a:t>
            </a:r>
            <a:br>
              <a:rPr lang="en-US" sz="2800" dirty="0"/>
            </a:br>
            <a:r>
              <a:rPr lang="en-US" sz="2800" dirty="0"/>
              <a:t>praise the everlasting King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D2854-2887-499D-BFFD-286A34F5CF97}"/>
              </a:ext>
            </a:extLst>
          </p:cNvPr>
          <p:cNvSpPr txBox="1"/>
          <p:nvPr/>
        </p:nvSpPr>
        <p:spPr>
          <a:xfrm>
            <a:off x="814384" y="116929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#239 Praise My Soul The King of Heaven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DC581D-3510-4A97-8587-8BF45E9A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46536-8D32-47A3-888C-09925BD295B4}"/>
              </a:ext>
            </a:extLst>
          </p:cNvPr>
          <p:cNvSpPr txBox="1"/>
          <p:nvPr/>
        </p:nvSpPr>
        <p:spPr>
          <a:xfrm>
            <a:off x="1647825" y="1228397"/>
            <a:ext cx="8896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Praise him for his grace and favor</a:t>
            </a:r>
            <a:br>
              <a:rPr lang="en-US" sz="2800" dirty="0"/>
            </a:br>
            <a:r>
              <a:rPr lang="en-US" sz="2800" dirty="0"/>
              <a:t>to our fathers in distress;</a:t>
            </a:r>
            <a:br>
              <a:rPr lang="en-US" sz="2800" dirty="0"/>
            </a:br>
            <a:r>
              <a:rPr lang="en-US" sz="2800" dirty="0"/>
              <a:t>praise him, still the same forever,</a:t>
            </a:r>
            <a:br>
              <a:rPr lang="en-US" sz="2800" dirty="0"/>
            </a:br>
            <a:r>
              <a:rPr lang="en-US" sz="2800" dirty="0"/>
              <a:t>slow to chide and swift to bless.</a:t>
            </a:r>
            <a:br>
              <a:rPr lang="en-US" sz="2800" dirty="0"/>
            </a:br>
            <a:r>
              <a:rPr lang="en-US" sz="2800" dirty="0"/>
              <a:t>Praise him, praise him, praise him, praise him,</a:t>
            </a:r>
            <a:br>
              <a:rPr lang="en-US" sz="2800" dirty="0"/>
            </a:br>
            <a:r>
              <a:rPr lang="en-US" sz="2800" dirty="0"/>
              <a:t>glorious in his faithfulness.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40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D1323B-07AC-4F09-B69F-8CC12966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0B77-BB69-4160-9EF9-93222E15F018}"/>
              </a:ext>
            </a:extLst>
          </p:cNvPr>
          <p:cNvSpPr txBox="1"/>
          <p:nvPr/>
        </p:nvSpPr>
        <p:spPr>
          <a:xfrm>
            <a:off x="1647825" y="1228397"/>
            <a:ext cx="8896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2800" dirty="0"/>
              <a:t>Fatherlike, he tends and spares us;</a:t>
            </a:r>
            <a:br>
              <a:rPr lang="en-US" sz="2800" dirty="0"/>
            </a:br>
            <a:r>
              <a:rPr lang="en-US" sz="2800" dirty="0"/>
              <a:t>well our feeble frame he knows;</a:t>
            </a:r>
            <a:br>
              <a:rPr lang="en-US" sz="2800" dirty="0"/>
            </a:br>
            <a:r>
              <a:rPr lang="en-US" sz="2800" dirty="0"/>
              <a:t>in his hands he gently bears us,</a:t>
            </a:r>
            <a:br>
              <a:rPr lang="en-US" sz="2800" dirty="0"/>
            </a:br>
            <a:r>
              <a:rPr lang="en-US" sz="2800" dirty="0"/>
              <a:t>rescues us from all our foes.</a:t>
            </a:r>
            <a:br>
              <a:rPr lang="en-US" sz="2800" dirty="0"/>
            </a:br>
            <a:r>
              <a:rPr lang="en-US" sz="2800" dirty="0"/>
              <a:t>Praise him, praise him, praise him, praise him,</a:t>
            </a:r>
            <a:br>
              <a:rPr lang="en-US" sz="2800" dirty="0"/>
            </a:br>
            <a:r>
              <a:rPr lang="en-US" sz="2800" dirty="0"/>
              <a:t>widely as his mercy goes.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62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71DF7E-4817-4438-8992-B49E1337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B527E-84FD-4F0B-8FCC-D081F1C0931C}"/>
              </a:ext>
            </a:extLst>
          </p:cNvPr>
          <p:cNvSpPr txBox="1"/>
          <p:nvPr/>
        </p:nvSpPr>
        <p:spPr>
          <a:xfrm>
            <a:off x="1616868" y="1228397"/>
            <a:ext cx="89582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lang="en-US" sz="2800" dirty="0"/>
              <a:t>Frail as summer's </a:t>
            </a:r>
            <a:r>
              <a:rPr lang="en-US" sz="2800" dirty="0" err="1"/>
              <a:t>flow'r</a:t>
            </a:r>
            <a:r>
              <a:rPr lang="en-US" sz="2800" dirty="0"/>
              <a:t> we flourish,</a:t>
            </a:r>
            <a:br>
              <a:rPr lang="en-US" sz="2800" dirty="0"/>
            </a:br>
            <a:r>
              <a:rPr lang="en-US" sz="2800" dirty="0"/>
              <a:t>blows the wind and it is gone;</a:t>
            </a:r>
            <a:br>
              <a:rPr lang="en-US" sz="2800" dirty="0"/>
            </a:br>
            <a:r>
              <a:rPr lang="en-US" sz="2800" dirty="0"/>
              <a:t>but while mortals rise and perish,</a:t>
            </a:r>
            <a:br>
              <a:rPr lang="en-US" sz="2800" dirty="0"/>
            </a:br>
            <a:r>
              <a:rPr lang="en-US" sz="2800" dirty="0"/>
              <a:t>God endures unchanging on.</a:t>
            </a:r>
            <a:br>
              <a:rPr lang="en-US" sz="2800" dirty="0"/>
            </a:br>
            <a:r>
              <a:rPr lang="en-US" sz="2800" dirty="0"/>
              <a:t>Praise him, praise him, praise him, praise him,</a:t>
            </a:r>
            <a:br>
              <a:rPr lang="en-US" sz="2800" dirty="0"/>
            </a:br>
            <a:r>
              <a:rPr lang="en-US" sz="2800" dirty="0"/>
              <a:t>praise the High Eternal One.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44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71DF7E-4817-4438-8992-B49E1337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B527E-84FD-4F0B-8FCC-D081F1C0931C}"/>
              </a:ext>
            </a:extLst>
          </p:cNvPr>
          <p:cNvSpPr txBox="1"/>
          <p:nvPr/>
        </p:nvSpPr>
        <p:spPr>
          <a:xfrm>
            <a:off x="1616868" y="1228397"/>
            <a:ext cx="89582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US" sz="2800" dirty="0"/>
              <a:t>Angels, help us to adore him;</a:t>
            </a:r>
            <a:br>
              <a:rPr lang="en-US" sz="2800" dirty="0"/>
            </a:br>
            <a:r>
              <a:rPr lang="en-US" sz="2800" dirty="0"/>
              <a:t>you behold him face to face;</a:t>
            </a:r>
            <a:br>
              <a:rPr lang="en-US" sz="2800" dirty="0"/>
            </a:br>
            <a:r>
              <a:rPr lang="en-US" sz="2800" dirty="0"/>
              <a:t>sun and moon, bow down before him,</a:t>
            </a:r>
            <a:br>
              <a:rPr lang="en-US" sz="2800" dirty="0"/>
            </a:br>
            <a:r>
              <a:rPr lang="en-US" sz="2800" dirty="0"/>
              <a:t>dwellers all in time and space.</a:t>
            </a:r>
            <a:br>
              <a:rPr lang="en-US" sz="2800" dirty="0"/>
            </a:br>
            <a:r>
              <a:rPr lang="en-US" sz="2800" dirty="0"/>
              <a:t>Praise him, praise him, praise him, praise him,</a:t>
            </a:r>
            <a:br>
              <a:rPr lang="en-US" sz="2800" dirty="0"/>
            </a:br>
            <a:r>
              <a:rPr lang="en-US" sz="2800" dirty="0"/>
              <a:t>praise with us the God of grace.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519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2021-08-06T03:21:10Z</dcterms:created>
  <dcterms:modified xsi:type="dcterms:W3CDTF">2021-08-06T03:21:33Z</dcterms:modified>
</cp:coreProperties>
</file>