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989D868B-F15B-4E75-A456-D6B0BF824CDB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8/5/23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4FA9070C-8C91-4572-BF4D-8C33F596935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7F42C68F-80EF-4A2B-BA8C-3C22F63FCB46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8/5/23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49B86205-8950-482A-A6FA-994B064BB31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967FB12B-DE80-4582-A612-AC7AB529F7B3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8/5/23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75035E4E-671C-4800-B676-D23D7E4D0AE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#84A O LORD of Hosts, How Lovely 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641520" y="1659240"/>
            <a:ext cx="10908360" cy="35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1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. O Lord of hosts, how lovely 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place wherein you dwell!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Your tabernacles holy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pleasantness excel.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My soul is longing, fainting,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see your courts, O Lord;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my heart and flesh are singing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you, O living God.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125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2309760" y="1076400"/>
            <a:ext cx="7571880" cy="35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3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. How blest are those you strengthen,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who have a pilgrim’s mind.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Amidst the vale of weeping,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fresh springs and pools the find.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From strength to strength advancing,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they on their journey go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‘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til each appears in Zion,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where they their God behold.  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  <p:sp>
        <p:nvSpPr>
          <p:cNvPr id="129" name="CustomShape 2"/>
          <p:cNvSpPr/>
          <p:nvPr/>
        </p:nvSpPr>
        <p:spPr>
          <a:xfrm>
            <a:off x="2309760" y="1076400"/>
            <a:ext cx="7571880" cy="35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5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. The Lord our God protects us,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our shield and shining sun;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the Lord bestows his favour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and honour to his own.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No good will he deny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those who walk in ways of truth.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O Lord of hosts, how blest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is the one who trusts in you!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LibreOffice/7.0.4.2$Linux_X86_64 LibreOffice_project/00$Build-2</Application>
  <AppVersion>15.0000</AppVersion>
  <Words>329</Words>
  <Paragraphs>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2020-10-09T14:25:45Z</dcterms:created>
  <dc:creator>Eric Hoogendoorn</dc:creator>
  <dc:description/>
  <dc:language>en-CA</dc:language>
  <cp:lastModifiedBy/>
  <dcterms:modified xsi:type="dcterms:W3CDTF">2023-08-05T17:37:27Z</dcterms:modified>
  <cp:revision>5</cp:revision>
  <dc:subject/>
  <dc:title>#84B O LORD of Hosts, How Lovely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