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11" r:id="rId2"/>
    <p:sldId id="341" r:id="rId3"/>
    <p:sldId id="342" r:id="rId4"/>
    <p:sldId id="343" r:id="rId5"/>
    <p:sldId id="32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1" autoAdjust="0"/>
    <p:restoredTop sz="94660"/>
  </p:normalViewPr>
  <p:slideViewPr>
    <p:cSldViewPr snapToGrid="0">
      <p:cViewPr varScale="1">
        <p:scale>
          <a:sx n="96" d="100"/>
          <a:sy n="96" d="100"/>
        </p:scale>
        <p:origin x="7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DF8C6-80E8-4018-8826-DF57A83812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EB500F5-2A2D-400E-9524-FFFEC1C074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28942D-73F9-4912-BB8A-B44C3AA59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EB968D-0EA1-4C6C-BEC1-15EF72ABCF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692B58-C86F-4004-B9B5-14D6640ABB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16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EB4674-8B79-4256-8965-7055EAE569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40C355-FC8B-42AD-B9E2-CC0A95F642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CADA12-7E6D-487E-BEB2-461C84815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6C1A8F-2801-40ED-81F2-BAEA659AD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004C0D-E8B0-4358-A4CC-20603D1E4C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3769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7B0C1B-04C9-4700-9058-8FEFF67FE6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5A07A8-50B4-435F-9929-AB7066B75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A81C2-DE14-4C2B-A076-82D3FD4EC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41B922-F96A-4D92-A742-FC99A575A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658F1-BE9D-43F4-9748-37CF0D3AB1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2832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B2583B-B864-4384-B7E7-811B1864F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93E779-B0EA-4601-8FB9-28A0C1BDEB7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B623A-B25C-4DE4-B77C-40064581BB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45248A-670E-44DE-A84F-41FBF0606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4C2270-C9BD-4CB5-8448-1C68058813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470C03-5378-40FF-B4FB-49D9983E0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335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1A22C0-5032-4BD4-A19B-020E32B92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3E582-A071-4975-9887-C5AF964C77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049EBE-F39E-48C5-8338-68869F8277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8C70EBC-4316-4366-8A72-6223AB45A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24BDEE-2F1F-4D0C-8E0F-50BF61F5491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90E613-C633-480C-BB41-72DB01A34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ABC3E22-A816-4552-88F3-36CC802F8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CCEA82F-0938-472F-B3B4-7E4AD8E82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8236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F77690-9EBE-4EA7-A883-F1A0CB6DE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EEF63B-F049-4A75-A471-1A5798799E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56FA57-44CF-4135-A6BC-27E96D1E3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5E3899-FB81-4CF1-B9B3-8EB6D609B5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663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D68410-1D75-4440-A2C8-313FEF8920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A9987A-2426-4333-82EE-B0AFF771E1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CBCAAC-7687-46ED-8241-BDCB2B3511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5332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56D51-0C2F-49DC-8062-CDB87DA9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9AE8C-8810-4EE7-9819-54EEAFB0F6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F041F7-2716-4923-A7F5-CC17CF9891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A39EB-9FF2-45B3-9D31-44CDC414CD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BBE6FE-7969-42DB-8FA9-BBA686F6B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22443DA-C11A-43D4-80BE-F33DE680F5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2587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6416D9-1FEF-4984-B608-5CE36289C4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77196E2-D993-49C9-925F-3609504921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E15D0B-971E-4597-B52F-F7C9DA41E1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BD6F3C-6C7B-4E60-A609-719A889495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C2CC22-AAB6-4F4A-BD8B-097CDEC4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A2E969-6DA4-41FB-977C-03838208D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6379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200D67-3C35-40D4-BE74-875FDDB74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24AB2-33DD-4321-8A31-7A6BE82539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CD7A68-D754-436F-910C-76825492D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06CE35-1718-45FA-9101-41B60C63B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1A0A98-669C-4D44-9943-907506847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433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BE826EE-DFE4-452F-A620-69ECC2C91C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D30818-8B8B-434A-8C07-D40CDF895F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A979B-0E2E-42A9-8089-DBBF89175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A1C7E0-3C65-409C-BB33-C4C91951D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F70112-5682-4BD3-9631-00F53E7B1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6542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A20B98-9872-46B0-8D4E-29630DD21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DB06B7-9866-4BA9-B478-24CF2DFCF3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291E8C-2631-4491-9FBF-4797C92F04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22DB4F-A45A-402B-8988-2A9795A564D1}" type="datetimeFigureOut">
              <a:rPr lang="en-US" smtClean="0"/>
              <a:t>7/23/2020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80A43-5188-4FB4-BE76-F31866DC3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EEFC01-D82D-46E0-BC2F-248E139BDA7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310022-9B8E-4D81-B738-A8F916ACC1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1371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1. </a:t>
            </a:r>
            <a:r>
              <a:rPr lang="en-US" sz="2800" dirty="0"/>
              <a:t>God is our refuge and our strength,</a:t>
            </a:r>
            <a:br>
              <a:rPr lang="en-US" sz="2800" dirty="0"/>
            </a:br>
            <a:r>
              <a:rPr lang="en-US" sz="2800" dirty="0"/>
              <a:t>our ever present aid,</a:t>
            </a:r>
            <a:br>
              <a:rPr lang="en-US" sz="2800" dirty="0"/>
            </a:br>
            <a:r>
              <a:rPr lang="en-US" sz="2800" dirty="0"/>
              <a:t>and, therefore, though the earth gives way,</a:t>
            </a:r>
            <a:br>
              <a:rPr lang="en-US" sz="2800" dirty="0"/>
            </a:br>
            <a:r>
              <a:rPr lang="en-US" sz="2800" dirty="0"/>
              <a:t>we will not be afraid;</a:t>
            </a:r>
            <a:br>
              <a:rPr lang="en-US" sz="2800" dirty="0"/>
            </a:br>
            <a:r>
              <a:rPr lang="en-US" sz="2800" dirty="0"/>
              <a:t>though hills amidst the sea be cast,</a:t>
            </a:r>
            <a:br>
              <a:rPr lang="en-US" sz="2800" dirty="0"/>
            </a:br>
            <a:r>
              <a:rPr lang="en-US" sz="2800" dirty="0"/>
              <a:t>'though foaming waters roar,</a:t>
            </a:r>
            <a:br>
              <a:rPr lang="en-US" sz="2800" dirty="0"/>
            </a:br>
            <a:r>
              <a:rPr lang="en-US" sz="2800" dirty="0"/>
              <a:t>yea, though the mighty billows shake </a:t>
            </a:r>
            <a:br>
              <a:rPr lang="en-US" sz="2800" dirty="0"/>
            </a:br>
            <a:r>
              <a:rPr lang="en-US" sz="2800" dirty="0"/>
              <a:t>the mountains on the shore.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A9D6986-4CE5-4F7F-A069-B3381D1B61AA}"/>
              </a:ext>
            </a:extLst>
          </p:cNvPr>
          <p:cNvSpPr txBox="1">
            <a:spLocks/>
          </p:cNvSpPr>
          <p:nvPr/>
        </p:nvSpPr>
        <p:spPr>
          <a:xfrm>
            <a:off x="0" y="160422"/>
            <a:ext cx="12192000" cy="806116"/>
          </a:xfrm>
          <a:prstGeom prst="rect">
            <a:avLst/>
          </a:prstGeom>
          <a:ln w="9525">
            <a:noFill/>
          </a:ln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CA" i="1" dirty="0"/>
              <a:t>#46B God Is Our Refuge and Our Strength</a:t>
            </a:r>
          </a:p>
        </p:txBody>
      </p:sp>
    </p:spTree>
    <p:extLst>
      <p:ext uri="{BB962C8B-B14F-4D97-AF65-F5344CB8AC3E}">
        <p14:creationId xmlns:p14="http://schemas.microsoft.com/office/powerpoint/2010/main" val="4266679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2.</a:t>
            </a:r>
            <a:r>
              <a:rPr lang="en-CA" sz="2800" dirty="0"/>
              <a:t> </a:t>
            </a:r>
            <a:r>
              <a:rPr lang="en-US" sz="2800" dirty="0"/>
              <a:t>A river flows whose streams make glad</a:t>
            </a:r>
            <a:br>
              <a:rPr lang="en-US" sz="2800" dirty="0"/>
            </a:br>
            <a:r>
              <a:rPr lang="en-US" sz="2800" dirty="0"/>
              <a:t>the city of our God,</a:t>
            </a:r>
            <a:br>
              <a:rPr lang="en-US" sz="2800" dirty="0"/>
            </a:br>
            <a:r>
              <a:rPr lang="en-US" sz="2800" dirty="0"/>
              <a:t>the holy place wherein the Lord</a:t>
            </a:r>
            <a:br>
              <a:rPr lang="en-US" sz="2800" dirty="0"/>
            </a:br>
            <a:r>
              <a:rPr lang="en-US" sz="2800" dirty="0"/>
              <a:t>Most High has his abode;</a:t>
            </a:r>
            <a:br>
              <a:rPr lang="en-US" sz="2800" dirty="0"/>
            </a:br>
            <a:r>
              <a:rPr lang="en-US" sz="2800" dirty="0"/>
              <a:t>Since God is in the midst of her,</a:t>
            </a:r>
            <a:br>
              <a:rPr lang="en-US" sz="2800" dirty="0"/>
            </a:br>
            <a:r>
              <a:rPr lang="en-US" sz="2800" dirty="0"/>
              <a:t>unmoved her walls shall stand,</a:t>
            </a:r>
            <a:br>
              <a:rPr lang="en-US" sz="2800" dirty="0"/>
            </a:br>
            <a:r>
              <a:rPr lang="en-US" sz="2800" dirty="0"/>
              <a:t>for God will be her early help,</a:t>
            </a:r>
            <a:br>
              <a:rPr lang="en-US" sz="2800" dirty="0"/>
            </a:br>
            <a:r>
              <a:rPr lang="en-US" sz="2800" dirty="0"/>
              <a:t>when trouble is at hand.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9585911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3.</a:t>
            </a:r>
            <a:r>
              <a:rPr lang="en-CA" sz="2800" dirty="0"/>
              <a:t> </a:t>
            </a:r>
            <a:r>
              <a:rPr lang="en-US" sz="2800" dirty="0"/>
              <a:t>The nations raged, the kingdoms moved,</a:t>
            </a:r>
            <a:br>
              <a:rPr lang="en-US" sz="2800" dirty="0"/>
            </a:br>
            <a:r>
              <a:rPr lang="en-US" sz="2800" dirty="0"/>
              <a:t>but when his voice was heard,</a:t>
            </a:r>
            <a:br>
              <a:rPr lang="en-US" sz="2800" dirty="0"/>
            </a:br>
            <a:r>
              <a:rPr lang="en-US" sz="2800" dirty="0"/>
              <a:t>the troubled earth was stilled to peace</a:t>
            </a:r>
            <a:br>
              <a:rPr lang="en-US" sz="2800" dirty="0"/>
            </a:br>
            <a:r>
              <a:rPr lang="en-US" sz="2800" dirty="0"/>
              <a:t>before his mighty word.</a:t>
            </a:r>
            <a:br>
              <a:rPr lang="en-US" sz="2800" dirty="0"/>
            </a:br>
            <a:r>
              <a:rPr lang="en-US" sz="2800" dirty="0"/>
              <a:t>The Lord of hosts is on our side,</a:t>
            </a:r>
            <a:br>
              <a:rPr lang="en-US" sz="2800" dirty="0"/>
            </a:br>
            <a:r>
              <a:rPr lang="en-US" sz="2800" dirty="0"/>
              <a:t>our safety to secure;</a:t>
            </a:r>
            <a:br>
              <a:rPr lang="en-US" sz="2800" dirty="0"/>
            </a:br>
            <a:r>
              <a:rPr lang="en-US" sz="2800" dirty="0"/>
              <a:t>the God of Jacob is for us</a:t>
            </a:r>
            <a:br>
              <a:rPr lang="en-US" sz="2800" dirty="0"/>
            </a:br>
            <a:r>
              <a:rPr lang="en-US" sz="2800" dirty="0"/>
              <a:t>a refuge strong and sure.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502628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4.</a:t>
            </a:r>
            <a:r>
              <a:rPr lang="en-CA" sz="2800" dirty="0"/>
              <a:t> </a:t>
            </a:r>
            <a:r>
              <a:rPr lang="en-US" sz="2800" dirty="0"/>
              <a:t>O come, behold what wondrous works</a:t>
            </a:r>
            <a:br>
              <a:rPr lang="en-US" sz="2800" dirty="0"/>
            </a:br>
            <a:r>
              <a:rPr lang="en-US" sz="2800" dirty="0"/>
              <a:t>the Lord's great might has wrought;</a:t>
            </a:r>
            <a:br>
              <a:rPr lang="en-US" sz="2800" dirty="0"/>
            </a:br>
            <a:r>
              <a:rPr lang="en-US" sz="2800" dirty="0"/>
              <a:t>come, see what desolation great</a:t>
            </a:r>
            <a:br>
              <a:rPr lang="en-US" sz="2800" dirty="0"/>
            </a:br>
            <a:r>
              <a:rPr lang="en-US" sz="2800" dirty="0"/>
              <a:t>he on the earth has brought.</a:t>
            </a:r>
            <a:br>
              <a:rPr lang="en-US" sz="2800" dirty="0"/>
            </a:br>
            <a:r>
              <a:rPr lang="en-US" sz="2800" dirty="0"/>
              <a:t>To utmost ends of all the earth</a:t>
            </a:r>
            <a:br>
              <a:rPr lang="en-US" sz="2800" dirty="0"/>
            </a:br>
            <a:r>
              <a:rPr lang="en-US" sz="2800" dirty="0"/>
              <a:t>he causes war to cease;</a:t>
            </a:r>
            <a:br>
              <a:rPr lang="en-US" sz="2800" dirty="0"/>
            </a:br>
            <a:r>
              <a:rPr lang="en-US" sz="2800" dirty="0"/>
              <a:t>the weapons of the strong destroyed,</a:t>
            </a:r>
            <a:br>
              <a:rPr lang="en-US" sz="2800" dirty="0"/>
            </a:br>
            <a:r>
              <a:rPr lang="en-US" sz="2800" dirty="0"/>
              <a:t>he makes abiding peace.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2045937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48E634F-49A3-4083-93E8-7AD7F7B821B6}"/>
              </a:ext>
            </a:extLst>
          </p:cNvPr>
          <p:cNvSpPr txBox="1"/>
          <p:nvPr/>
        </p:nvSpPr>
        <p:spPr>
          <a:xfrm>
            <a:off x="0" y="1615804"/>
            <a:ext cx="121920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sz="2800" i="1" dirty="0"/>
              <a:t>5.</a:t>
            </a:r>
            <a:r>
              <a:rPr lang="en-CA" sz="2800" dirty="0"/>
              <a:t> </a:t>
            </a:r>
            <a:r>
              <a:rPr lang="en-US" sz="2800" dirty="0"/>
              <a:t>Be still and know that I am God,</a:t>
            </a:r>
            <a:br>
              <a:rPr lang="en-US" sz="2800" dirty="0"/>
            </a:br>
            <a:r>
              <a:rPr lang="en-US" sz="2800" dirty="0"/>
              <a:t>o'er all exalted high;</a:t>
            </a:r>
            <a:br>
              <a:rPr lang="en-US" sz="2800" dirty="0"/>
            </a:br>
            <a:r>
              <a:rPr lang="en-US" sz="2800" dirty="0"/>
              <a:t>the subject nations of the earth </a:t>
            </a:r>
            <a:br>
              <a:rPr lang="en-US" sz="2800" dirty="0"/>
            </a:br>
            <a:r>
              <a:rPr lang="en-US" sz="2800" dirty="0"/>
              <a:t>my name shall magnify.</a:t>
            </a:r>
            <a:br>
              <a:rPr lang="en-US" sz="2800" dirty="0"/>
            </a:br>
            <a:r>
              <a:rPr lang="en-US" sz="2800" dirty="0"/>
              <a:t>The Lord of hosts is on our side,</a:t>
            </a:r>
            <a:br>
              <a:rPr lang="en-US" sz="2800" dirty="0"/>
            </a:br>
            <a:r>
              <a:rPr lang="en-US" sz="2800" dirty="0"/>
              <a:t>our safety to secure;</a:t>
            </a:r>
            <a:br>
              <a:rPr lang="en-US" sz="2800" dirty="0"/>
            </a:br>
            <a:r>
              <a:rPr lang="en-US" sz="2800" dirty="0"/>
              <a:t>the God of Jacob is for us</a:t>
            </a:r>
            <a:br>
              <a:rPr lang="en-US" sz="2800" dirty="0"/>
            </a:br>
            <a:r>
              <a:rPr lang="en-US" sz="2800" dirty="0"/>
              <a:t>a refuge strong and sure.</a:t>
            </a:r>
            <a:endParaRPr lang="en-CA" sz="2800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127834-0110-4B3C-8533-4F3478E22E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Copyright Trinity Psalter Hymnal, 2018, used by permission</a:t>
            </a:r>
          </a:p>
        </p:txBody>
      </p:sp>
    </p:spTree>
    <p:extLst>
      <p:ext uri="{BB962C8B-B14F-4D97-AF65-F5344CB8AC3E}">
        <p14:creationId xmlns:p14="http://schemas.microsoft.com/office/powerpoint/2010/main" val="30254956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371</Words>
  <Application>Microsoft Office PowerPoint</Application>
  <PresentationFormat>Widescreen</PresentationFormat>
  <Paragraphs>11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Eric Hoogendoorn</dc:creator>
  <cp:lastModifiedBy>Eric Hoogendoorn</cp:lastModifiedBy>
  <cp:revision>1</cp:revision>
  <dcterms:created xsi:type="dcterms:W3CDTF">2020-07-24T02:24:35Z</dcterms:created>
  <dcterms:modified xsi:type="dcterms:W3CDTF">2020-07-24T02:25:47Z</dcterms:modified>
</cp:coreProperties>
</file>