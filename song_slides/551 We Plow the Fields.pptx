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852E-FE48-43DD-8E67-A0CE22288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E1CF4-4C0C-4A65-BAB5-716E625BB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5B35A-5025-421C-9C24-465C2925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5000C-9C5C-4EF1-B478-3B1F9D78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8A5A-E32D-4809-9822-E6CDF152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141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A9AE-EF61-42D5-9E27-420C7F16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A262-EE6F-4115-85F8-5695BDADB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69AF3-89C4-48FE-90BF-8464B149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C6C7A-EF1D-4C40-A7DE-58B3AFB8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C0034-2546-456D-9952-899AB077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38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6658-52AF-49A7-9C14-97D72058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9A3DD-AD66-4FD4-AF4D-32556944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240EC-5655-4390-8FAA-026E368B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311C8-3894-4913-B838-549209A3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F5C5E-1A5F-43A0-9D5C-F255A573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503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0A39-2516-43DD-87E1-0C12CC4A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C444-5EE1-43E8-BC8F-038AAD026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28EEB-C199-4547-B2E3-FCBD2C270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31CE6-48AB-491C-A6EC-73DBC86F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FDBBA-CCA4-4544-9440-5D12DFA2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913A-892F-4E12-B3B8-A754406A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017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90DE-CCEF-41E8-86FC-6D23FCE2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C2811-5908-4AAC-9718-E5159DB17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B6B29-CA06-422F-BEC8-A82B60235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00145-7B72-443E-ACA9-E2E3361D4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9110A-0FC8-4DA4-81E8-3FB925063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F4A4A-BCBA-4570-B70C-C8D2EE92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900B6-D8F6-4F74-A1F4-137B7B10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B3EE6-087C-4696-AFEA-265AB0EB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425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152F-3FD4-4EFF-8107-5B21971A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2781D-21CC-4E49-81DA-E9E8E458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0FC33-1CBC-449A-BDA3-508BE664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8EF1E-39DD-4CF2-B66F-9DB1A26B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078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5FF40-2FCF-492C-959E-DEA62F65F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D1092-5098-49FF-84F5-1EC9DD82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DA4A5-B67F-437F-9304-A48DFA83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3977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84F4-12FC-4598-AEB9-C32FA3B5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6FBDA-BFED-4CDA-9B44-6503F8D9D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BA1A-3ED2-4C4D-A2DA-6BAB408F2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2ECF0-A70A-4ACC-96F5-C8FEB528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AA504-554B-4E8B-9DA9-D96FFD86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55707-2F23-421C-970A-C4B5A352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493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7611-555E-4716-8B64-92115FC6B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5599E-F807-41EA-8573-C83565957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FBE67-8702-4A2B-B854-86D7A397C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88EDE-C131-4001-BB99-01E01270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3E29F-24BA-4707-9C73-0D788F05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978B5-696A-481D-8605-2C75438B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401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82BD-87AA-4063-8D49-2B108BBD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F3F8C-00E9-4032-B673-CDCFF5CAD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466B4-BCB6-44CD-8F03-D986844A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6E20B-6CB3-418D-87E7-C5419A73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86BC3-82D1-42EC-B271-D18306B0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8076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5933F-0395-4CEC-902D-7E9667397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ED951-418D-48DE-AAE9-B32A7D483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38E42-BF09-49E3-AE82-61BBAFBF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9477E-1107-43C9-AF48-E70DDA41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4286D-F52D-419D-AE1B-8DC3B533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724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552A3-E2BC-436F-8314-ACED2FDD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25A13-9ED8-47A0-A2C3-3BFA4A671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AB0BB-43FA-4405-8251-72B2A2AD1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7E151-77F9-4C7F-ACF6-4CF23EB5FFBE}" type="datetimeFigureOut">
              <a:rPr lang="en-CA" smtClean="0"/>
              <a:t>2020-10-10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8A130-CA0B-4F7E-8E93-1DF1FD3F6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5A3DA-3F3B-4932-854D-4CB40C465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90375-43A4-4021-AB39-B8593F793F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5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94A5E6-4918-4CC1-887B-976DA2EB10A3}"/>
              </a:ext>
            </a:extLst>
          </p:cNvPr>
          <p:cNvSpPr txBox="1"/>
          <p:nvPr/>
        </p:nvSpPr>
        <p:spPr>
          <a:xfrm>
            <a:off x="762000" y="419100"/>
            <a:ext cx="1066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+mj-lt"/>
              </a:rPr>
              <a:t>#551 We Plow the Fields</a:t>
            </a:r>
            <a:endParaRPr lang="en-CA" sz="4400" i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44D0B-F6CF-440A-821E-4DFB33149C8B}"/>
              </a:ext>
            </a:extLst>
          </p:cNvPr>
          <p:cNvSpPr txBox="1"/>
          <p:nvPr/>
        </p:nvSpPr>
        <p:spPr>
          <a:xfrm>
            <a:off x="1343025" y="1847850"/>
            <a:ext cx="95059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>
                <a:solidFill>
                  <a:prstClr val="black"/>
                </a:solidFill>
              </a:rPr>
              <a:t>We plow the fields and scatter the good seed on the land,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but it is fed and watered by God’s almighty hand.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He sends the snow in winter, the warmth to swell the grain,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 breezes and the sunshine, and soft refreshing rain.</a:t>
            </a:r>
          </a:p>
          <a:p>
            <a:pPr lvl="0" algn="ctr"/>
            <a:endParaRPr lang="en-CA" sz="2800">
              <a:solidFill>
                <a:prstClr val="black"/>
              </a:solidFill>
            </a:endParaRP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All good gifts around us are sent from heav’n above;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then thank the Lord, O thank the Lord for all his love.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01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BF4263-1F94-44AD-9A79-2406C549B219}"/>
              </a:ext>
            </a:extLst>
          </p:cNvPr>
          <p:cNvSpPr txBox="1"/>
          <p:nvPr/>
        </p:nvSpPr>
        <p:spPr>
          <a:xfrm>
            <a:off x="909637" y="1476375"/>
            <a:ext cx="10372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2. He only is the Maker of all things near and far;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he paints the wayside flower, he lights the evening star;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wind and waves obey him, by him the birds are fed;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much more to us, his children, he gives our daily bread.</a:t>
            </a:r>
          </a:p>
          <a:p>
            <a:pPr lvl="0" algn="ctr"/>
            <a:endParaRPr lang="en-US" sz="2800">
              <a:solidFill>
                <a:prstClr val="black"/>
              </a:solidFill>
            </a:endParaRP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All good gifts around us are sent from heav’n above;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then thank the Lord, O thank the Lord for all his love.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924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76C3F-FEF6-4BB0-B725-D87337F1AD34}"/>
              </a:ext>
            </a:extLst>
          </p:cNvPr>
          <p:cNvSpPr txBox="1"/>
          <p:nvPr/>
        </p:nvSpPr>
        <p:spPr>
          <a:xfrm>
            <a:off x="1538287" y="1219200"/>
            <a:ext cx="91154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3. We thank you, then, O Father, for all things bright and good: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seedtime and the harvest, our life, our health, our food;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no gifts have we to offer for all your love imparts,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but that which you desire now: our humble, thankful hearts!</a:t>
            </a:r>
          </a:p>
          <a:p>
            <a:pPr lvl="0" algn="ctr"/>
            <a:endParaRPr lang="en-US" sz="2800">
              <a:solidFill>
                <a:prstClr val="black"/>
              </a:solidFill>
            </a:endParaRP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All good gifts around us are sent from heav</a:t>
            </a:r>
            <a:r>
              <a:rPr lang="en-CA" sz="2800">
                <a:solidFill>
                  <a:prstClr val="black"/>
                </a:solidFill>
              </a:rPr>
              <a:t>’n above;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then thank the Lord, O thank the Lord for all his love.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67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2020-10-10T22:00:04Z</dcterms:created>
  <dcterms:modified xsi:type="dcterms:W3CDTF">2020-10-10T22:00:04Z</dcterms:modified>
</cp:coreProperties>
</file>