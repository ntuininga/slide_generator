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7" r:id="rId2"/>
    <p:sldId id="308" r:id="rId3"/>
    <p:sldId id="320" r:id="rId4"/>
    <p:sldId id="321" r:id="rId5"/>
    <p:sldId id="32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00" autoAdjust="0"/>
    <p:restoredTop sz="94660"/>
  </p:normalViewPr>
  <p:slideViewPr>
    <p:cSldViewPr snapToGrid="0" showGuides="1">
      <p:cViewPr varScale="1">
        <p:scale>
          <a:sx n="102" d="100"/>
          <a:sy n="102" d="100"/>
        </p:scale>
        <p:origin x="120" y="4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C5451-AC9B-4477-ACB9-FBA4E3692E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C686E6-3A7A-439F-B940-EEA1F52F33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EEE972-E6C1-42B9-8D04-E1D16E0AC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9A3C6-BBC2-44A5-B5E4-33492E55AC31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0513EA-FB94-43E3-B038-468898859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5F86A8-0BE6-44AE-AAF6-E6ADE425B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8CF38-CE9D-441E-91D8-2EAD98329F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952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89FB1-EE7F-4AB3-B4F7-9F66CCFE3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DC9CC-2CCE-459A-A202-73028F1717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DA345E-C4EF-4402-B788-CBB7AC6A9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9A3C6-BBC2-44A5-B5E4-33492E55AC31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DC9DA9-05AA-44D7-AAD3-C45A0AD76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E072E9-837D-4A93-847B-77960C8A2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8CF38-CE9D-441E-91D8-2EAD98329F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134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21183-43A5-48D1-8359-DD44543C3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7FFC26-B261-4804-AF42-21B7EFCBD9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68BA63-D9E9-44DB-9186-FAD3ED6D6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9A3C6-BBC2-44A5-B5E4-33492E55AC31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34276C-3EC1-4271-AAD1-CA4AC1D10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AE9A03-99E6-4E17-A003-1C1403CCE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8CF38-CE9D-441E-91D8-2EAD98329F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040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9B46C-5A69-49C1-847E-2D43D7E3D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B7959-A968-4DF9-A513-3417160BA9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814910-6561-483D-AB1D-1258D5C3B8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C10447-AE23-4DF4-AFC0-3CE85B7F2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9A3C6-BBC2-44A5-B5E4-33492E55AC31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027F1E-16E9-4F27-91B3-085726D83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D83F86-09C7-4BE6-9B42-93C00CE7D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8CF38-CE9D-441E-91D8-2EAD98329F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377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FAC9D-D95A-4E01-9236-E20A6A958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3FCF42-28BC-420F-8E88-8634B6BED5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0FB546-A25A-49CE-A4E3-2D8E81429D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C8D5C0-30B6-4816-BB3D-C577474B7D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C1FD1E-21F3-4E58-B573-67E3C96FA8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15F4C1-E2FA-4967-9150-A3CDC72CC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9A3C6-BBC2-44A5-B5E4-33492E55AC31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3B1C70-50E6-4E7E-8730-5E4905BA2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283EFF-F80A-456A-A287-17DB9D381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8CF38-CE9D-441E-91D8-2EAD98329F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429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058AB-F19C-4CC3-A0BB-5D794E320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90E28B-ED12-46BC-95B9-E270B08D1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9A3C6-BBC2-44A5-B5E4-33492E55AC31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5048EA-D3A9-4CE8-976C-21B71D556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6ED624-EE77-4E10-A318-62C6F29C9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8CF38-CE9D-441E-91D8-2EAD98329F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027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C5C956-1CAF-4414-AD1E-6C516B888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9A3C6-BBC2-44A5-B5E4-33492E55AC31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708D4D-5A79-4DF6-AE46-B50A314BA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FDE9D7-75D0-4293-8A76-844AE9F1A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8CF38-CE9D-441E-91D8-2EAD98329F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622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1DF60-7385-43CF-8FC4-4F0C54987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DE4500-771C-4087-9CFB-7ED1F3E443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8E650A-573E-4F81-8704-9CEAC53D7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1F9ED6-A64A-474C-829B-D5D1F330B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9A3C6-BBC2-44A5-B5E4-33492E55AC31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F30231-0C8D-4674-ABE5-7F9BF1D71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E4199F-E563-40BD-AFDC-86FB50C8B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8CF38-CE9D-441E-91D8-2EAD98329F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513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57D93-5AE1-470A-A064-7A5EA7C6F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427895-4E14-4CDA-BE19-8F6A5E0285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F93766-BCB9-4690-AE1E-F39BA13C80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3C0E1F-53A7-4BD4-9A18-46A32CB1A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9A3C6-BBC2-44A5-B5E4-33492E55AC31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D01436-D579-4785-A11C-A3B043EC7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A74989-1E44-463D-B772-14E0F6F8F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8CF38-CE9D-441E-91D8-2EAD98329F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304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25CA9-49D9-43AF-8443-2276E8E0F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AB5A0C-5879-43AA-8F56-8F48FE979C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4555CD-986D-4FF7-A021-DBCE12EFE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9A3C6-BBC2-44A5-B5E4-33492E55AC31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3B02B0-B6B5-42C0-B787-4BD469C62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5DCC72-4558-421D-BE0E-11F22B85F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8CF38-CE9D-441E-91D8-2EAD98329F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012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1F0691-E266-4FAE-8CD0-05677BD602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9B6901-FD0B-4414-8D17-5EF1DD42C6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064342-48C4-4C84-B718-5D2995B77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9A3C6-BBC2-44A5-B5E4-33492E55AC31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E0DCCD-4B8E-4384-B486-A3636F2EE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D55BAF-36AE-4DEE-94AE-D0ED1145C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8CF38-CE9D-441E-91D8-2EAD98329F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198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9E9BCD-8215-4570-A00E-D4F23DE3B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C3F902-0420-4A87-9E86-7034CAD100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73A8B9-736B-42B8-8A26-21DAB0BE48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C9A3C6-BBC2-44A5-B5E4-33492E55AC31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7E70D-9E91-43A3-8C71-CB726ED3C4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07E56-9A83-4B94-8A29-E08A3E920B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68CF38-CE9D-441E-91D8-2EAD98329F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315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#190 Thus Saith The Mercy of the Lord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582553"/>
            <a:ext cx="1219199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</a:t>
            </a:r>
            <a:r>
              <a:rPr lang="en-US" sz="2800" dirty="0"/>
              <a:t> Thus saith the mercy of the Lord:</a:t>
            </a:r>
            <a:br>
              <a:rPr lang="en-US" sz="2800" dirty="0"/>
            </a:br>
            <a:r>
              <a:rPr lang="en-US" sz="2800" dirty="0"/>
              <a:t>"I'll be a God to thee;</a:t>
            </a:r>
            <a:br>
              <a:rPr lang="en-US" sz="2800" dirty="0"/>
            </a:br>
            <a:r>
              <a:rPr lang="en-US" sz="2800" dirty="0"/>
              <a:t>I'll bless thy numerous race, and they</a:t>
            </a:r>
            <a:br>
              <a:rPr lang="en-US" sz="2800" dirty="0"/>
            </a:br>
            <a:r>
              <a:rPr lang="en-US" sz="2800" dirty="0"/>
              <a:t>shall be a seed to me."</a:t>
            </a:r>
            <a:endParaRPr lang="en-CA" sz="28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03ECC7-3029-419F-8E35-BFC995835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19658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</a:t>
            </a:r>
            <a:r>
              <a:rPr lang="en-CA" sz="2800" dirty="0"/>
              <a:t>. </a:t>
            </a:r>
            <a:r>
              <a:rPr lang="en-US" sz="2800" dirty="0"/>
              <a:t>Abram believed the promised grace</a:t>
            </a:r>
            <a:br>
              <a:rPr lang="en-US" sz="2800" dirty="0"/>
            </a:br>
            <a:r>
              <a:rPr lang="en-US" sz="2800" dirty="0"/>
              <a:t>and gave his child to God,</a:t>
            </a:r>
            <a:br>
              <a:rPr lang="en-US" sz="2800" dirty="0"/>
            </a:br>
            <a:r>
              <a:rPr lang="en-US" sz="2800" dirty="0"/>
              <a:t>but water seals the blessing now</a:t>
            </a:r>
            <a:br>
              <a:rPr lang="en-US" sz="2800" dirty="0"/>
            </a:br>
            <a:r>
              <a:rPr lang="en-US" sz="2800" dirty="0"/>
              <a:t>that once was sealed with blood.</a:t>
            </a:r>
            <a:endParaRPr lang="en-CA" sz="2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5F2734-5FBD-4E3A-BAB3-D5307061B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32886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</a:t>
            </a:r>
            <a:r>
              <a:rPr lang="en-CA" sz="2800" dirty="0"/>
              <a:t>. </a:t>
            </a:r>
            <a:r>
              <a:rPr lang="en-US" sz="2800" dirty="0"/>
              <a:t>Jesus the ancient faith confirms,</a:t>
            </a:r>
            <a:br>
              <a:rPr lang="en-US" sz="2800" dirty="0"/>
            </a:br>
            <a:r>
              <a:rPr lang="en-US" sz="2800" dirty="0"/>
              <a:t>to our forefathers </a:t>
            </a:r>
            <a:r>
              <a:rPr lang="en-US" sz="2800" dirty="0" err="1"/>
              <a:t>giv'n</a:t>
            </a:r>
            <a:r>
              <a:rPr lang="en-US" sz="2800" dirty="0"/>
              <a:t>;</a:t>
            </a:r>
            <a:br>
              <a:rPr lang="en-US" sz="2800" dirty="0"/>
            </a:br>
            <a:r>
              <a:rPr lang="en-US" sz="2800" dirty="0"/>
              <a:t>he takes young children to his arms,</a:t>
            </a:r>
            <a:br>
              <a:rPr lang="en-US" sz="2800" dirty="0"/>
            </a:br>
            <a:r>
              <a:rPr lang="en-US" sz="2800" dirty="0"/>
              <a:t>and calls them heirs of </a:t>
            </a:r>
            <a:r>
              <a:rPr lang="en-US" sz="2800" dirty="0" err="1"/>
              <a:t>heav'n</a:t>
            </a:r>
            <a:r>
              <a:rPr lang="en-US" sz="2800" dirty="0"/>
              <a:t>.</a:t>
            </a:r>
            <a:endParaRPr lang="en-CA" sz="2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5F2734-5FBD-4E3A-BAB3-D5307061B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504402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4</a:t>
            </a:r>
            <a:r>
              <a:rPr lang="en-CA" sz="2800" dirty="0"/>
              <a:t>. </a:t>
            </a:r>
            <a:r>
              <a:rPr lang="en-US" sz="2800" dirty="0"/>
              <a:t>Our God, how faithful are his ways!</a:t>
            </a:r>
            <a:br>
              <a:rPr lang="en-US" sz="2800" dirty="0"/>
            </a:br>
            <a:r>
              <a:rPr lang="en-US" sz="2800" dirty="0"/>
              <a:t>His love endures the same;</a:t>
            </a:r>
            <a:br>
              <a:rPr lang="en-US" sz="2800" dirty="0"/>
            </a:br>
            <a:r>
              <a:rPr lang="en-US" sz="2800" dirty="0"/>
              <a:t>nor from the promise of his grace</a:t>
            </a:r>
            <a:br>
              <a:rPr lang="en-US" sz="2800" dirty="0"/>
            </a:br>
            <a:r>
              <a:rPr lang="en-US" sz="2800" dirty="0"/>
              <a:t>blots out his children's name.</a:t>
            </a:r>
            <a:endParaRPr lang="en-CA" sz="2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5F2734-5FBD-4E3A-BAB3-D5307061B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03034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5</a:t>
            </a:r>
            <a:r>
              <a:rPr lang="en-US" sz="2800" dirty="0"/>
              <a:t> Thus to the parents and their seed</a:t>
            </a:r>
            <a:br>
              <a:rPr lang="en-US" sz="2800" dirty="0"/>
            </a:br>
            <a:r>
              <a:rPr lang="en-US" sz="2800" dirty="0"/>
              <a:t>shall thy salvation come;</a:t>
            </a:r>
            <a:br>
              <a:rPr lang="en-US" sz="2800" dirty="0"/>
            </a:br>
            <a:r>
              <a:rPr lang="en-US" sz="2800" dirty="0"/>
              <a:t>and numerous households meet at last</a:t>
            </a:r>
            <a:br>
              <a:rPr lang="en-US" sz="2800" dirty="0"/>
            </a:br>
            <a:r>
              <a:rPr lang="en-US" sz="2800" dirty="0"/>
              <a:t>in one eternal home.</a:t>
            </a:r>
            <a:endParaRPr lang="en-CA" sz="2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5F2734-5FBD-4E3A-BAB3-D5307061B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167960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215</Words>
  <Application>Microsoft Office PowerPoint</Application>
  <PresentationFormat>Widescreen</PresentationFormat>
  <Paragraphs>11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#190 Thus Saith The Mercy of the Lord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#190 Thus Saith The Mercy of the Lord</dc:title>
  <dc:creator>Eric Hoogendoorn</dc:creator>
  <cp:lastModifiedBy>Eric Hoogendoorn</cp:lastModifiedBy>
  <cp:revision>1</cp:revision>
  <dcterms:created xsi:type="dcterms:W3CDTF">2020-06-26T23:35:06Z</dcterms:created>
  <dcterms:modified xsi:type="dcterms:W3CDTF">2020-06-26T23:35:29Z</dcterms:modified>
</cp:coreProperties>
</file>