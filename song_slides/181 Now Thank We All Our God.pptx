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2" r:id="rId3"/>
    <p:sldId id="30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BEF6-4917-4FB5-BC28-EA67A2909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75A36-922F-40AE-B462-309127B75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71C2-51F8-49F5-82B3-068D8F98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9CB71-F882-45D8-9E49-C29A2C1D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2BEB-18FD-4F18-BEBC-A0CA1EAC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0D52-0249-46BC-BD76-A6B0E09F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2725C-34EB-4599-979B-2C2082D5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2939-9D02-455B-B1F4-0B2A58EC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15B73-1F7C-46A2-96DD-D28B44A5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CC41F-E277-4614-B1A7-4694A7C1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8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0134-56A9-4526-A503-5B6C563F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41AC9-A4BD-4EE1-BB65-EB5D614E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D5BF-3CCF-41DE-B64A-AEE6DC6C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FFC87-1914-4801-B020-C6ECF52E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43324-052F-4B86-B452-88AC4FC0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5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0B9-4077-4EC3-8299-7505409F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0B044-9B43-4EAB-99D4-E0FE477E0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BAB33-C516-425C-8AD2-1D68DAD0F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E2202-1C00-47F6-95CE-D132A86E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4403B-694A-41B2-8E6C-F6AB0AB9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3C3E8-294A-44B3-AD12-3BDB4B75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2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1A6B-FEC9-40B2-8EA7-BD9FC950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3C7D8-765D-4D0A-A839-CB4912F5B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29590-F435-47C2-A44A-46CCA245A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C2829-04A6-497D-9522-3A0CD2633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0839F-CBDE-4365-967E-E91E6830B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C281F-67B3-4131-B8C4-3645CA4C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54649-4867-4C7C-B363-9F5BF6C4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4D05A-90BF-44E7-8DA4-5F9AFAF4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6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A65F-D99F-4352-B363-203A7AF4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FDCDC-DF20-4A0C-91B5-1A03C323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3B080-6CF6-48DE-B750-2991F365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F1FD9-1CF2-4C36-8DEF-C0023921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9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24658-AFFA-4F40-8B4F-01AFE0D1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89D4E-BCB6-40EF-8DFE-5E1BB477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8D6A2-E89E-45C9-832A-26C6482C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39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9FC9-02D7-4F78-9A34-7ED616E6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3D86-8D7A-40DD-B96C-EEAE9EABB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1E034-2720-4708-B398-A7B1F1992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9D2AD-4C31-47D1-A73D-2F12B3F9F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29D0-579C-46CA-858E-B28E4BBE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4CB92-379D-41DD-A0E4-7CD1B43D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8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4A0C-67E0-4DCF-9889-DA780D81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BAC65-3645-40EC-AB46-1DDDBEF71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8D6CC-88C4-43BC-BC5F-B7C9412D4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0477F-318F-4B06-87FF-217ED0C2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432A8-9155-4C7B-B6BA-5437EAD3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8125D-D692-4CF1-97E9-5E687F5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2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3C50-45AA-413F-A133-351D898C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63C75-B43A-4B3D-B513-BCA42FC59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707B-34A3-474C-B09A-E2CD1CE3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3B451-7406-4E05-B772-749AF0DF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F21AF-25A4-4B7C-9409-71857D8B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1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44CB5-1E28-4FA7-8EEC-9D0AF060D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F03C6-8D15-441E-8115-198476BAB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0C889-CB8D-46D9-9671-C9CD89E2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7BE85-9C37-4FF1-A802-200FBED9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B199-8AAE-4DA9-ACC5-564AD771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3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77122-5E55-4725-816A-A2747A8D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D17C3-D5B4-4003-8300-881E297E4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F28A6-3AD0-472C-9164-9240AF785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C5D43-EB18-4BB2-833C-561E519626F1}" type="datetimeFigureOut">
              <a:rPr lang="en-US" smtClean="0"/>
              <a:t>9/19/2020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CD9F1-DF1E-4BB0-9021-85922A7D1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DFA8A-0B48-4859-B8EA-9CAA23FDD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0EEB7-E146-4216-9305-ADF679E0F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4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#181 Now Thank We All Our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Now thank we all our God</a:t>
            </a:r>
          </a:p>
          <a:p>
            <a:pPr lvl="0" algn="ctr"/>
            <a:r>
              <a:rPr lang="en-US" sz="2800" dirty="0"/>
              <a:t>with heart and hands and voices,</a:t>
            </a:r>
          </a:p>
          <a:p>
            <a:pPr lvl="0" algn="ctr"/>
            <a:r>
              <a:rPr lang="en-US" sz="2800" dirty="0"/>
              <a:t>who wondrous things has done,</a:t>
            </a:r>
          </a:p>
          <a:p>
            <a:pPr lvl="0" algn="ctr"/>
            <a:r>
              <a:rPr lang="en-US" sz="2800" dirty="0"/>
              <a:t>in whom his world rejoices;</a:t>
            </a:r>
          </a:p>
          <a:p>
            <a:pPr lvl="0" algn="ctr"/>
            <a:r>
              <a:rPr lang="en-US" sz="2800" dirty="0"/>
              <a:t>who from our mothers' arms</a:t>
            </a:r>
          </a:p>
          <a:p>
            <a:pPr lvl="0" algn="ctr"/>
            <a:r>
              <a:rPr lang="en-US" sz="2800" dirty="0"/>
              <a:t>has blessed us on our way</a:t>
            </a:r>
          </a:p>
          <a:p>
            <a:pPr lvl="0" algn="ctr"/>
            <a:r>
              <a:rPr lang="en-US" sz="2800" dirty="0"/>
              <a:t>with countless gifts of love,</a:t>
            </a:r>
          </a:p>
          <a:p>
            <a:pPr lvl="0" algn="ctr"/>
            <a:r>
              <a:rPr lang="en-US" sz="2800" dirty="0"/>
              <a:t>and still is ours today.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731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O may this bounteous God</a:t>
            </a:r>
          </a:p>
          <a:p>
            <a:pPr algn="ctr"/>
            <a:r>
              <a:rPr lang="en-US" sz="2800" dirty="0"/>
              <a:t>through all our life be near us,</a:t>
            </a:r>
          </a:p>
          <a:p>
            <a:pPr algn="ctr"/>
            <a:r>
              <a:rPr lang="en-US" sz="2800" dirty="0"/>
              <a:t>with ever joyful hearts</a:t>
            </a:r>
          </a:p>
          <a:p>
            <a:pPr algn="ctr"/>
            <a:r>
              <a:rPr lang="en-US" sz="2800" dirty="0"/>
              <a:t>and blessed peace to cheer us;</a:t>
            </a:r>
          </a:p>
          <a:p>
            <a:pPr algn="ctr"/>
            <a:r>
              <a:rPr lang="en-US" sz="2800" dirty="0"/>
              <a:t>and keep us in his grace,</a:t>
            </a:r>
          </a:p>
          <a:p>
            <a:pPr algn="ctr"/>
            <a:r>
              <a:rPr lang="en-US" sz="2800" dirty="0"/>
              <a:t>and guide us when perplexed,</a:t>
            </a:r>
          </a:p>
          <a:p>
            <a:pPr algn="ctr"/>
            <a:r>
              <a:rPr lang="en-US" sz="2800" dirty="0"/>
              <a:t>and free us from all ills</a:t>
            </a:r>
          </a:p>
          <a:p>
            <a:pPr algn="ctr"/>
            <a:r>
              <a:rPr lang="en-US" sz="2800" dirty="0"/>
              <a:t>in this world and the next.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C781E-4CB1-4A0F-88EF-2DB5D0DD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13571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All praise and thanks to God</a:t>
            </a:r>
          </a:p>
          <a:p>
            <a:pPr algn="ctr"/>
            <a:r>
              <a:rPr lang="en-US" sz="2800" dirty="0"/>
              <a:t>the Father now be given,</a:t>
            </a:r>
          </a:p>
          <a:p>
            <a:pPr algn="ctr"/>
            <a:r>
              <a:rPr lang="en-US" sz="2800" dirty="0"/>
              <a:t>the Son, and him who reigns</a:t>
            </a:r>
          </a:p>
          <a:p>
            <a:pPr algn="ctr"/>
            <a:r>
              <a:rPr lang="en-US" sz="2800" dirty="0"/>
              <a:t>with them in highest heaven--</a:t>
            </a:r>
          </a:p>
          <a:p>
            <a:pPr algn="ctr"/>
            <a:r>
              <a:rPr lang="en-US" sz="2800" dirty="0"/>
              <a:t>the one eternal God,</a:t>
            </a:r>
          </a:p>
          <a:p>
            <a:pPr algn="ctr"/>
            <a:r>
              <a:rPr lang="en-US" sz="2800" dirty="0"/>
              <a:t>whom earth and </a:t>
            </a:r>
            <a:r>
              <a:rPr lang="en-US" sz="2800" dirty="0" err="1"/>
              <a:t>heav'n</a:t>
            </a:r>
            <a:r>
              <a:rPr lang="en-US" sz="2800" dirty="0"/>
              <a:t> adore;</a:t>
            </a:r>
          </a:p>
          <a:p>
            <a:pPr algn="ctr"/>
            <a:r>
              <a:rPr lang="en-US" sz="2800" dirty="0"/>
              <a:t>for thus it was, is now,</a:t>
            </a:r>
          </a:p>
          <a:p>
            <a:pPr algn="ctr"/>
            <a:r>
              <a:rPr lang="en-US" sz="2800" dirty="0"/>
              <a:t>and shall be evermore.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C781E-4CB1-4A0F-88EF-2DB5D0DD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8308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#181 Now Thank We All Our God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#181 Now Thank We All Our God</dc:title>
  <dc:creator>Eric Hoogendoorn</dc:creator>
  <cp:lastModifiedBy>Eric Hoogendoorn</cp:lastModifiedBy>
  <cp:revision>1</cp:revision>
  <dcterms:created xsi:type="dcterms:W3CDTF">2020-09-19T13:54:50Z</dcterms:created>
  <dcterms:modified xsi:type="dcterms:W3CDTF">2020-09-19T13:55:11Z</dcterms:modified>
</cp:coreProperties>
</file>