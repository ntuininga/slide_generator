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C1C2C-A515-49ED-A324-DF749B285B34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620F5-3A32-4FCD-8F4C-B83F47CCA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44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3A774-3307-8C47-565A-2515C8EC0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CAD17-AF9A-8970-E9BD-248281CE6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8816C-0B90-29EB-E83C-491046C67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56C9-DD98-469D-B703-C91B191EFD8D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3AA77-0C82-3AC8-7E34-738A08A4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E4C83-2B90-4D68-B56F-D9662D1D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79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DDB7-FCFA-919D-DAD7-D3656426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BF950-C7C9-73F0-67C1-3BB3E0C72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D5985B-1934-0C8C-21E7-59072E860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6AC9-57A3-4FF6-AC53-4038A1A47577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AD82B-DFCC-BA14-DC53-56F42B8AF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74E3F-2093-8901-0191-A70FBE60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4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2D385-08E7-3C21-0258-EAE096AF8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AEA84-9027-3765-758F-ED744D21D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DEFD9-1F1E-B320-D841-346004AAD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0034-78CE-4A65-A9FD-42994EA3C7D7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CC25F-C8C0-BE1F-A42C-FB481CDE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4488F-46C3-A2C4-D553-3B931F902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94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E5DDA-4EA7-984C-2392-AF74409D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86001-97BF-4731-C029-667A183676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0040D-FC75-F453-744A-7458FEFAC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6FCF8-432F-0083-C1A2-73A821AAD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53CB3-A675-477F-B931-D47D346B920E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A7F14-5ACD-3ECA-6879-185DCFC6C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9756C-CD55-436E-81D5-D489444E5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778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5709E-4A21-87CF-59A7-14B25BEFD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B319D-A31B-6F29-E06C-B2A5B79F8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27F4B-42D8-20EF-899D-E825F28812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1512E9-BBCF-2DBC-2468-BB0034593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018425-E67F-CE55-CB6D-F2BAFA84E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434B54-BB1A-C196-C4E8-BEB0D9C2B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2E3FE-7FD5-4F12-9472-AB3E21AE7E6C}" type="datetime1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21431-FEFE-64F4-1549-1B530FE9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68EDD3-9346-62F7-DF79-C79161B7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6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D1A74-D2CB-74CB-D05F-F56149B7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28AD50-D23F-9530-ADA9-CF1D34C1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2E3F1-0025-4618-B467-CDDBBF5F5CBC}" type="datetime1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78873-087D-AC78-C634-C44A20B00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F43A20-6B64-7648-0F2F-D20238B7D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810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E87E9-2B4A-52BD-6400-CE5EF68AE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D0A43-F2F9-487C-91A5-EA0F8A5DAD42}" type="datetime1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9C718-BFC9-1E2A-A2E1-E9693C06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795E6D-E9DE-07F2-BD59-FD164EBF7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05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9F89F-53E4-8B3A-F4D7-E987F90A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CDA8B-B8C5-1DA4-207C-3A637ED0E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67BBD-DF4B-EF78-7F2C-7F7856263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43734-2AE7-B7A4-3BDB-34CA83DF2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1337-37CD-43B5-A690-CF3382C0BD3B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64E0A7-25E9-7659-5E84-24C84FC2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5A61C-6CAE-A50B-B493-60CE34E8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70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0E94-0152-C2FC-7D82-2865E4FD1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FCA01B-C1E8-0235-0E8E-903A140AE5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227D6-73F4-633C-330D-365AA2F0A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D27EA4-6BAA-047F-A45F-A61A5E705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5D42B-B609-4C1D-8FCE-E6CD619AD669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2A7B5-D01E-D22E-9002-D4866A61F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B83A3-B80B-EADB-5D9D-5CA8C82C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56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D0F80-48E1-BAD0-13CF-493F28A0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1D373F-ECBA-42D7-B25C-42E2C42A9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1ABF2-D1C1-E561-C583-2CCC2FA5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73228-6DB7-4515-9123-0849A9864EB8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407B5-8811-2127-59DB-C2B198376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DEF8C-91AD-6D62-9C24-D9EBA5B46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2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127E8-A5F1-4209-A157-F533F73E7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B719D-7944-221B-D29A-F7104DE8CE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2A335-E246-672C-3E7D-7C5BCF0EB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6947-F7C3-49D6-896F-FEA0C2D992F9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29E26-A20B-B7D4-3B00-D511C0EE0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20C1B-AB98-A8E7-66D3-32D9AC28B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92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970168-619F-79FF-C41F-BE438F706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EB31AB-41D2-2251-9CC6-FFE3E4C6E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35FE8-5642-CCDA-A070-8CE6A3D2C8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DD8947-02A0-4571-B343-D6BEE62FCB34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53C90-A1BE-4D80-F069-ED0094A2F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4AED1-4935-E75A-C98F-126C016F9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EE3C89-32D0-42AA-8C46-3F03DB727A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30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24A8E-8163-4CAC-AF5D-B67D1FA1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#119I You Treated Your Servant with Grace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D5EDF-A92A-138C-2F04-FE8C2F6E1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treated your servant with grace,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pledged in your word I received.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 knowledge and judgement to me,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Because your commands I believed.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my affliction I strayed,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now I will hold to your word.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are good and you do what is good: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 me your commandments, O Lord.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5407A6-2AE7-DFB1-F534-E70FD143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42817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575B6-DB77-48D2-8882-4B52BB4C7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F5CF0-D7DA-978F-F64E-2A4E2A293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The insolent smear me with lies,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Yet I keep your law with my heart.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Their hearts are unfeeling like fat;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love what your precepts impart.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was good that I suffered distress,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 I might be taught your commands.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your law is more precious to me 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 silver and gold in my hands.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11229B4-3121-4202-9A36-2B2AB1D2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5D77EF-FDD5-2EF3-03D2-39516C245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77064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154</Words>
  <Application>Microsoft Office PowerPoint</Application>
  <PresentationFormat>Widescreen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Calibri Light</vt:lpstr>
      <vt:lpstr>Office Theme</vt:lpstr>
      <vt:lpstr>#119I You Treated Your Servant with Grace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2025-05-18T02:36:25Z</dcterms:created>
  <dcterms:modified xsi:type="dcterms:W3CDTF">2025-05-18T02:39:41Z</dcterms:modified>
</cp:coreProperties>
</file>