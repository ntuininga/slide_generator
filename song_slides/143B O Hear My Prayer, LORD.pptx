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B5C35-9D4E-4D98-8F10-B7DC07BDB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1A755-5AD0-46EE-A815-2138901E8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DEEE5-09CD-4A60-979B-E9419E7B6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529AC-E96C-4CCD-B1F4-9520727776BE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BAA53-D5C4-41E7-B659-3CE0B0A71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8E87E-A62B-41FA-9496-6DC65B9DA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E185B-1817-4B8B-8975-650F2F0D86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5272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BF16B-5FF9-4E39-977E-7216722A5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F4F11-BE09-4454-92A7-AD63A3E47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B5868-8706-45DC-B116-9A50F7A3E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529AC-E96C-4CCD-B1F4-9520727776BE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E333C-81B1-45AB-8F93-E58E4800F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2E2BD-EEEB-4A7C-B7E7-DFA3D89C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E185B-1817-4B8B-8975-650F2F0D86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1287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ACCC8-5FA5-4EF8-88AF-E907DDB29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7601B-707D-4CD9-B6DA-E29ED80FC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5CBE8-9034-4A71-BB58-D54DD9F05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529AC-E96C-4CCD-B1F4-9520727776BE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A0397-A041-4CD2-AD52-A70F66775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97B1A-D1F1-4024-91CD-531C9C1F2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E185B-1817-4B8B-8975-650F2F0D86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0972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892D7-1A2B-4DFD-8B4B-AF9B29368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99A63-6859-4988-B543-BD440A1283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51F28A-5D33-4616-B990-8BC8E294F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B2E9D-88A0-4055-B6CC-49B4E964C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529AC-E96C-4CCD-B1F4-9520727776BE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51763-A7DD-421B-8849-9C6B786F6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73997-6C9A-436A-9FA7-7D242C0E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E185B-1817-4B8B-8975-650F2F0D86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7645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69F10-E758-42D9-8419-D0106F9D3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879E5-A3BD-4796-A17C-20D282378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D3D71-9310-49DA-90E5-144FC0CEF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87A005-D67A-4D2F-883F-5991D0C6B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24931-6818-4308-AF3C-030B13343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448CA2-A889-4074-8828-B8FB07E45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529AC-E96C-4CCD-B1F4-9520727776BE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44523-C9D7-4AB5-8686-73D05D7E2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F8536D-4EE4-4CF5-A047-1651461F2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E185B-1817-4B8B-8975-650F2F0D86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5101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EE054-A239-4882-9349-7916BEC9A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44889-07F9-441E-AFFC-EFD9CAAF1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529AC-E96C-4CCD-B1F4-9520727776BE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9CF00A-EB06-40B5-AD87-E4A7F517D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F3113-3580-4242-9202-D626FB492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E185B-1817-4B8B-8975-650F2F0D86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4370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9BA929-7087-4ECB-989F-1FEE6B829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529AC-E96C-4CCD-B1F4-9520727776BE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00A7D3-17F0-4036-85BA-29486D7E3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C17AE-2A70-4F0B-9598-166C4281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E185B-1817-4B8B-8975-650F2F0D86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9598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305C-EFF3-4FEF-B16A-1C681C2AE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7D8FE-CA6A-4918-BE05-8D69E58AE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A796F6-C3B9-423F-8E52-F142E2C0D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44AC1-6376-4128-8BCD-5B9FE02F0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529AC-E96C-4CCD-B1F4-9520727776BE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3FFC6-A689-4C86-8E25-FBA70E77B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2B659-C5E0-4F09-99AB-8A6354DF5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E185B-1817-4B8B-8975-650F2F0D86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27563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B167E-2F6E-4A6C-870B-277794F8F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3A05F4-5D9A-4B5C-B443-E2D2B8A243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3AD4F7-82B7-42F0-8EF7-50F97BA2C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CDBA1-BD42-49E6-BFC8-7AAB51B22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529AC-E96C-4CCD-B1F4-9520727776BE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419FE-743E-4A13-BF0E-BB73B4952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DD042-77EC-4B20-9F05-8BFB0DF7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E185B-1817-4B8B-8975-650F2F0D86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8352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AC60F-2C8D-4582-8EF9-A50E0A6F6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51D49A-509D-4532-AC29-63F56A156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91A7C-6D70-4970-9EEC-D7D3F7E3C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529AC-E96C-4CCD-B1F4-9520727776BE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F058A-67DF-4E0A-AD7D-2CCE0E26F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231E7-E032-4EA9-8777-743E418A7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E185B-1817-4B8B-8975-650F2F0D86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8026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C64672-A9CC-4268-9A7E-E2EBEC032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6C4AD6-F307-48E6-958C-B39E79427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6625-4387-4F2C-A7AD-CDBFDE957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529AC-E96C-4CCD-B1F4-9520727776BE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C5F3E-4DCA-4E5F-8090-840B4CFA1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D2D87-E961-4EB1-BE56-B62A87BD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E185B-1817-4B8B-8975-650F2F0D86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7176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4ADB42-CBF0-4661-B9BA-F6DC8137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65980-7976-4D54-98A7-BAD6556A6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C5532-01AE-4765-9D9D-9F20AA95D6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529AC-E96C-4CCD-B1F4-9520727776BE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A3C9C-B9F6-4764-8772-9E417E7A22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C38D4-838D-4E15-9BAD-876255D3C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E185B-1817-4B8B-8975-650F2F0D86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2639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AFAB38-171E-4ECF-927F-7A8A4B8F40C1}"/>
              </a:ext>
            </a:extLst>
          </p:cNvPr>
          <p:cNvSpPr txBox="1"/>
          <p:nvPr/>
        </p:nvSpPr>
        <p:spPr>
          <a:xfrm>
            <a:off x="595312" y="285749"/>
            <a:ext cx="110013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 dirty="0">
                <a:solidFill>
                  <a:prstClr val="black"/>
                </a:solidFill>
                <a:latin typeface="+mj-lt"/>
              </a:rPr>
              <a:t>#143B O Hear My Prayer, LORD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20ECA6-F39A-47AF-A406-53F294D08AC8}"/>
              </a:ext>
            </a:extLst>
          </p:cNvPr>
          <p:cNvSpPr txBox="1"/>
          <p:nvPr/>
        </p:nvSpPr>
        <p:spPr>
          <a:xfrm>
            <a:off x="2319336" y="1876425"/>
            <a:ext cx="75533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>
                <a:solidFill>
                  <a:srgbClr val="222222"/>
                </a:solidFill>
              </a:rPr>
              <a:t>O hear my prayer, LORD;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my cry for mercy heed.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In righteousness and truth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draw near to meet my need.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And do not judge me in your sight,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for in your presence none is right.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8901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12A2B0-A0CC-4320-8175-6A893CD9D4C8}"/>
              </a:ext>
            </a:extLst>
          </p:cNvPr>
          <p:cNvSpPr txBox="1"/>
          <p:nvPr/>
        </p:nvSpPr>
        <p:spPr>
          <a:xfrm>
            <a:off x="2057400" y="2090172"/>
            <a:ext cx="8077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>
                <a:solidFill>
                  <a:prstClr val="black"/>
                </a:solidFill>
              </a:rPr>
              <a:t>4. My spirit fails, O LORD;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come quickly to my side.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Hide not from me your face,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lest to the pit I slide.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Let morning bring your love anew,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for I have put my trust in you.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2021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EDC9A5-4205-4503-A2FC-A5B32CE98074}"/>
              </a:ext>
            </a:extLst>
          </p:cNvPr>
          <p:cNvSpPr txBox="1"/>
          <p:nvPr/>
        </p:nvSpPr>
        <p:spPr>
          <a:xfrm>
            <a:off x="1700212" y="2090172"/>
            <a:ext cx="87915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prstClr val="black"/>
                </a:solidFill>
              </a:rPr>
              <a:t>5. To you I lift my soul;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show me the way to go.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I hide myself in you;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LORD, save me from my foe.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Teach me, my God, to do your will;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may your good Spirit lead me still.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9321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2021-01-15T23:38:59Z</dcterms:created>
  <dcterms:modified xsi:type="dcterms:W3CDTF">2021-01-15T23:38:59Z</dcterms:modified>
</cp:coreProperties>
</file>