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799CE-A933-4E55-AD8E-001CF3E0C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9E5EB-35F6-4A7A-B45C-68DE7890E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82EE4-16B8-4BCC-8BB8-921D25F8D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0D92-8FC0-4AD0-AFC1-019C12FE9721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89EA-BD61-42E4-BBC2-1AAD4BB8B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3A7CD-095B-46B9-ABBF-8FB0EB29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DE4F1-4F30-42CE-B563-83D8A3FFF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3772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2E17E-B11A-4EB7-9503-D110BFAD5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6340E-D6A3-401A-B12A-CC9FF7523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76D8B-602B-4E8C-B2F7-BA59103D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0D92-8FC0-4AD0-AFC1-019C12FE9721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06E24-7A77-45CE-BEBF-D7D41EF02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B9DB1-6D6B-4839-9A2C-66DFEB98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DE4F1-4F30-42CE-B563-83D8A3FFF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616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0BF26-0B66-4FD1-88BC-E573D636C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FE830-D651-4FD1-9AD8-7264B4BA5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19325-BD7F-4211-84B6-781F0F7FC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0D92-8FC0-4AD0-AFC1-019C12FE9721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7B203-F40C-4173-A1C6-190A4C7B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729F3-9F1F-40E3-95E2-19CCF743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DE4F1-4F30-42CE-B563-83D8A3FFF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9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041E9-5F8C-4C0A-B93B-D6741C588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E8372-A1F9-4256-8A90-104918BBD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7A111-33C6-42E7-AA5E-508D37ECE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B2DF5-88DE-4AA3-8F63-4109F7734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0D92-8FC0-4AD0-AFC1-019C12FE9721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52B6B-4C6D-4C56-A3E9-E6EF8EF4F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81695-8207-428A-853F-5E7B46550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DE4F1-4F30-42CE-B563-83D8A3FFF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5478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96F34-341A-4DB1-88BF-DDFF11F04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48BE8-1D7D-4135-A899-F394065BE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D04C3-AF8E-45D6-ACD5-EE2137128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850F3E-D06A-4FF4-8F2A-FB9B4841A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120E1A-69DF-497B-B2DD-553310F7DE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B0435E-E6FC-4BA9-944B-BCAD9DA8F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0D92-8FC0-4AD0-AFC1-019C12FE9721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850D9-D2A8-4FF1-9E2B-78FBE74DB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EC69F-5EB9-4589-92B4-CA1EA5FA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DE4F1-4F30-42CE-B563-83D8A3FFF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6208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22749-AE9D-44D5-A978-791FCEE48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4D7E2-BEE0-4B6C-9EE6-888967F6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0D92-8FC0-4AD0-AFC1-019C12FE9721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C0CED5-0DB5-498F-8409-CA702B514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6A831-FF81-4972-B319-DC701A4A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DE4F1-4F30-42CE-B563-83D8A3FFF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0260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A67DA6-8F06-407F-AE26-82F1DC560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0D92-8FC0-4AD0-AFC1-019C12FE9721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E67153-5C56-4FBA-AD36-918AF4B1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B0A58-5C7E-43B4-A9F4-EE196944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DE4F1-4F30-42CE-B563-83D8A3FFF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924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BAAC3-5D4D-436D-A149-FDCF1684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832F8-2291-4E9B-AEFB-4DF0F1753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38DF3-7CF7-4364-B753-AF3EEBDFC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38438-7DEF-4659-82B3-570749A90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0D92-8FC0-4AD0-AFC1-019C12FE9721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B3A4B-FBAD-42FD-939E-2068983FD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C75D8-1521-4A61-9DEE-5551B6D12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DE4F1-4F30-42CE-B563-83D8A3FFF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9830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77569-CDEA-47B0-8AAD-C4E934E96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DAB834-6444-4BEC-A050-5600BD026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D6AF5-76CA-40D0-A74C-434C54E5B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16731-FBCC-4C65-802E-E879C8ED9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0D92-8FC0-4AD0-AFC1-019C12FE9721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D054A-6D82-4BD5-824F-6E5A7096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286CB-E7C2-4A46-93D9-29D5A596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DE4F1-4F30-42CE-B563-83D8A3FFF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2466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3F1B5-B48D-4598-BCD7-2777924F4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C8281-3429-48D9-8D46-935925F67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FDF34-2F15-4894-B75E-68BDB46C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0D92-8FC0-4AD0-AFC1-019C12FE9721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5ECF5-3039-4FDB-9563-9D02F4DC3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D056D-C30C-465A-9A0E-C2E93CE7D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DE4F1-4F30-42CE-B563-83D8A3FFF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162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6945CB-296A-42D5-BF7B-D87B64FB25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98FCA-C8E3-4DDD-A573-FD0588392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D3EAD-C3EA-4D7E-93AC-607681D4C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0D92-8FC0-4AD0-AFC1-019C12FE9721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220C4-EDE1-44FC-805E-105C1DFFF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F93FB-999C-4AE6-84D8-BD7B430A8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DE4F1-4F30-42CE-B563-83D8A3FFF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902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F66B08-D608-430B-86B1-153C398F8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203DE-C0B9-4A2C-B62A-83E7D4E60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9BB11-25F5-41DB-AA86-F74BE3CD3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30D92-8FC0-4AD0-AFC1-019C12FE9721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A7580-9396-42A3-8FD6-A2C82236F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A2DF5-F592-46EC-9F81-00BB10BAD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DE4F1-4F30-42CE-B563-83D8A3FFF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111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3F20CD-86C4-421C-B390-D5530BB2F2C4}"/>
              </a:ext>
            </a:extLst>
          </p:cNvPr>
          <p:cNvSpPr txBox="1"/>
          <p:nvPr/>
        </p:nvSpPr>
        <p:spPr>
          <a:xfrm>
            <a:off x="852487" y="523874"/>
            <a:ext cx="104870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#96 Sing to the Lord, Sing His Praise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34143-B9D6-4F36-BEDA-8BBB67D43DCC}"/>
              </a:ext>
            </a:extLst>
          </p:cNvPr>
          <p:cNvSpPr txBox="1"/>
          <p:nvPr/>
        </p:nvSpPr>
        <p:spPr>
          <a:xfrm>
            <a:off x="2076449" y="1726110"/>
            <a:ext cx="8039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Sing to the Lord, sing his praise, all you peoples,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new be your song as new honors you pay;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sing of his majesty, bless him forever,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show his salvation from day to day.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9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1553AA-975F-4F2F-97A6-87F0CE7AFEDC}"/>
              </a:ext>
            </a:extLst>
          </p:cNvPr>
          <p:cNvSpPr txBox="1"/>
          <p:nvPr/>
        </p:nvSpPr>
        <p:spPr>
          <a:xfrm>
            <a:off x="1733550" y="2314574"/>
            <a:ext cx="8724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Tell of his wondrous works, tell of his glory,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till through the nations his name is revered;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praise and exalt him, for he is almighty;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God over all let the Lord be feared.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763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66F260-646F-4792-A1FC-62A07C9B88BB}"/>
              </a:ext>
            </a:extLst>
          </p:cNvPr>
          <p:cNvSpPr txBox="1"/>
          <p:nvPr/>
        </p:nvSpPr>
        <p:spPr>
          <a:xfrm>
            <a:off x="1933575" y="2105025"/>
            <a:ext cx="8324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Vain are the heathen gods, idols and helpless;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God made the </a:t>
            </a:r>
            <a:r>
              <a:rPr lang="en-US" sz="2800" dirty="0" err="1">
                <a:solidFill>
                  <a:srgbClr val="222222"/>
                </a:solidFill>
              </a:rPr>
              <a:t>heav'ns</a:t>
            </a:r>
            <a:r>
              <a:rPr lang="en-US" sz="2800" dirty="0">
                <a:solidFill>
                  <a:srgbClr val="222222"/>
                </a:solidFill>
              </a:rPr>
              <a:t>, and his glory they tell;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honor and majesty shine out before him,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beauty and strength in his temple dwell.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618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A07B9F-3AA5-43C6-8A1C-0DAA741C6933}"/>
              </a:ext>
            </a:extLst>
          </p:cNvPr>
          <p:cNvSpPr txBox="1"/>
          <p:nvPr/>
        </p:nvSpPr>
        <p:spPr>
          <a:xfrm>
            <a:off x="2100262" y="2343150"/>
            <a:ext cx="79914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Give unto God Most High glory and honor,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come with your </a:t>
            </a:r>
            <a:r>
              <a:rPr lang="en-US" sz="2800" dirty="0" err="1">
                <a:solidFill>
                  <a:srgbClr val="222222"/>
                </a:solidFill>
              </a:rPr>
              <a:t>off'rings</a:t>
            </a:r>
            <a:r>
              <a:rPr lang="en-US" sz="2800" dirty="0">
                <a:solidFill>
                  <a:srgbClr val="222222"/>
                </a:solidFill>
              </a:rPr>
              <a:t> and humbly draw near;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in holy beauty now worship Jehovah,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tremble before him with godly fear.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079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7AE8B8-8A51-412A-B94D-EDE0CEC4A7BA}"/>
              </a:ext>
            </a:extLst>
          </p:cNvPr>
          <p:cNvSpPr txBox="1"/>
          <p:nvPr/>
        </p:nvSpPr>
        <p:spPr>
          <a:xfrm>
            <a:off x="2276475" y="2521059"/>
            <a:ext cx="76390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Make all the nations know God reigns forever;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earth is established as he did decree;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righteous and just is the King of the nations,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judging the people with equity.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001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16FB9A-DE44-477C-9278-646DD8B341F9}"/>
              </a:ext>
            </a:extLst>
          </p:cNvPr>
          <p:cNvSpPr txBox="1"/>
          <p:nvPr/>
        </p:nvSpPr>
        <p:spPr>
          <a:xfrm>
            <a:off x="1843087" y="2521059"/>
            <a:ext cx="85058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Let heav'n and earth be glad; waves of the ocean,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forest and field, exultation express;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God is coming, the Judge of the nations,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coming to judge in his righteousness.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647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252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2020-11-21T21:37:46Z</dcterms:created>
  <dcterms:modified xsi:type="dcterms:W3CDTF">2022-02-19T22:47:26Z</dcterms:modified>
</cp:coreProperties>
</file>