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6" r:id="rId2"/>
    <p:sldId id="367" r:id="rId3"/>
    <p:sldId id="534" r:id="rId4"/>
    <p:sldId id="5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543465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801875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899460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4546486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2022-02-11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6007668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2022-02-11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819010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2022-02-11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4923859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7441576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608166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7014998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4154324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0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2" y="2521059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hear my urgent cry, my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listen to my plea.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earth’s remotest bounds I call,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heart grows faint in 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AC429-FE8F-40DE-A40A-2E019332B9CA}"/>
              </a:ext>
            </a:extLst>
          </p:cNvPr>
          <p:cNvSpPr txBox="1"/>
          <p:nvPr/>
        </p:nvSpPr>
        <p:spPr>
          <a:xfrm>
            <a:off x="61911" y="116929"/>
            <a:ext cx="12068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#61B O Hear My Urgent Cry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2300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F3E90-FB09-4176-910C-8E45B734CDDB}"/>
              </a:ext>
            </a:extLst>
          </p:cNvPr>
          <p:cNvSpPr txBox="1"/>
          <p:nvPr/>
        </p:nvSpPr>
        <p:spPr>
          <a:xfrm>
            <a:off x="1804986" y="2521059"/>
            <a:ext cx="8582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Now lead me to the rock, O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that’s higher far than I.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you’re my refuge from the foe,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tow’r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strength on high.</a:t>
            </a: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6CA3D4-827A-4CAB-91EE-5BBDB60A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DB56B-37AB-413B-8600-19173FE3D57E}"/>
              </a:ext>
            </a:extLst>
          </p:cNvPr>
          <p:cNvSpPr txBox="1"/>
          <p:nvPr/>
        </p:nvSpPr>
        <p:spPr>
          <a:xfrm>
            <a:off x="1909762" y="2521059"/>
            <a:ext cx="8372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let me dwell within your tent,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 there to live.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let me shelter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‘neath your wings;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sure refuge they will give.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89101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C46FAF-170E-4472-9594-F23A18FC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8F633-FEA3-479C-AE3B-C41FE5E36116}"/>
              </a:ext>
            </a:extLst>
          </p:cNvPr>
          <p:cNvSpPr txBox="1"/>
          <p:nvPr/>
        </p:nvSpPr>
        <p:spPr>
          <a:xfrm>
            <a:off x="1314450" y="2521059"/>
            <a:ext cx="9563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So I will ever bless your name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songs of joy and praise,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I perform my holy vows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gladness all my days.</a:t>
            </a:r>
          </a:p>
        </p:txBody>
      </p:sp>
    </p:spTree>
    <p:extLst>
      <p:ext uri="{BB962C8B-B14F-4D97-AF65-F5344CB8AC3E}">
        <p14:creationId xmlns:p14="http://schemas.microsoft.com/office/powerpoint/2010/main" val="2756109193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2022-02-12T00:02:24Z</dcterms:created>
  <dcterms:modified xsi:type="dcterms:W3CDTF">2022-02-12T00:02:57Z</dcterms:modified>
</cp:coreProperties>
</file>