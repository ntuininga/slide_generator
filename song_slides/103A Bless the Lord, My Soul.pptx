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1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7C0217-D923-44AE-B28E-30ABA337AE45}" type="datetimeFigureOut">
              <a:rPr lang="en-US" smtClean="0"/>
              <a:t>12/3/2022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10F127-8113-4E1E-8F88-EB5DC9733B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696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701EC-8D33-D208-021C-1DA164BDBD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0DEEF4-DE0C-3FEF-B198-644039AB9A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BDF7D-05EE-74C0-81C0-99887D533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19E71-C383-458A-8E66-08988E68898D}" type="datetime1">
              <a:rPr lang="en-US" smtClean="0"/>
              <a:t>12/3/2022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E8174-8914-B373-DC85-6E5787D94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4644F-186B-202A-4214-1175C656E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09544-3E6E-4A01-8DA0-443854A3D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885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99D83-148A-0494-3D45-3F185AE90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E2768-8283-4666-34C2-148374231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634FA6-2040-6D41-1119-2F6E8CFDF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9B14F-CA45-42EA-9114-4C08C9772499}" type="datetime1">
              <a:rPr lang="en-US" smtClean="0"/>
              <a:t>12/3/2022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D6A10-2760-34F2-8CC7-65F79A505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480D2-9ED4-0552-AD7B-A9E030CF7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09544-3E6E-4A01-8DA0-443854A3D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889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1BE3A-273E-E410-5F53-7E0454F49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1B0F2-4602-9E19-A24A-406A17109F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1C6C6-F165-7188-C405-1181929E0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053AD-9D59-429C-BE4C-17C874EE5D36}" type="datetime1">
              <a:rPr lang="en-US" smtClean="0"/>
              <a:t>12/3/2022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C4B84-F15B-28F1-9EFC-D233E05BD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63A53-C063-BABB-0986-E6B50A419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09544-3E6E-4A01-8DA0-443854A3D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72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CDFA7-7D19-2844-20FB-52DA2EFC4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171FD-50E6-1B73-73D5-C0063EF97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7B35C-22EC-0301-0F51-9E51E832B3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9D1291-866A-35E0-C479-DE59FCEB6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C88C-65A5-4CF0-B3A0-54AF7705D07E}" type="datetime1">
              <a:rPr lang="en-US" smtClean="0"/>
              <a:t>12/3/2022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AF80CC-D01D-137A-0B7B-F2D9A352E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5FCE61-A3AA-63FE-F7FD-BD6C99843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09544-3E6E-4A01-8DA0-443854A3D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663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75C02-3BD6-851C-B512-47A9EC191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E96150-0464-4A23-E9D2-D129243BF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AA3978-3B43-FA61-ED37-6982FCA090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353B09-5459-8C7E-5E1C-1486395883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E190D8-B7B6-20EC-583A-448CE6557D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C743BA-F9BF-962B-5518-325040760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AAE87-3DD9-43CD-859E-D747D0AFB745}" type="datetime1">
              <a:rPr lang="en-US" smtClean="0"/>
              <a:t>12/3/2022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514CCE-D08C-22CF-7E51-45864B7B7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B6DAE3-341C-E805-28DB-0F796D0B1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09544-3E6E-4A01-8DA0-443854A3D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66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143D0-FA2E-54B2-46A3-E79DE5F6D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20B417-79F7-C979-E985-0632C1D77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9CC85-71DA-4EA4-834C-E8614C507558}" type="datetime1">
              <a:rPr lang="en-US" smtClean="0"/>
              <a:t>12/3/2022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25D28-CF5E-3876-7AB5-CD929010C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CCD41E-0652-2A24-9FA3-9A4997F0C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09544-3E6E-4A01-8DA0-443854A3D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892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E99E1D-4F8D-80D1-0EFA-DA6E0C736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F9323-1710-4B9C-BE76-95A191E0C495}" type="datetime1">
              <a:rPr lang="en-US" smtClean="0"/>
              <a:t>12/3/2022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D76ED7-0635-2056-AD6C-17DA322A2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85A2B-1885-4F8F-0BEB-A73709FB8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09544-3E6E-4A01-8DA0-443854A3D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621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9A524-295F-53E4-8837-EFE8A8B46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58B50-BFCE-3AF7-C32F-B0D4A4780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8B5966-2FA5-8930-6E70-5BBC778E38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54023A-53A7-DD0C-58E2-1053733E0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11524-7C7B-431A-8E35-72370F8650FA}" type="datetime1">
              <a:rPr lang="en-US" smtClean="0"/>
              <a:t>12/3/2022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8E5115-5A8F-77A3-D82E-9B57270D1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9E03C6-2278-9951-91F8-793A2927B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09544-3E6E-4A01-8DA0-443854A3D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161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1FF57-D41F-9C8B-A584-DEC5A1537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693D08-61CD-CC34-06EE-D37BD24741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2166FB-585D-9286-3089-008F604846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4665AA-E543-F396-1769-04B6EBE3E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ECF71-E375-4332-9E56-62BCA1D9D39A}" type="datetime1">
              <a:rPr lang="en-US" smtClean="0"/>
              <a:t>12/3/2022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50E364-935B-5A35-F7C7-7100D095F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DF602D-A15B-7C50-A948-2A19423D6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09544-3E6E-4A01-8DA0-443854A3D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954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F2AFB-EC4A-8217-C62F-BCB92E77C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A9393C-B09A-458C-52B5-2C87D8A5FA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2F3344-1A63-0DD5-51D8-CB626A37B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3F020-0207-4878-A179-6C94A3513E0E}" type="datetime1">
              <a:rPr lang="en-US" smtClean="0"/>
              <a:t>12/3/2022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BE908-12E6-A276-5BC2-C3EF60B31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AB9F38-A5E1-94C9-3427-33B807F7B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09544-3E6E-4A01-8DA0-443854A3D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974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57CFE5-9FF1-D732-1A97-CFF01037F0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83A8C4-C824-81E2-429E-236B199BED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5A7CDB-7FCD-4174-FA2A-E27B981B4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E38E7-A452-4612-BFC1-0B276A6278F6}" type="datetime1">
              <a:rPr lang="en-US" smtClean="0"/>
              <a:t>12/3/2022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6BDEC4-1A23-15E8-6A2D-58BFF4099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3426E-EDFE-FA8F-4E0B-459529B9B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09544-3E6E-4A01-8DA0-443854A3D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433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B59282-67C5-CF1D-9DF7-B74DA5693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C76751-3A9A-2262-36A6-28C84E286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3CEA0-8017-28A1-52A5-29987FFCFF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00935C-A543-4077-B1F0-20C90BDC231C}" type="datetime1">
              <a:rPr lang="en-US" smtClean="0"/>
              <a:t>12/3/2022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5CFA2-F9B1-0FEB-55CE-D37D638A12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B92D4C-F87E-A05B-7D61-A33D9B41E7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709544-3E6E-4A01-8DA0-443854A3D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773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61BD0-857A-443B-03D0-22892009F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 dirty="0"/>
              <a:t>#103A Bless the Lord, My Soul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DC1C3-DF54-5C5F-EDE7-4C4F36EAD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ctr">
              <a:buAutoNum type="arabicPeriod"/>
            </a:pPr>
            <a:r>
              <a:rPr lang="en-US" dirty="0"/>
              <a:t>Bless the Lord, my soul,</a:t>
            </a:r>
          </a:p>
          <a:p>
            <a:pPr marL="0" indent="0" algn="ctr">
              <a:buNone/>
            </a:pPr>
            <a:r>
              <a:rPr lang="en-US" dirty="0"/>
              <a:t>And all within me bless his holy name!</a:t>
            </a:r>
          </a:p>
          <a:p>
            <a:pPr marL="0" indent="0" algn="ctr">
              <a:buNone/>
            </a:pPr>
            <a:r>
              <a:rPr lang="en-US" dirty="0"/>
              <a:t>Bless the Lord, my soul,</a:t>
            </a:r>
          </a:p>
          <a:p>
            <a:pPr marL="0" indent="0" algn="ctr">
              <a:buNone/>
            </a:pPr>
            <a:r>
              <a:rPr lang="en-US" dirty="0"/>
              <a:t>Forget not all his blessing to proclaim.</a:t>
            </a:r>
          </a:p>
          <a:p>
            <a:pPr marL="0" indent="0" algn="ctr">
              <a:buNone/>
            </a:pPr>
            <a:r>
              <a:rPr lang="en-US" dirty="0"/>
              <a:t>He forgives your great transgressions,</a:t>
            </a:r>
          </a:p>
          <a:p>
            <a:pPr marL="0" indent="0" algn="ctr">
              <a:buNone/>
            </a:pPr>
            <a:r>
              <a:rPr lang="en-US" dirty="0"/>
              <a:t>Heal your sicknesses and pains.</a:t>
            </a:r>
          </a:p>
          <a:p>
            <a:pPr marL="0" indent="0" algn="ctr">
              <a:buNone/>
            </a:pPr>
            <a:r>
              <a:rPr lang="en-US" dirty="0"/>
              <a:t>He redeems you from destruction, </a:t>
            </a:r>
          </a:p>
          <a:p>
            <a:pPr marL="0" indent="0" algn="ctr">
              <a:buNone/>
            </a:pPr>
            <a:r>
              <a:rPr lang="en-US" dirty="0"/>
              <a:t>crowns you with his tender grace.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619813-D820-251D-26A4-CD5015CCE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689441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BCBEC-95A4-B1D7-FE9F-24575076B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2. He with boundless good supplies you;</a:t>
            </a:r>
          </a:p>
          <a:p>
            <a:pPr marL="0" indent="0" algn="ctr">
              <a:buNone/>
            </a:pPr>
            <a:r>
              <a:rPr lang="en-US" dirty="0"/>
              <a:t>He your longing satisfies,</a:t>
            </a:r>
          </a:p>
          <a:p>
            <a:pPr marL="0" indent="0" algn="ctr">
              <a:buNone/>
            </a:pPr>
            <a:r>
              <a:rPr lang="en-US" dirty="0"/>
              <a:t>Then, like eagle’s strength renewing,</a:t>
            </a:r>
          </a:p>
          <a:p>
            <a:pPr marL="0" indent="0" algn="ctr">
              <a:buNone/>
            </a:pPr>
            <a:r>
              <a:rPr lang="en-US" dirty="0"/>
              <a:t>God with good your youth revives.</a:t>
            </a:r>
          </a:p>
          <a:p>
            <a:pPr marL="0" indent="0" algn="ctr">
              <a:buNone/>
            </a:pPr>
            <a:r>
              <a:rPr lang="en-US" dirty="0"/>
              <a:t>For the Lord will act with justice,</a:t>
            </a:r>
          </a:p>
          <a:p>
            <a:pPr marL="0" indent="0" algn="ctr">
              <a:buNone/>
            </a:pPr>
            <a:r>
              <a:rPr lang="en-US" dirty="0"/>
              <a:t>Righteousness for those bowed down.</a:t>
            </a:r>
          </a:p>
          <a:p>
            <a:pPr marL="0" indent="0" algn="ctr">
              <a:buNone/>
            </a:pPr>
            <a:r>
              <a:rPr lang="en-US" dirty="0"/>
              <a:t>He made known his ways to Moses, </a:t>
            </a:r>
          </a:p>
          <a:p>
            <a:pPr marL="0" indent="0" algn="ctr">
              <a:buNone/>
            </a:pPr>
            <a:r>
              <a:rPr lang="en-US" dirty="0"/>
              <a:t>His great deeds to Israel’s sons.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77D446-236B-8379-E110-BB567A44E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569540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B385F-107E-A696-0D2D-58BD9BE41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3. God the Lord is full of mercy,</a:t>
            </a:r>
          </a:p>
          <a:p>
            <a:pPr marL="0" indent="0" algn="ctr">
              <a:buNone/>
            </a:pPr>
            <a:r>
              <a:rPr lang="en-US" dirty="0"/>
              <a:t>Slow to anger, full of grace.</a:t>
            </a:r>
          </a:p>
          <a:p>
            <a:pPr marL="0" indent="0" algn="ctr">
              <a:buNone/>
            </a:pPr>
            <a:r>
              <a:rPr lang="en-US" dirty="0"/>
              <a:t>He will not be always chiding,</a:t>
            </a:r>
          </a:p>
          <a:p>
            <a:pPr marL="0" indent="0" algn="ctr">
              <a:buNone/>
            </a:pPr>
            <a:r>
              <a:rPr lang="en-US" dirty="0"/>
              <a:t>Nor in anger hide his face.</a:t>
            </a:r>
          </a:p>
          <a:p>
            <a:pPr marL="0" indent="0" algn="ctr">
              <a:buNone/>
            </a:pPr>
            <a:r>
              <a:rPr lang="en-US" dirty="0"/>
              <a:t>He deals not by our demerits,</a:t>
            </a:r>
          </a:p>
          <a:p>
            <a:pPr marL="0" indent="0" algn="ctr">
              <a:buNone/>
            </a:pPr>
            <a:r>
              <a:rPr lang="en-US" dirty="0"/>
              <a:t>Nor repays what sins deserve.</a:t>
            </a:r>
          </a:p>
          <a:p>
            <a:pPr marL="0" indent="0" algn="ctr">
              <a:buNone/>
            </a:pPr>
            <a:r>
              <a:rPr lang="en-US" dirty="0"/>
              <a:t>Great his love to those who fear him,</a:t>
            </a:r>
          </a:p>
          <a:p>
            <a:pPr marL="0" indent="0" algn="ctr">
              <a:buNone/>
            </a:pPr>
            <a:r>
              <a:rPr lang="en-US" dirty="0"/>
              <a:t>High as </a:t>
            </a:r>
            <a:r>
              <a:rPr lang="en-US" dirty="0" err="1"/>
              <a:t>heav’n</a:t>
            </a:r>
            <a:r>
              <a:rPr lang="en-US" dirty="0"/>
              <a:t> above the earth.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1128FE-432C-8601-2BCA-D2B59B479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490752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B385F-107E-A696-0D2D-58BD9BE41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4. Far as east from west is distant,</a:t>
            </a:r>
          </a:p>
          <a:p>
            <a:pPr marL="0" indent="0" algn="ctr">
              <a:buNone/>
            </a:pPr>
            <a:r>
              <a:rPr lang="en-US" dirty="0"/>
              <a:t>He from sin has set us free.</a:t>
            </a:r>
          </a:p>
          <a:p>
            <a:pPr marL="0" indent="0" algn="ctr">
              <a:buNone/>
            </a:pPr>
            <a:r>
              <a:rPr lang="en-US" dirty="0"/>
              <a:t>As a father loves his children,</a:t>
            </a:r>
          </a:p>
          <a:p>
            <a:pPr marL="0" indent="0" algn="ctr">
              <a:buNone/>
            </a:pPr>
            <a:r>
              <a:rPr lang="en-US" dirty="0"/>
              <a:t>Feeling pity for their need,</a:t>
            </a:r>
          </a:p>
          <a:p>
            <a:pPr marL="0" indent="0" algn="ctr">
              <a:buNone/>
            </a:pPr>
            <a:r>
              <a:rPr lang="en-US" dirty="0"/>
              <a:t>So the Lord is great compassion</a:t>
            </a:r>
          </a:p>
          <a:p>
            <a:pPr marL="0" indent="0" algn="ctr">
              <a:buNone/>
            </a:pPr>
            <a:r>
              <a:rPr lang="en-US" dirty="0"/>
              <a:t> comforts those who fear his name.</a:t>
            </a:r>
          </a:p>
          <a:p>
            <a:pPr marL="0" indent="0" algn="ctr">
              <a:buNone/>
            </a:pPr>
            <a:r>
              <a:rPr lang="en-US" dirty="0"/>
              <a:t>He remembers we are dust,</a:t>
            </a:r>
          </a:p>
          <a:p>
            <a:pPr marL="0" indent="0" algn="ctr">
              <a:buNone/>
            </a:pPr>
            <a:r>
              <a:rPr lang="en-US" dirty="0"/>
              <a:t>And je knows well our feeble frame.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1128FE-432C-8601-2BCA-D2B59B479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4205870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55003-9044-E7F6-A509-70ADDCB44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5. Man is like the </a:t>
            </a:r>
            <a:r>
              <a:rPr lang="en-US" dirty="0" err="1"/>
              <a:t>flow’r</a:t>
            </a:r>
            <a:r>
              <a:rPr lang="en-US" dirty="0"/>
              <a:t> that blossoms,</a:t>
            </a:r>
          </a:p>
          <a:p>
            <a:pPr marL="0" indent="0" algn="ctr">
              <a:buNone/>
            </a:pPr>
            <a:r>
              <a:rPr lang="en-US" dirty="0"/>
              <a:t>All his days like tender grass</a:t>
            </a:r>
          </a:p>
          <a:p>
            <a:pPr marL="0" indent="0" algn="ctr">
              <a:buNone/>
            </a:pPr>
            <a:r>
              <a:rPr lang="en-US" dirty="0"/>
              <a:t>Here today and gone tomorrow,</a:t>
            </a:r>
          </a:p>
          <a:p>
            <a:pPr marL="0" indent="0" algn="ctr">
              <a:buNone/>
            </a:pPr>
            <a:r>
              <a:rPr lang="en-US" dirty="0"/>
              <a:t>From the scorching winds that pass.</a:t>
            </a:r>
          </a:p>
          <a:p>
            <a:pPr marL="0" indent="0" algn="ctr">
              <a:buNone/>
            </a:pPr>
            <a:r>
              <a:rPr lang="en-US" dirty="0"/>
              <a:t>Those who keep his law and </a:t>
            </a:r>
            <a:r>
              <a:rPr lang="en-US" dirty="0" err="1"/>
              <a:t>cov’nant</a:t>
            </a:r>
            <a:r>
              <a:rPr lang="en-US" dirty="0"/>
              <a:t>,</a:t>
            </a:r>
          </a:p>
          <a:p>
            <a:pPr marL="0" indent="0" algn="ctr">
              <a:buNone/>
            </a:pPr>
            <a:r>
              <a:rPr lang="en-US" dirty="0"/>
              <a:t>He will show his righteousness.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5D862F-CCE6-FF50-AEBF-A08853B26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482918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55003-9044-E7F6-A509-70ADDCB44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6. </a:t>
            </a:r>
            <a:r>
              <a:rPr lang="en-US"/>
              <a:t>God </a:t>
            </a:r>
            <a:r>
              <a:rPr lang="en-US" dirty="0"/>
              <a:t>has set his throne in heaven;</a:t>
            </a:r>
          </a:p>
          <a:p>
            <a:pPr marL="0" indent="0" algn="ctr">
              <a:buNone/>
            </a:pPr>
            <a:r>
              <a:rPr lang="en-US" dirty="0"/>
              <a:t>His great kingdom rules o’er all.</a:t>
            </a:r>
          </a:p>
          <a:p>
            <a:pPr marL="0" indent="0" algn="ctr">
              <a:buNone/>
            </a:pPr>
            <a:r>
              <a:rPr lang="en-US" dirty="0"/>
              <a:t>Bless the Lord, O you his angels,</a:t>
            </a:r>
          </a:p>
          <a:p>
            <a:pPr marL="0" indent="0" algn="ctr">
              <a:buNone/>
            </a:pPr>
            <a:r>
              <a:rPr lang="en-US" dirty="0"/>
              <a:t>Mighty ones who do  his will!</a:t>
            </a:r>
          </a:p>
          <a:p>
            <a:pPr marL="0" indent="0" algn="ctr">
              <a:buNone/>
            </a:pPr>
            <a:r>
              <a:rPr lang="en-US" dirty="0"/>
              <a:t>Bless the Lord, you hosts of heaven,</a:t>
            </a:r>
          </a:p>
          <a:p>
            <a:pPr marL="0" indent="0" algn="ctr">
              <a:buNone/>
            </a:pPr>
            <a:r>
              <a:rPr lang="en-US" dirty="0"/>
              <a:t>Servants who perform his word!</a:t>
            </a:r>
          </a:p>
          <a:p>
            <a:pPr marL="0" indent="0" algn="ctr">
              <a:buNone/>
            </a:pPr>
            <a:r>
              <a:rPr lang="en-US" dirty="0"/>
              <a:t>Bless the Lord, his whole dominion.</a:t>
            </a:r>
          </a:p>
          <a:p>
            <a:pPr marL="0" indent="0" algn="ctr">
              <a:buNone/>
            </a:pPr>
            <a:r>
              <a:rPr lang="en-US" dirty="0"/>
              <a:t>Come my soul and bless the Lord!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5D862F-CCE6-FF50-AEBF-A08853B26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996464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408</Words>
  <Application>Microsoft Office PowerPoint</Application>
  <PresentationFormat>Widescreen</PresentationFormat>
  <Paragraphs>53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#103A Bless the Lord, My Soul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#103A Bless the Lord, My Soul</dc:title>
  <dc:creator>Neil Tuininga</dc:creator>
  <cp:lastModifiedBy>Neil Tuininga</cp:lastModifiedBy>
  <cp:revision>5</cp:revision>
  <dcterms:created xsi:type="dcterms:W3CDTF">2022-10-07T17:11:30Z</dcterms:created>
  <dcterms:modified xsi:type="dcterms:W3CDTF">2022-12-03T17:53:49Z</dcterms:modified>
</cp:coreProperties>
</file>