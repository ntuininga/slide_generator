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2" r:id="rId2"/>
    <p:sldId id="473" r:id="rId3"/>
    <p:sldId id="474" r:id="rId4"/>
    <p:sldId id="475" r:id="rId5"/>
    <p:sldId id="4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4824-8346-40DF-BF78-940CBF99C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370F8-1391-4D6B-AE0E-C3CE07CA7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8B5C8-370B-4AC1-A027-43F01517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F1028-A765-47EE-8E92-BE2D917A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015F-9507-45E9-9A68-3A27DD7B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0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24EB-C383-4E0E-A83C-0E6B3A2D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979B8-C8B0-4053-9988-2D3D90CFC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C5F40-AC48-4751-AD3B-A595A853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03EAD-8F56-4444-A0D2-122951B8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2FD4-DABC-433C-BC58-31C23273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4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DFDC-6AC2-4937-AB64-45AC63C57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061BD-35E0-43A1-A01A-8A8E41F89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673B-C47C-43E3-A227-401FC0A2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26405-5056-4F58-84BE-5F0552BB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94880-742D-4855-9661-806ACFF7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8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ED4E-3910-46EA-94CA-9408A4D8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6DCEC-B29B-47BC-9A25-52ACE04EE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EE13D-9473-4ACF-8A2F-CDA78DCFF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12613-953F-425C-A180-8EF767D8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70A75-0E53-406A-A6C5-DFE5CB8B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E7CE2-28D3-473B-B953-16F4657B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0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296D-6DB2-4C75-885B-4BF8CA54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6FAB-FFBD-4021-A129-07D5F1994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3370-B1CF-452E-8C91-4E4BB9CE5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346FF-F468-4BF5-B3B7-24511AB40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76115-06A4-40B5-8D65-13057BF3B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3CDDA-778C-4E0E-A00F-A21537D6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89B5E-B89A-474A-808C-39E00283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381DFC-4B85-41DE-8A42-49B7699C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7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D154-11F3-4C97-811E-68632F46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8D4F5-73EA-420E-98D0-BD2E438B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FE83-EFB0-4B0B-81BD-B089F630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7D0DD-4E1B-4C30-8857-26AC4B4A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C32BE-7B9B-485C-B42D-855ACB72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06CFB-BD84-43B0-B20D-98B93202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DE0B0-DB70-4617-8899-64CDEE70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1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7EE1-4C10-4D9D-9995-496F646A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130B7-A856-415B-BE0F-47A64C419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B3F0-B6A5-4EF8-B7FA-83CFF06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611CC-98E8-46A9-8C15-AB36F2B13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B751E-1462-4C78-A6FD-076BB004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7D86B-DC9C-483B-9DAB-D1694187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6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17F6-614A-40A1-A4F5-1CC507BB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5A34D-7827-4B12-A67F-BDB7D0CAB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25C09-A1EE-4867-AAB2-1D8D60D6B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77298-F358-4172-A2F1-A3A11055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A4992-2C7E-48C0-A86C-186866BE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6C28-B396-4690-8A07-ACB1BFEE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0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D080-189B-4FDD-8FCA-3841A855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59115-1248-4E80-AD8D-77EAE24B1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988D-FD56-4010-A920-B170D370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C9F50-F0B0-45C2-B695-2165E27C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EF097-2762-410D-AD78-0735D0C2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0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F766F-3F81-40B6-99A0-B6D5DD037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9249B-F7E6-413C-9172-E4BA2BDBF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2FF82-E3C2-4792-9018-AC00A799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97D3C-2265-400F-A012-A183ABE3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DF3CA-5413-4E2F-B375-8E9FF1FF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1F468-9ED4-4579-B04D-43A24E10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4A15D-61CC-4D08-9DF6-933DA7484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90F03-E101-4FF9-A3ED-CE070506B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27021-CEF9-41AF-9F34-A143DE2C230B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8FA8B-13BC-4D34-8476-1576BE467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7AD8A-9139-4D6B-BA0C-93B4ACB74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2635E-F816-4924-BB00-7F93C14B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1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152399" y="23226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Ride on, ride on in majesty!</a:t>
            </a:r>
            <a:br>
              <a:rPr lang="en-US" sz="2800" dirty="0"/>
            </a:br>
            <a:r>
              <a:rPr lang="en-US" sz="2800" dirty="0"/>
              <a:t>Hark! all the tribes hosanna cry;</a:t>
            </a:r>
            <a:br>
              <a:rPr lang="en-US" sz="2800" dirty="0"/>
            </a:br>
            <a:r>
              <a:rPr lang="en-US" sz="2800" dirty="0"/>
              <a:t>O Savior meek, pursue your road</a:t>
            </a:r>
            <a:br>
              <a:rPr lang="en-US" sz="2800" dirty="0"/>
            </a:br>
            <a:r>
              <a:rPr lang="en-US" sz="2800" dirty="0"/>
              <a:t>with palms and scattered garments strowed.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#329 Ride On, Ride On in Majesty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876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Ride on, ride on in majesty!</a:t>
            </a:r>
            <a:br>
              <a:rPr lang="en-US" sz="2800" dirty="0"/>
            </a:br>
            <a:r>
              <a:rPr lang="en-US" sz="2800" dirty="0"/>
              <a:t>In lowly pomp ride on to die:</a:t>
            </a:r>
            <a:br>
              <a:rPr lang="en-US" sz="2800" dirty="0"/>
            </a:br>
            <a:r>
              <a:rPr lang="en-US" sz="2800" dirty="0"/>
              <a:t>O Christ, your triumphs now begin</a:t>
            </a:r>
            <a:br>
              <a:rPr lang="en-US" sz="2800" dirty="0"/>
            </a:br>
            <a:r>
              <a:rPr lang="en-US" sz="2800" dirty="0"/>
              <a:t>o'er captive death and conquered sin.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91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lang="en-US" sz="2800" dirty="0"/>
              <a:t>Ride on, ride on in majesty!</a:t>
            </a:r>
            <a:br>
              <a:rPr lang="en-US" sz="2800" dirty="0"/>
            </a:br>
            <a:r>
              <a:rPr lang="en-US" sz="2800" dirty="0"/>
              <a:t>The winged squadrons of the sky</a:t>
            </a:r>
            <a:br>
              <a:rPr lang="en-US" sz="2800" dirty="0"/>
            </a:br>
            <a:r>
              <a:rPr lang="en-US" sz="2800" dirty="0"/>
              <a:t>look down with sad and </a:t>
            </a:r>
            <a:r>
              <a:rPr lang="en-US" sz="2800" dirty="0" err="1"/>
              <a:t>wond'ring</a:t>
            </a:r>
            <a:r>
              <a:rPr lang="en-US" sz="2800" dirty="0"/>
              <a:t> eyes</a:t>
            </a:r>
            <a:br>
              <a:rPr lang="en-US" sz="2800" dirty="0"/>
            </a:br>
            <a:r>
              <a:rPr lang="en-US" sz="2800" dirty="0"/>
              <a:t>to see </a:t>
            </a:r>
            <a:r>
              <a:rPr lang="en-US" sz="2800" dirty="0" err="1"/>
              <a:t>th'approaching</a:t>
            </a:r>
            <a:r>
              <a:rPr lang="en-US" sz="2800" dirty="0"/>
              <a:t> sacrifice.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86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lang="en-US" sz="2800" dirty="0"/>
              <a:t>Ride on, ride on in majesty!</a:t>
            </a:r>
            <a:br>
              <a:rPr lang="en-US" sz="2800" dirty="0"/>
            </a:br>
            <a:r>
              <a:rPr lang="en-US" sz="2800" dirty="0"/>
              <a:t>Your last and fiercest strife is nigh;</a:t>
            </a:r>
            <a:br>
              <a:rPr lang="en-US" sz="2800" dirty="0"/>
            </a:br>
            <a:r>
              <a:rPr lang="en-US" sz="2800" dirty="0"/>
              <a:t>the Father on his sapphire throne</a:t>
            </a:r>
            <a:br>
              <a:rPr lang="en-US" sz="2800" dirty="0"/>
            </a:br>
            <a:r>
              <a:rPr lang="en-US" sz="2800" dirty="0"/>
              <a:t>expects his own anointed Son.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89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US" sz="2800" dirty="0"/>
              <a:t>Ride on, ride on in majesty!</a:t>
            </a:r>
            <a:br>
              <a:rPr lang="en-US" sz="2800" dirty="0"/>
            </a:br>
            <a:r>
              <a:rPr lang="en-US" sz="2800" dirty="0"/>
              <a:t>In lowly pomp ride on to die;</a:t>
            </a:r>
            <a:br>
              <a:rPr lang="en-US" sz="2800" dirty="0"/>
            </a:br>
            <a:r>
              <a:rPr lang="en-US" sz="2800" dirty="0"/>
              <a:t>bow your meek head to mortal pain,</a:t>
            </a:r>
            <a:br>
              <a:rPr lang="en-US" sz="2800" dirty="0"/>
            </a:br>
            <a:r>
              <a:rPr lang="en-US" sz="2800" dirty="0"/>
              <a:t>then take, O God, your </a:t>
            </a:r>
            <a:r>
              <a:rPr lang="en-US" sz="2800" dirty="0" err="1"/>
              <a:t>pow'r</a:t>
            </a:r>
            <a:r>
              <a:rPr lang="en-US" sz="2800" dirty="0"/>
              <a:t> and reign.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010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2022-04-09T02:55:54Z</dcterms:created>
  <dcterms:modified xsi:type="dcterms:W3CDTF">2022-04-09T02:56:19Z</dcterms:modified>
</cp:coreProperties>
</file>