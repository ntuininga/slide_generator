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301" r:id="rId2"/>
    <p:sldId id="302" r:id="rId3"/>
    <p:sldId id="303" r:id="rId4"/>
    <p:sldId id="304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93" d="100"/>
          <a:sy n="93" d="100"/>
        </p:scale>
        <p:origin x="444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719A39-3F14-4D0E-B764-0F792F9559E8}" type="datetimeFigureOut">
              <a:rPr lang="en-US" smtClean="0"/>
              <a:t>5/15/2020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899363-1357-4497-BB6F-D72AB55E9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298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57AF2-5835-4573-948A-F131EB31B2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19FCE4-6F52-46F7-9FB2-3A497643BF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C4E50-5BDC-436B-873D-513532A0C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ADBDF-04FD-4201-B939-B78223B16267}" type="datetime1">
              <a:rPr lang="en-US" smtClean="0"/>
              <a:t>5/15/2020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4768CD-F22C-4102-9BC7-DE44D468D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15CBC-F2B1-4D4B-882D-5E3B03750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DB423-834E-4B47-86C6-A3DEC997BF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526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34E8D-AB2F-49DA-9F63-9217E4A81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BF598-A80A-4820-9FB5-E15FE827B5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797F67-0BA7-40E0-BFE0-D6F500B03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A93DE-862F-44FE-8D43-BEC721F325A4}" type="datetime1">
              <a:rPr lang="en-US" smtClean="0"/>
              <a:t>5/15/2020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003E00-9B39-4AA6-95BB-D268BB9F8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F27B43-0DF1-435A-9696-B4C734512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DB423-834E-4B47-86C6-A3DEC997BF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643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6C8E1-E301-4E84-AED9-E93159713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686DF2-E4F8-420E-B793-6B49B05798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563288-DE00-46FF-9F73-9AF67CC42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FF1FB-DA48-4A7B-B44C-894C3BD8B0AF}" type="datetime1">
              <a:rPr lang="en-US" smtClean="0"/>
              <a:t>5/15/2020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FE2AD2-DD61-4E8F-9B1A-664EFFB35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702FC2-3CC0-406F-A870-7A7215AC9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DB423-834E-4B47-86C6-A3DEC997BF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815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8F229-7E07-4512-879E-870442164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061DA-E3F8-4F8E-8843-219E9D8F8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3E0029-53E9-4117-9F39-5318C1F9E1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2963C3-C3E3-4995-951B-65AEC005B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57111-5AD3-466B-AFD0-348D8EB2A3B4}" type="datetime1">
              <a:rPr lang="en-US" smtClean="0"/>
              <a:t>5/15/2020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507806-1159-40AA-AE0A-F5A1B6973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EA88A8-F6E3-4035-BB4E-BFDEF449B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DB423-834E-4B47-86C6-A3DEC997BF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051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5CB40-830F-428B-A94F-305F80941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F296DA-D66D-41E8-9743-93A51BF047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783C4B-41B8-4547-9148-B25FD421D4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C4937A-4BE5-49CE-9BEA-7A67EFA96D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E81583-1F71-4A17-AE29-541768374B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C2F735-F82F-41F5-8599-017113848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8AEE6-7355-4B66-B824-A4C3B0F3BB1C}" type="datetime1">
              <a:rPr lang="en-US" smtClean="0"/>
              <a:t>5/15/2020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906877-EBBC-4D27-94B6-FB8A4122E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5A4944-E206-4789-B99E-300B536DE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DB423-834E-4B47-86C6-A3DEC997BF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728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2921B-B6AB-4F7B-9988-30AD615F4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CB48A8-3D70-41CB-BA74-6C27AF5E1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37BF3-2A99-43D4-BDB9-7C83BD293A0F}" type="datetime1">
              <a:rPr lang="en-US" smtClean="0"/>
              <a:t>5/15/2020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0D01CF-1028-43A9-8E21-F1340CFCC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20E921-7565-458B-9948-FAC5CC70D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DB423-834E-4B47-86C6-A3DEC997BF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72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341B5B-98A4-4723-BFA3-0112088C7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6815B-8364-4763-9BC2-F203D6775D50}" type="datetime1">
              <a:rPr lang="en-US" smtClean="0"/>
              <a:t>5/15/2020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367C91-94E3-4F19-AD79-81682D295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8DF5AE-359B-465B-B38F-20ADB25C6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DB423-834E-4B47-86C6-A3DEC997BF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663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0A0A2-EC9C-47BA-BE9D-AAB827756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D603E8-7435-4831-9AB7-324234FDB9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F838D7-77CC-4B17-97E6-9178F4BB44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024F1D-22B9-4FBF-80F7-604A9FB1F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7FDEA-2701-4FCD-B77B-96B759C2B916}" type="datetime1">
              <a:rPr lang="en-US" smtClean="0"/>
              <a:t>5/15/2020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183FE6-8A5E-45F2-A5B2-4F4745CA6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1F7E85-76CB-4973-97E5-B541A2D08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DB423-834E-4B47-86C6-A3DEC997BF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001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6258A-4BD7-417E-99F4-8B25B5E1F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FF988D-E427-4B62-A5EF-96F33ACAE5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996E6A-8AA9-4E18-BA2D-B50EAD581F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4CA5C8-E78B-4742-896A-0631814FC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754FD-1FE0-4776-B3C9-E12A68771FBD}" type="datetime1">
              <a:rPr lang="en-US" smtClean="0"/>
              <a:t>5/15/2020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F461DE-AA53-49F3-AA12-7FAB56015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7BB391-6D94-4EF0-BC4D-FC5CC15A2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DB423-834E-4B47-86C6-A3DEC997BF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382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9E3F7-45CE-4921-BE9A-034A0BAA8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DF31DB-D89A-4647-AA36-EB2C3910E1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B0D114-33CE-4404-9487-DEDCD80EC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4E01A-C6CB-4381-98DC-F758D2D3AA70}" type="datetime1">
              <a:rPr lang="en-US" smtClean="0"/>
              <a:t>5/15/2020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1B2338-5976-4BFA-93AE-81E95F565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96ACCC-4454-4415-BB89-C69F3367D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DB423-834E-4B47-86C6-A3DEC997BF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229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A8141F-7C32-4258-8476-BA65BDA43F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BCEDE0-042D-4C7D-92A7-04F57DF408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2301BC-3DEB-4216-B220-4FDFF2E51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F4647-4A82-4CF7-A681-567C3B1729DB}" type="datetime1">
              <a:rPr lang="en-US" smtClean="0"/>
              <a:t>5/15/2020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F0CF40-B70D-4A5F-A88D-B0FC771D3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C1F442-018B-4E2F-A700-07F2B2F13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DB423-834E-4B47-86C6-A3DEC997BF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757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27C587-104E-4207-9E25-CA0AC1D05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F45C3D-B97E-48E8-B017-A8D476E436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04712-C482-49FF-8137-B95D13C56B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D3B827-D338-4ABD-9DA5-2951097E4099}" type="datetime1">
              <a:rPr lang="en-US" smtClean="0"/>
              <a:t>5/15/2020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132338-FA64-4B2E-BBC8-8641E6372A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61CB6F-F831-417A-AA33-BFB338AB8B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ADB423-834E-4B47-86C6-A3DEC997BF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153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#22D The Ends of All The Earth Shall Hear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1" y="1573596"/>
            <a:ext cx="1219199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i="1" dirty="0"/>
              <a:t>1.  </a:t>
            </a:r>
            <a:r>
              <a:rPr lang="en-US" sz="2800" dirty="0"/>
              <a:t>The ends of all the earth shall hear</a:t>
            </a:r>
          </a:p>
          <a:p>
            <a:pPr lvl="0" algn="ctr"/>
            <a:r>
              <a:rPr lang="en-US" sz="2800" dirty="0"/>
              <a:t>And turn unto the Lord in fear;</a:t>
            </a:r>
          </a:p>
          <a:p>
            <a:pPr lvl="0" algn="ctr"/>
            <a:r>
              <a:rPr lang="en-US" sz="2800" dirty="0"/>
              <a:t>All kindreds of the earth shall own</a:t>
            </a:r>
          </a:p>
          <a:p>
            <a:pPr lvl="0" algn="ctr"/>
            <a:r>
              <a:rPr lang="en-US" sz="2800" dirty="0"/>
              <a:t>And worship him as God alone.</a:t>
            </a:r>
          </a:p>
          <a:p>
            <a:pPr lvl="0" algn="ctr"/>
            <a:endParaRPr lang="en-US" sz="2800" dirty="0"/>
          </a:p>
          <a:p>
            <a:pPr lvl="0" algn="ctr"/>
            <a:r>
              <a:rPr lang="en-US" sz="2800" i="1" dirty="0"/>
              <a:t>Refrain</a:t>
            </a:r>
            <a:r>
              <a:rPr lang="en-US" sz="2800" dirty="0"/>
              <a:t>:</a:t>
            </a:r>
          </a:p>
          <a:p>
            <a:pPr lvl="0" algn="ctr"/>
            <a:r>
              <a:rPr lang="en-US" sz="2800" dirty="0"/>
              <a:t>All earth to him her homage brings,</a:t>
            </a:r>
          </a:p>
          <a:p>
            <a:pPr lvl="0" algn="ctr"/>
            <a:r>
              <a:rPr lang="en-US" sz="2800" dirty="0"/>
              <a:t>The Lord of lords, the King of kings.</a:t>
            </a:r>
          </a:p>
          <a:p>
            <a:pPr lvl="0" algn="ctr"/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6A5D1E-7FC9-4AEF-8148-16EF4D87C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717312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577607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 </a:t>
            </a:r>
            <a:r>
              <a:rPr lang="en-CA" sz="2800" dirty="0"/>
              <a:t>For his the kingdom, his of right,</a:t>
            </a:r>
          </a:p>
          <a:p>
            <a:pPr algn="ctr"/>
            <a:r>
              <a:rPr lang="en-CA" sz="2800" dirty="0">
                <a:solidFill>
                  <a:prstClr val="black"/>
                </a:solidFill>
              </a:rPr>
              <a:t>He rules the nations by his might;</a:t>
            </a:r>
          </a:p>
          <a:p>
            <a:pPr algn="ctr"/>
            <a:r>
              <a:rPr lang="en-CA" sz="2800" dirty="0">
                <a:solidFill>
                  <a:prstClr val="black"/>
                </a:solidFill>
              </a:rPr>
              <a:t>All earth to him her homage brings,</a:t>
            </a:r>
          </a:p>
          <a:p>
            <a:pPr algn="ctr"/>
            <a:r>
              <a:rPr lang="en-CA" sz="2800" dirty="0">
                <a:solidFill>
                  <a:prstClr val="black"/>
                </a:solidFill>
              </a:rPr>
              <a:t>The Lord of lords, the King of kings.</a:t>
            </a:r>
          </a:p>
          <a:p>
            <a:pPr algn="ctr"/>
            <a:endParaRPr lang="en-CA" sz="2800" dirty="0">
              <a:solidFill>
                <a:prstClr val="black"/>
              </a:solidFill>
            </a:endParaRPr>
          </a:p>
          <a:p>
            <a:pPr lvl="0" algn="ctr"/>
            <a:r>
              <a:rPr lang="en-US" sz="2800" i="1" dirty="0"/>
              <a:t>Refrain</a:t>
            </a:r>
            <a:r>
              <a:rPr lang="en-US" sz="2800" dirty="0"/>
              <a:t>:</a:t>
            </a:r>
          </a:p>
          <a:p>
            <a:pPr lvl="0" algn="ctr"/>
            <a:r>
              <a:rPr lang="en-US" sz="2800" dirty="0"/>
              <a:t>All earth to him her homage brings,</a:t>
            </a:r>
          </a:p>
          <a:p>
            <a:pPr lvl="0" algn="ctr"/>
            <a:r>
              <a:rPr lang="en-US" sz="2800" dirty="0"/>
              <a:t>The Lord of lords, the King of kings.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6C781E-4CB1-4A0F-88EF-2DB5D0DDE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1135713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577607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 </a:t>
            </a:r>
            <a:r>
              <a:rPr lang="en-CA" sz="2800" dirty="0"/>
              <a:t>Both rich and poor, both bond and free,</a:t>
            </a:r>
          </a:p>
          <a:p>
            <a:pPr algn="ctr"/>
            <a:r>
              <a:rPr lang="en-CA" sz="2800" dirty="0">
                <a:solidFill>
                  <a:prstClr val="black"/>
                </a:solidFill>
              </a:rPr>
              <a:t>Shall worship him on bended knee,</a:t>
            </a:r>
          </a:p>
          <a:p>
            <a:pPr algn="ctr"/>
            <a:r>
              <a:rPr lang="en-CA" sz="2800" dirty="0">
                <a:solidFill>
                  <a:prstClr val="black"/>
                </a:solidFill>
              </a:rPr>
              <a:t>And children’s children shall proclaim</a:t>
            </a:r>
          </a:p>
          <a:p>
            <a:pPr algn="ctr"/>
            <a:r>
              <a:rPr lang="en-CA" sz="2800" dirty="0">
                <a:solidFill>
                  <a:prstClr val="black"/>
                </a:solidFill>
              </a:rPr>
              <a:t>The glorious honor of his name.</a:t>
            </a:r>
          </a:p>
          <a:p>
            <a:pPr algn="ctr"/>
            <a:endParaRPr lang="en-CA" sz="2800" dirty="0">
              <a:solidFill>
                <a:prstClr val="black"/>
              </a:solidFill>
            </a:endParaRPr>
          </a:p>
          <a:p>
            <a:pPr lvl="0" algn="ctr"/>
            <a:r>
              <a:rPr lang="en-US" sz="2800" i="1" dirty="0"/>
              <a:t>Refrain</a:t>
            </a:r>
            <a:r>
              <a:rPr lang="en-US" sz="2800" dirty="0"/>
              <a:t>:</a:t>
            </a:r>
          </a:p>
          <a:p>
            <a:pPr lvl="0" algn="ctr"/>
            <a:r>
              <a:rPr lang="en-US" sz="2800" dirty="0"/>
              <a:t>All earth to him her homage brings,</a:t>
            </a:r>
          </a:p>
          <a:p>
            <a:pPr lvl="0" algn="ctr"/>
            <a:r>
              <a:rPr lang="en-US" sz="2800" dirty="0"/>
              <a:t>The Lord of lords, the King of kings.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E8F903-8F50-42D4-80C5-99461A318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982070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577607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4. </a:t>
            </a:r>
            <a:r>
              <a:rPr lang="en-CA" sz="2800" dirty="0"/>
              <a:t>The Lord’s unfailing righteousness</a:t>
            </a:r>
          </a:p>
          <a:p>
            <a:pPr algn="ctr"/>
            <a:r>
              <a:rPr lang="en-CA" sz="2800" dirty="0">
                <a:solidFill>
                  <a:prstClr val="black"/>
                </a:solidFill>
              </a:rPr>
              <a:t>All generations shall confess,</a:t>
            </a:r>
          </a:p>
          <a:p>
            <a:pPr algn="ctr"/>
            <a:r>
              <a:rPr lang="en-CA" sz="2800" dirty="0">
                <a:solidFill>
                  <a:prstClr val="black"/>
                </a:solidFill>
              </a:rPr>
              <a:t>From age to age shall men be taught</a:t>
            </a:r>
          </a:p>
          <a:p>
            <a:pPr algn="ctr"/>
            <a:r>
              <a:rPr lang="en-CA" sz="2800" dirty="0">
                <a:solidFill>
                  <a:prstClr val="black"/>
                </a:solidFill>
              </a:rPr>
              <a:t>What wondrous works the Lord has wrought.</a:t>
            </a:r>
          </a:p>
          <a:p>
            <a:pPr algn="ctr"/>
            <a:endParaRPr lang="en-CA" sz="2800" dirty="0">
              <a:solidFill>
                <a:prstClr val="black"/>
              </a:solidFill>
            </a:endParaRPr>
          </a:p>
          <a:p>
            <a:pPr lvl="0" algn="ctr"/>
            <a:r>
              <a:rPr lang="en-US" sz="2800" i="1" dirty="0"/>
              <a:t>Refrain</a:t>
            </a:r>
            <a:r>
              <a:rPr lang="en-US" sz="2800" dirty="0"/>
              <a:t>:</a:t>
            </a:r>
          </a:p>
          <a:p>
            <a:pPr lvl="0" algn="ctr"/>
            <a:r>
              <a:rPr lang="en-US" sz="2800" dirty="0"/>
              <a:t>All earth to him her homage brings,</a:t>
            </a:r>
          </a:p>
          <a:p>
            <a:pPr lvl="0" algn="ctr"/>
            <a:r>
              <a:rPr lang="en-US" sz="2800" dirty="0"/>
              <a:t>The Lord of lords, the King of kings.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DF8F26-9D03-499C-A10E-B6219B0CD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985973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257</Words>
  <Application>Microsoft Office PowerPoint</Application>
  <PresentationFormat>Widescreen</PresentationFormat>
  <Paragraphs>37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#22D The Ends of All The Earth Shall Hear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#22D The Ends of All The Earth Shall Hear</dc:title>
  <dc:creator>Eric Hoogendoorn</dc:creator>
  <cp:lastModifiedBy>Eric Hoogendoorn</cp:lastModifiedBy>
  <cp:revision>2</cp:revision>
  <dcterms:created xsi:type="dcterms:W3CDTF">2020-04-26T02:59:29Z</dcterms:created>
  <dcterms:modified xsi:type="dcterms:W3CDTF">2020-05-16T03:04:41Z</dcterms:modified>
</cp:coreProperties>
</file>