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8C70F-E1CE-4604-9ECD-5375159D61C2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ECF6E-0CA6-4D12-8BEB-068093406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12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E35F-257D-DF58-FDCB-9B954A852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60E71-9632-278A-F971-97D01C363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E0DF9-3379-2B2F-0475-9F279905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D7B4-12B4-4957-A0D6-3E475BE9D834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36092-D2D0-3811-3426-84B31B56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BA641-1456-14C0-EDCF-6320B03B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8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4C062-3D57-7155-C670-F300EAB5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0AC2-6102-B5EA-F68D-C1B37212B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EF788-3185-D158-55C7-B3A655D7C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B007F-BE75-4FFE-ADC7-BF52908BB0C3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DC30A-A978-42CF-1B9A-9ADD052C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0955E-0C46-90C2-3B53-54F05540B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0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B843-5E23-2CC6-0F51-EF6D7629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47286-BEF4-13D4-14D6-631B16C6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1D033-5B9B-C7F5-BA3B-B241CE2B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4924C-B5C4-4AEF-B14C-01F6EE459318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CF151-9178-D599-999C-E4A8772E5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1EB2-D28A-0A82-1B54-62F8E400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8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A224-74F3-BB7D-5114-AA23B6B1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B9786-0E02-38B4-3C84-E95149B9A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387DA-6408-C9CB-91FA-F9B31FDF0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7704D-F33A-C606-6BE5-BEB27905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A23CD-F817-4B15-B2E7-BF63267C45CA}" type="datetime1">
              <a:rPr lang="en-US" smtClean="0"/>
              <a:t>5/18/2023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089BF-4AA8-6047-6CFF-BE4EC2C1A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55F6B-D762-D315-3BB1-29231CA4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1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8197-ADED-5D5E-D055-233554441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C2358-CF12-B3A2-F30B-1D7C2B8B0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07B5F-9A1B-0204-2A4A-E8E3E8FA6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3636A-D6EC-D446-98D4-6CA0F8268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8BA0F-52C9-7846-0D12-B15C80D13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70D78-70AB-CBA1-4473-84EC104A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E7EA-501E-4494-AE60-9D23C15DF4A7}" type="datetime1">
              <a:rPr lang="en-US" smtClean="0"/>
              <a:t>5/18/2023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98560-02FC-E90A-99F3-2C5F1828C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306631-AB55-2CA7-8367-53193AC0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8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9A61-4690-FED5-402B-565A4B1F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2E161-BDFD-F238-933F-E67DE6AB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2AD3-123B-4941-9839-5D230727B3BC}" type="datetime1">
              <a:rPr lang="en-US" smtClean="0"/>
              <a:t>5/18/2023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640F7-EE2A-4D29-8E36-746A2EA4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3C132-2053-3E3D-4261-2315B505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5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DE1DE-C7B2-3143-83AD-D4D49BF5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FDC5-902D-45CA-B52C-CCBECBDDEB6A}" type="datetime1">
              <a:rPr lang="en-US" smtClean="0"/>
              <a:t>5/18/2023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6B4EA-7F33-8C82-514C-D13973C93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D75AE-40B2-242E-1E5C-23EA7229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6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8FCE-0C0D-D4A7-CCC6-FA7EE9F8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9DD5A-0835-028C-A73A-81E2902DA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F9358-0482-E04A-C1BF-A449B448C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FB465-EC69-6465-DF17-B6396192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C5637-3769-47A3-AB07-517B9A5B0D15}" type="datetime1">
              <a:rPr lang="en-US" smtClean="0"/>
              <a:t>5/18/2023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011B6-3DEB-6700-60DD-22328608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E951E-3E40-4424-8091-D61D908C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5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E3EC-9B5A-57EE-BA6C-B7C9543A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E1FBD-64BB-C98F-2A99-5967BF1B99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5D9C4-F7AA-3A49-328C-27C4E4941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5808C-7E7F-CEAF-BFCC-D4A7A228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0214-5895-459D-A668-2A3CBE68D4DE}" type="datetime1">
              <a:rPr lang="en-US" smtClean="0"/>
              <a:t>5/18/2023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78E6E-7BB7-8E3B-5D01-35D3943F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DF844-6C44-808A-8B46-A7936F206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3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AFFE2-DFCF-E885-9262-73BD7B88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6836C8-BB8F-72B7-771A-2B172A092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C20DC-630F-7E73-0934-34CF2AC36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D79D7-B97C-4882-86B9-825B8F9AF0C6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74EA1-4919-83C6-9BB2-D7F6D2A46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A380D-5792-332F-F1AB-9ACCCDA7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1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2A0AC-D6D0-7590-337D-1BFCF51F1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EB581-7436-F77D-A877-DB018148D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5C863-1FFF-D905-2E19-9C83F255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C640-86C3-47EE-B06B-3920AE2B355C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AEAAE-164A-51A4-C116-EBEDB76D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DE80C-9B8D-7EA6-7F6D-9E2F902A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5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9F57A-5EB0-C136-45FB-D2CD61751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76291-368D-0CE9-B8DF-AFC4FD6DA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A086F-D936-7D0D-F444-6D9B538FE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4E1EA-704C-488E-8FB4-60D5CC30D283}" type="datetime1">
              <a:rPr lang="en-US" smtClean="0"/>
              <a:t>5/18/2023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5B977-132B-AC4A-6EC8-CAD21CD8A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44C48-CC53-508C-7314-29F6D9D2C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18DFC-3AEF-451B-9124-11FBBD4FA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18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C70C-DD75-806B-4F3C-E0A0744C5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#371 Hail the Day That Sees Him 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DFB43-CC4F-5633-0037-F69C48128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Hail the day that sees him rise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his throne beyond the skies.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Christ, the Lamb for sinners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giv'n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enters now the highest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. Alleluia!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59AA4-56C4-71B3-E056-C46963D6D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4824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35919-EC54-A3F3-6654-1CDDA6BC6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There for him high triumph waits;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lift your heads, eternal gates.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has conquered death and sin;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the King of glory in. Alleluia!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E1565-7448-7FF1-4A7D-6047D36C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75985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34B14-16CE-78C8-F26F-A30CE1EA7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Highest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its Lord receives;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yet he loves the earth he leaves.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Though returning to his throne,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still he calls us all his own. Alleluia!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8C027-35A0-E499-00CF-0835B770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3516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CD55C-06A3-1048-C84F-BE3450169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Still for us he intercedes;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atoning death he pleads,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near himself prepares our place, Alleluia!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the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firstfruits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of our race. Alleluia!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023AB-5D9E-755E-4E28-ED60AC7E6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26847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#371 Hail the Day That Sees Him Rise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#371 Hail the Day That Sees Him Rise</dc:title>
  <dc:creator>Neil</dc:creator>
  <cp:lastModifiedBy>Neil</cp:lastModifiedBy>
  <cp:revision>2</cp:revision>
  <dcterms:created xsi:type="dcterms:W3CDTF">2023-05-18T20:48:11Z</dcterms:created>
  <dcterms:modified xsi:type="dcterms:W3CDTF">2023-05-18T20:58:08Z</dcterms:modified>
</cp:coreProperties>
</file>