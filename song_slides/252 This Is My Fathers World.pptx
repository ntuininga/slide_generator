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0C1D7-3256-4A03-B594-FC340868D8A4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72199-0822-4562-AE88-372D0A527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8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DFC4-D64C-7D99-90FE-E97D153A8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58D8FB-1FA1-BC0A-5C4A-D9D2C3E6B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B8035-6EDA-3C31-4266-066CCECF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DDF2-6EE4-4789-8196-C5B1C74F8023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5923F-292E-66E7-5AAB-55A7B9CC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7DDC-6859-FBDB-0509-39A02886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95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3443-1F62-566D-3708-992DE6113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C7AB-4AC5-C2C5-8E56-E18F89867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BE60-63E8-CB13-137B-C5509B3F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27621-603F-44E7-8C5F-CDEB9EE2FC04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3B863-9AA6-5507-53E8-EEA61AD6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7ADF3-5B13-DAFB-9B92-DDD236A21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4119-76E6-561A-0493-21505638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8724A-448E-A5AA-BD17-38AE1C4B7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78222-5AA0-02D2-75CC-8671543C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A1AAE-5B97-4B16-BA6C-87A93EB124E3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627FC-D4A6-37C5-C4AC-6556730E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F7A95-DCF9-CF5D-A1AB-B172133E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4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3E67-6B5B-DAB6-672A-F9107640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3B13A-474E-0231-3231-D64E4B01C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35ABE-5927-4AE3-FECB-40DAA967C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010C9-38A4-72DB-910C-0FE2EB802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DABBB-A719-47F2-8731-767E03E4A1F2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AB98C-A0E5-E829-2276-FEB05B426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3CF32-D8F9-39BF-1B5B-156DE20D7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13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6D680-FFEE-09F6-9938-1F90A0AE8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08515-57C9-5769-4A1C-06C5128FE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6BE3E-1D2B-50E7-E13C-0F1307FC0A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B0FB1C-FF1A-2E70-BB0A-D3495CF42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C97D7-EE89-5980-1938-AE3BD7412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32E9FF-A763-41E1-3F79-68FFF0F4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8B7FF-B813-47C5-9E3A-09BA914E4147}" type="datetime1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6EF5D-471A-F9B2-E74B-9EA31024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01B1B-4F03-A3AC-0D7A-0E06C2BB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2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4906A-6067-0A81-403A-A1CECFEE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59DE57-E763-B4A7-980F-C894505E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F712-BE35-4AAE-85B3-E2BB9EF43632}" type="datetime1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66ECF-294D-88B3-1B2C-2228F1C9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BE71C-76DF-E368-AF71-90588FF0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20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ABBEC-3629-9741-2D55-2F9E0DA9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17B74-A886-47FB-8001-50CCE1537ADE}" type="datetime1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084B8-C673-9302-295F-C4329F5D1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A522D-3081-F482-534F-D6B63682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13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F7B3-EB27-38E5-6931-B39A4FE8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5559-06FC-A792-3E76-239E3B8FA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92FD3-B3E6-8924-86FC-10B9DA48B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9D2FF-A0DC-736D-0252-BD904009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B34B2-C5E2-4CBB-9A1E-3C4082E23E98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92765-1FDC-0489-0487-91EBDB71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E8BEC-DAB5-932D-CF5F-ADA29A65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7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FF925-8C13-6D8A-9599-504FD722C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9DF84F-54A9-16E6-9470-D4CDBBAC5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B0031-34F4-6909-54B7-E216665D3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10747-E1B2-7092-16FA-2FAB396F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B86-011C-4890-A679-9233B8238B1C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51BCA-14BD-C575-BE76-1F8D2067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E5309-0BD5-AF4B-7E6C-AE3D1CD7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6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ABBC-F70F-2671-F3A5-EEA0362D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93A0C-CF1B-CE7A-9B64-8C33EB8AD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DEB5-9FF6-2F91-09B1-BE752FE7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357E7-73BF-4004-A029-0FEDDDD9E8A2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18472-FC45-867B-F1E6-7D35219F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1A98-2E91-62E5-DACE-FD71EF19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9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5E58B6-9AF4-6E22-2439-F75A95CBB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547F88-16CA-7A23-4B5C-948C16A35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F955F-FF19-0327-193A-DD09652D8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3ADC4-ED8D-455A-834C-0FFF08DB4CBC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B9EAB-C8FC-58AC-985D-6B6C2D9F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D55C-1FDA-03B3-85DB-2A89FEFA9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5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96F767-E8A9-021A-C496-FA1A0465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49A72-B205-6A66-7EED-CF97AF3A8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BED95-9603-40A4-7EBF-ED70D5663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E748D-5EA5-4844-A99E-4A265643FD1E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472F9-68FA-30FB-1AAB-9738B018F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CFB0-5479-DF4D-CD2E-3CABD0696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E6978-B692-42AA-83B5-2BB538E84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77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FD03-A12C-F532-0A81-6697F179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#252 This Is My Father’s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3483D-E874-54F9-47DC-3136EF779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This is my Father's world,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to my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list'ning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ears,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all nature sings, and round me rings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music of the spheres.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This is my Father's world: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rest me in the thought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of rocks and trees, of skies and seas;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hand the wonders wrought.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DCDFF6-07EE-02A7-3599-C6B1F82A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26332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5D1F4-E507-B713-BAF2-DBA394234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This is my Father's world,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birds their carols raise,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morning light, the lily white,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declare their Maker's praise.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This is my Father's world: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shines in all that's fair;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the rustling grass I hear him pass,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 speaks to me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ev'rywhere</a:t>
            </a:r>
            <a:r>
              <a:rPr lang="en-US" b="0" i="0" dirty="0">
                <a:solidFill>
                  <a:srgbClr val="222222"/>
                </a:solidFill>
                <a:effectLst/>
              </a:rPr>
              <a:t>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250FB9-1C9C-13A8-9CD8-07C8C7EF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31360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A5C20-B2EC-5F84-8108-BFB51475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7CA0-AF5F-D21F-9213-08DA0503A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This is my Father's world,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let me ne'er forget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though the wrong seems oft so strong,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God is the Ruler yet.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This is my Father's world: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battle is not done;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Jesus who died shall be satisfied,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earth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be 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30629-82BA-09EC-0648-79F44F80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04010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220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#252 This Is My Father’s World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#252 This Is My Father’s World</dc:title>
  <dc:creator>Neil Tuininga</dc:creator>
  <cp:lastModifiedBy>Neil Tuininga</cp:lastModifiedBy>
  <cp:revision>1</cp:revision>
  <dcterms:created xsi:type="dcterms:W3CDTF">2023-10-13T17:15:01Z</dcterms:created>
  <dcterms:modified xsi:type="dcterms:W3CDTF">2023-10-13T17:19:24Z</dcterms:modified>
</cp:coreProperties>
</file>