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34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CFE2-2CC7-4B90-B85D-C82DA9BA5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79E72A-B8C3-47E4-A62E-8A55AD757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6A67C-5086-481F-ADF3-3792E2F4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0A-6ED2-4760-8E34-C8163F93536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99D80-F127-4AEB-B379-69290E5E0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F6AAE-9B9E-410A-829C-2CAEFD8F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9040A-98C1-4C8F-8E0B-B81400B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73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A7357-C177-48A7-8292-B16C4E80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A3F09-07FC-4F43-8695-985EA2CA1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59FF-F930-4F7A-B318-2BDD73596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0A-6ED2-4760-8E34-C8163F93536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88EBF-CB7C-4BEA-AD85-1D4B185F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2A044-B922-4EB5-9075-17EC737E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9040A-98C1-4C8F-8E0B-B81400B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48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EA58D-F5AD-4035-98A1-1A4406E5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3361C-24E2-425F-8EDC-CB6200C46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DFB1B-9CA5-4D53-981B-163AC163E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0A-6ED2-4760-8E34-C8163F93536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4B996-2836-4AEE-A5DB-3BB73A170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7BF88-B20A-406D-9AD6-6E66023C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9040A-98C1-4C8F-8E0B-B81400B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38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68A4-122A-42F6-B74C-DB9D368A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708ED-7A55-46EC-A373-023FF856C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0B3F6-6F1A-45B8-88C5-B53E016C7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CF739-6030-4435-A7E0-D494173E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0A-6ED2-4760-8E34-C8163F93536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36AA6-CBBE-4817-A2AC-081E5539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40EA4-8A9B-4707-9794-FC922AC5B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9040A-98C1-4C8F-8E0B-B81400B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33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7F79-2FA1-40F0-BCFF-E5E941606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07B91-7138-49DF-8C18-2854D3042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C6392-E90F-4603-B444-695856973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B77CE-5CCF-4602-9B07-3E5B5D0F97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4CD5C-6D83-4339-ABBC-D86BFFB59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41BE22-347D-4A05-91F5-49954539E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0A-6ED2-4760-8E34-C8163F93536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CDBF91-5C32-4433-BAD5-2CDD0FB8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547CD3-EB77-4157-9849-B85FF6B5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9040A-98C1-4C8F-8E0B-B81400B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5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D853-739C-4E58-9324-366815365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A24DCE-0FE0-4EA9-985D-AA45A738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0A-6ED2-4760-8E34-C8163F93536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FDB962-A5A7-49B3-89F5-BF17D87B8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6DBB5-30CD-466D-B75C-D7EEDBB5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9040A-98C1-4C8F-8E0B-B81400B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17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2C6A7-66DB-47B8-9B15-7098E3CA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0A-6ED2-4760-8E34-C8163F93536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4811D7-587B-4D62-9124-9BD42206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1844-6990-4C06-9333-2E101F016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9040A-98C1-4C8F-8E0B-B81400B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28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6542-1B5E-4C15-9C6D-C00604596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7E77D-D7EF-475D-A72D-EADD170C1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D0C95-CEEA-4960-8D7B-30B82D5C8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4FBB0-17DB-44C3-ABE1-FF3B6868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0A-6ED2-4760-8E34-C8163F93536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2A9EA-7C55-45D9-9628-9DEA8C427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8021E-B1F3-4A9F-9082-ECE829FB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9040A-98C1-4C8F-8E0B-B81400B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57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3B63-F602-46BC-8D15-0301B4393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3B1B19-48A0-4B8D-BD33-7734BB6D7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C4DF-24E3-4D08-9D04-14AD88BBB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2D2DA-C807-43B1-974D-85687E0B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0A-6ED2-4760-8E34-C8163F93536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6C2B9-2782-44EE-A32B-26D83B7C5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1BD8A-F0AB-45BC-ACFD-8EF39117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9040A-98C1-4C8F-8E0B-B81400B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66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9D240-3CC3-4EF9-BBD1-AFBD597CE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A3AA5-F0EA-41F8-A884-9A1626FA3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4657E-6820-4B86-8E65-01DFDA529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0A-6ED2-4760-8E34-C8163F93536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79455-1F5F-4A2E-84C4-B847F1EC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EF506-C6A5-4DA3-823E-06D0AB50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9040A-98C1-4C8F-8E0B-B81400B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29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FAA3E4-9A78-4A8B-B3DB-EAFA8E966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79AA1-B919-4811-92FE-732BC54C0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EA243-D7EE-4FB8-B4B3-E55F8CED5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0A-6ED2-4760-8E34-C8163F93536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461C2-C1EE-4ED5-A50A-843FE506A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61F4A-2652-49F6-A8B7-C77B4867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9040A-98C1-4C8F-8E0B-B81400B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2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47A45-9282-43D1-9522-C8EB31A86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31743-8308-4E13-9597-9E66E263C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8CC68-AA1C-4D31-82AA-9DD4D50E5D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6210A-6ED2-4760-8E34-C8163F935367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34470-422A-4075-B56D-383CF72B6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A927D-823E-4443-B7D8-5DD965269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9040A-98C1-4C8F-8E0B-B81400B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26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I will extol you, O my God,</a:t>
            </a:r>
            <a:br>
              <a:rPr lang="en-US" sz="2800" dirty="0"/>
            </a:br>
            <a:r>
              <a:rPr lang="en-US" sz="2800" dirty="0"/>
              <a:t>and praise you, O my king;</a:t>
            </a:r>
            <a:br>
              <a:rPr lang="en-US" sz="2800" dirty="0"/>
            </a:br>
            <a:r>
              <a:rPr lang="en-US" sz="2800" dirty="0"/>
              <a:t>yes, </a:t>
            </a:r>
            <a:r>
              <a:rPr lang="en-US" sz="2800" dirty="0" err="1"/>
              <a:t>ev'ry</a:t>
            </a:r>
            <a:r>
              <a:rPr lang="en-US" sz="2800" dirty="0"/>
              <a:t> day and evermore</a:t>
            </a:r>
            <a:br>
              <a:rPr lang="en-US" sz="2800" dirty="0"/>
            </a:br>
            <a:r>
              <a:rPr lang="en-US" sz="2800" dirty="0"/>
              <a:t>your praises I will sing.</a:t>
            </a:r>
            <a:br>
              <a:rPr lang="en-US" sz="2800" dirty="0"/>
            </a:br>
            <a:r>
              <a:rPr lang="en-US" sz="2800" dirty="0"/>
              <a:t>Great is the Lord, our mighty God,</a:t>
            </a:r>
            <a:br>
              <a:rPr lang="en-US" sz="2800" dirty="0"/>
            </a:br>
            <a:r>
              <a:rPr lang="en-US" sz="2800" dirty="0"/>
              <a:t>and greatly to be praised;</a:t>
            </a:r>
            <a:br>
              <a:rPr lang="en-US" sz="2800" dirty="0"/>
            </a:br>
            <a:r>
              <a:rPr lang="en-US" sz="2800" dirty="0"/>
              <a:t>his greatness is unsearchable,</a:t>
            </a:r>
            <a:br>
              <a:rPr lang="en-US" sz="2800" dirty="0"/>
            </a:br>
            <a:r>
              <a:rPr lang="en-US" sz="2800" dirty="0"/>
              <a:t>above all glory raised.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#145C I Will Extol You, O My God</a:t>
            </a:r>
          </a:p>
        </p:txBody>
      </p:sp>
    </p:spTree>
    <p:extLst>
      <p:ext uri="{BB962C8B-B14F-4D97-AF65-F5344CB8AC3E}">
        <p14:creationId xmlns:p14="http://schemas.microsoft.com/office/powerpoint/2010/main" val="161295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Each generation to the next</a:t>
            </a:r>
            <a:br>
              <a:rPr lang="en-US" sz="2800" dirty="0"/>
            </a:br>
            <a:r>
              <a:rPr lang="en-US" sz="2800" dirty="0"/>
              <a:t>shall testimony bear,</a:t>
            </a:r>
            <a:br>
              <a:rPr lang="en-US" sz="2800" dirty="0"/>
            </a:br>
            <a:r>
              <a:rPr lang="en-US" sz="2800" dirty="0"/>
              <a:t>and to your praise, from age to age,</a:t>
            </a:r>
            <a:br>
              <a:rPr lang="en-US" sz="2800" dirty="0"/>
            </a:br>
            <a:r>
              <a:rPr lang="en-US" sz="2800" dirty="0"/>
              <a:t>your wondrous acts declare.</a:t>
            </a:r>
            <a:br>
              <a:rPr lang="en-US" sz="2800" dirty="0"/>
            </a:br>
            <a:r>
              <a:rPr lang="en-US" sz="2800" dirty="0"/>
              <a:t>Upon your glorious majesty</a:t>
            </a:r>
            <a:br>
              <a:rPr lang="en-US" sz="2800" dirty="0"/>
            </a:br>
            <a:r>
              <a:rPr lang="en-US" sz="2800" dirty="0"/>
              <a:t>and honor I will dwell,</a:t>
            </a:r>
            <a:br>
              <a:rPr lang="en-US" sz="2800" dirty="0"/>
            </a:br>
            <a:r>
              <a:rPr lang="en-US" sz="2800" dirty="0"/>
              <a:t>and all your grand and glorious works</a:t>
            </a:r>
            <a:br>
              <a:rPr lang="en-US" sz="2800" dirty="0"/>
            </a:br>
            <a:r>
              <a:rPr lang="en-US" sz="2800" dirty="0"/>
              <a:t>and all your greatness tell.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1388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Your mighty acts and awesome deeds</a:t>
            </a:r>
            <a:br>
              <a:rPr lang="en-US" sz="2800" dirty="0"/>
            </a:br>
            <a:r>
              <a:rPr lang="en-US" sz="2800" dirty="0"/>
              <a:t>we shall with awe confess;</a:t>
            </a:r>
            <a:br>
              <a:rPr lang="en-US" sz="2800" dirty="0"/>
            </a:br>
            <a:r>
              <a:rPr lang="en-US" sz="2800" dirty="0"/>
              <a:t>of your great goodness they shall sing,</a:t>
            </a:r>
            <a:br>
              <a:rPr lang="en-US" sz="2800" dirty="0"/>
            </a:br>
            <a:r>
              <a:rPr lang="en-US" sz="2800" dirty="0"/>
              <a:t>and perfect righteousness.</a:t>
            </a:r>
            <a:br>
              <a:rPr lang="en-US" sz="2800" dirty="0"/>
            </a:br>
            <a:r>
              <a:rPr lang="en-US" sz="2800" dirty="0"/>
              <a:t>Most gracious and compassionate</a:t>
            </a:r>
            <a:br>
              <a:rPr lang="en-US" sz="2800" dirty="0"/>
            </a:br>
            <a:r>
              <a:rPr lang="en-US" sz="2800" dirty="0"/>
              <a:t>is God, who reigns above;</a:t>
            </a:r>
            <a:br>
              <a:rPr lang="en-US" sz="2800" dirty="0"/>
            </a:br>
            <a:r>
              <a:rPr lang="en-US" sz="2800" dirty="0"/>
              <a:t>his wrath is ever slow to rise,</a:t>
            </a:r>
            <a:br>
              <a:rPr lang="en-US" sz="2800" dirty="0"/>
            </a:br>
            <a:r>
              <a:rPr lang="en-US" sz="2800" dirty="0"/>
              <a:t>unbounded is his love. 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12682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2020-07-31T23:37:43Z</dcterms:created>
  <dcterms:modified xsi:type="dcterms:W3CDTF">2020-07-31T23:38:06Z</dcterms:modified>
</cp:coreProperties>
</file>