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867F7-2A27-4A16-9597-C78937376F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8DF61-6483-4412-BFA4-FC9544B9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4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46A9-9D39-5689-F18D-DA9F78CA6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1725F-BD7E-10DD-99D5-201E3AD94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43BD7-FA8C-F788-CC6F-401AD2E1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781-8A28-4F14-BCCA-61427995860D}" type="datetime1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0E1D4-3345-EB19-ECF1-09FB5A57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31B51-86A7-6BED-EF48-C76716DE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5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9AFF-38AD-298F-638D-1B8BDB27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EE982-EF7B-543C-7331-CE1789083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55692-991F-7DC0-F55E-88B72408E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2794-4C78-41CB-AF13-0A6D3608C63D}" type="datetime1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B8082-26D1-CF82-739C-85782CCD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880FD-B542-9B76-07E2-EF1117F02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2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BC042-AB20-2D44-888F-30A79B1C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BDB7A-A5AF-F083-6EC9-90D5321F8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FF193-F299-AD92-463D-4EAC022A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0F55-C58E-4FB9-BC47-2D5719E00E13}" type="datetime1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813CC-01D9-0DC2-7488-464482BE8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0C5F6-FFB2-976C-82A0-35363393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3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C907-37DF-6234-C469-AD9423FB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04858-644E-77DF-4A45-5C2181C1A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FAAD1-CCFE-EA34-B050-B9FFFA94A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2ED4F-79F6-A4BB-E73E-9D3997CD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27913-0189-4AF6-9BFD-0E8F142D56B0}" type="datetime1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E61C2-BA7E-37EE-F341-B9EE9967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7C9C8-5CEA-2F2F-4BFD-CAC66605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8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65124-2DE4-B3BE-2FAF-41ABEE076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D2780-DF02-F924-D818-1FB0845B0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735FF-CD0C-A4ED-AC51-999A5FC53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64FFC4-FD47-34A8-EC71-D24730406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6902B-E8D7-C681-E825-D2A625202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E2BBDA-25F5-3A0F-0DF8-D764FDA9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7C09-395A-48A3-B2F7-5383E9CAA918}" type="datetime1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40A6A-0B7C-531A-792E-0F7EB4A72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AA414C-516D-6230-BFCA-1E29686F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1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469EB-C1BA-2D03-2760-B3D5A0A2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F6A007-F2C9-D00B-71D9-DCBFD02D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2261-FE2A-42DE-A1AB-5BBAC5B3ECF1}" type="datetime1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9E0C1-538A-2E5F-43AD-D56277F26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1393C-6F09-49EE-1FDC-1B8E73F9F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28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E7D115-CDE4-3824-CCF1-C9974CD9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9EF1A-09B1-4494-A204-72607209124A}" type="datetime1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7F930-43E4-BA8D-CA10-B51E2AD3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A65F0-87B6-4D23-ABEC-F3FE7DFF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2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C4A57-B273-22BC-510B-D06BFAC61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DA32-12A1-1FFF-BF6B-25EE5817C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6004D-D9F6-8F79-2E48-B943E1B4B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3FE90-30AD-F48C-3E01-762C76CE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55B0-0307-4D21-B3CD-A811469FF18B}" type="datetime1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F77BB-EA47-7CB8-F5E1-EF24D0A4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4FCE0-B4CE-D832-307D-0A7E0D38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09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334D-CDC9-EB82-2814-995959A0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1118D-D251-DD7B-74B9-DB472624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8AB73-A25B-F8F9-B99F-6122A86D5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0F861-138D-ACCD-A67F-D6071A35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2819-64AD-4D5F-886F-64B61CF6A13D}" type="datetime1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60DBF-0439-7BFB-7B68-3E3F59B1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28CEC-B333-8522-0146-33B28F06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83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0FDC-C094-00E0-15AB-134F04B46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C3550-DDE7-CBE9-1649-10B6D4D76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80EEF-F6DD-1324-12B0-B58502B6C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F16-1B3E-4235-8C86-D99AEE0FA38F}" type="datetime1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D1FBC-B3FE-FA25-1049-712E23DA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2D0A1-F556-3203-C980-3A3C0C06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78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3FD661-5378-6175-AFC5-F041CBED6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DFE82-DE9C-9BB4-E952-CDA345D68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06921-B834-C16E-B8C3-345CC9A0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79203-1FEB-49B0-B347-769140B30B7D}" type="datetime1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6C70C-9E2E-3408-6013-B313F352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9E2C6-78CA-4352-2672-1C9F9F7F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9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1D4AA1-22D2-2DA6-B6AC-2679640D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5BE36-ED1F-F44B-2CC4-DF6A28D57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E5CB-940D-B156-5ABC-1BB443805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41CDB-F36B-4ABA-A60D-E6AE75E2EA1B}" type="datetime1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33916-4C09-0E97-55CD-EE9AA78AF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99A5-5933-4853-6625-09195AA58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9E7AF-512F-4139-9BD2-6CC6A53C8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6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83A4-D387-2FC1-80EB-CE7FEA1A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#119F Let Your Mercy and Love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625F8-1CA0-9955-9D37-F7AE19343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Let Your mercy and love come to me,</a:t>
            </a:r>
          </a:p>
          <a:p>
            <a:pPr marL="0" indent="0" algn="ctr">
              <a:buNone/>
            </a:pPr>
            <a:r>
              <a:rPr lang="en-US" dirty="0"/>
              <a:t>your salvation as promised, O Lord.</a:t>
            </a:r>
          </a:p>
          <a:p>
            <a:pPr marL="0" indent="0" algn="ctr">
              <a:buNone/>
            </a:pPr>
            <a:r>
              <a:rPr lang="en-US" dirty="0"/>
              <a:t>Then I’ll answer the taunts of my foe.</a:t>
            </a:r>
          </a:p>
          <a:p>
            <a:pPr marL="0" indent="0" algn="ctr">
              <a:buNone/>
            </a:pPr>
            <a:r>
              <a:rPr lang="en-US" dirty="0"/>
              <a:t>For I steadfastly trust in your word.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86688-067B-77B1-6A81-1A01A984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4097817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EFDDD-CF53-DCD0-28B0-51C7BC47A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65B6D-1016-EE93-2213-8255CE9D7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Do not take your true word from my mouth;</a:t>
            </a:r>
          </a:p>
          <a:p>
            <a:pPr marL="0" indent="0" algn="ctr">
              <a:buNone/>
            </a:pPr>
            <a:r>
              <a:rPr lang="en-US" dirty="0"/>
              <a:t>All my hope has been set on your ways.</a:t>
            </a:r>
          </a:p>
          <a:p>
            <a:pPr marL="0" indent="0" algn="ctr">
              <a:buNone/>
            </a:pPr>
            <a:r>
              <a:rPr lang="en-US" dirty="0"/>
              <a:t>I will always obey your commands</a:t>
            </a:r>
          </a:p>
          <a:p>
            <a:pPr marL="0" indent="0" algn="ctr">
              <a:buNone/>
            </a:pPr>
            <a:r>
              <a:rPr lang="en-US" dirty="0"/>
              <a:t>Without fail to the end of my days.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67F38-CB5E-6629-A475-A4FA7E38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416502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3DA1-8357-BD06-B380-CB8F36FFA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3A93-7AC2-2269-359F-BDF074238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I will walk in the freedom you give,</a:t>
            </a:r>
          </a:p>
          <a:p>
            <a:pPr marL="0" indent="0" algn="ctr">
              <a:buNone/>
            </a:pPr>
            <a:r>
              <a:rPr lang="en-US" dirty="0"/>
              <a:t>For your precepts I earnestly sought.</a:t>
            </a:r>
          </a:p>
          <a:p>
            <a:pPr marL="0" indent="0" algn="ctr">
              <a:buNone/>
            </a:pPr>
            <a:r>
              <a:rPr lang="en-US" dirty="0"/>
              <a:t>I will speak of your statues to kings,</a:t>
            </a:r>
          </a:p>
          <a:p>
            <a:pPr marL="0" indent="0" algn="ctr">
              <a:buNone/>
            </a:pPr>
            <a:r>
              <a:rPr lang="en-US" dirty="0"/>
              <a:t>And to shame I will never be brought.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D471D-7AED-541E-F0AB-FCF71ED41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194816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312CB-6269-D8C7-A16C-96D3A2B36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Your commandments, O Lord, which I love,</a:t>
            </a:r>
          </a:p>
          <a:p>
            <a:pPr marL="0" indent="0" algn="ctr">
              <a:buNone/>
            </a:pPr>
            <a:r>
              <a:rPr lang="en-US" dirty="0"/>
              <a:t>They bring joy and delight unto me.</a:t>
            </a:r>
          </a:p>
          <a:p>
            <a:pPr marL="0" indent="0" algn="ctr">
              <a:buNone/>
            </a:pPr>
            <a:r>
              <a:rPr lang="en-US" dirty="0"/>
              <a:t>I will lift up my hands to your laws,</a:t>
            </a:r>
          </a:p>
          <a:p>
            <a:pPr marL="0" indent="0" algn="ctr">
              <a:buNone/>
            </a:pPr>
            <a:r>
              <a:rPr lang="en-US" dirty="0"/>
              <a:t>And will think on your righteous decree.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B4357-4B90-DFD5-5BF6-B908CBB15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2851864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192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#119F Let Your Mercy and Love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#119F Let Your Mercy and Love</dc:title>
  <dc:creator>Neil Tuininga</dc:creator>
  <cp:lastModifiedBy>Neil Tuininga</cp:lastModifiedBy>
  <cp:revision>1</cp:revision>
  <dcterms:created xsi:type="dcterms:W3CDTF">2024-02-09T16:38:57Z</dcterms:created>
  <dcterms:modified xsi:type="dcterms:W3CDTF">2024-02-09T16:51:52Z</dcterms:modified>
</cp:coreProperties>
</file>