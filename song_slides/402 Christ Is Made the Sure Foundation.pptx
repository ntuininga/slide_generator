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905D53-684C-4700-ADE9-77E4CF4E56C7}" type="datetimeFigureOut">
              <a:rPr lang="en-US" smtClean="0"/>
              <a:t>7/27/2024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43FC34-0210-4CA5-A445-2566A385DA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5413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8A5CB-94A1-E6FD-BD9A-17B053611D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B1807B-B965-D547-44AB-AC64ECADF8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8C99FC-6B5A-2933-0A3E-D9BDEC813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CB041-F3B2-4B25-B1BD-BE9E35361186}" type="datetime1">
              <a:rPr lang="en-US" smtClean="0"/>
              <a:t>7/27/2024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E7C144-A898-24D2-3F52-A9F8085586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016579-927D-99D1-E662-26E501EC79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6F32-C7A1-43B3-B85A-BD75F7871B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6445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969D02-B4C1-92DD-37F8-7659EC0E99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3BC2C4-AA51-E8A2-A260-73D5F27B0A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BD1943-ACE4-E27F-5105-895F13897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C621D-35E1-4753-A0BE-947F72B2B123}" type="datetime1">
              <a:rPr lang="en-US" smtClean="0"/>
              <a:t>7/27/2024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1B1E3D-E7CE-FC61-4DAA-93583F4EA3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4E9000-A483-0542-45DF-34B5FBA36B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6F32-C7A1-43B3-B85A-BD75F7871B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28152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B0C33B-B7EA-55E9-DFD5-1A0BEB9419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7BEBD6-78E0-BE00-C98F-31E7F35F4B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4F3B93-66AC-208A-1F05-1A7A856245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1E92F-AAE5-4B85-9AF1-BFAD283D0628}" type="datetime1">
              <a:rPr lang="en-US" smtClean="0"/>
              <a:t>7/27/2024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7A988A-3D40-7B0B-9B77-AEB178FD3A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7AD2FB-1680-4C1C-9214-030CF7838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6F32-C7A1-43B3-B85A-BD75F7871B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16109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A855E2-6329-FA8A-CDE3-6044E6EAAB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77B4C6-04A6-ED7D-5BF1-A212980899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108B34-8062-0094-9991-B718451D56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5C73EE-32CE-4CA8-AE89-ECCCB3AB1E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7602A-B1CF-437D-82D4-FF873629CCFC}" type="datetime1">
              <a:rPr lang="en-US" smtClean="0"/>
              <a:t>7/27/2024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7D835F-9CF8-BAC4-86A6-35107977FC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E27F68-D6B8-F6A9-CEC5-2CA5DD034F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6F32-C7A1-43B3-B85A-BD75F7871B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84931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CCAF1-9B77-7DBC-5533-25D3AA40A9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64A9DE-DE2F-69E8-2BB3-6BFF957ABD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89B745-B9B4-2CCD-35CB-175BDA299B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0630C26-217A-14A0-0C2B-6314AAAE99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A1C25E-A5A5-AEC6-D203-CF35CD6DCA2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BB7660D-20FC-2235-737E-7FEF3687BA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B3E6C-6860-4F84-BE47-9B9CF277D9B2}" type="datetime1">
              <a:rPr lang="en-US" smtClean="0"/>
              <a:t>7/27/2024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1A77302-2E11-9465-B16C-51B636E594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411E96-78E3-E573-CD23-8C52CEA82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6F32-C7A1-43B3-B85A-BD75F7871B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6887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9AD04E-F10D-776F-2240-35D2A29198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9BF0F9-08D2-CF53-4DC9-D362254A7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D4427D-F6F2-4F45-A11A-9BA4DC8C6529}" type="datetime1">
              <a:rPr lang="en-US" smtClean="0"/>
              <a:t>7/27/2024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109C6F-69EF-5490-5B76-5582DF9B59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FD4F2D-649E-55BB-76DF-B9850BABE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6F32-C7A1-43B3-B85A-BD75F7871B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896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5F4E58E-9C5D-2D77-AF53-E0976801A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ED51C-9C6A-4C83-BE00-C243102CB2CC}" type="datetime1">
              <a:rPr lang="en-US" smtClean="0"/>
              <a:t>7/27/2024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4478B0-4729-FAD5-B5C5-3D736BD9B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93F962-B59E-71EB-74B3-A74CFF4F3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6F32-C7A1-43B3-B85A-BD75F7871B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94838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F06826-133F-B0A6-65AF-419EE102F6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CA9C68-F7C2-60DF-D9CD-9E64F384CD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FEF436-4CE6-AA77-AB8D-1242B3C407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A41DDD-7600-C12D-386C-93F83004DD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19AEB-96C6-47AC-8170-51EDCD2591B7}" type="datetime1">
              <a:rPr lang="en-US" smtClean="0"/>
              <a:t>7/27/2024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9A70BF-824C-4A13-8C24-CC4483E7D7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16DBCE-38FE-6BC1-D40C-C22AC9CBB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6F32-C7A1-43B3-B85A-BD75F7871B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84894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479030-EF32-29E9-85F5-BF56FBC8B5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F316EEF-9D54-6AEE-C3DD-1B2D0D05C3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47AAA6-5FBC-EC41-A2F3-262FB7F4DB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EBE018-0E62-F7A5-E16E-B288DB9C9D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EC92B2-91E9-47C1-B5D7-B42719050E19}" type="datetime1">
              <a:rPr lang="en-US" smtClean="0"/>
              <a:t>7/27/2024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44A068-1002-A269-70AF-CA31EB4E54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A1ACAD-BDA3-FB4A-69D4-11310DC17A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6F32-C7A1-43B3-B85A-BD75F7871B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04169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52AACB-A0E9-03F2-FCA6-144CB1951C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9C833B-1C0A-733B-DDD5-F6F3CB837A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6E91DD-E512-BFA4-83A9-670E08DF9C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48387-132A-45FE-BCAF-7D1C85EDB41A}" type="datetime1">
              <a:rPr lang="en-US" smtClean="0"/>
              <a:t>7/27/2024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C6C52F-6E14-AA42-234E-ED7E1D22E8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58E1D6-C8CB-0729-3CF2-33329BCEA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6F32-C7A1-43B3-B85A-BD75F7871B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69426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6270269-195B-72F0-9D2A-3077A81295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922E70-6591-4902-C82D-72AB400909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445676-E68E-02D6-CDF4-403414414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2F5C67-8D0A-4603-A0B5-3724B8A0AD5F}" type="datetime1">
              <a:rPr lang="en-US" smtClean="0"/>
              <a:t>7/27/2024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478F7E-FB2B-D68F-5341-96251F89A2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9AA460-F4B9-6241-12B4-27BCB57D8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6F32-C7A1-43B3-B85A-BD75F7871B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0714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F92964D-3733-10CE-38F4-677BBF9762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7EF0E8-8F56-F1D8-60AD-95A060BCE2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936C13-72AA-3182-399A-AA45B7EF227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AB588FB-FCFC-4567-882B-4C54DCF97A82}" type="datetime1">
              <a:rPr lang="en-US" smtClean="0"/>
              <a:t>7/27/2024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C473C6-4A4F-DD50-F326-C6F3F2B7FF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1E561D-E519-0220-CBDF-28DCF105BD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06A6F32-C7A1-43B3-B85A-BD75F7871B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51150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1C05B5-52A6-BBF9-39C2-86B419F7B7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#402 Christ Is Made the Sure Foundation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B9433D-A5C5-6F5F-0E99-0C67897B87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 Christ is made the sure foundation,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Christ the head and cornerstone,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chosen of the Lord and precious,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binding all the church in one;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holy Zion's help forever,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 her confidence alone.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53ED76-70ED-7738-C478-2E6AD6DB9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13402426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E1E62A-8889-1EEB-4330-8088433AFB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4F349B-1F74-61CF-D99A-ECA8B6DAFC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 All that dedicated city,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dearly loved of God on high,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 exultant jubilation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pours perpetual melody;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God the One in Three adoring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 glad hymns eternally.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133D90-4798-C77D-B60B-DB75D3DECC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14601425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BA4227-5B99-51BE-8569-4F267B2B36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BDFA59-F1D9-05BB-51B5-5D3A0F17B0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 Laud and honor to the Father,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laud and honor to the Son,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laud and honor to the Spirit,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ever Three and ever One,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One in might, and One in glory,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while unending ages run.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50E562-3F27-25B4-665E-02EAC0C436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6346309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164</Words>
  <Application>Microsoft Office PowerPoint</Application>
  <PresentationFormat>Widescreen</PresentationFormat>
  <Paragraphs>7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Aptos</vt:lpstr>
      <vt:lpstr>Aptos Display</vt:lpstr>
      <vt:lpstr>Arial</vt:lpstr>
      <vt:lpstr>Calibri</vt:lpstr>
      <vt:lpstr>Calibri Light</vt:lpstr>
      <vt:lpstr>Office Theme</vt:lpstr>
      <vt:lpstr>#402 Christ Is Made the Sure Foundation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Neil Tuininga</dc:creator>
  <cp:lastModifiedBy>Neil Tuininga</cp:lastModifiedBy>
  <cp:revision>1</cp:revision>
  <dcterms:created xsi:type="dcterms:W3CDTF">2024-07-28T02:36:38Z</dcterms:created>
  <dcterms:modified xsi:type="dcterms:W3CDTF">2024-07-28T02:39:03Z</dcterms:modified>
</cp:coreProperties>
</file>