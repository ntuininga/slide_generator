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92" r:id="rId3"/>
    <p:sldId id="347" r:id="rId4"/>
    <p:sldId id="346" r:id="rId5"/>
    <p:sldId id="348" r:id="rId6"/>
    <p:sldId id="34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B86ED-51DD-482E-8E54-97E912B26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D72B61-B114-484C-B728-C574EBB06B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4A8DF-8AD5-4922-BA8C-81795556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9C00-01ED-4C57-968F-7AB05A064185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B4F31-568A-48EE-B10C-8C137BD18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B3E1A-D23B-4B7F-9209-18204ECB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6F86-2BE7-4F4D-B433-501EC4C95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82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DF32E-1634-4BA7-8779-A5C9635F0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607EF-1DA7-47B3-BCEA-827553BD5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30973-5F5D-41A4-AD25-C89546CDD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9C00-01ED-4C57-968F-7AB05A064185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2D172-CE93-48C8-9EE3-3182B65B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79BE3-A774-4956-B7A1-88E2BC6F9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6F86-2BE7-4F4D-B433-501EC4C95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611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744F5-5637-4224-A151-7DBD73D64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BB892-274C-45B5-98E6-67FA5EA5E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2B7D7-41E6-45A4-9163-4556750B8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9C00-01ED-4C57-968F-7AB05A064185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FEB9B-83E0-4CB2-A868-2EA2819BE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1F0CF-C207-440B-8414-12971D43E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6F86-2BE7-4F4D-B433-501EC4C95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16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C031C-12E5-459D-9268-56826E228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02047-EB69-4C5B-9133-EC8A67E67A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2EDD9D-C3EC-4D23-87E1-4725F583D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EB42A4-14AA-4886-B2CE-AEA4EAC36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9C00-01ED-4C57-968F-7AB05A064185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7CD55-7A95-4C4F-B024-1D589B60F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54454-F434-45BB-B9CC-23452A4D6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6F86-2BE7-4F4D-B433-501EC4C95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48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17A35-9890-4DB8-9121-E96623486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128A2-A11D-4F82-9B48-52291930A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8B176A-794C-4B16-8EAA-510DC0E74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6476B5-550D-4905-AF96-AC39AEE41D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B5D3D4-F474-4071-95F6-9C0860947E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0009C0-C05F-4E3C-B39D-185EE9BE6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9C00-01ED-4C57-968F-7AB05A064185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9DCA84-7FE4-4E07-8C80-32E25765D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3C1388-D5CD-47E1-9183-B51DA0BBD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6F86-2BE7-4F4D-B433-501EC4C95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809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7D144-6DA0-4B11-BB37-7E1CCAC99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ACD75C-D6DF-4354-9CAE-4625A0285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9C00-01ED-4C57-968F-7AB05A064185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471B35-0593-4829-B5B6-F4D8ADAD8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C27343-148E-400C-BF21-DF69105A4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6F86-2BE7-4F4D-B433-501EC4C95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051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9899C1-DD26-49A2-AE0B-03D594921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9C00-01ED-4C57-968F-7AB05A064185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8C894D-60B3-455F-9CC7-CECBB1019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F02D7-ADCF-42A9-9266-7805F86C3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6F86-2BE7-4F4D-B433-501EC4C95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070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6C1BD-A53E-4543-AC8E-A8AC917CA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B0FC7-DD86-4466-9AB8-3859FF3E3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834F3C-FB01-4680-BFBE-BCA12AC65C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91EC4-7C28-4F2C-9F5C-1E0A4D390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9C00-01ED-4C57-968F-7AB05A064185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7585B-AA80-4289-9558-E729DBE48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24E2A-EA54-435F-A60F-6B7AE1B75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6F86-2BE7-4F4D-B433-501EC4C95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74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74DBD-A7EC-48DC-8A7C-7DE7A65F8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B47145-EE02-4BE0-AA1E-B9ADA1D2C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BB389-4E63-4E77-A121-44AEEBC997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33663-72ED-44E4-9764-2F9BEF30A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9C00-01ED-4C57-968F-7AB05A064185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1A0F8D-099C-4C00-BB4F-F6E8143D7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AC27E1-CF34-4FC4-9B84-8AEBCFDB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6F86-2BE7-4F4D-B433-501EC4C95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854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83393-7728-471A-B5AD-6B246C516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67A41B-79C2-4143-BFEA-ABEDAEC4FF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9123C-2BF1-4E7D-96F8-E823553B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9C00-01ED-4C57-968F-7AB05A064185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3A799-BCD8-4335-89AC-8D2287454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F4CA4-5899-4D7C-9AF8-FD51A8B8E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6F86-2BE7-4F4D-B433-501EC4C95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219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6180F3-30FA-4433-A4D3-93C38CB02D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92210-1284-4EF4-A30D-7CB878A767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AA53A-C5E5-4FD9-8A93-691EEE5C5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9C00-01ED-4C57-968F-7AB05A064185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66DC1-EF26-4AAE-BDCE-95C419E6D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109B9-76D0-4748-AFD7-0DCD61268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6F86-2BE7-4F4D-B433-501EC4C95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179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76F40C-3316-48D6-A519-5BC9141F8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5B7E3-00E0-4096-B627-632EBBFD3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DA219-6109-4E8F-99E6-0BC7016F0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F9C00-01ED-4C57-968F-7AB05A064185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C6C01-1C07-4975-9841-F9144ED7CF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F9418-C237-4D62-B602-951748D63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B6F86-2BE7-4F4D-B433-501EC4C95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756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#528 Rejoice, Ye Pure in Heart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1. </a:t>
            </a:r>
            <a:r>
              <a:rPr lang="en-US" sz="2800" dirty="0"/>
              <a:t>Rejoice, ye pure in heart,</a:t>
            </a:r>
          </a:p>
          <a:p>
            <a:pPr lvl="0" algn="ctr"/>
            <a:r>
              <a:rPr lang="en-US" sz="2800" dirty="0"/>
              <a:t>rejoice, give thanks, and sing;</a:t>
            </a:r>
          </a:p>
          <a:p>
            <a:pPr lvl="0" algn="ctr"/>
            <a:r>
              <a:rPr lang="en-US" sz="2800" dirty="0"/>
              <a:t>your festal banner wave on high,</a:t>
            </a:r>
          </a:p>
          <a:p>
            <a:pPr lvl="0" algn="ctr"/>
            <a:r>
              <a:rPr lang="en-US" sz="2800" dirty="0"/>
              <a:t>the cross of Christ your King.</a:t>
            </a:r>
          </a:p>
          <a:p>
            <a:pPr lvl="0" algn="ctr"/>
            <a:endParaRPr lang="en-US" sz="2800" dirty="0"/>
          </a:p>
          <a:p>
            <a:pPr lvl="0" algn="ctr"/>
            <a:r>
              <a:rPr lang="en-US" sz="2800" i="1" dirty="0"/>
              <a:t>Refrain</a:t>
            </a:r>
            <a:r>
              <a:rPr lang="en-US" sz="2800" dirty="0"/>
              <a:t>:</a:t>
            </a:r>
          </a:p>
          <a:p>
            <a:pPr lvl="0" algn="ctr"/>
            <a:r>
              <a:rPr lang="en-US" sz="2800" dirty="0"/>
              <a:t>Rejoice, rejoice,</a:t>
            </a:r>
          </a:p>
          <a:p>
            <a:pPr lvl="0" algn="ctr"/>
            <a:r>
              <a:rPr lang="en-US" sz="2800" dirty="0"/>
              <a:t>rejoice, give thanks, and sing!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B32C4E-30FF-4022-BDC0-7AA190E48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3258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2. </a:t>
            </a:r>
            <a:r>
              <a:rPr lang="en-US" sz="2800" dirty="0"/>
              <a:t>Bright youth and snow-crowned age,</a:t>
            </a:r>
            <a:br>
              <a:rPr lang="en-US" sz="2800" dirty="0"/>
            </a:br>
            <a:r>
              <a:rPr lang="en-US" sz="2800" dirty="0"/>
              <a:t>strong men and maidens meek,</a:t>
            </a:r>
            <a:br>
              <a:rPr lang="en-US" sz="2800" dirty="0"/>
            </a:br>
            <a:r>
              <a:rPr lang="en-US" sz="2800" dirty="0"/>
              <a:t>raise high your free, exulting song;</a:t>
            </a:r>
            <a:br>
              <a:rPr lang="en-US" sz="2800" dirty="0"/>
            </a:br>
            <a:r>
              <a:rPr lang="en-US" sz="2800" dirty="0"/>
              <a:t>God's wondrous praises speak.</a:t>
            </a:r>
          </a:p>
          <a:p>
            <a:pPr lvl="0" algn="ctr"/>
            <a:endParaRPr lang="en-US" sz="2800" dirty="0"/>
          </a:p>
          <a:p>
            <a:pPr lvl="0" algn="ctr"/>
            <a:r>
              <a:rPr lang="en-US" sz="2800" i="1" dirty="0"/>
              <a:t>Refrain</a:t>
            </a:r>
            <a:r>
              <a:rPr lang="en-US" sz="2800" dirty="0"/>
              <a:t>:</a:t>
            </a:r>
          </a:p>
          <a:p>
            <a:pPr lvl="0" algn="ctr"/>
            <a:r>
              <a:rPr lang="en-US" sz="2800" dirty="0"/>
              <a:t>Rejoice, rejoice,</a:t>
            </a:r>
          </a:p>
          <a:p>
            <a:pPr lvl="0" algn="ctr"/>
            <a:r>
              <a:rPr lang="en-US" sz="2800" dirty="0"/>
              <a:t>rejoice, give thanks, and sing!</a:t>
            </a:r>
            <a:endParaRPr lang="en-CA" sz="2800" dirty="0">
              <a:solidFill>
                <a:prstClr val="black"/>
              </a:solidFill>
            </a:endParaRPr>
          </a:p>
          <a:p>
            <a:pPr lvl="0" algn="ctr"/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6A7E558-4087-4818-B154-91C287D36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0776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b="0" i="0" dirty="0">
                <a:solidFill>
                  <a:srgbClr val="222222"/>
                </a:solidFill>
                <a:effectLst/>
              </a:rPr>
              <a:t>3 With all the angel choirs,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with all the saints on earth,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pour out the strains of joy and bliss,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true rapture, noblest mirth!</a:t>
            </a:r>
          </a:p>
          <a:p>
            <a:pPr lvl="0" algn="ctr"/>
            <a:r>
              <a:rPr lang="en-US" sz="2800" b="0" i="0" dirty="0">
                <a:solidFill>
                  <a:srgbClr val="222222"/>
                </a:solidFill>
                <a:effectLst/>
              </a:rPr>
              <a:t> </a:t>
            </a:r>
            <a:endParaRPr lang="en-US" sz="2800" dirty="0"/>
          </a:p>
          <a:p>
            <a:pPr lvl="0" algn="ctr"/>
            <a:r>
              <a:rPr lang="en-US" sz="2800" i="1" dirty="0"/>
              <a:t>Refrain</a:t>
            </a:r>
            <a:r>
              <a:rPr lang="en-US" sz="2800" dirty="0"/>
              <a:t>:</a:t>
            </a:r>
          </a:p>
          <a:p>
            <a:pPr lvl="0" algn="ctr"/>
            <a:r>
              <a:rPr lang="en-US" sz="2800" dirty="0"/>
              <a:t>Rejoice, rejoice,</a:t>
            </a:r>
          </a:p>
          <a:p>
            <a:pPr lvl="0" algn="ctr"/>
            <a:r>
              <a:rPr lang="en-US" sz="2800" dirty="0"/>
              <a:t>rejoice, give thanks, and sing!</a:t>
            </a:r>
            <a:endParaRPr lang="en-CA" sz="2800" dirty="0">
              <a:solidFill>
                <a:prstClr val="black"/>
              </a:solidFill>
            </a:endParaRPr>
          </a:p>
          <a:p>
            <a:pPr lvl="0" algn="ctr"/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6A7E558-4087-4818-B154-91C287D36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1239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4. </a:t>
            </a:r>
            <a:r>
              <a:rPr lang="en-US" sz="2800" dirty="0"/>
              <a:t>Yes, on thro' life's long path,</a:t>
            </a:r>
            <a:br>
              <a:rPr lang="en-US" sz="2800" dirty="0"/>
            </a:br>
            <a:r>
              <a:rPr lang="en-US" sz="2800" dirty="0"/>
              <a:t>still chanting as ye go,</a:t>
            </a:r>
            <a:br>
              <a:rPr lang="en-US" sz="2800" dirty="0"/>
            </a:br>
            <a:r>
              <a:rPr lang="en-US" sz="2800" dirty="0"/>
              <a:t>from youth to age, by night and day,</a:t>
            </a:r>
            <a:br>
              <a:rPr lang="en-US" sz="2800" dirty="0"/>
            </a:br>
            <a:r>
              <a:rPr lang="en-US" sz="2800" dirty="0"/>
              <a:t>in gladness and in woe.</a:t>
            </a:r>
          </a:p>
          <a:p>
            <a:pPr lvl="0" algn="ctr"/>
            <a:endParaRPr lang="en-US" sz="2800" dirty="0"/>
          </a:p>
          <a:p>
            <a:pPr lvl="0" algn="ctr"/>
            <a:r>
              <a:rPr lang="en-US" sz="2800" i="1" dirty="0"/>
              <a:t>Refrain</a:t>
            </a:r>
            <a:r>
              <a:rPr lang="en-US" sz="2800" dirty="0"/>
              <a:t>:</a:t>
            </a:r>
          </a:p>
          <a:p>
            <a:pPr lvl="0" algn="ctr"/>
            <a:r>
              <a:rPr lang="en-US" sz="2800" dirty="0"/>
              <a:t>Rejoice, rejoice,</a:t>
            </a:r>
          </a:p>
          <a:p>
            <a:pPr lvl="0" algn="ctr"/>
            <a:r>
              <a:rPr lang="en-US" sz="2800" dirty="0"/>
              <a:t>rejoice, give thanks, and sing!</a:t>
            </a:r>
            <a:endParaRPr lang="en-CA" sz="2800" dirty="0">
              <a:solidFill>
                <a:prstClr val="black"/>
              </a:solidFill>
            </a:endParaRPr>
          </a:p>
          <a:p>
            <a:pPr lvl="0" algn="ctr"/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6A7E558-4087-4818-B154-91C287D36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8463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b="0" i="0" dirty="0">
                <a:solidFill>
                  <a:srgbClr val="222222"/>
                </a:solidFill>
                <a:effectLst/>
              </a:rPr>
              <a:t>5 At last the march shall end,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the wearied ones shall rest;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the pilgrims find their Father's house,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Jerusalem the blest.</a:t>
            </a:r>
          </a:p>
          <a:p>
            <a:pPr lvl="0" algn="ctr"/>
            <a:endParaRPr lang="en-US" sz="2800" dirty="0"/>
          </a:p>
          <a:p>
            <a:pPr lvl="0" algn="ctr"/>
            <a:r>
              <a:rPr lang="en-US" sz="2800" i="1" dirty="0"/>
              <a:t>Refrain</a:t>
            </a:r>
            <a:r>
              <a:rPr lang="en-US" sz="2800" dirty="0"/>
              <a:t>:</a:t>
            </a:r>
          </a:p>
          <a:p>
            <a:pPr lvl="0" algn="ctr"/>
            <a:r>
              <a:rPr lang="en-US" sz="2800" dirty="0"/>
              <a:t>Rejoice, rejoice,</a:t>
            </a:r>
          </a:p>
          <a:p>
            <a:pPr lvl="0" algn="ctr"/>
            <a:r>
              <a:rPr lang="en-US" sz="2800" dirty="0"/>
              <a:t>rejoice, give thanks, and sing!</a:t>
            </a:r>
            <a:endParaRPr lang="en-CA" sz="2800" dirty="0">
              <a:solidFill>
                <a:prstClr val="black"/>
              </a:solidFill>
            </a:endParaRPr>
          </a:p>
          <a:p>
            <a:pPr lvl="0" algn="ctr"/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6A7E558-4087-4818-B154-91C287D36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6753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b="0" i="0" dirty="0">
                <a:solidFill>
                  <a:srgbClr val="222222"/>
                </a:solidFill>
                <a:effectLst/>
              </a:rPr>
              <a:t>6 Then on, ye pure in heart,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rejoice, give thanks, and sing;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your glorious banner wave on high,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the cross of Christ your King</a:t>
            </a:r>
          </a:p>
          <a:p>
            <a:pPr lvl="0" algn="ctr"/>
            <a:endParaRPr lang="en-US" sz="2800" dirty="0"/>
          </a:p>
          <a:p>
            <a:pPr lvl="0" algn="ctr"/>
            <a:r>
              <a:rPr lang="en-US" sz="2800" i="1" dirty="0"/>
              <a:t>Refrain</a:t>
            </a:r>
            <a:r>
              <a:rPr lang="en-US" sz="2800" dirty="0"/>
              <a:t>:</a:t>
            </a:r>
          </a:p>
          <a:p>
            <a:pPr lvl="0" algn="ctr"/>
            <a:r>
              <a:rPr lang="en-US" sz="2800" dirty="0"/>
              <a:t>Rejoice, rejoice,</a:t>
            </a:r>
          </a:p>
          <a:p>
            <a:pPr lvl="0" algn="ctr"/>
            <a:r>
              <a:rPr lang="en-US" sz="2800" dirty="0"/>
              <a:t>rejoice, give thanks, and sing!</a:t>
            </a:r>
            <a:endParaRPr lang="en-CA" sz="2800" dirty="0">
              <a:solidFill>
                <a:prstClr val="black"/>
              </a:solidFill>
            </a:endParaRPr>
          </a:p>
          <a:p>
            <a:pPr lvl="0" algn="ctr"/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6A7E558-4087-4818-B154-91C287D36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3012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343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#528 Rejoice, Ye Pure in Heart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#528 Rejoice, Ye Pure in Heart</dc:title>
  <dc:creator>Eric Hoogendoorn</dc:creator>
  <cp:lastModifiedBy>Neil Tuininga</cp:lastModifiedBy>
  <cp:revision>2</cp:revision>
  <dcterms:created xsi:type="dcterms:W3CDTF">2020-07-31T23:47:45Z</dcterms:created>
  <dcterms:modified xsi:type="dcterms:W3CDTF">2023-08-25T21:02:51Z</dcterms:modified>
</cp:coreProperties>
</file>