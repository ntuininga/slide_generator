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FB8F6-5035-41AE-BD6A-32C0B82779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61FAD3-B59D-4254-A965-FB464CA36B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1D92D-7A51-48D7-AE3B-6C3C994A1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01440-0C42-4F56-A26D-AA3455280177}" type="datetimeFigureOut">
              <a:rPr lang="en-CA" smtClean="0"/>
              <a:t>2021-10-23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082F5-B10D-4C2B-BCA9-A8DF23AB5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3B954-DFDF-4103-B71A-F25BAAC73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13E52-3942-4E40-A8E5-72250D9844C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6694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A8CBF-0020-453D-8E83-4151917AA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670B0-83A8-4B4B-8746-1E6959503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B224FE-A7C9-4FDF-A8B8-F35513723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01440-0C42-4F56-A26D-AA3455280177}" type="datetimeFigureOut">
              <a:rPr lang="en-CA" smtClean="0"/>
              <a:t>2021-10-23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CE6A9-3D8C-4142-B84E-035DA6712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3F892-F33F-4965-858C-2E3C3CDF5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13E52-3942-4E40-A8E5-72250D9844C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4158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1BD29-FB91-4CDF-AD23-D71BCCCF6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9382E8-8144-4C98-B1B0-760BABDA60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0B0EB-6022-4E28-A72B-CE38266B3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01440-0C42-4F56-A26D-AA3455280177}" type="datetimeFigureOut">
              <a:rPr lang="en-CA" smtClean="0"/>
              <a:t>2021-10-23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5C0D9-5ABF-4AC3-AC03-591DC8693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6B970-09FD-420E-98D5-E5E955C65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13E52-3942-4E40-A8E5-72250D9844C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53190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E1D96-B5D4-4046-A572-2392612EA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2E69F-CCC8-469D-9BFB-DBA90A0EE9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005A4A-8699-4919-B26F-7C752CBB59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5D7FBF-6E3F-4E8E-BDDF-E18459A11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01440-0C42-4F56-A26D-AA3455280177}" type="datetimeFigureOut">
              <a:rPr lang="en-CA" smtClean="0"/>
              <a:t>2021-10-23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7C261A-2255-43CF-B24F-CD1E54B82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991F72-4DB8-443E-9D2B-68AE6B23A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13E52-3942-4E40-A8E5-72250D9844C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71154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FCA60-DFE6-437F-AD9F-81969D3F2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4901B-DC75-4BA8-8001-18FD928BC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217DBB-7A12-497E-A7D2-1724189697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C85F97-7069-47C0-B55F-1DD407EFF4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A899BE-7764-47CD-87F7-F9816FDFC8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9C0328-E395-4CA3-94AC-2145E1D92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01440-0C42-4F56-A26D-AA3455280177}" type="datetimeFigureOut">
              <a:rPr lang="en-CA" smtClean="0"/>
              <a:t>2021-10-23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D5C424-B892-492D-9AC1-7443B727D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DEBCD8-6D87-4483-967E-E49F4F37B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13E52-3942-4E40-A8E5-72250D9844C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4478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831FC-47B5-41DE-9DED-08F58188A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74E073-758D-4B02-B6CE-BD9065083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01440-0C42-4F56-A26D-AA3455280177}" type="datetimeFigureOut">
              <a:rPr lang="en-CA" smtClean="0"/>
              <a:t>2021-10-23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12CCCE-AA6F-45AA-BC6E-C394A1F17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1B7313-FA7A-45FF-A446-316CDFA0A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13E52-3942-4E40-A8E5-72250D9844C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60387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5ECE7B-68A2-4853-8795-E707CE973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01440-0C42-4F56-A26D-AA3455280177}" type="datetimeFigureOut">
              <a:rPr lang="en-CA" smtClean="0"/>
              <a:t>2021-10-23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7F1725-4745-4DA5-A5AC-ED4660E9F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72668-6D09-416F-9A94-1ED76A8E3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13E52-3942-4E40-A8E5-72250D9844C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2345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668F8-E305-4855-A349-5C98D72C8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306A4-D492-4204-8853-3672484D0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864769-3E54-4777-ACCD-26CA32E263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23E10D-FB8B-41A7-957C-D7938697E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01440-0C42-4F56-A26D-AA3455280177}" type="datetimeFigureOut">
              <a:rPr lang="en-CA" smtClean="0"/>
              <a:t>2021-10-23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4FE8C0-B133-4249-B76F-36A52DCD5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143410-3C49-45EE-86A7-8B425DC2A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13E52-3942-4E40-A8E5-72250D9844C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37009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E1E9A-6946-4340-90DE-786CC6659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17359B-49C8-44D8-A6A5-88F8B13004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ECD2D9-65AF-439D-8D3C-C7A11A1936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952418-5DD8-4EBC-AB55-E34556B68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01440-0C42-4F56-A26D-AA3455280177}" type="datetimeFigureOut">
              <a:rPr lang="en-CA" smtClean="0"/>
              <a:t>2021-10-23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FE6590-5378-40E3-A56C-6FA45AB36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9A1E0A-F42B-48BB-AC55-EAE007012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13E52-3942-4E40-A8E5-72250D9844C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86573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34380-BA89-499D-B13A-9160AE9EB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5B1A13-6C07-4024-8989-45C89B8ACE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C94FA-FC4C-421D-BE68-5E7AA007E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01440-0C42-4F56-A26D-AA3455280177}" type="datetimeFigureOut">
              <a:rPr lang="en-CA" smtClean="0"/>
              <a:t>2021-10-23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974E6-D5F4-4BC0-94DB-3F355366D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3B955-F2DD-445E-BC85-DFC036D4E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13E52-3942-4E40-A8E5-72250D9844C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9186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CA875B-84F7-4BE5-9570-DD184195EF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C4D93-BAF5-4166-AC93-23B4951B3C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2E6736-92A6-4E2E-8D01-C258484C4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01440-0C42-4F56-A26D-AA3455280177}" type="datetimeFigureOut">
              <a:rPr lang="en-CA" smtClean="0"/>
              <a:t>2021-10-23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4C786-6D44-4ED0-8CF5-96122A813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61705F-AF98-4244-9062-F0A48F6F1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13E52-3942-4E40-A8E5-72250D9844C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7960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E32BE2-7030-4658-A4F8-C2913C77C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03403D-7203-4C20-845A-335D39AD0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29C8B-8504-4DE5-B516-1E388E1DF0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A01440-0C42-4F56-A26D-AA3455280177}" type="datetimeFigureOut">
              <a:rPr lang="en-CA" smtClean="0"/>
              <a:t>2021-10-23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1EDD2-386A-4462-ACFD-89AC090130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17BFE-C452-4363-8AB7-3C2738732F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13E52-3942-4E40-A8E5-72250D9844C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86964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353189-C1AB-4C2E-BDB9-8C070D3972E7}"/>
              </a:ext>
            </a:extLst>
          </p:cNvPr>
          <p:cNvSpPr txBox="1"/>
          <p:nvPr/>
        </p:nvSpPr>
        <p:spPr>
          <a:xfrm>
            <a:off x="823912" y="314325"/>
            <a:ext cx="105441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400" i="1" dirty="0">
                <a:solidFill>
                  <a:prstClr val="black"/>
                </a:solidFill>
                <a:latin typeface="Calibri Light" panose="020F0302020204030204"/>
                <a:ea typeface="+mj-ea"/>
                <a:cs typeface="+mj-cs"/>
              </a:rPr>
              <a:t>#572 Gloria Patri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8A6E0B-E8FE-441F-A42D-522ECC06CB93}"/>
              </a:ext>
            </a:extLst>
          </p:cNvPr>
          <p:cNvSpPr txBox="1"/>
          <p:nvPr/>
        </p:nvSpPr>
        <p:spPr>
          <a:xfrm>
            <a:off x="2285999" y="2305615"/>
            <a:ext cx="7620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1. Glory be to the Father,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and to the Son, and to the Holy Ghost;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as it was in the beginning,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is now, and ever shall be,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world without end. Amen, amen.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8406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2021-02-18T19:48:22Z</dcterms:created>
  <dcterms:modified xsi:type="dcterms:W3CDTF">2021-10-23T19:05:22Z</dcterms:modified>
</cp:coreProperties>
</file>