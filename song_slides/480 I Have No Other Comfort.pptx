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39" r:id="rId2"/>
    <p:sldId id="441" r:id="rId3"/>
    <p:sldId id="492" r:id="rId4"/>
    <p:sldId id="50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8977830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133590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9944932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6756045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8205153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1382317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669377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015749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523042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9576851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3942756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25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4BEC2C-4361-4433-BE0A-D2A47363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C3A4B-C277-4D31-AF8C-AD66E04458C6}"/>
              </a:ext>
            </a:extLst>
          </p:cNvPr>
          <p:cNvSpPr txBox="1"/>
          <p:nvPr/>
        </p:nvSpPr>
        <p:spPr>
          <a:xfrm>
            <a:off x="1862133" y="1861443"/>
            <a:ext cx="8467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I have no other comfort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life and death endures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 that I am my Savior's,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whose death my life secures.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with soul and body,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Jesus, I belong;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are my only Master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my Redeemer strong.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0FD44-19A9-4A35-8FA0-34E8885C5A46}"/>
              </a:ext>
            </a:extLst>
          </p:cNvPr>
          <p:cNvSpPr txBox="1"/>
          <p:nvPr/>
        </p:nvSpPr>
        <p:spPr>
          <a:xfrm>
            <a:off x="485771" y="136525"/>
            <a:ext cx="11220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#480 I Have No Other Comfort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1750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882586-11F3-4BC6-AB5F-463163FD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F0FE1-4968-4AE0-BEE6-22F438545ED2}"/>
              </a:ext>
            </a:extLst>
          </p:cNvPr>
          <p:cNvSpPr txBox="1"/>
          <p:nvPr/>
        </p:nvSpPr>
        <p:spPr>
          <a:xfrm>
            <a:off x="1562099" y="1659285"/>
            <a:ext cx="90678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Your blood is full atonement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all my sin and guilt;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cross is all my glory;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you my faith is built.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you, my great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deliv'rer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my preserver too;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guide all of my footsteps,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lead me clearly through.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33219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4048B3-1631-487C-A1BD-4E3F2A04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2B4A1-8671-481D-BEE4-F0297336C62C}"/>
              </a:ext>
            </a:extLst>
          </p:cNvPr>
          <p:cNvSpPr txBox="1"/>
          <p:nvPr/>
        </p:nvSpPr>
        <p:spPr>
          <a:xfrm>
            <a:off x="1962150" y="1659285"/>
            <a:ext cx="8267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Whatever things betide 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serve to save my soul;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Father watches o'er 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keep me safe and whole.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by the Holy Spirit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fully am assured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mine is life eternal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according to your Word.</a:t>
            </a:r>
          </a:p>
        </p:txBody>
      </p:sp>
    </p:spTree>
    <p:extLst>
      <p:ext uri="{BB962C8B-B14F-4D97-AF65-F5344CB8AC3E}">
        <p14:creationId xmlns:p14="http://schemas.microsoft.com/office/powerpoint/2010/main" val="3264708227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E3A0AF-380C-4854-99D3-4959B6E8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63B72-10CE-421F-BD9B-16E6993B581A}"/>
              </a:ext>
            </a:extLst>
          </p:cNvPr>
          <p:cNvSpPr txBox="1"/>
          <p:nvPr/>
        </p:nvSpPr>
        <p:spPr>
          <a:xfrm>
            <a:off x="1185862" y="1634341"/>
            <a:ext cx="98202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And so you make me willing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all my heart and mind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live for you, my Savior,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loving, true, and kind.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with soul and body,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Jesus, I belong;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are my only Master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my Redeemer strong.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963563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2021-11-13T04:34:35Z</dcterms:created>
  <dcterms:modified xsi:type="dcterms:W3CDTF">2021-11-13T04:35:34Z</dcterms:modified>
</cp:coreProperties>
</file>