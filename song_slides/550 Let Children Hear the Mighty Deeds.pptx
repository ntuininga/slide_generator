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58A2E-FD14-4A4A-AA03-C953D719447A}" type="datetimeFigureOut">
              <a:rPr lang="en-US" smtClean="0"/>
              <a:t>9/3/2022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2046C-DE57-4930-8C6B-A61EBF4C6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7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8E60-4588-6275-B111-234586ED1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FE32B5-B686-D114-84C2-3BD7A0B8D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2A2F3-C49A-EDA2-62F9-A56CE85A0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D1AAE-08CA-4962-B8BB-1A3D95A7AC37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8712D-B92C-411A-1673-7F8C81702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926AD-321B-A881-2283-B7E1520A2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8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162B-8AE1-F026-92D1-778D183A5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11F0D-C663-07A7-E8ED-E243A52EA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00500-8D9A-F224-4979-A4774EE9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06B0-9519-4D30-983A-717E52724279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0496B-7D6D-6703-3B78-DF0A676A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D8E1-8DA4-1B17-2131-A9ED4960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5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7065-9789-DF2F-0FB1-AB61064F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0D9EE-3E03-5214-77A6-7D7BE9CE1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62C07-18A8-B9CF-B361-32919DB6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E4A4C-CF6D-4F6D-AB2D-3D2B5D4225B0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1BE13-A0B8-7BD8-0773-707157A3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7D62E-4616-A9A8-CAC0-20C0F549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4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8BE8-12B8-3924-4C48-65E04F6F7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F66C0-D25F-C253-1E7A-A55965C3CC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621CB-73D7-FCE2-296E-AC1BE926F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77E9F-E6F5-DD30-8FD3-FFC51352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64A2D-8458-4CBD-A5FC-423948ECE92A}" type="datetime1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8BEFB-1490-3CDC-A2E0-92FA9A32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BAC07-F77D-6D32-F9FA-63A2702E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165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47B6-150F-D0F1-CF51-05310DDD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DAD8F-2005-180E-40AD-FB6C56602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7E30C-FEEC-7D6A-9206-9A03D0B0B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6F83B-9FB7-FC6A-EC6C-B0EA42FA1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874D5A-5701-8F16-51CD-BE90FAEF4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593D6-2372-B9DD-DED6-226B1924E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3FEC-2597-44A3-9BAE-23C63653214E}" type="datetime1">
              <a:rPr lang="en-US" smtClean="0"/>
              <a:t>9/3/2022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D3E65-C9B2-D864-8258-DAAC78D3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0EF30-ED4C-21A6-50C4-F617631E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7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A1E5-09AC-7B2E-A5FF-DC43AFB1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3EE2E-BEDD-A2D7-AD7C-5181E713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BF6C-ACEA-4D86-8EAE-6A20C82CB0FC}" type="datetime1">
              <a:rPr lang="en-US" smtClean="0"/>
              <a:t>9/3/2022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8003A-2A38-4B80-A42D-5CCFF2A0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986DA-D8B3-D88C-2BD5-29CC4D12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3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FA257-3782-F7A0-DCBA-919AF622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411C-C0D3-4F03-A5E1-61FAB04BBA67}" type="datetime1">
              <a:rPr lang="en-US" smtClean="0"/>
              <a:t>9/3/2022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EBA0A-8EF3-2703-1612-2570C7BC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772DD-73D7-AF05-ED99-83850EDC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77CC-E799-2773-BF20-FCF10E0E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B811-AAEB-D686-2788-FD1539176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C867E-BF55-E1D6-3650-7C4970711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A8911-E358-93BF-3ADE-B6C24000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A74E7-9614-4011-BC7F-B692C048C7ED}" type="datetime1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5D9F9-8A27-7BC8-7323-D0E09B19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16F3B-08B4-A87A-2623-30DA1E40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55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4DF8-3702-5761-AEF1-02A8CCED9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68ADD2-6EBA-89A1-E093-3BA57EAD6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3BBD1-D40C-06F0-8129-DAD7FEB09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4131B-554B-5C1D-FFE0-C203CB3E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6BD8F-43EA-4A24-8FC5-8D0C5A36972E}" type="datetime1">
              <a:rPr lang="en-US" smtClean="0"/>
              <a:t>9/3/2022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EF86D-CB65-5B7E-F907-6C45F14CB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07057-7C35-F23F-A568-DBEE6A8E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7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B615-4CBA-E120-F7E8-1F5C423C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6DC86-90E3-A2D0-E36D-1910BAD18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F12AE-E9AD-72DF-26A9-7C878718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C2E0-30FE-4FAE-A86A-E454BF411FD1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316C4-344C-2BAA-8346-34C22B60D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6F448-41BE-E5C8-7B16-171ED7EE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0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B4AB3E-879C-4C71-52DB-22AF4AAA9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126FC-4654-C1B2-41A3-0963DE525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926A-B457-C21A-26A7-0672971E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58705-BC28-467A-B865-C73868C9B30C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3511-D9DC-3A60-74F4-3D3D4F94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351D8-1900-451B-E28B-7EA20512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4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6BCE80-4712-396B-8FB9-081BC746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FB8BD-02FF-80DC-F1C0-A8EAD1178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E6BB3-97A5-87B8-5D35-DC5F4565FD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E7B8D-5E73-4264-AFDC-07618F07DD71}" type="datetime1">
              <a:rPr lang="en-US" smtClean="0"/>
              <a:t>9/3/2022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8F99F-2FFD-6BFD-96CD-C32A3B14E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Psalter Hymnal, 1959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BF272-DC49-80A4-85AF-C04788686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16DFE-25FF-4137-9471-E05B74DB8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86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7F5D-5727-3586-C00E-FF48E0A7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#550 Let Children Hear the Mighty Deeds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FFDA2-8ED5-84A0-4E51-80B4CAF4A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1. Let children hear the mighty deeds</a:t>
            </a:r>
          </a:p>
          <a:p>
            <a:pPr marL="0" indent="0" algn="ctr">
              <a:buNone/>
            </a:pPr>
            <a:r>
              <a:rPr lang="en-US" dirty="0"/>
              <a:t> which God performed of old,</a:t>
            </a:r>
          </a:p>
          <a:p>
            <a:pPr marL="0" indent="0" algn="ctr">
              <a:buNone/>
            </a:pPr>
            <a:r>
              <a:rPr lang="en-US" dirty="0"/>
              <a:t>Which in our younger years</a:t>
            </a:r>
          </a:p>
          <a:p>
            <a:pPr marL="0" indent="0" algn="ctr">
              <a:buNone/>
            </a:pPr>
            <a:r>
              <a:rPr lang="en-US" dirty="0"/>
              <a:t>We saw and which our fathers told.</a:t>
            </a:r>
          </a:p>
          <a:p>
            <a:pPr marL="0" indent="0" algn="ctr">
              <a:buNone/>
            </a:pPr>
            <a:r>
              <a:rPr lang="en-US" dirty="0"/>
              <a:t>He bids us make his glories known,</a:t>
            </a:r>
          </a:p>
          <a:p>
            <a:pPr marL="0" indent="0" algn="ctr">
              <a:buNone/>
            </a:pPr>
            <a:r>
              <a:rPr lang="en-US" dirty="0"/>
              <a:t>The works of power and grace,</a:t>
            </a:r>
          </a:p>
          <a:p>
            <a:pPr marL="0" indent="0" algn="ctr">
              <a:buNone/>
            </a:pPr>
            <a:r>
              <a:rPr lang="en-US" dirty="0"/>
              <a:t>That we convey his wonders down </a:t>
            </a:r>
          </a:p>
          <a:p>
            <a:pPr marL="0" indent="0" algn="ctr">
              <a:buNone/>
            </a:pPr>
            <a:r>
              <a:rPr lang="en-US" dirty="0"/>
              <a:t>Through every rising race.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97AE8-5B95-2C42-E508-F65BF05B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</p:spTree>
    <p:extLst>
      <p:ext uri="{BB962C8B-B14F-4D97-AF65-F5344CB8AC3E}">
        <p14:creationId xmlns:p14="http://schemas.microsoft.com/office/powerpoint/2010/main" val="127744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97490-CEAE-F99C-27E5-2D89F3560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Our lips shall tell them to our sons,</a:t>
            </a:r>
          </a:p>
          <a:p>
            <a:pPr marL="0" indent="0" algn="ctr">
              <a:buNone/>
            </a:pPr>
            <a:r>
              <a:rPr lang="en-US" dirty="0"/>
              <a:t>And they again to theirs,</a:t>
            </a:r>
          </a:p>
          <a:p>
            <a:pPr marL="0" indent="0" algn="ctr">
              <a:buNone/>
            </a:pPr>
            <a:r>
              <a:rPr lang="en-US" dirty="0"/>
              <a:t>And generations yet unborn</a:t>
            </a:r>
          </a:p>
          <a:p>
            <a:pPr marL="0" indent="0" algn="ctr">
              <a:buNone/>
            </a:pPr>
            <a:r>
              <a:rPr lang="en-US" dirty="0"/>
              <a:t>Must teach them to their heirs.</a:t>
            </a:r>
          </a:p>
          <a:p>
            <a:pPr marL="0" indent="0" algn="ctr">
              <a:buNone/>
            </a:pPr>
            <a:r>
              <a:rPr lang="en-US" dirty="0"/>
              <a:t>Thus shall they learn, in God alone</a:t>
            </a:r>
          </a:p>
          <a:p>
            <a:pPr marL="0" indent="0" algn="ctr">
              <a:buNone/>
            </a:pPr>
            <a:r>
              <a:rPr lang="en-US" dirty="0"/>
              <a:t>Their hope securely stands,</a:t>
            </a:r>
          </a:p>
          <a:p>
            <a:pPr marL="0" indent="0" algn="ctr">
              <a:buNone/>
            </a:pPr>
            <a:r>
              <a:rPr lang="en-US" dirty="0"/>
              <a:t>That they may ne’er forget this works,</a:t>
            </a:r>
          </a:p>
          <a:p>
            <a:pPr marL="0" indent="0" algn="ctr">
              <a:buNone/>
            </a:pPr>
            <a:r>
              <a:rPr lang="en-US" dirty="0"/>
              <a:t>But practice his commands.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2D54E-FFEF-0554-D825-8DF6A496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Psalter Hymnal, 1959</a:t>
            </a:r>
          </a:p>
        </p:txBody>
      </p:sp>
    </p:spTree>
    <p:extLst>
      <p:ext uri="{BB962C8B-B14F-4D97-AF65-F5344CB8AC3E}">
        <p14:creationId xmlns:p14="http://schemas.microsoft.com/office/powerpoint/2010/main" val="3022583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124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#550 Let Children Hear the Mighty Deeds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#550 Let Children Hear the Mighty Deeds</dc:title>
  <dc:creator>Neil Tuininga</dc:creator>
  <cp:lastModifiedBy>Neil Tuininga</cp:lastModifiedBy>
  <cp:revision>1</cp:revision>
  <dcterms:created xsi:type="dcterms:W3CDTF">2022-09-03T16:47:09Z</dcterms:created>
  <dcterms:modified xsi:type="dcterms:W3CDTF">2022-09-03T16:50:27Z</dcterms:modified>
</cp:coreProperties>
</file>