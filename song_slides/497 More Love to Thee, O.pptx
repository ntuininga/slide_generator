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826AE-2E96-4D5E-A671-870320E77C7A}" type="datetimeFigureOut">
              <a:rPr lang="en-US" smtClean="0"/>
              <a:t>10/13/2023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3050FC-8598-4D20-9EBA-D932B3EF0A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6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65DB1-065C-3A63-DBC5-E2EBE76C7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01BD5-3F6C-1472-F280-F264F71FD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E2474-37EC-77AE-47B3-05A26F71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CCC80-EF97-41DE-ADFC-A1592371378C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E2D4A-5AAB-6A57-7230-AEED3DF6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12519-D529-4E66-7B45-75D4DEEB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9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77FE-FCDF-DA43-1A77-6560DA4C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BEAA4-FE61-9E13-520A-5F212529C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BE5DC-86BB-F0B3-D8AD-5AB2C8C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F53BC-6683-489B-817A-20928E355D6B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AF44B-EEC3-63EF-9913-5829336F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9A0B0-F428-459E-6806-7AF4D91A2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6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8A9F4-E026-266B-2B68-06F59329B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EA73A-0B9D-17B0-D582-7F61CA4A6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7FD72-CDD1-C9F4-6E53-1B1E4A629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25B9F-3653-45C9-8F1B-B13CCE9696FB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12ACE-75CA-7987-0D25-3212B191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8E773-CBBA-D6BB-EB05-55B1CC3B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90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4BF0-0D06-AB93-40F6-BD2C3572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612F7-ED59-95D0-E356-3DD97421F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86401-6267-6385-C0EC-04BE5DBB6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913E4-F65B-BFC9-5B8A-3B32895B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FCF1-E081-4FC4-9BFA-B5103F01ABAD}" type="datetime1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177ED-8EF9-8777-CF48-FE18E1FF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0DC90-2E3F-3E95-3AC1-91B41AD5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1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39E80-0702-1DE1-DCC5-36230733C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B2D02-C3CF-E6E2-C9F0-22F7EA847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2B334-498C-73C1-B57F-14B97B25B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95878F-DCBD-2D11-5A49-E3108D103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DE759-1443-4E01-0279-7CA03AF45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78B6D0-D678-0B7E-AB80-A4FE01E82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CB2CB-4C30-48DB-9F30-21D28EC7406C}" type="datetime1">
              <a:rPr lang="en-US" smtClean="0"/>
              <a:t>10/13/2023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5562A-3679-3495-4803-34368380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D9C29F-AFC1-8DB8-A008-86FC40EF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405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A7B8-DF27-52F0-F46D-E735C5B82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89CB2-C6DC-188A-B3AB-096FB3C7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0E1AC-7B46-4968-9863-AF6BE58A3C1C}" type="datetime1">
              <a:rPr lang="en-US" smtClean="0"/>
              <a:t>10/13/2023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9BEE46-DD58-7BAF-55A0-94D7F893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4CCC1-4139-48E3-207C-C1B052C5F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9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876C0-C63E-411B-FFE8-C9CFDFA83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2FD73-6F08-44E1-8929-39CC89752D3D}" type="datetime1">
              <a:rPr lang="en-US" smtClean="0"/>
              <a:t>10/13/2023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EB88D1-7649-8E33-36BE-D68061441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0EF6B-E4C6-5E97-C9F2-E86C8271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99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711E-084F-5E37-62FB-10981AE47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8E275-5F1D-F32A-1047-04131B6AE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BC0E9-6AC5-7924-C5D8-525B90FA6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A776D-0ABC-BDAA-A468-2E176A450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6A9E2-A2F6-4819-B31B-51E299D26D90}" type="datetime1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73E68-A5ED-E6C3-EC2B-842F3765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6A5EB-1882-B6B2-6F48-388D09100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47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A72B3-6D2D-4EB8-EC06-39A16DC2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C7709-2D27-2CE6-CF27-58CA9862FB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02388-C1AD-5756-9114-4F74C8D67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D7C8B-A81D-C7F8-BC15-2F078692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43894-E15D-4AB6-BAAD-190D2C68A126}" type="datetime1">
              <a:rPr lang="en-US" smtClean="0"/>
              <a:t>10/13/2023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6D9BE-A1E6-14B2-BCF2-47729413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3E03D-B6B5-A65F-C290-35CB1143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4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DD71-5289-B586-E3C4-C9FD2F3CF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1C734-5061-1AE8-E1BA-8E93F3724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C1853-C9E8-ABEC-9C65-857598D6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02B9-EFF4-4E06-BFFD-468F760935BF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246CA-B3DB-4E3A-8492-F8023CE99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5804F-BDA4-E417-4A8F-C05EBBCF2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0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A151F4-FC9C-BB66-D79D-49D4FBA716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52DDF-B912-D9D2-11B9-740B67129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6ABD5-363B-5065-5D7B-891708E3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ADB12-E277-4F9D-A4E8-A0D8E9A9EE20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32F83-5E40-BC0D-61DD-6FD5C3AA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88117-7341-3889-865D-AC63EFE92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3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86372-F63A-54C4-D22A-7E560CF1A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6E929-909E-405A-8333-4D4C309F3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164CE-AD49-CC60-713B-D5C91B066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C944D-70C3-4106-9882-B356C56C7B86}" type="datetime1">
              <a:rPr lang="en-US" smtClean="0"/>
              <a:t>10/13/2023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092C5-70E2-0C41-48E9-62BD8A9B7B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F1964-2F93-52A1-1797-81F990396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B3795-80D6-41DB-865E-468012EAA4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0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1B12C-C093-07E3-F97E-02D85D24D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#497 More Love to Thee, O Christ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FDDD0-F492-51C0-E62B-3F84ACE0C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More love to thee, O Christ,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 to thee!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Hear thou the prayer I make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on bended knee;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this is my earnest plea: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love, O Christ,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 to thee!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00342-1165-9C0C-55E2-19097AA6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99040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C5B4-D058-4098-29DE-0F20C860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0B73D-70CF-D674-633B-6ADDEA4EC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2 Once earthly joy I craved,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sought peace and rest;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now thee alone I seek,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give what is best;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this all my prayer shall be: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more love, O Christ,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more love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more love to thee!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94C12-BA33-AE77-20EE-AFB7B522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14329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7C84-55B1-2EED-4D31-78ADF8523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879C5-80D9-CCFD-DBEC-5010E5AB3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Let sorrow do its work,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send grief and pain;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sweet are thy messengers,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sweet their refrain,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when they can sing with me: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love, O Christ,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 to thee!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20263-1B7C-106F-0CCD-4DB84DE5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02332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1CBD-33E8-B5D9-1F31-B66B7C56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2EC47-7835-3DB9-7FDA-314B92B5A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Then shall my latest breath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whisper thy praise;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this be the parting cry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heart shall raise;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this still its prayer shall be: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love, O Christ,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 to thee,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more love to thee!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3273-D8CD-EC79-D942-BD9C790EC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6090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268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Verdana</vt:lpstr>
      <vt:lpstr>Office Theme</vt:lpstr>
      <vt:lpstr>#497 More Love to Thee, O Christ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#497 More Love to Thee, O Christ</dc:title>
  <dc:creator>Neil Tuininga</dc:creator>
  <cp:lastModifiedBy>Neil Tuininga</cp:lastModifiedBy>
  <cp:revision>1</cp:revision>
  <dcterms:created xsi:type="dcterms:W3CDTF">2023-10-13T17:03:23Z</dcterms:created>
  <dcterms:modified xsi:type="dcterms:W3CDTF">2023-10-13T17:08:07Z</dcterms:modified>
</cp:coreProperties>
</file>