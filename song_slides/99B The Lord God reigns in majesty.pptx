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B1D-8FE4-4267-A8F4-EBD65FBE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119D5-1E3B-49F1-A85A-ECEE14A4B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3BDEB-732B-4D1A-8714-8E904BC8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07E39-9065-4179-BEE6-49C5BBE6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0AC5-8B70-4AE0-A998-AB01F677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9376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E851-F3E6-4527-AB7E-3B31DA53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285D-01C9-4FC2-974C-5BA83262C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8BDBD-32E4-4A57-BE44-10EC5309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8021B-6611-4E5D-9CC5-5859ABBC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D3738-5002-4D4C-BBD2-6FFDCFF7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445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8B49-7C25-48F8-BE93-4DA9A4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8259C-B62F-44C1-8CB2-D8DB5430A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A4BAF-9CD2-42C6-83D4-002E1CE7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CDB20-FA2A-44B7-A198-71CF1EEB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6B088-974E-4B3E-A802-2F6B37F3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60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1DD1-4598-4AA7-84DA-AD1DE0E0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1CF0-C984-4D17-8F3F-75599F13E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E93B3-EC09-4527-847E-9C7D17133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720CE-8E03-427D-998F-8837C5A4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232F6-5561-465F-803D-771F9BB67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9CC1A-3975-49BC-B626-264CC3B4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527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60F7-01E1-41E2-A164-2A152DB4F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7BA13-8F4F-4989-A5C0-93B52E34F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8A16A-1C7D-44C1-91D7-D5D289998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C6FA3-9296-40EB-8932-D2A9BD024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3B3D6-D8EE-4BEC-B1E6-E8EEC94CF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B985C-2CC4-4967-8A1F-2C41016D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FEEE9-D939-48F4-A0A7-0C339B19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B9D4F-E779-4795-886A-ED83A155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975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7B4C-B235-4120-9A19-BC196828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EA3AB-D39E-4B14-9FAC-D0210726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1683C-0EE6-46D5-97B9-009562CF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BF02-F45C-4B22-B46F-46063EF1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45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693A7-BD5F-486A-A727-6789B631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2BE99-FD8F-48AD-AC80-E67957DF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A7941-7C42-4988-83E7-7AA98473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862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8C6F-3D38-4313-9CB3-45EC5C52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1A35-FA19-4C8E-AEC9-7BBB6EBD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38379-06DD-4A50-8848-80684EAE7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886BF-0FDE-44D7-9C6B-CDADFAA1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51369-F1DF-4057-8C52-33FDDFFA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05300-04A7-46A2-AECD-6B79BFE5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704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85EB-150D-42DA-9FC0-39C769815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28B629-9A66-40AC-BF7D-38861D667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26CA2-1346-49FF-A80E-5F1620D32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1BA63-DB2D-42EC-BF67-4AAF399D7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93511-861E-4F3F-9256-F1E765E2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AAA3A-2255-4CFE-A731-5238A6A7A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32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13F2-A77E-4914-BC17-B140F9A9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BD5F4-DBD4-45F3-9E1F-F725A37AA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097AD-820D-4ED1-96F4-ABE8328B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0E0C3-58F5-42EB-94B7-E346539C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438F3-92C3-428B-A0CE-728F9CFA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37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121FA0-9648-41C3-936C-6152F9D66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FB60E-FC59-4668-84B4-333A90827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EB71D-D76A-4EF5-870C-6677FF35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E943-04A7-4FD4-9D1D-661149BB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2894F-96B0-476F-BA87-9E7FBE90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476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2CF46-B1B3-4BDA-A377-14B2E03A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C0B9C-B08C-4411-8328-53A85E5CE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2E12D-89FC-40FC-9A99-2A41F3A92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1A800-A107-42B4-A156-8EBB348A9F95}" type="datetimeFigureOut">
              <a:rPr lang="en-CA" smtClean="0"/>
              <a:t>2021-06-25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9F2EA-838B-45A5-9126-C39FCB09A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CBCC2-C58B-4F46-B253-A264E5E52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3DCE7-8BD4-4EFD-A887-902329F3EC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540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6E99CB-B673-42F7-B6E2-08525F537D76}"/>
              </a:ext>
            </a:extLst>
          </p:cNvPr>
          <p:cNvSpPr txBox="1"/>
          <p:nvPr/>
        </p:nvSpPr>
        <p:spPr>
          <a:xfrm>
            <a:off x="1133475" y="209550"/>
            <a:ext cx="9925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#99B The LORD God Reigns in Majesty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C4720-8892-4FA4-9436-05DD6A80A426}"/>
              </a:ext>
            </a:extLst>
          </p:cNvPr>
          <p:cNvSpPr txBox="1"/>
          <p:nvPr/>
        </p:nvSpPr>
        <p:spPr>
          <a:xfrm>
            <a:off x="2071687" y="1659285"/>
            <a:ext cx="8048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The LORD God reigns in majesty;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all the nations quake.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dwells between the cherubim;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earth's foundations shake.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Supreme in Zion is the LORD,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exalted gloriously.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nations, praise his name with awe: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Holy One is he.</a:t>
            </a:r>
          </a:p>
        </p:txBody>
      </p:sp>
    </p:spTree>
    <p:extLst>
      <p:ext uri="{BB962C8B-B14F-4D97-AF65-F5344CB8AC3E}">
        <p14:creationId xmlns:p14="http://schemas.microsoft.com/office/powerpoint/2010/main" val="1390131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EA041D-01DA-4CE4-95B6-3B291D5D41EE}"/>
              </a:ext>
            </a:extLst>
          </p:cNvPr>
          <p:cNvSpPr txBox="1"/>
          <p:nvPr/>
        </p:nvSpPr>
        <p:spPr>
          <a:xfrm>
            <a:off x="2509837" y="1659285"/>
            <a:ext cx="717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The mighty King loves justice well,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equity ordains;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rules his people righteously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faithfulness maintains.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 magnify the LORD our God,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him exalted be;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worship at his footstool bow: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Holy One is he.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34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38B704-5F64-480E-972C-DDF31B98350B}"/>
              </a:ext>
            </a:extLst>
          </p:cNvPr>
          <p:cNvSpPr txBox="1"/>
          <p:nvPr/>
        </p:nvSpPr>
        <p:spPr>
          <a:xfrm>
            <a:off x="2576512" y="1659285"/>
            <a:ext cx="7038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When priests and prophets called on God,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their petitions heard.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cloudy pillar led them on,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they obeyed his word.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 err="1">
                <a:solidFill>
                  <a:srgbClr val="222222"/>
                </a:solidFill>
              </a:rPr>
              <a:t>Tho</a:t>
            </a:r>
            <a:r>
              <a:rPr lang="en-US" sz="2800" dirty="0">
                <a:solidFill>
                  <a:srgbClr val="222222"/>
                </a:solidFill>
              </a:rPr>
              <a:t>' sending judgments for their sins,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pardoned graciously.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Exalt the LORD and worship him: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Holy One is he.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829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2021-03-26T23:16:20Z</dcterms:created>
  <dcterms:modified xsi:type="dcterms:W3CDTF">2021-06-26T03:33:22Z</dcterms:modified>
</cp:coreProperties>
</file>