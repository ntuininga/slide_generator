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58" r:id="rId5"/>
    <p:sldId id="262" r:id="rId6"/>
    <p:sldId id="260" r:id="rId7"/>
    <p:sldId id="259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10A72-16ED-4831-A212-DAD478EAC097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02D4E-CF3C-4A53-B68B-CEB00B02C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5C37-32EB-4265-BBB2-F766045AA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5D657-289C-49F9-99CA-707A143F1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BA979-77DD-4856-A94E-9BE0BB39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05F17-74D0-4EFC-A1E1-E02B91E43924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48190-DEF6-48C7-AF51-0DD1F65B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085A3-BA4B-4860-876D-921D4CDE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890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72F5F-DCF0-414B-A01A-AC9E98CA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36F5-EE2A-4B69-AAC6-FE8904247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EFD6-B244-40DA-8F9E-08244AD2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3AE0-79CD-4F46-8511-8C59515ADC02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7A81C-3573-450C-80FD-6459A2F4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CF69E-7A06-4DCF-A4AD-136B401D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047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3AD4-64F8-41A9-9C67-C308CE3D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5BDF5-46B9-4416-AA71-6C589DE99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B74B-A0B3-4476-BFC1-3445432D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63139-D727-4FC8-9F3F-11DCA1DD3566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1E4C-19DD-4D14-BB99-692797D7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677CF-A76D-4AEF-9982-978072BB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6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7D7F-40A8-4B71-B622-7343A864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8A08-E0EC-4403-9825-15C0E7A78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285B0-B56C-49BC-BE1A-C5F342A20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BC003-13E4-432D-881E-C66A27B5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5110-4F99-4CEA-9703-A9AC37F56D6C}" type="datetime1">
              <a:rPr lang="en-CA" smtClean="0"/>
              <a:t>2024-09-29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9B9D0-5153-4864-AB91-11FB561E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E513C-7398-4593-9326-6DDA8338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333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7D49-3E63-42B3-B795-060CD810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59CC-2579-4E07-A2DA-7C7848FAA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5FBD0-260C-42C1-8B5C-BF24EE163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E2B50-599C-422C-84A4-908A9A9AD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A1AFF-2F83-4C61-B1B2-710E1A713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0B36E-07BC-4998-9877-D3DF5BAA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2F4A6-556C-4607-AE97-28E872F9A269}" type="datetime1">
              <a:rPr lang="en-CA" smtClean="0"/>
              <a:t>2024-09-29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16DEC0-9E80-4623-9C4B-8C02F934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41136-71B4-42CF-AEF6-1694C584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754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1EA7-94D5-45B1-8CAA-5CBB381C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DA1AC-237A-446D-B053-276A0088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0E2A4-6BA5-4D4E-A5AA-48D42D4391C7}" type="datetime1">
              <a:rPr lang="en-CA" smtClean="0"/>
              <a:t>2024-09-29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B7708-F351-4743-B9C2-A5F857DFD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FB0DE-D1EA-4CFD-A94F-5D8B583E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521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D3048-89BE-4760-A0AE-FED30A9B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CB7C-25A7-4FDF-8CBA-8777CCFA5982}" type="datetime1">
              <a:rPr lang="en-CA" smtClean="0"/>
              <a:t>2024-09-29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534C0-4745-458D-A2C8-8E64A577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9DE48-B6D7-4EF9-A8C2-39521DBD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921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14D9-1A63-459A-86C7-078EDCF6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54457-C063-4F2A-AF21-921209912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B4FA8-3757-4402-8B73-32416B006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E12CB-BAA2-40EA-B37C-953E272B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1A02-A3EB-464B-8F04-89C0DAE826B4}" type="datetime1">
              <a:rPr lang="en-CA" smtClean="0"/>
              <a:t>2024-09-29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03C7B-1352-4D95-8AEA-7994AA75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BCA16-6489-41FB-87E3-95E928BA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715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2DD-ABF7-40AC-BF0F-1B3E7FB8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16345-D61F-48C8-9121-1D7AE375E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13507-47B2-42C7-905E-6C073F1EE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53DBA-F291-418D-BC2D-70086093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B92-8E8E-4487-88E9-BCD8379329BD}" type="datetime1">
              <a:rPr lang="en-CA" smtClean="0"/>
              <a:t>2024-09-29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81D73-E9FE-4832-B931-2B2D634C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4FF7D-7BA1-4777-B4A2-48F10E6D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68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6104-2BA2-4AFC-9C36-42EDFCCB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0E199-F9C1-439D-AAC8-807AC8F4F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6C092-6273-447A-B3F5-08C2DC91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5C46-B0AA-4AF2-9754-DBC9B8D7437E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3A986-0DEA-41B7-AAD2-4E2849A1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553F3-4809-4138-BD81-66916829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13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85325-7CE9-4C26-9F6C-D5DFC01F3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DD71A-3433-4CC8-95DE-D0744A93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67294-4E91-47C9-A686-9F1DBBC5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BAEA-6E53-4062-8AEF-D85182DD0EEE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711C-0080-4D29-BF5E-31C26D82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6B6F0-A072-49DF-99C3-00574EFE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96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F0C6B-A283-47D5-A6F5-92ABE650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A3D00-3877-4E9C-BC89-0A5E6F730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0EDAF-C4B9-4740-BC64-E3EEA555B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30966-13D9-4EE4-86B1-A70F9CD6705E}" type="datetime1">
              <a:rPr lang="en-CA" smtClean="0"/>
              <a:t>2024-09-29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5A3F-3EBD-4C37-810D-8D868B88B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7611E-56BE-4B6E-BA42-9F56719E0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22AEB-D907-4D9D-A59D-F341248853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932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AF1FCE-2588-4C19-89DE-985772D31F1B}"/>
              </a:ext>
            </a:extLst>
          </p:cNvPr>
          <p:cNvSpPr txBox="1"/>
          <p:nvPr/>
        </p:nvSpPr>
        <p:spPr>
          <a:xfrm>
            <a:off x="638175" y="238125"/>
            <a:ext cx="10915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#25C Lord, I Lift My Soul to Thee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CE011-5A2C-4731-B942-79703DEA145D}"/>
              </a:ext>
            </a:extLst>
          </p:cNvPr>
          <p:cNvSpPr txBox="1"/>
          <p:nvPr/>
        </p:nvSpPr>
        <p:spPr>
          <a:xfrm>
            <a:off x="2100262" y="2521059"/>
            <a:ext cx="7991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Lord, I lift my soul to thee,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my God, I trust thy might;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not foes exult o'er me,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shame me not before their sight.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92D0E-9668-0385-47EB-A642B96B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98550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397D-46BA-A447-5AA6-1BAF1EAC6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Yea, may none be put to shame,</a:t>
            </a:r>
          </a:p>
          <a:p>
            <a:pPr marL="0" indent="0" algn="ctr">
              <a:buNone/>
            </a:pPr>
            <a:r>
              <a:rPr lang="en-US" dirty="0"/>
              <a:t>None who wait for thee to bless;</a:t>
            </a:r>
          </a:p>
          <a:p>
            <a:pPr marL="0" indent="0" algn="ctr">
              <a:buNone/>
            </a:pPr>
            <a:r>
              <a:rPr lang="en-US" dirty="0"/>
              <a:t>But dishonored be their name</a:t>
            </a:r>
          </a:p>
          <a:p>
            <a:pPr marL="0" indent="0" algn="ctr">
              <a:buNone/>
            </a:pPr>
            <a:r>
              <a:rPr lang="en-US" dirty="0"/>
              <a:t>Who without a cause transgress.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498C1-0C83-0BDA-A65F-246DAEFC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52720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9EFED-56B6-4562-8699-B21C1BFC8C89}"/>
              </a:ext>
            </a:extLst>
          </p:cNvPr>
          <p:cNvSpPr txBox="1"/>
          <p:nvPr/>
        </p:nvSpPr>
        <p:spPr>
          <a:xfrm>
            <a:off x="2028825" y="2521059"/>
            <a:ext cx="8134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Lord, to me thy ways make known,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guide in truth and teach thou 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my Savior art alone,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day I wait for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710B4-7F48-6719-289E-2DC2F6DD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9864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637F3-4F3E-4F70-8F9F-5F83021D1730}"/>
              </a:ext>
            </a:extLst>
          </p:cNvPr>
          <p:cNvSpPr txBox="1"/>
          <p:nvPr/>
        </p:nvSpPr>
        <p:spPr>
          <a:xfrm>
            <a:off x="1528762" y="2521059"/>
            <a:ext cx="9134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Lord, remember in thy love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thy mercies manifold,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tender mercies from above,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changeless from the days of old.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49ED2-6E17-0599-CF9D-9977C494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35849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D70D6-9CBE-5990-5CF5-72A4420D53B4}"/>
              </a:ext>
            </a:extLst>
          </p:cNvPr>
          <p:cNvSpPr txBox="1"/>
          <p:nvPr/>
        </p:nvSpPr>
        <p:spPr>
          <a:xfrm>
            <a:off x="1250830" y="2329131"/>
            <a:ext cx="9859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Sins of youth remember not.</a:t>
            </a:r>
          </a:p>
          <a:p>
            <a:pPr algn="ctr"/>
            <a:r>
              <a:rPr lang="en-US" sz="2800" dirty="0"/>
              <a:t>Nor my trespasses record;</a:t>
            </a:r>
          </a:p>
          <a:p>
            <a:pPr algn="ctr"/>
            <a:r>
              <a:rPr lang="en-US" sz="2800" dirty="0"/>
              <a:t>Let not mercy be forgot,</a:t>
            </a:r>
          </a:p>
          <a:p>
            <a:pPr algn="ctr"/>
            <a:r>
              <a:rPr lang="en-US" sz="2800" dirty="0"/>
              <a:t>For thy goodness’ sake, O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33576-E448-7EA0-F0DD-D7C2824F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56265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0FAED4-E996-47D2-BAA4-A18CD1F91464}"/>
              </a:ext>
            </a:extLst>
          </p:cNvPr>
          <p:cNvSpPr txBox="1"/>
          <p:nvPr/>
        </p:nvSpPr>
        <p:spPr>
          <a:xfrm>
            <a:off x="3159425" y="2521059"/>
            <a:ext cx="60945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6 Just and good the Lord abides,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he his way will sinners show;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he the meek in justice guides,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making them his way to know.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067118-D043-D379-626F-AF5F1D04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957632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14FEA-7B60-4AB6-A09B-33B394101B55}"/>
              </a:ext>
            </a:extLst>
          </p:cNvPr>
          <p:cNvSpPr txBox="1"/>
          <p:nvPr/>
        </p:nvSpPr>
        <p:spPr>
          <a:xfrm>
            <a:off x="1819275" y="2521059"/>
            <a:ext cx="8553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Grace and truth shall mark the way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the Lord his own will lead,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his word they still obey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his testimonies heed.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66F55-160D-F3F3-AB3A-34FE5C56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13316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14FEA-7B60-4AB6-A09B-33B394101B55}"/>
              </a:ext>
            </a:extLst>
          </p:cNvPr>
          <p:cNvSpPr txBox="1"/>
          <p:nvPr/>
        </p:nvSpPr>
        <p:spPr>
          <a:xfrm>
            <a:off x="1819275" y="2521059"/>
            <a:ext cx="8553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8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For Thy name’s sake hear thou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For thy mercy, Lord I wait;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don my iniquity,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my sin is very great.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66F55-160D-F3F3-AB3A-34FE5C56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239626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663F5E-D741-4F9B-4061-B3347AC7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The Psalter, 1912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E8B30-1B73-523E-F1C4-4F95967E0CD3}"/>
              </a:ext>
            </a:extLst>
          </p:cNvPr>
          <p:cNvSpPr txBox="1"/>
          <p:nvPr/>
        </p:nvSpPr>
        <p:spPr>
          <a:xfrm>
            <a:off x="2426368" y="2521059"/>
            <a:ext cx="73392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9. He who walks in godly fear</a:t>
            </a:r>
          </a:p>
          <a:p>
            <a:pPr algn="ctr"/>
            <a:r>
              <a:rPr lang="en-US" sz="2800" dirty="0"/>
              <a:t>In the path of truth shall go</a:t>
            </a:r>
          </a:p>
          <a:p>
            <a:pPr algn="ctr"/>
            <a:r>
              <a:rPr lang="en-US" sz="2800" dirty="0"/>
              <a:t>Peace shall be his portion here,</a:t>
            </a:r>
          </a:p>
          <a:p>
            <a:pPr algn="ctr"/>
            <a:r>
              <a:rPr lang="en-US" sz="2800" dirty="0"/>
              <a:t>And his sons all good shall know</a:t>
            </a:r>
          </a:p>
        </p:txBody>
      </p:sp>
    </p:spTree>
    <p:extLst>
      <p:ext uri="{BB962C8B-B14F-4D97-AF65-F5344CB8AC3E}">
        <p14:creationId xmlns:p14="http://schemas.microsoft.com/office/powerpoint/2010/main" val="292859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326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5</cp:revision>
  <dcterms:created xsi:type="dcterms:W3CDTF">2021-06-05T18:50:08Z</dcterms:created>
  <dcterms:modified xsi:type="dcterms:W3CDTF">2024-09-29T14:54:00Z</dcterms:modified>
</cp:coreProperties>
</file>