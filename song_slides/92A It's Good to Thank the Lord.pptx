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0FDE2-AC3F-4F2A-BE62-4EB771EDC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003197-F6BA-4F5A-A6AA-991B40B32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FE4F2-ACEE-4413-A9A8-1C649AB04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44B5-1743-4198-A155-C739142375F5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8782C-C56C-4EB8-8E3B-1A0CD3825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C5F89-5158-431D-84FF-499524169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FA09E-C36C-4132-B9D4-F341BBB855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9097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1B4CC-50D8-4E52-A0F7-45E04EB6A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25F35-957D-44B7-B579-FEA0C1A6D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608BA-BBAD-4F5B-BFFB-ACCDBEDBF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44B5-1743-4198-A155-C739142375F5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E10C8-638B-4799-8768-CB21FFC81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D48D7-CE63-4ABE-A26A-4E2E21080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FA09E-C36C-4132-B9D4-F341BBB855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5787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89059-5B3E-4FF5-8FA4-AD5057A57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B5243-8555-453E-8B5D-8A3DE1858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A06FD-740C-4C53-8711-4A88EA84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44B5-1743-4198-A155-C739142375F5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8FBAF-9E9E-406F-BFD1-157B7BB95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73C80-453E-4A1A-BB6F-2E740A13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FA09E-C36C-4132-B9D4-F341BBB855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5414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98679-4C80-4D24-93B9-3189D070C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426AF-D686-4EC6-97B3-39E6F99F7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BFC623-70EC-42B9-8B64-6DE16389F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1C202-6FFC-4EAE-92C5-57BDFE915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44B5-1743-4198-A155-C739142375F5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A45FF-43E7-4C67-9938-59AC934AE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0E592-D80C-4AD2-8AA6-8B06288C1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FA09E-C36C-4132-B9D4-F341BBB855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00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29EE5-255B-42E8-8F59-90DFF6616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4BB75-5DF7-44AE-904C-B44136643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604DC4-3BC0-4B3E-8E6F-50E2F4607C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E33291-AB2F-4D30-AD07-3951856E15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ABDFBB-2A9B-43C8-803A-1E4BABFA89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649459-C38C-4146-8B41-31CDA9F7B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44B5-1743-4198-A155-C739142375F5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CD5A1E-08AF-411F-955A-AC2721E3F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5B269D-AFDC-447F-B017-FD825AAA4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FA09E-C36C-4132-B9D4-F341BBB855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962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6196E-9535-4994-AB3B-37B9C14D8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C5F48A-1ADF-42E0-8543-890935493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44B5-1743-4198-A155-C739142375F5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585E0A-29A9-401F-B205-81AF7AB25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6B673A-37AE-479A-BAB5-0294A1FC1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FA09E-C36C-4132-B9D4-F341BBB855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385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80512F-8F0A-4C3D-99B0-4B5596DA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44B5-1743-4198-A155-C739142375F5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813F08-3226-41FA-84B2-B5CE19478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43CE0-0B76-4381-B808-968A9C430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FA09E-C36C-4132-B9D4-F341BBB855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1143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BF895-3D3D-470B-AE42-19B5155D2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6AB51-BB4D-41B9-9CCA-532BDECB6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002509-554C-4940-A7CD-C8095A333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7D20C7-679D-469C-B34D-2BFDAFDE2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44B5-1743-4198-A155-C739142375F5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C1B77D-E4D2-448A-B9AC-6E47F879B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1FC0B0-3521-4E83-BAFE-21BBF93A2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FA09E-C36C-4132-B9D4-F341BBB855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4562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60AB4-F512-44B2-ACB2-AFD103EFE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D7C760-BA5A-442C-AD75-1AA4C637FD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9B3E3-1847-4679-BB65-54080E887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4BC59-237E-49C3-AB71-F744EBCD6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44B5-1743-4198-A155-C739142375F5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0C753-C303-4F93-BA68-7A4166F5D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485AA-592C-474A-8624-D09CE5FAD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FA09E-C36C-4132-B9D4-F341BBB855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8213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D919B-8155-4092-8BA5-F0B41F5AB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5B2117-27BD-4260-A931-8D6516DF8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5BB50-F588-4BD9-B9F0-07CEEA40B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44B5-1743-4198-A155-C739142375F5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F45A0-E4F8-427D-A7F7-030C308D4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8561B-0CE2-4876-A19A-E75AB8F23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FA09E-C36C-4132-B9D4-F341BBB855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7682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3C4C1A-DFB2-4F70-B150-7774E376EF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19736-F9EA-4BEE-AC5A-A6B8494A5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981A1-E4B5-4345-9DA1-8C9116CE6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44B5-1743-4198-A155-C739142375F5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D06E0-456C-42F3-AB44-472D27A61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30EF9-B0BD-4FE9-9A23-5B329B496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FA09E-C36C-4132-B9D4-F341BBB855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1107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BEB665-2EBC-4239-9DCC-D42C0F175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51CCC-0953-4348-9581-1DABC6D21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18037-43A6-433B-9D58-708F179ED0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5844B5-1743-4198-A155-C739142375F5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83B64-9691-437A-9420-EB029AFEDA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450CF-46F0-4055-A1ED-197219CCC9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6FA09E-C36C-4132-B9D4-F341BBB855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9485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186C80-FADD-42AD-9635-A041B1D2A357}"/>
              </a:ext>
            </a:extLst>
          </p:cNvPr>
          <p:cNvSpPr txBox="1"/>
          <p:nvPr/>
        </p:nvSpPr>
        <p:spPr>
          <a:xfrm>
            <a:off x="390525" y="171449"/>
            <a:ext cx="114109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#92A It’s Good to Thank the LORD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41DD35-7FFA-4493-A701-A02A3B747E3A}"/>
              </a:ext>
            </a:extLst>
          </p:cNvPr>
          <p:cNvSpPr txBox="1"/>
          <p:nvPr/>
        </p:nvSpPr>
        <p:spPr>
          <a:xfrm>
            <a:off x="1595437" y="1874728"/>
            <a:ext cx="900112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It’s good to thank the LORD,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praise your name, Most High;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tell your love at dawn,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 faithfulness by night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ten-stringed lyre,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resounding music played upon the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harp and lyre.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897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9A0D9E-6D30-4F84-8719-B02417C14D9A}"/>
              </a:ext>
            </a:extLst>
          </p:cNvPr>
          <p:cNvSpPr txBox="1"/>
          <p:nvPr/>
        </p:nvSpPr>
        <p:spPr>
          <a:xfrm>
            <a:off x="1757362" y="1874728"/>
            <a:ext cx="867727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Your deeds, LORD, made me glad;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I’ll sing of what you’ve done.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great your works, O LORD,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deep your thoughts each one.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senseless man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devoid of knowledge, this truth will not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understand: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7981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EB928-E744-4F5B-AEED-A9EE02737B4F}"/>
              </a:ext>
            </a:extLst>
          </p:cNvPr>
          <p:cNvSpPr txBox="1"/>
          <p:nvPr/>
        </p:nvSpPr>
        <p:spPr>
          <a:xfrm>
            <a:off x="1485900" y="1874728"/>
            <a:ext cx="92202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All sinners grow like grass,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wicked multiply;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yet they’ll be destroyed.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But, LORD, you stay on high.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 foes, LORD, fall;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 foes will perish, evildoers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scattered all.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0593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6AAE5-E973-455A-9F6D-D85111BD7E0E}"/>
              </a:ext>
            </a:extLst>
          </p:cNvPr>
          <p:cNvSpPr txBox="1"/>
          <p:nvPr/>
        </p:nvSpPr>
        <p:spPr>
          <a:xfrm>
            <a:off x="1981200" y="1874728"/>
            <a:ext cx="82296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You’ve poured oil on my head,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like oxen I’m made strong.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I’ve seen and heard the fate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those who’ve done me wrong.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Like thriving palm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righteous grows, like cedars tall 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Lebanon.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1576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0185FB-01DA-4F0F-93FE-458A71FF8DBA}"/>
              </a:ext>
            </a:extLst>
          </p:cNvPr>
          <p:cNvSpPr txBox="1"/>
          <p:nvPr/>
        </p:nvSpPr>
        <p:spPr>
          <a:xfrm>
            <a:off x="1647825" y="1874728"/>
            <a:ext cx="889635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Those planted by the LORD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will in God’s courts be seen;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old they’ll still bear fruit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flourish fresh and green,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this proclaim: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upright is the LORD, my rock, no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wrong in him!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8813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221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2021-09-03T20:51:32Z</dcterms:created>
  <dcterms:modified xsi:type="dcterms:W3CDTF">2021-09-03T20:54:20Z</dcterms:modified>
</cp:coreProperties>
</file>