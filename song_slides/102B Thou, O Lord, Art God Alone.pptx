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F92C-8BC1-4F36-9FFF-02A3E1690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BCCA3-45DA-4A59-8172-1E8FD45DD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D1DDA-C69F-42D6-86B7-F85236AC8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73A7F-CF7C-4D27-8994-0AB413B5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E09A8-80F0-42AF-B575-834CDC40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76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15208-5F4D-4FA4-95CE-8AD7AE391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D2B2-2165-4092-A0B3-54542AC8E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03BAE-3663-4950-B275-9271CC333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AE8D2-8BD7-46D9-BCBB-5C4D5BF1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1EC2C-B8D2-4221-93B4-6453E48E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2336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2329-A5A6-4272-AEF0-C23B8C37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0AADE-AD7C-41A3-A4A5-AC722273D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E6A6B-B291-49A5-84E8-9490B89E3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01E99-3A84-47F6-A4A9-B75596D78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D323D-3C3D-402A-BBB2-884904BA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734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8CB0-8151-4D12-9915-6F11F392F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A63A6-4BBD-418F-B6A0-3223AC0BD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9FF63-F39F-4CDB-8B97-21CC9EA03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CE29A-FF28-4FD7-954E-D9C22FF4A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49812-BD1E-4995-B443-2F295CA30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752DF-A0FF-4935-8F92-D1A71E4E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635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8357-A501-4895-B426-6D4393FE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E909C-28B1-4FEC-A100-92907FA4C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067A4-7EED-4A22-98B5-772AE2534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171F39-4E0F-4924-BEAE-13934D36E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F125F-B623-4C87-845E-E3FEF6B7A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AA71D-8B3D-487A-89AB-6E23C286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75C12-91FE-4FEC-9E76-004629F5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D2594-8DB9-40D3-8BD2-D0BE00A4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195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8E7D-F041-4E57-ADD0-ECBE100B6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9B65C-6189-4DB8-A995-CE610354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AFA9F-7FE9-4EA4-AA39-58609B8DC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252C5-17AE-458D-AFBC-33BA8DAD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957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F7173-DC23-49C1-959A-C09998B5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C861C4-5880-425B-8BBB-9093E41D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EA106-CC0C-4BE0-A221-3A29997B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419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5C8E0-C41B-472D-9922-B08C9E86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6828F-84FF-4320-954A-B20F9CF58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68CA6-C908-4CA0-9FB2-CFA4D0682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A9BC7-9465-4CA5-9154-CC44F722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B7473-696A-442A-A033-67FD8951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11EB8-2050-44E2-BA22-4CD8CADC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26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478E-18F9-41DD-9783-421ECB45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AC83F7-1889-4555-A2BE-4E82D7D84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7EA3D-69A9-450C-9C03-2333597F4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EDABF-9574-4F0B-9B12-22AFCA94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4C87B-D4CE-4F57-83ED-F09BC5258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B687B-CE38-498A-8341-A1C37E6C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7691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FADF-1206-493A-A3C1-2B22EC6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BD765-E504-47F5-971B-ACF94532A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10F36-C8C7-4BC7-AA93-62A034C16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3873A-98B7-4106-9A0F-7BF16EE8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D5389-A409-4FAC-A57D-13239309A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4716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0AD658-62EB-4DCF-BE58-F61D30E5A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BA53A-1974-4F8E-8705-DBB2FD47C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816E2-C2F5-48F3-9D7C-BEFA7560A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18A1F-FAD3-43D4-96C5-A736CC2C9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3CD51-CC09-4B8A-95E9-4C40412A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24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E8A42-4887-430F-AABB-591E5092D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2D2F8-C37E-4845-8B4E-47D06B9C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DC691-64DB-4CE9-9B36-E4F060CE3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1D451-A365-4F8A-A552-D844F01B2862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E21E2-800D-4624-AC6B-8DF3BD810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F632-CFE7-40F1-B84A-148F1B45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A2D04-EDCF-4351-8E0A-DB0794BF86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503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EC3744-65F2-4DA1-B755-99EA4D8213C2}"/>
              </a:ext>
            </a:extLst>
          </p:cNvPr>
          <p:cNvSpPr txBox="1"/>
          <p:nvPr/>
        </p:nvSpPr>
        <p:spPr>
          <a:xfrm>
            <a:off x="666750" y="266700"/>
            <a:ext cx="10858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#102B Thou, O Lord, Art God Alone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0520F-30CC-4771-A3D7-0B87F5456D4F}"/>
              </a:ext>
            </a:extLst>
          </p:cNvPr>
          <p:cNvSpPr txBox="1"/>
          <p:nvPr/>
        </p:nvSpPr>
        <p:spPr>
          <a:xfrm>
            <a:off x="2219325" y="1659285"/>
            <a:ext cx="77533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Thou, O Lord, art God alone,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everlasting is thy throne;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 the ages men shall sing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to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heav'n's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eternal King.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Thou, enthroned above the skies,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wilt for Zion's help arise;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thy grace to her appear,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promised time is near.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631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21A781-23FE-4606-B45F-A7B99FC6DFA7}"/>
              </a:ext>
            </a:extLst>
          </p:cNvPr>
          <p:cNvSpPr txBox="1"/>
          <p:nvPr/>
        </p:nvSpPr>
        <p:spPr>
          <a:xfrm>
            <a:off x="1604962" y="1659285"/>
            <a:ext cx="89820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If with love compassionate we,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They servants mourn her state,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Wilt not thou, O gracious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Help in Zion’s need afford?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Lord thy glory shall appear,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ngs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and nations then shall fear,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thy name shall be adored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When thy Zion is restored</a:t>
            </a:r>
          </a:p>
        </p:txBody>
      </p:sp>
    </p:spTree>
    <p:extLst>
      <p:ext uri="{BB962C8B-B14F-4D97-AF65-F5344CB8AC3E}">
        <p14:creationId xmlns:p14="http://schemas.microsoft.com/office/powerpoint/2010/main" val="2483790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21A781-23FE-4606-B45F-A7B99FC6DFA7}"/>
              </a:ext>
            </a:extLst>
          </p:cNvPr>
          <p:cNvSpPr txBox="1"/>
          <p:nvPr/>
        </p:nvSpPr>
        <p:spPr>
          <a:xfrm>
            <a:off x="1604962" y="1659285"/>
            <a:ext cx="89820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This all ages shall record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glory of the Lord;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 dost hear the humble prayer,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helpless thou dost care.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 eternal art, and great,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earth thou didst create;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earth shall pass away,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changeless thou shall live for aye.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309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3C96FB-66BB-41E4-B348-F610C789C523}"/>
              </a:ext>
            </a:extLst>
          </p:cNvPr>
          <p:cNvSpPr txBox="1"/>
          <p:nvPr/>
        </p:nvSpPr>
        <p:spPr>
          <a:xfrm>
            <a:off x="2224087" y="1659285"/>
            <a:ext cx="77438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As one lays a garment by,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 wilt change the starry sky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a vesture worn and old;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thy years shall ne'er be told.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 wilt make thy servants' race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 live before thy face,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forever at thy side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children's children shall abide.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980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247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2021-06-11T19:47:28Z</dcterms:created>
  <dcterms:modified xsi:type="dcterms:W3CDTF">2023-12-17T15:50:37Z</dcterms:modified>
</cp:coreProperties>
</file>