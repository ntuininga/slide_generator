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9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B069-76AE-438A-AC47-4C69D6150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D6E27-D888-48CA-ACCD-F741EEEC1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2E6C8-777B-489F-8515-395811EC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6DF1-40B6-4860-98F3-D4948EA7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415C4-A696-43F5-89A0-614C69BB5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5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2000-A62A-47D0-B704-331011E9C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DD3B8-9A9D-4C14-BB77-2DD6F0B3D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BEFA2-2FCF-400D-A034-8A8A996C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98B17-9C66-4F72-BA6A-A372F401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A2A7F-C474-4BEC-8D42-5AE2F637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02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04FA4-79E3-4CE6-B2F6-EDACF34AF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F9B39-9265-4CD7-B2F5-6C2713319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62ECE-EB21-4A1E-9BCD-FF3515923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7E093-C4B8-4C40-8E5A-5D3564B1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EC8A8-1DF6-4A24-ADF8-B9EFAED6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5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3527D-476A-40B6-9417-B3D448AB5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A31FD-403B-45B2-AA77-355F18CB7D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DBDD2-C519-4098-AE19-C86AC0BB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B9108-8504-4C92-BBE3-7841C63A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A59E0-98F1-4668-A5C6-221BE7E9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476D5-A9A4-4461-9542-2F451C30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5BBB-F820-4A65-987E-D57D8B94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4E193-9E93-47C8-84B8-CFEA163D8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7B365-A6CC-4933-94BD-971C912E4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AF4C5-E63F-4100-AE13-224A1BEF4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8C87E-A63B-4C08-A771-C650E057F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3C4D8A-AC07-42D5-8B5A-0B4E46DD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E6B15A-FC46-4985-BD7E-6E275FBE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47D582-021D-4AC7-ACB5-1C6E7241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2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6094-ADF6-4972-9C01-9DB60952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1B717-A4D6-4F2E-BF2E-B50B2E368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B16AA-2881-4AD4-82E0-D32126AC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C4A77-F785-4E1C-B01F-3D5A830D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99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32569-F4DF-4363-989D-EE554C97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1C864-262C-4099-A1FB-B83CF7CAD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5AEF1-0793-4B9E-A37C-AE08DD0E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0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A79BE-91AC-4B50-A83B-24F81A97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AB661-E64D-4178-94F7-D4A49ACDB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60D4E-85B1-462C-AF29-17F9C974A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C0632-4AA5-4337-A592-265D25B2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2A549-8382-4A5C-923A-A31F0341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9995C-BCCC-4040-BB40-273C01D7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7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FBDF-B0E8-4F22-A1AE-8911AFF7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0C7FE-437D-46A4-BD43-A0626C7E1A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2E514-F3F6-45BE-99B8-FAB0472D7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DFCC3-98BE-4EA0-BA5A-F7D6050F2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BFDAE-8DBB-4FA5-8295-35BE5295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2F4BF-980C-4352-8826-ED88C718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7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CC79B-5283-44AA-9712-446B0228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DCFCA-7179-4AEF-B3F2-44B385AAA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CA502-EC0D-403A-AED6-A390FF0E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A85EC-7AB9-4FBC-85CC-D007F9326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8338B-8875-486C-9759-B44FDF23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8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A82048-951A-4D79-90C5-A64B1DD447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5C1E0-0A51-49ED-9556-591AF3B16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D0F6F-A0B5-4499-AA5F-5C062CA5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17A7A-ABFD-41CF-8BD0-E56376AC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7F9FF-0B6E-4D27-9BF4-37F4290D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5FFA29-3FFC-4484-9D4B-244ED348D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B2C25-84B8-4C88-B7AE-8F2B0ED52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6362F-0EF5-4124-B284-186F9C0E8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3178C-C163-424B-B865-0055A9B170D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C96FA-ECD2-4216-852B-79B891A28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32930-0939-41C2-B506-7CEA3D54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65F73-D259-4581-A42C-7CA48ACE1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3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#566 Hallelujah!  Hallelujah!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US" sz="2800" dirty="0"/>
              <a:t>Hallelujah! Hallelujah!</a:t>
            </a:r>
            <a:br>
              <a:rPr lang="en-US" sz="2800" dirty="0"/>
            </a:br>
            <a:r>
              <a:rPr lang="en-US" sz="2800" dirty="0"/>
              <a:t>Earth and </a:t>
            </a:r>
            <a:r>
              <a:rPr lang="en-US" sz="2800" dirty="0" err="1"/>
              <a:t>heav'n</a:t>
            </a:r>
            <a:r>
              <a:rPr lang="en-US" sz="2800" dirty="0"/>
              <a:t> in sweet accord</a:t>
            </a:r>
            <a:br>
              <a:rPr lang="en-US" sz="2800" dirty="0"/>
            </a:br>
            <a:r>
              <a:rPr lang="en-US" sz="2800" dirty="0"/>
              <a:t>join to sound Jehovah's praises,</a:t>
            </a:r>
            <a:br>
              <a:rPr lang="en-US" sz="2800" dirty="0"/>
            </a:br>
            <a:r>
              <a:rPr lang="en-US" sz="2800" dirty="0"/>
              <a:t>tell the glory of the Lord.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B7670-4EB9-4A85-82B8-FB334458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2. </a:t>
            </a:r>
            <a:r>
              <a:rPr lang="en-US" sz="2800" dirty="0"/>
              <a:t>Hallelujah! Hallelujah!</a:t>
            </a:r>
            <a:br>
              <a:rPr lang="en-US" sz="2800" dirty="0"/>
            </a:br>
            <a:r>
              <a:rPr lang="en-US" sz="2800" dirty="0"/>
              <a:t>Magnify Jehovah's name;</a:t>
            </a:r>
            <a:br>
              <a:rPr lang="en-US" sz="2800" dirty="0"/>
            </a:br>
            <a:r>
              <a:rPr lang="en-US" sz="2800" dirty="0"/>
              <a:t>praise the living God, your Maker;</a:t>
            </a:r>
            <a:br>
              <a:rPr lang="en-US" sz="2800" dirty="0"/>
            </a:br>
            <a:r>
              <a:rPr lang="en-US" sz="2800" dirty="0"/>
              <a:t>all that breathe, his praise proclaim.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186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#566 Hallelujah!  Hallelujah!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#566 Hallelujah!  Hallelujah!</dc:title>
  <dc:creator>Eric Hoogendoorn</dc:creator>
  <cp:lastModifiedBy>Eric Hoogendoorn</cp:lastModifiedBy>
  <cp:revision>1</cp:revision>
  <dcterms:created xsi:type="dcterms:W3CDTF">2020-04-25T02:24:31Z</dcterms:created>
  <dcterms:modified xsi:type="dcterms:W3CDTF">2020-04-25T02:24:51Z</dcterms:modified>
</cp:coreProperties>
</file>