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6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60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en-US" sz="6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457C1E93-37C9-4DB0-955D-79C235C9FB6D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t>9/27/2025</a:t>
            </a:fld>
            <a:endParaRPr lang="en-CA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CA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88C6646D-6956-4C79-BDB8-1D66EFF7EEE0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CA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Shape 1"/>
          <p:cNvSpPr txBox="1"/>
          <p:nvPr/>
        </p:nvSpPr>
        <p:spPr>
          <a:xfrm>
            <a:off x="0" y="160560"/>
            <a:ext cx="12191760" cy="80568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CA" sz="4400" b="0" i="1" strike="noStrike" spc="-1">
                <a:solidFill>
                  <a:srgbClr val="000000"/>
                </a:solidFill>
                <a:latin typeface="Calibri Light"/>
              </a:rPr>
              <a:t>#89A I Will Forever Sing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CustomShape 2"/>
          <p:cNvSpPr/>
          <p:nvPr/>
        </p:nvSpPr>
        <p:spPr>
          <a:xfrm>
            <a:off x="0" y="1582560"/>
            <a:ext cx="12191760" cy="264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A" sz="2800" b="0" i="1" strike="noStrike" spc="-1">
                <a:solidFill>
                  <a:srgbClr val="000000"/>
                </a:solidFill>
                <a:latin typeface="Calibri"/>
              </a:rPr>
              <a:t>1. </a:t>
            </a: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I will forever sing of your great love O Lord,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To ages yet to come make known your faithful word,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For with my mouth I will to ev’ry generation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Proclaim your faithfulness in joyful adoration.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Your cov’nant love stands firm; it will not wane or waver,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For you in heav’n itself established it forever.</a:t>
            </a:r>
            <a:endParaRPr lang="en-CA" sz="2800" b="0" strike="noStrike" spc="-1">
              <a:latin typeface="Arial"/>
            </a:endParaRPr>
          </a:p>
        </p:txBody>
      </p:sp>
      <p:sp>
        <p:nvSpPr>
          <p:cNvPr id="43" name="TextShape 3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CA" sz="1200" b="0" strike="noStrike" spc="-1">
                <a:solidFill>
                  <a:srgbClr val="8B8B8B"/>
                </a:solidFill>
                <a:latin typeface="Calibri"/>
              </a:rPr>
              <a:t>Copyright Standing Committee for the Publication of the Book of Praise, 2009, used by permission</a:t>
            </a:r>
            <a:endParaRPr lang="en-CA" sz="1200" b="0" strike="noStrike" spc="-1"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p15="http://schemas.microsoft.com/office/powerpoint/2012/main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0" y="1582560"/>
            <a:ext cx="12191760" cy="267620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A" sz="2800" i="1" spc="-1" dirty="0">
                <a:solidFill>
                  <a:srgbClr val="000000"/>
                </a:solidFill>
                <a:latin typeface="Calibri"/>
              </a:rPr>
              <a:t>2.</a:t>
            </a:r>
            <a:r>
              <a:rPr lang="en-CA" sz="2800" b="0" i="1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CA" sz="2800" b="0" strike="noStrike" spc="-1" dirty="0">
                <a:solidFill>
                  <a:srgbClr val="000000"/>
                </a:solidFill>
                <a:latin typeface="Calibri"/>
              </a:rPr>
              <a:t>You said, “I’ve made a </a:t>
            </a:r>
            <a:r>
              <a:rPr lang="en-CA" sz="2800" b="0" strike="noStrike" spc="-1" dirty="0" err="1">
                <a:solidFill>
                  <a:srgbClr val="000000"/>
                </a:solidFill>
                <a:latin typeface="Calibri"/>
              </a:rPr>
              <a:t>cov’nant</a:t>
            </a:r>
            <a:r>
              <a:rPr lang="en-CA" sz="2800" b="0" strike="noStrike" spc="-1" dirty="0">
                <a:solidFill>
                  <a:srgbClr val="000000"/>
                </a:solidFill>
                <a:latin typeface="Calibri"/>
              </a:rPr>
              <a:t> with my chosen one;</a:t>
            </a:r>
          </a:p>
          <a:p>
            <a:pPr algn="ctr">
              <a:lnSpc>
                <a:spcPct val="100000"/>
              </a:lnSpc>
            </a:pPr>
            <a:r>
              <a:rPr lang="en-CA" sz="2800" spc="-1" dirty="0">
                <a:solidFill>
                  <a:srgbClr val="000000"/>
                </a:solidFill>
                <a:latin typeface="Calibri"/>
              </a:rPr>
              <a:t>To David as my servant I my love have shown,</a:t>
            </a:r>
          </a:p>
          <a:p>
            <a:pPr algn="ctr">
              <a:lnSpc>
                <a:spcPct val="100000"/>
              </a:lnSpc>
            </a:pPr>
            <a:r>
              <a:rPr lang="en-CA" sz="2800" b="0" strike="noStrike" spc="-1" dirty="0">
                <a:solidFill>
                  <a:srgbClr val="000000"/>
                </a:solidFill>
                <a:latin typeface="Calibri"/>
              </a:rPr>
              <a:t>For I to him have sworn, “Your offspring I will favor;</a:t>
            </a:r>
          </a:p>
          <a:p>
            <a:pPr algn="ctr">
              <a:lnSpc>
                <a:spcPct val="100000"/>
              </a:lnSpc>
            </a:pPr>
            <a:r>
              <a:rPr lang="en-CA" sz="2800" spc="-1" dirty="0">
                <a:solidFill>
                  <a:srgbClr val="000000"/>
                </a:solidFill>
                <a:latin typeface="Calibri"/>
              </a:rPr>
              <a:t>I will establish your descendants’ reign forever.</a:t>
            </a:r>
          </a:p>
          <a:p>
            <a:pPr algn="ctr">
              <a:lnSpc>
                <a:spcPct val="100000"/>
              </a:lnSpc>
            </a:pPr>
            <a:r>
              <a:rPr lang="en-CA" sz="2800" b="0" strike="noStrike" spc="-1" dirty="0">
                <a:solidFill>
                  <a:srgbClr val="000000"/>
                </a:solidFill>
                <a:latin typeface="Calibri"/>
              </a:rPr>
              <a:t>Your kingdom will endure, for I </a:t>
            </a:r>
            <a:r>
              <a:rPr lang="en-CA" sz="2800" spc="-1" dirty="0">
                <a:solidFill>
                  <a:srgbClr val="000000"/>
                </a:solidFill>
                <a:latin typeface="Calibri"/>
              </a:rPr>
              <a:t>laid its foundations,</a:t>
            </a:r>
          </a:p>
          <a:p>
            <a:pPr algn="ctr">
              <a:lnSpc>
                <a:spcPct val="100000"/>
              </a:lnSpc>
            </a:pPr>
            <a:r>
              <a:rPr lang="en-CA" sz="2800" b="0" strike="noStrike" spc="-1" dirty="0">
                <a:solidFill>
                  <a:srgbClr val="000000"/>
                </a:solidFill>
                <a:latin typeface="Calibri"/>
              </a:rPr>
              <a:t>And I will build your throne throughout all generations.’”</a:t>
            </a:r>
            <a:endParaRPr lang="en-CA" sz="2800" b="0" strike="noStrike" spc="-1" dirty="0">
              <a:latin typeface="Arial"/>
            </a:endParaRPr>
          </a:p>
        </p:txBody>
      </p:sp>
      <p:sp>
        <p:nvSpPr>
          <p:cNvPr id="45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CA" sz="1200" b="0" strike="noStrike" spc="-1">
                <a:solidFill>
                  <a:srgbClr val="8B8B8B"/>
                </a:solidFill>
                <a:latin typeface="Calibri"/>
              </a:rPr>
              <a:t>Copyright Standing Committee for the Publication of the Book of Praise, 2009, used by permission</a:t>
            </a:r>
            <a:endParaRPr lang="en-CA" sz="1200" b="0" strike="noStrike" spc="-1"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p15="http://schemas.microsoft.com/office/powerpoint/2012/main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DC755-CE5D-10BF-AFE2-DA9CAE566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>
            <a:extLst>
              <a:ext uri="{FF2B5EF4-FFF2-40B4-BE49-F238E27FC236}">
                <a16:creationId xmlns:a16="http://schemas.microsoft.com/office/drawing/2014/main" id="{DC0B2246-B09B-0B5B-4B9B-819A5F8E19AB}"/>
              </a:ext>
            </a:extLst>
          </p:cNvPr>
          <p:cNvSpPr/>
          <p:nvPr/>
        </p:nvSpPr>
        <p:spPr>
          <a:xfrm>
            <a:off x="0" y="1582560"/>
            <a:ext cx="12191760" cy="264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A" sz="2800" b="0" i="1" strike="noStrike" spc="-1">
                <a:solidFill>
                  <a:srgbClr val="000000"/>
                </a:solidFill>
                <a:latin typeface="Calibri"/>
              </a:rPr>
              <a:t>3. </a:t>
            </a: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O Lord, the heav’ns extol the wonders of your ways;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the holy ones in their assembly sing your praise.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Who in their mighty host compares with you in splendour?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They all before your throne to you their homage render.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O Lord who is like you? Who else has pow’r unbounded?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You are the mighty God by faithfulness surrounded.</a:t>
            </a:r>
            <a:endParaRPr lang="en-CA" sz="2800" b="0" strike="noStrike" spc="-1">
              <a:latin typeface="Arial"/>
            </a:endParaRPr>
          </a:p>
        </p:txBody>
      </p:sp>
      <p:sp>
        <p:nvSpPr>
          <p:cNvPr id="45" name="TextShape 2">
            <a:extLst>
              <a:ext uri="{FF2B5EF4-FFF2-40B4-BE49-F238E27FC236}">
                <a16:creationId xmlns:a16="http://schemas.microsoft.com/office/drawing/2014/main" id="{0C998E99-B5F2-9BAA-9E9B-33574ABE94F4}"/>
              </a:ext>
            </a:extLst>
          </p:cNvPr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CA" sz="1200" b="0" strike="noStrike" spc="-1">
                <a:solidFill>
                  <a:srgbClr val="8B8B8B"/>
                </a:solidFill>
                <a:latin typeface="Calibri"/>
              </a:rPr>
              <a:t>Copyright Standing Committee for the Publication of the Book of Praise, 2009, used by permission</a:t>
            </a:r>
            <a:endParaRPr lang="en-CA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26834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p15="http://schemas.microsoft.com/office/powerpoint/2012/main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ustomShape 1"/>
          <p:cNvSpPr/>
          <p:nvPr/>
        </p:nvSpPr>
        <p:spPr>
          <a:xfrm>
            <a:off x="0" y="1582560"/>
            <a:ext cx="12191760" cy="264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A" sz="2800" b="0" i="1" strike="noStrike" spc="-1">
                <a:solidFill>
                  <a:srgbClr val="000000"/>
                </a:solidFill>
                <a:latin typeface="Calibri"/>
              </a:rPr>
              <a:t>6. </a:t>
            </a: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Blest are the people who acclaim you as their King,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Who know the festal shout and of your mercy sing.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They walk in radiant light, before your face rejoicing;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The praises of your name they all day long keep voicing.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Your wondrous deeds they laud, your righteousness recalling;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They go their way with joy, your steadfast love extolling.</a:t>
            </a:r>
            <a:endParaRPr lang="en-CA" sz="2800" b="0" strike="noStrike" spc="-1">
              <a:latin typeface="Arial"/>
            </a:endParaRPr>
          </a:p>
        </p:txBody>
      </p:sp>
      <p:sp>
        <p:nvSpPr>
          <p:cNvPr id="47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CA" sz="1200" b="0" strike="noStrike" spc="-1">
                <a:solidFill>
                  <a:srgbClr val="8B8B8B"/>
                </a:solidFill>
                <a:latin typeface="Calibri"/>
              </a:rPr>
              <a:t>Copyright Standing Committee for the Publication of the Book of Praise, 2009, used by permission</a:t>
            </a:r>
            <a:endParaRPr lang="en-CA" sz="1200" b="0" strike="noStrike" spc="-1"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p15="http://schemas.microsoft.com/office/powerpoint/2012/main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ustomShape 1"/>
          <p:cNvSpPr/>
          <p:nvPr/>
        </p:nvSpPr>
        <p:spPr>
          <a:xfrm>
            <a:off x="0" y="1582560"/>
            <a:ext cx="12191760" cy="264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A" sz="2800" b="0" i="1" strike="noStrike" spc="-1">
                <a:solidFill>
                  <a:srgbClr val="000000"/>
                </a:solidFill>
                <a:latin typeface="Calibri"/>
              </a:rPr>
              <a:t>7. </a:t>
            </a: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You are our strength and glory, you exalt our horn.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And by your favor, Lord, our enemies we scorn.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To you belongs our shield, our king so great and glorious;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You, Lord, came to his aid and you made him victorious.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To you our praise we sing, to you we homage render;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O Isr’el’s Holy One our powerful Defender.</a:t>
            </a:r>
            <a:endParaRPr lang="en-CA" sz="2800" b="0" strike="noStrike" spc="-1">
              <a:latin typeface="Arial"/>
            </a:endParaRPr>
          </a:p>
        </p:txBody>
      </p:sp>
      <p:sp>
        <p:nvSpPr>
          <p:cNvPr id="49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CA" sz="1200" b="0" strike="noStrike" spc="-1">
                <a:solidFill>
                  <a:srgbClr val="8B8B8B"/>
                </a:solidFill>
                <a:latin typeface="Calibri"/>
              </a:rPr>
              <a:t>Copyright Standing Committee for the Publication of the Book of Praise, 2009, used by permission</a:t>
            </a:r>
            <a:endParaRPr lang="en-CA" sz="1200" b="0" strike="noStrike" spc="-1"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p15="http://schemas.microsoft.com/office/powerpoint/2012/main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5E9B6-786E-B9C8-5FC3-C92A50415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ustomShape 1">
            <a:extLst>
              <a:ext uri="{FF2B5EF4-FFF2-40B4-BE49-F238E27FC236}">
                <a16:creationId xmlns:a16="http://schemas.microsoft.com/office/drawing/2014/main" id="{52DCCBCE-6203-12B2-7038-63B572B8CA46}"/>
              </a:ext>
            </a:extLst>
          </p:cNvPr>
          <p:cNvSpPr/>
          <p:nvPr/>
        </p:nvSpPr>
        <p:spPr>
          <a:xfrm>
            <a:off x="0" y="1582560"/>
            <a:ext cx="12191760" cy="267620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A" sz="2800" i="1" spc="-1" dirty="0">
                <a:solidFill>
                  <a:srgbClr val="000000"/>
                </a:solidFill>
                <a:latin typeface="Calibri"/>
              </a:rPr>
              <a:t>13</a:t>
            </a:r>
            <a:r>
              <a:rPr lang="en-CA" sz="2800" b="0" i="1" strike="noStrike" spc="-1" dirty="0">
                <a:solidFill>
                  <a:srgbClr val="000000"/>
                </a:solidFill>
                <a:latin typeface="Calibri"/>
              </a:rPr>
              <a:t>. But your anointed one you in your wrath have spurned,</a:t>
            </a:r>
          </a:p>
          <a:p>
            <a:pPr algn="ctr">
              <a:lnSpc>
                <a:spcPct val="100000"/>
              </a:lnSpc>
            </a:pPr>
            <a:r>
              <a:rPr lang="en-CA" sz="2800" i="1" spc="-1" dirty="0">
                <a:solidFill>
                  <a:srgbClr val="000000"/>
                </a:solidFill>
                <a:latin typeface="Calibri"/>
              </a:rPr>
              <a:t>Him you have now cast off, a</a:t>
            </a:r>
            <a:r>
              <a:rPr lang="en-CA" sz="2800" b="0" i="1" strike="noStrike" spc="-1" dirty="0">
                <a:solidFill>
                  <a:srgbClr val="000000"/>
                </a:solidFill>
                <a:latin typeface="Calibri"/>
              </a:rPr>
              <a:t>gainst him you have turned.</a:t>
            </a:r>
          </a:p>
          <a:p>
            <a:pPr algn="ctr">
              <a:lnSpc>
                <a:spcPct val="100000"/>
              </a:lnSpc>
            </a:pPr>
            <a:r>
              <a:rPr lang="en-CA" sz="2800" i="1" spc="-1" dirty="0">
                <a:solidFill>
                  <a:srgbClr val="000000"/>
                </a:solidFill>
                <a:latin typeface="Calibri"/>
              </a:rPr>
              <a:t>The </a:t>
            </a:r>
            <a:r>
              <a:rPr lang="en-CA" sz="2800" i="1" spc="-1" dirty="0" err="1">
                <a:solidFill>
                  <a:srgbClr val="000000"/>
                </a:solidFill>
                <a:latin typeface="Calibri"/>
              </a:rPr>
              <a:t>cov’nant</a:t>
            </a:r>
            <a:r>
              <a:rPr lang="en-CA" sz="2800" i="1" spc="-1" dirty="0">
                <a:solidFill>
                  <a:srgbClr val="000000"/>
                </a:solidFill>
                <a:latin typeface="Calibri"/>
              </a:rPr>
              <a:t> made with him you have repudiated;</a:t>
            </a:r>
          </a:p>
          <a:p>
            <a:pPr algn="ctr">
              <a:lnSpc>
                <a:spcPct val="100000"/>
              </a:lnSpc>
            </a:pPr>
            <a:r>
              <a:rPr lang="en-CA" sz="2800" b="0" i="1" strike="noStrike" spc="-1" dirty="0">
                <a:solidFill>
                  <a:srgbClr val="000000"/>
                </a:solidFill>
                <a:latin typeface="Calibri"/>
              </a:rPr>
              <a:t>His crown lies in the dust, d</a:t>
            </a:r>
            <a:r>
              <a:rPr lang="en-CA" sz="2800" i="1" spc="-1" dirty="0">
                <a:solidFill>
                  <a:srgbClr val="000000"/>
                </a:solidFill>
                <a:latin typeface="Calibri"/>
              </a:rPr>
              <a:t>efiled and violated.</a:t>
            </a:r>
          </a:p>
          <a:p>
            <a:pPr algn="ctr">
              <a:lnSpc>
                <a:spcPct val="100000"/>
              </a:lnSpc>
            </a:pPr>
            <a:r>
              <a:rPr lang="en-CA" sz="2800" b="0" i="1" strike="noStrike" spc="-1" dirty="0">
                <a:solidFill>
                  <a:srgbClr val="000000"/>
                </a:solidFill>
                <a:latin typeface="Calibri"/>
              </a:rPr>
              <a:t>Lord, you have breached his walls, brought widespread devast</a:t>
            </a:r>
            <a:r>
              <a:rPr lang="en-CA" sz="2800" i="1" spc="-1" dirty="0">
                <a:solidFill>
                  <a:srgbClr val="000000"/>
                </a:solidFill>
                <a:latin typeface="Calibri"/>
              </a:rPr>
              <a:t>ation,</a:t>
            </a:r>
          </a:p>
          <a:p>
            <a:pPr algn="ctr">
              <a:lnSpc>
                <a:spcPct val="100000"/>
              </a:lnSpc>
            </a:pPr>
            <a:r>
              <a:rPr lang="en-CA" sz="2800" b="0" i="1" strike="noStrike" spc="-1" dirty="0">
                <a:solidFill>
                  <a:srgbClr val="000000"/>
                </a:solidFill>
                <a:latin typeface="Calibri"/>
              </a:rPr>
              <a:t>Reduced his citadels to scenes </a:t>
            </a:r>
            <a:r>
              <a:rPr lang="en-CA" sz="2800" b="0" i="1" strike="noStrike" spc="-1" dirty="0" err="1">
                <a:solidFill>
                  <a:srgbClr val="000000"/>
                </a:solidFill>
                <a:latin typeface="Calibri"/>
              </a:rPr>
              <a:t>ofdesolation</a:t>
            </a:r>
            <a:r>
              <a:rPr lang="en-CA" sz="2800" b="0" i="1" strike="noStrike" spc="-1" dirty="0">
                <a:solidFill>
                  <a:srgbClr val="000000"/>
                </a:solidFill>
                <a:latin typeface="Calibri"/>
              </a:rPr>
              <a:t>. </a:t>
            </a:r>
            <a:endParaRPr lang="en-CA" sz="2800" b="0" strike="noStrike" spc="-1" dirty="0">
              <a:latin typeface="Arial"/>
            </a:endParaRPr>
          </a:p>
        </p:txBody>
      </p:sp>
      <p:sp>
        <p:nvSpPr>
          <p:cNvPr id="49" name="TextShape 2">
            <a:extLst>
              <a:ext uri="{FF2B5EF4-FFF2-40B4-BE49-F238E27FC236}">
                <a16:creationId xmlns:a16="http://schemas.microsoft.com/office/drawing/2014/main" id="{4291B9BD-54E0-9463-2451-3131267AF241}"/>
              </a:ext>
            </a:extLst>
          </p:cNvPr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CA" sz="1200" b="0" strike="noStrike" spc="-1">
                <a:solidFill>
                  <a:srgbClr val="8B8B8B"/>
                </a:solidFill>
                <a:latin typeface="Calibri"/>
              </a:rPr>
              <a:t>Copyright Standing Committee for the Publication of the Book of Praise, 2009, used by permission</a:t>
            </a:r>
            <a:endParaRPr lang="en-CA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88264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p15="http://schemas.microsoft.com/office/powerpoint/2012/main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07C49-3E6D-1B9E-550B-079B36720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ustomShape 1">
            <a:extLst>
              <a:ext uri="{FF2B5EF4-FFF2-40B4-BE49-F238E27FC236}">
                <a16:creationId xmlns:a16="http://schemas.microsoft.com/office/drawing/2014/main" id="{581D4DA5-E4DE-67AB-D1EB-B313ECFCA7F3}"/>
              </a:ext>
            </a:extLst>
          </p:cNvPr>
          <p:cNvSpPr/>
          <p:nvPr/>
        </p:nvSpPr>
        <p:spPr>
          <a:xfrm>
            <a:off x="0" y="1582560"/>
            <a:ext cx="12191760" cy="267620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A" sz="2800" i="1" spc="-1" dirty="0">
                <a:solidFill>
                  <a:srgbClr val="000000"/>
                </a:solidFill>
                <a:latin typeface="Calibri"/>
              </a:rPr>
              <a:t>15</a:t>
            </a:r>
            <a:r>
              <a:rPr lang="en-CA" sz="2800" b="0" i="1" strike="noStrike" spc="-1" dirty="0">
                <a:solidFill>
                  <a:srgbClr val="000000"/>
                </a:solidFill>
                <a:latin typeface="Calibri"/>
              </a:rPr>
              <a:t>. O Lord, you have removed the scepter from his hand,</a:t>
            </a:r>
          </a:p>
          <a:p>
            <a:pPr algn="ctr">
              <a:lnSpc>
                <a:spcPct val="100000"/>
              </a:lnSpc>
            </a:pPr>
            <a:r>
              <a:rPr lang="en-CA" sz="2800" i="1" spc="-1" dirty="0">
                <a:solidFill>
                  <a:srgbClr val="000000"/>
                </a:solidFill>
                <a:latin typeface="Calibri"/>
              </a:rPr>
              <a:t>Cast to the ground his throne, him from your presence banned,</a:t>
            </a:r>
          </a:p>
          <a:p>
            <a:pPr algn="ctr">
              <a:lnSpc>
                <a:spcPct val="100000"/>
              </a:lnSpc>
            </a:pPr>
            <a:r>
              <a:rPr lang="en-CA" sz="2800" b="0" i="1" strike="noStrike" spc="-1" dirty="0">
                <a:solidFill>
                  <a:srgbClr val="000000"/>
                </a:solidFill>
                <a:latin typeface="Calibri"/>
              </a:rPr>
              <a:t>You have cut short his youth, his vigor you have taken,</a:t>
            </a:r>
          </a:p>
          <a:p>
            <a:pPr algn="ctr">
              <a:lnSpc>
                <a:spcPct val="100000"/>
              </a:lnSpc>
            </a:pPr>
            <a:r>
              <a:rPr lang="en-CA" sz="2800" i="1" spc="-1" dirty="0">
                <a:solidFill>
                  <a:srgbClr val="000000"/>
                </a:solidFill>
                <a:latin typeface="Calibri"/>
              </a:rPr>
              <a:t>Enveloped him in shame, and left him all forsaken.</a:t>
            </a:r>
          </a:p>
          <a:p>
            <a:pPr algn="ctr">
              <a:lnSpc>
                <a:spcPct val="100000"/>
              </a:lnSpc>
            </a:pPr>
            <a:r>
              <a:rPr lang="en-CA" sz="2800" b="0" i="1" strike="noStrike" spc="-1" dirty="0">
                <a:solidFill>
                  <a:srgbClr val="000000"/>
                </a:solidFill>
                <a:latin typeface="Calibri"/>
              </a:rPr>
              <a:t>How long, O lord? How long will you from him be hiding?</a:t>
            </a:r>
          </a:p>
          <a:p>
            <a:pPr algn="ctr">
              <a:lnSpc>
                <a:spcPct val="100000"/>
              </a:lnSpc>
            </a:pPr>
            <a:r>
              <a:rPr lang="en-CA" sz="2800" i="1" spc="-1" dirty="0">
                <a:solidFill>
                  <a:srgbClr val="000000"/>
                </a:solidFill>
                <a:latin typeface="Calibri"/>
              </a:rPr>
              <a:t>How long before your blazing wrath will be subsiding?</a:t>
            </a:r>
            <a:endParaRPr lang="en-CA" sz="2800" b="0" strike="noStrike" spc="-1" dirty="0">
              <a:latin typeface="Arial"/>
            </a:endParaRPr>
          </a:p>
        </p:txBody>
      </p:sp>
      <p:sp>
        <p:nvSpPr>
          <p:cNvPr id="49" name="TextShape 2">
            <a:extLst>
              <a:ext uri="{FF2B5EF4-FFF2-40B4-BE49-F238E27FC236}">
                <a16:creationId xmlns:a16="http://schemas.microsoft.com/office/drawing/2014/main" id="{00295B71-2B7D-B077-243F-2CB43D66BCAF}"/>
              </a:ext>
            </a:extLst>
          </p:cNvPr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CA" sz="1200" b="0" strike="noStrike" spc="-1">
                <a:solidFill>
                  <a:srgbClr val="8B8B8B"/>
                </a:solidFill>
                <a:latin typeface="Calibri"/>
              </a:rPr>
              <a:t>Copyright Standing Committee for the Publication of the Book of Praise, 2009, used by permission</a:t>
            </a:r>
            <a:endParaRPr lang="en-CA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15188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p15="http://schemas.microsoft.com/office/powerpoint/2012/main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32E9C-44E6-8198-ECC9-9DF9319C7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ustomShape 1">
            <a:extLst>
              <a:ext uri="{FF2B5EF4-FFF2-40B4-BE49-F238E27FC236}">
                <a16:creationId xmlns:a16="http://schemas.microsoft.com/office/drawing/2014/main" id="{C8FD95CF-E5A2-95EF-FE67-1E9FC1DAD488}"/>
              </a:ext>
            </a:extLst>
          </p:cNvPr>
          <p:cNvSpPr/>
          <p:nvPr/>
        </p:nvSpPr>
        <p:spPr>
          <a:xfrm>
            <a:off x="0" y="1582560"/>
            <a:ext cx="12191760" cy="267620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A" sz="2800" b="0" i="1" strike="noStrike" spc="-1" dirty="0">
                <a:solidFill>
                  <a:srgbClr val="000000"/>
                </a:solidFill>
                <a:latin typeface="Calibri"/>
              </a:rPr>
              <a:t>16. </a:t>
            </a:r>
            <a:r>
              <a:rPr lang="en-CA" sz="2800" i="1" spc="-1" dirty="0">
                <a:solidFill>
                  <a:srgbClr val="000000"/>
                </a:solidFill>
                <a:latin typeface="Calibri"/>
              </a:rPr>
              <a:t>Remember, Lord, my life, its brief and fleeting span.</a:t>
            </a:r>
          </a:p>
          <a:p>
            <a:pPr algn="ctr">
              <a:lnSpc>
                <a:spcPct val="100000"/>
              </a:lnSpc>
            </a:pPr>
            <a:r>
              <a:rPr lang="en-CA" sz="2800" b="0" i="1" strike="noStrike" spc="-1" dirty="0">
                <a:solidFill>
                  <a:srgbClr val="000000"/>
                </a:solidFill>
                <a:latin typeface="Calibri"/>
              </a:rPr>
              <a:t>O for what vanity have you created man</a:t>
            </a:r>
            <a:r>
              <a:rPr lang="en-CA" sz="2800" i="1" spc="-1" dirty="0">
                <a:solidFill>
                  <a:srgbClr val="000000"/>
                </a:solidFill>
                <a:latin typeface="Calibri"/>
              </a:rPr>
              <a:t>!</a:t>
            </a:r>
          </a:p>
          <a:p>
            <a:pPr algn="ctr">
              <a:lnSpc>
                <a:spcPct val="100000"/>
              </a:lnSpc>
            </a:pPr>
            <a:r>
              <a:rPr lang="en-CA" sz="2800" b="0" i="1" strike="noStrike" spc="-1" dirty="0">
                <a:solidFill>
                  <a:srgbClr val="000000"/>
                </a:solidFill>
                <a:latin typeface="Calibri"/>
              </a:rPr>
              <a:t>For who can live and see the light of day forever?</a:t>
            </a:r>
          </a:p>
          <a:p>
            <a:pPr algn="ctr">
              <a:lnSpc>
                <a:spcPct val="100000"/>
              </a:lnSpc>
            </a:pPr>
            <a:r>
              <a:rPr lang="en-CA" sz="2800" i="1" spc="-1" dirty="0">
                <a:solidFill>
                  <a:srgbClr val="000000"/>
                </a:solidFill>
                <a:latin typeface="Calibri"/>
              </a:rPr>
              <a:t>Who can outwit the grave and meet its terrors never?</a:t>
            </a:r>
          </a:p>
          <a:p>
            <a:pPr algn="ctr">
              <a:lnSpc>
                <a:spcPct val="100000"/>
              </a:lnSpc>
            </a:pPr>
            <a:r>
              <a:rPr lang="en-CA" sz="2800" b="0" i="1" strike="noStrike" spc="-1" dirty="0">
                <a:solidFill>
                  <a:srgbClr val="000000"/>
                </a:solidFill>
                <a:latin typeface="Calibri"/>
              </a:rPr>
              <a:t>Lord, where is now you</a:t>
            </a:r>
            <a:r>
              <a:rPr lang="en-CA" sz="2800" i="1" spc="-1" dirty="0">
                <a:solidFill>
                  <a:srgbClr val="000000"/>
                </a:solidFill>
                <a:latin typeface="Calibri"/>
              </a:rPr>
              <a:t>r love? Why has it waned and wavered?</a:t>
            </a:r>
          </a:p>
          <a:p>
            <a:pPr algn="ctr">
              <a:lnSpc>
                <a:spcPct val="100000"/>
              </a:lnSpc>
            </a:pPr>
            <a:r>
              <a:rPr lang="en-CA" sz="2800" b="0" i="1" strike="noStrike" spc="-1" dirty="0">
                <a:solidFill>
                  <a:srgbClr val="000000"/>
                </a:solidFill>
                <a:latin typeface="Calibri"/>
              </a:rPr>
              <a:t>Where is the faithfulness that once you swore to David? </a:t>
            </a:r>
            <a:endParaRPr lang="en-CA" sz="2800" b="0" strike="noStrike" spc="-1" dirty="0">
              <a:latin typeface="Arial"/>
            </a:endParaRPr>
          </a:p>
        </p:txBody>
      </p:sp>
      <p:sp>
        <p:nvSpPr>
          <p:cNvPr id="49" name="TextShape 2">
            <a:extLst>
              <a:ext uri="{FF2B5EF4-FFF2-40B4-BE49-F238E27FC236}">
                <a16:creationId xmlns:a16="http://schemas.microsoft.com/office/drawing/2014/main" id="{6506C64A-8A28-F190-D927-626F6B820558}"/>
              </a:ext>
            </a:extLst>
          </p:cNvPr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CA" sz="1200" b="0" strike="noStrike" spc="-1">
                <a:solidFill>
                  <a:srgbClr val="8B8B8B"/>
                </a:solidFill>
                <a:latin typeface="Calibri"/>
              </a:rPr>
              <a:t>Copyright Standing Committee for the Publication of the Book of Praise, 2009, used by permission</a:t>
            </a:r>
            <a:endParaRPr lang="en-CA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02373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p15="http://schemas.microsoft.com/office/powerpoint/2012/main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699</Words>
  <Application>Microsoft Office PowerPoint</Application>
  <PresentationFormat>Widescreen</PresentationFormat>
  <Paragraphs>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#89A I Will Forever Sing</dc:title>
  <dc:subject/>
  <dc:creator>Eric Hoogendoorn</dc:creator>
  <dc:description/>
  <cp:lastModifiedBy>Neil Tuininga</cp:lastModifiedBy>
  <cp:revision>8</cp:revision>
  <dcterms:created xsi:type="dcterms:W3CDTF">2020-04-25T02:44:40Z</dcterms:created>
  <dcterms:modified xsi:type="dcterms:W3CDTF">2025-09-28T02:23:52Z</dcterms:modified>
  <dc:language>en-CA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3</vt:i4>
  </property>
</Properties>
</file>