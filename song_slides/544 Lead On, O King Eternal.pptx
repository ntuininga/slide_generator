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0" r:id="rId2"/>
    <p:sldId id="411" r:id="rId3"/>
    <p:sldId id="41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A52E-2626-4846-86C3-BAFE92FB7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BB7F4-0F0C-46E1-BFF2-F36F35CBE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DAA5A-1C5B-49AA-8A02-C40DA0EA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6AC57-CDA9-4E92-B28D-49454CA9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927F4-BF29-4700-96BD-BB64A147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1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D4C07-F674-4E02-A61D-ACA31A70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76A46-89A1-4312-B48F-95CFC2BE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E24A5-ECB2-4F68-BC46-DA442A28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BFD0C-A754-4605-BB4F-978689B7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52520-AB99-4A31-97CC-994F7EA0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1A58-BCBD-406F-B8D9-F255D0BCE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C4E60-5934-400A-9491-2B20420EB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811A2-8BE6-49CC-A219-86907D9DB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AD79-5BF6-448D-AC3F-F9B51A7FB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8C0FF-2F80-4E35-BA93-6EB7EDF9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19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810B-FC81-4FD0-B249-899297D4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10137-2332-4494-B86B-F363D2775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1CC31-0868-4789-834F-62AB94F48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57B77-EC89-449B-A4A6-BC4EFA348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6FB9C-8218-4559-960C-1FAD7085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150BA-3BA0-4092-BD0B-213D257A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9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D1EB7-6045-4AF8-98A5-72CA94F4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AEE68-1098-4689-927E-83DB9FD16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E1A47-AAE8-402F-82D2-3AC94AB50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67D88-D5B8-40E4-B672-045B4416E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6D649-4C97-4A07-BA7C-216D89853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BB5DB2-CD85-4B02-8CCD-7CED19F5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33295-89CD-415D-9FA3-490358F1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48E5A-775D-442C-9EC9-06B77552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47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F499C-CED9-4D7E-AEB3-ECFC331C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71B5C-D9B5-4861-9D7D-483A5A321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CEFA1-5566-4703-96EF-C2319C9E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3CEF6-CC56-441A-972A-0C379FD2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2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5B7C9-91F2-4885-A48F-963DFA10E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FDD544-437A-4987-BA12-E0C479ED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D55CD-1478-4330-9789-D7DC8CEA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3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5E9A-D22E-4032-858F-2D2789938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29B7-FE87-4E99-B243-440207CFA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2069D-E1C7-42A1-AD4D-6E3EDCB94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2F8EE-4F8F-42F9-BDD2-5B34BD42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09DF0-AD87-4C29-8DDA-77BE7CC5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3724D-DBEC-45E5-B7BC-2427457B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4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BA18-FCBA-4382-B976-9EFE640B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2F5C2-C785-4996-911A-3A4989CB3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3DE6B-B7C0-4E3F-AD5A-AF3A09321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1694E-946B-429C-B62C-20072861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86F15-FE2F-4F55-B879-5B720DD6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EF15A-17E4-4D69-B847-4123E44B7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44CA-3CF5-4D40-BD3A-A9A2F1D2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8E9E2-4E24-44B7-B01B-65A69F3BC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79FF7-E351-4E28-AC61-12BE051E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89019-B302-4984-8A4E-C2815D70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AA50A-B178-4FFF-A252-A00E07AE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3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1B45D-5A0D-476A-BF5F-266F75C0E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0AA0-5FBA-4B02-8041-AAF722AC2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18209-19A5-40A8-A643-6D9D01E7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78750-2B73-4012-AB52-66CFD62C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46C3C-3739-480E-AF24-4E67B539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02065-8B72-4B4A-BE1A-F77CC94A4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33067-7561-4F4D-ACED-89B8A7F86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B59A-8F04-437D-97D2-5E4BEC122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E617C3-579D-4893-8C24-210EA80A4827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9EB6D-B8A1-48FE-B011-73C374DA5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B99A9-1042-4C7F-AB46-E8B9AEF5D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2F779-2F98-4A6D-8602-F77C49DEE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5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#544 Lead On, O King Eternal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Lead on, O King eternal,</a:t>
            </a:r>
            <a:br>
              <a:rPr lang="en-US" sz="2800" dirty="0"/>
            </a:br>
            <a:r>
              <a:rPr lang="en-US" sz="2800" dirty="0"/>
              <a:t>the day of march has come;</a:t>
            </a:r>
            <a:br>
              <a:rPr lang="en-US" sz="2800" dirty="0"/>
            </a:br>
            <a:r>
              <a:rPr lang="en-US" sz="2800" dirty="0"/>
              <a:t>henceforth in fields of conquest</a:t>
            </a:r>
            <a:br>
              <a:rPr lang="en-US" sz="2800" dirty="0"/>
            </a:br>
            <a:r>
              <a:rPr lang="en-US" sz="2800" dirty="0"/>
              <a:t>thy tents shall be our home:</a:t>
            </a:r>
            <a:br>
              <a:rPr lang="en-US" sz="2800" dirty="0"/>
            </a:br>
            <a:r>
              <a:rPr lang="en-US" sz="2800" dirty="0"/>
              <a:t>through days of preparation</a:t>
            </a:r>
            <a:br>
              <a:rPr lang="en-US" sz="2800" dirty="0"/>
            </a:br>
            <a:r>
              <a:rPr lang="en-US" sz="2800" dirty="0"/>
              <a:t>thy grace has made us strong,</a:t>
            </a:r>
            <a:br>
              <a:rPr lang="en-US" sz="2800" dirty="0"/>
            </a:br>
            <a:r>
              <a:rPr lang="en-US" sz="2800" dirty="0"/>
              <a:t>and now, O King eternal,</a:t>
            </a:r>
            <a:br>
              <a:rPr lang="en-US" sz="2800" dirty="0"/>
            </a:br>
            <a:r>
              <a:rPr lang="en-US" sz="2800" dirty="0"/>
              <a:t>we lift our battle song.</a:t>
            </a:r>
            <a:endParaRPr kumimoji="0" lang="en-CA" sz="2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A5D1E-7FC9-4AEF-8148-16EF4D87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81523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Lead on, O King eternal,</a:t>
            </a:r>
            <a:br>
              <a:rPr lang="en-US" sz="2800" dirty="0"/>
            </a:br>
            <a:r>
              <a:rPr lang="en-US" sz="2800" dirty="0"/>
              <a:t>till sin's fierce war shall cease,</a:t>
            </a:r>
            <a:br>
              <a:rPr lang="en-US" sz="2800" dirty="0"/>
            </a:br>
            <a:r>
              <a:rPr lang="en-US" sz="2800" dirty="0"/>
              <a:t>and holiness shall whisper</a:t>
            </a:r>
            <a:br>
              <a:rPr lang="en-US" sz="2800" dirty="0"/>
            </a:br>
            <a:r>
              <a:rPr lang="en-US" sz="2800" dirty="0"/>
              <a:t>the sweet amen of peace;</a:t>
            </a:r>
            <a:br>
              <a:rPr lang="en-US" sz="2800" dirty="0"/>
            </a:br>
            <a:r>
              <a:rPr lang="en-US" sz="2800" dirty="0"/>
              <a:t>for not with swords' loud clashing</a:t>
            </a:r>
            <a:br>
              <a:rPr lang="en-US" sz="2800" dirty="0"/>
            </a:br>
            <a:r>
              <a:rPr lang="en-US" sz="2800" dirty="0"/>
              <a:t>nor roll of stirring drums,</a:t>
            </a:r>
            <a:br>
              <a:rPr lang="en-US" sz="2800" dirty="0"/>
            </a:br>
            <a:r>
              <a:rPr lang="en-US" sz="2800" dirty="0"/>
              <a:t>but deeds of love and mercy,</a:t>
            </a:r>
            <a:br>
              <a:rPr lang="en-US" sz="2800" dirty="0"/>
            </a:br>
            <a:r>
              <a:rPr lang="en-US" sz="2800" dirty="0"/>
              <a:t>the </a:t>
            </a:r>
            <a:r>
              <a:rPr lang="en-US" sz="2800" dirty="0" err="1"/>
              <a:t>heav'nly</a:t>
            </a:r>
            <a:r>
              <a:rPr lang="en-US" sz="2800" dirty="0"/>
              <a:t> kingdom comes.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5219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Lead on, O King eternal:</a:t>
            </a:r>
            <a:br>
              <a:rPr lang="en-US" sz="2800" dirty="0"/>
            </a:br>
            <a:r>
              <a:rPr lang="en-US" sz="2800" dirty="0"/>
              <a:t>we follow, not with fears,</a:t>
            </a:r>
            <a:br>
              <a:rPr lang="en-US" sz="2800" dirty="0"/>
            </a:br>
            <a:r>
              <a:rPr lang="en-US" sz="2800" dirty="0"/>
              <a:t>for gladness breaks like morning</a:t>
            </a:r>
            <a:br>
              <a:rPr lang="en-US" sz="2800" dirty="0"/>
            </a:br>
            <a:r>
              <a:rPr lang="en-US" sz="2800" dirty="0" err="1"/>
              <a:t>where'er</a:t>
            </a:r>
            <a:r>
              <a:rPr lang="en-US" sz="2800" dirty="0"/>
              <a:t> thy face appears;</a:t>
            </a:r>
            <a:br>
              <a:rPr lang="en-US" sz="2800" dirty="0"/>
            </a:br>
            <a:r>
              <a:rPr lang="en-US" sz="2800" dirty="0"/>
              <a:t>thy cross is lifted o'er us;</a:t>
            </a:r>
            <a:br>
              <a:rPr lang="en-US" sz="2800" dirty="0"/>
            </a:br>
            <a:r>
              <a:rPr lang="en-US" sz="2800" dirty="0"/>
              <a:t>we journey in its light:</a:t>
            </a:r>
            <a:br>
              <a:rPr lang="en-US" sz="2800" dirty="0"/>
            </a:br>
            <a:r>
              <a:rPr lang="en-US" sz="2800" dirty="0"/>
              <a:t>the crown awaits the conquest;</a:t>
            </a:r>
            <a:br>
              <a:rPr lang="en-US" sz="2800" dirty="0"/>
            </a:br>
            <a:r>
              <a:rPr lang="en-US" sz="2800" dirty="0"/>
              <a:t>lead on, O God of might.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8F903-8F50-42D4-80C5-99461A31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6807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#544 Lead On, O King Eternal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#544 Lead On, O King Eternal</dc:title>
  <dc:creator>Eric Hoogendoorn</dc:creator>
  <cp:lastModifiedBy>Eric Hoogendoorn</cp:lastModifiedBy>
  <cp:revision>1</cp:revision>
  <dcterms:created xsi:type="dcterms:W3CDTF">2020-12-29T23:41:09Z</dcterms:created>
  <dcterms:modified xsi:type="dcterms:W3CDTF">2020-12-29T23:41:29Z</dcterms:modified>
</cp:coreProperties>
</file>