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784900AC-D6C6-4930-B1A3-A352246B340F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8/5/23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E3C2097-146F-4E44-A9A4-BDB6165EC09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0" y="808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#113B Praise God, O Servants of the LORD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0" y="1978560"/>
            <a:ext cx="1219176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1.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Praise God, O servants of the Lord,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praise, praise, his name with one accord;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bless the Lord, his name adore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this time forth forevermore,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this time forth forevermore.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3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1582560"/>
            <a:ext cx="1219176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2.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rising unto setting sun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praised by the Lord, the Mighty One;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 rules all nations by his might,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above the heavens in glory bright,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above the heavens in glory bright.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1582560"/>
            <a:ext cx="1219176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3.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 whom but God can we rely,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Lord our God who reigns on high,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who condescends to see and know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things of heaven and earth below?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things of heaven and earth below?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1582560"/>
            <a:ext cx="1219176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4.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dust he lifts the needy one,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ashes raises those bowed down.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 seats them by his mighty hand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among the princes of the land,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among the princes of the land.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0" y="1582560"/>
            <a:ext cx="12191760" cy="22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5.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God gives a home to barren ones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blesses them with holy sons.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 gives the joy of motherhood.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Sing hallelujah! God is good!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Sing hallelujah! God is good!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51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LibreOffice/7.0.4.2$Linux_X86_64 LibreOffice_project/00$Build-2</Application>
  <AppVersion>15.0000</AppVersion>
  <Words>275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2020-06-19T22:40:45Z</dcterms:created>
  <dc:creator>Eric Hoogendoorn</dc:creator>
  <dc:description/>
  <dc:language>en-CA</dc:language>
  <cp:lastModifiedBy/>
  <dcterms:modified xsi:type="dcterms:W3CDTF">2023-08-05T17:51:01Z</dcterms:modified>
  <cp:revision>2</cp:revision>
  <dc:subject/>
  <dc:title>#113B Praise God, O Servants of the LORD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