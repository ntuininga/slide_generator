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387" r:id="rId3"/>
    <p:sldId id="389" r:id="rId4"/>
    <p:sldId id="39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3614-5A44-4B12-8611-647937BDE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78B82-50EF-47B3-8A2C-7E31F6FF9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6D96D-559C-4065-BE9C-BCE9B268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9BA73-7C15-45DE-9883-D2DEA60A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8112C-4124-448F-A249-6C8712FB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1505-CC07-4246-88A2-3C01F3236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F5BEC-F89E-4743-BDAB-0BA6224BC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BC43C-D624-476D-AD06-0F9DE423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890AD-CDD5-466B-9E65-790C4886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6444F-F726-4D6A-9A77-52D97F36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6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A4F25-D53D-4B6B-9FA8-295B544B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4B376-C976-45CB-A737-11C46E5DC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AE751-2137-4541-9BC3-86333D38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A1025-0861-4FBF-AAD8-0B6F8AF39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093E0-8957-48E3-AC24-9D233159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98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6DD09-DC36-478D-B9D4-FA64C6577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AD9E-1F69-41C3-8AAB-65D2EA283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F735F-01AB-4877-B7F3-E7BF5F936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E88BD-CF02-445C-8933-D7FF06A4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632F7-5AF1-4125-B680-37345C56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6C9BB-8AB6-49FA-AD9F-16FA32AB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6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95DD-9D0B-429A-931E-CF711492D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7976A-26BF-4C33-BADA-8CC8A8568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7C561-2CB7-4931-AA23-007AAE590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F9A54-C843-4C58-9450-5FBE0F39E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E64E6-C797-4EF1-94AC-6E739C027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28B402-EA1E-43BA-A3E5-038926B5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5221A-0C65-4CD6-804F-D0D7CE09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6FD4E-5948-457D-8057-757EDC09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9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8EE2-0FDA-4004-B89C-4720E699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EBB0B-D5B4-45D5-9322-6BC14C88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B97EA-60E7-4192-8732-17949C74C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EBA3E-609F-43B5-A612-B598F016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5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B70B3E-1AAA-4AD3-815A-A5D14BAF1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D7FCF-9764-41A7-A311-F02F4330B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8B0FD-90EF-4926-9D51-00162FE7E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63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B040-4FBD-453E-A68E-2F56540F7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8BDE8-7FA7-471F-AF5B-5868B060E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DE166-F47D-4252-8545-8E3D473E3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79059-2046-4A71-B9B6-11CAEC7A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5D8E5-D4C7-4A3B-AED1-F9CF32106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61431-7276-4139-AEA7-D948909D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79832-ECB7-4DCC-8BFD-716BFBED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32B54-7BFC-430D-969B-7AA4D266D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56069-5C74-4F1A-8987-31D4E2464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A2767-BBF6-408D-AE94-B7FB2310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190FB-9AD8-47B7-83C6-6B335349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A4D69-2D4A-4FCB-9909-B549F1A5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9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C7E8-D678-4281-AD52-AE313992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95530-8BEA-42EC-9BBA-42FBC4ECF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24A8-D30D-4243-B619-280B26B47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2D6B9-0B4B-4504-A743-33DD1922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9C432-4210-4343-996B-D05EC2AE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78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700EA-A2B7-4D32-BF65-2CBAB690D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87DAC-5485-472E-A559-617F73BC1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3EE17-A6E3-432D-AB28-23538609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141BD-F61C-48A5-A047-83EF8529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DA2A7-3F94-4160-9650-C62B6348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5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5C259-51B5-42EB-AF54-CB80401A6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70E9E-4D28-4750-9797-09B2F67F1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D001C-B4ED-4C3E-A2D5-B27558C67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66F00-B0A8-4E67-8DDD-4F949B8B86D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67EA4-37EA-42E6-8253-98FF539D7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ED3CE-6DD7-4CFA-8E02-E70BFD3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09A2-9CC2-4F1F-938D-E3DF1EA1C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3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#229 Holy God, We Praise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>
                <a:solidFill>
                  <a:prstClr val="black"/>
                </a:solidFill>
              </a:rPr>
              <a:t>Holy God, we praise your name;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Lord of all, we bow before you;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all on earth your scepter claim,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all in 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heav’n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above adore you.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Infinite your vast domain,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everlasting is your reign.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CE020A-0256-4207-B3CA-AC0F29B6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3E2FA3-A7A3-4E26-823F-C41ABAE4C93E}"/>
              </a:ext>
            </a:extLst>
          </p:cNvPr>
          <p:cNvSpPr txBox="1"/>
          <p:nvPr/>
        </p:nvSpPr>
        <p:spPr>
          <a:xfrm>
            <a:off x="1566862" y="1581150"/>
            <a:ext cx="90582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2. Hark, the loud celestial hymn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angel choirs above are raising;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cherubim and seraphim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in unceasing chorus praising,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fill the </a:t>
            </a:r>
            <a:r>
              <a:rPr lang="en-US" sz="2800" dirty="0" err="1">
                <a:solidFill>
                  <a:prstClr val="black"/>
                </a:solidFill>
              </a:rPr>
              <a:t>heav’ns</a:t>
            </a:r>
            <a:r>
              <a:rPr lang="en-US" sz="2800" dirty="0">
                <a:solidFill>
                  <a:prstClr val="black"/>
                </a:solidFill>
              </a:rPr>
              <a:t> with sweet accord</a:t>
            </a:r>
            <a:r>
              <a:rPr lang="en-CA" sz="2800" dirty="0">
                <a:solidFill>
                  <a:prstClr val="black"/>
                </a:solidFill>
              </a:rPr>
              <a:t>: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“Holy, holy, holy Lord.”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99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BE149-B522-460F-92E9-124CBB09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22196-5C34-44B2-B007-C9AB82AAE50D}"/>
              </a:ext>
            </a:extLst>
          </p:cNvPr>
          <p:cNvSpPr txBox="1"/>
          <p:nvPr/>
        </p:nvSpPr>
        <p:spPr>
          <a:xfrm>
            <a:off x="1990725" y="1533524"/>
            <a:ext cx="82105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3. Lo! The apostolic train</a:t>
            </a:r>
          </a:p>
          <a:p>
            <a:pPr algn="ctr"/>
            <a:r>
              <a:rPr lang="en-US" sz="2800" dirty="0"/>
              <a:t>join your sacred name to hallow;</a:t>
            </a:r>
          </a:p>
          <a:p>
            <a:pPr algn="ctr"/>
            <a:r>
              <a:rPr lang="en-US" sz="2800" dirty="0"/>
              <a:t>prophets swell the glad refrain,</a:t>
            </a:r>
          </a:p>
          <a:p>
            <a:pPr algn="ctr"/>
            <a:r>
              <a:rPr lang="en-US" sz="2800" dirty="0"/>
              <a:t>and the white-robed martyrs follow;</a:t>
            </a:r>
          </a:p>
          <a:p>
            <a:pPr algn="ctr"/>
            <a:r>
              <a:rPr lang="en-US" sz="2800" dirty="0"/>
              <a:t>and from morn to set of sun,</a:t>
            </a:r>
          </a:p>
          <a:p>
            <a:pPr algn="ctr"/>
            <a:r>
              <a:rPr lang="en-US" sz="2800" dirty="0"/>
              <a:t>through the church the song goes on.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875494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5C94BD-2BBB-4155-875B-E83FCD90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EE93C-D718-4811-85B2-4E02FB95608E}"/>
              </a:ext>
            </a:extLst>
          </p:cNvPr>
          <p:cNvSpPr txBox="1"/>
          <p:nvPr/>
        </p:nvSpPr>
        <p:spPr>
          <a:xfrm>
            <a:off x="1671637" y="1657350"/>
            <a:ext cx="88487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4. Holy Father, Holy Son,</a:t>
            </a:r>
          </a:p>
          <a:p>
            <a:pPr algn="ctr"/>
            <a:r>
              <a:rPr lang="en-US" sz="2800" dirty="0"/>
              <a:t>Holy Spirit, Three we name you;</a:t>
            </a:r>
          </a:p>
          <a:p>
            <a:pPr algn="ctr"/>
            <a:r>
              <a:rPr lang="en-US" sz="2800" dirty="0"/>
              <a:t>while in essence only One,</a:t>
            </a:r>
          </a:p>
          <a:p>
            <a:pPr algn="ctr"/>
            <a:r>
              <a:rPr lang="en-US" sz="2800" dirty="0"/>
              <a:t>undivided God we claim you,</a:t>
            </a:r>
          </a:p>
          <a:p>
            <a:pPr algn="ctr"/>
            <a:r>
              <a:rPr lang="en-US" sz="2800" dirty="0"/>
              <a:t>and adoring bend the knee,</a:t>
            </a:r>
          </a:p>
          <a:p>
            <a:pPr algn="ctr"/>
            <a:r>
              <a:rPr lang="en-US" sz="2800" dirty="0"/>
              <a:t>while we sing this mystery.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524834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#229 Holy God, We Praise Your Name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#229 Holy God, We Praise Your Name</dc:title>
  <dc:creator>Eric Hoogendoorn</dc:creator>
  <cp:lastModifiedBy>Eric Hoogendoorn</cp:lastModifiedBy>
  <cp:revision>1</cp:revision>
  <dcterms:created xsi:type="dcterms:W3CDTF">2020-11-06T15:25:55Z</dcterms:created>
  <dcterms:modified xsi:type="dcterms:W3CDTF">2020-11-06T15:26:11Z</dcterms:modified>
</cp:coreProperties>
</file>