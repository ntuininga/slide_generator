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45" r:id="rId3"/>
    <p:sldId id="346" r:id="rId4"/>
    <p:sldId id="3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E906-65E1-43B2-A08E-3577F8484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3A3AF-0503-4132-8C21-7249E484B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9F2E-2C5F-40EB-B438-1380CA35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3103D-4289-4861-B349-4A908525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1F967-1EC8-4CB2-895F-FB57BE54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5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EC78-8B2A-4676-93F8-DB500A30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7E4C-F6E6-49F1-B0DF-A510B52E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9633-2D28-4273-BCF6-2A551D814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F5E9D-825D-4A48-9744-0059574E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B4C8B-082F-4CD2-A6B0-45F38042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8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E9B4-0FEE-46EC-B9EA-ACE15B80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5C5B3-7778-49F0-9BDE-BCE29E70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0EA5-93CA-4807-86AF-00C65741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5FEE-446B-4738-A6D8-9B1B34BB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1551A-5234-4B36-B882-F97B49A3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F496-E70F-4226-A612-3B5751E2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C490-3237-4535-994C-51CE79A73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C7820-940C-4B3E-A397-9C6D5E4CA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F0EC4-9EF4-41F5-B457-C1117397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13DC5-2414-43E3-8BFB-A5F7E3C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B181A-EA37-4DAC-A422-F5FFC609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862D-AED4-493A-9070-429FC8B2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5618F-7618-41A1-BA4C-4609C002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6274D-BA8A-4767-8B9A-E93BB855B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4BDA2-A65C-45D9-B08D-4E34F09DC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F3E3C-E2C7-4AF0-953D-141A56B53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45390-6BF1-49B4-B00D-CC5C6560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CCBA6-F5B1-4D30-A092-85D6EC55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7CBDE-4A2B-45F2-B643-323E5797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5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EEC6-D675-4EEE-ADDB-7CE99FD1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86E48-303B-4DE8-9096-E6CB07FF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647B-2420-488B-8052-575E7188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A7081-B965-42A9-9657-CFE6A3CA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6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E141D-E6F1-4C06-82C4-1F729D14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BC71A-C1AC-4BA0-8B0F-EB17BF19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0AA3-548A-43BE-B500-DF518D9C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6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3578-0D0F-4150-BF02-B59BC505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A0725-DF7E-4D2D-AD39-F886763C8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D1721-A0E7-45B3-B9A1-7845934E2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0BAA2-DD93-45FF-BA11-73B29CE0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51CEA-3C1C-481F-8D58-AEB31FEF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07648-E9BB-4AE3-B8B5-54EDB062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7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7F04-075D-4151-AD33-2CB5B958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450C5-93B5-441C-91EB-625612D4C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129D7-5F02-4F53-AE7B-577B19380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72D86-71F3-4329-8D92-33EF04C7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B1945-900D-483A-A4EC-109398B2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9159B-EDAC-4DC5-ABCA-0B969B79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4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2F72-A04E-412C-94CD-F0826362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9BC60-1AC2-45A8-AB80-8C30DA953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8FFEE-0D6D-468E-9276-3E4FC0D4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7F27C-9A95-4072-979C-D317E52C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71792-32FC-4361-98D4-A87E8A73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5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17881-96D9-4AB6-8B19-A3FB7FA29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F2BEF-DB94-4CE3-BA23-A2D3B48BC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B6747-0091-40CE-BD9C-DD05103A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C671-29E3-444C-A34C-DBE29CB9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1295-CDE0-4CCC-8A17-EBC900B8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1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B6FF7-463A-492D-A343-C87B6B9F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26325-6D23-4A9B-B3FE-12C91CA7A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5361D-A10B-4463-A708-CEA417DAC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344BF-738D-45E6-A815-EB54077ECAA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FEA65-906D-45B7-BD3E-ACB1DFAAA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C60-6F47-4761-8B2B-10EB7C310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F3708-3A85-4E99-93C7-E6A5A5A4F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6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Fight the good fight with all thy might;</a:t>
            </a:r>
            <a:br>
              <a:rPr lang="en-US" sz="2800" dirty="0"/>
            </a:br>
            <a:r>
              <a:rPr lang="en-US" sz="2800" dirty="0"/>
              <a:t>Christ is thy strength, and Christ thy right:</a:t>
            </a:r>
            <a:br>
              <a:rPr lang="en-US" sz="2800" dirty="0"/>
            </a:br>
            <a:r>
              <a:rPr lang="en-US" sz="2800" dirty="0"/>
              <a:t>lay hold on life, and it shall be</a:t>
            </a:r>
            <a:br>
              <a:rPr lang="en-US" sz="2800" dirty="0"/>
            </a:br>
            <a:r>
              <a:rPr lang="en-US" sz="2800" dirty="0"/>
              <a:t>thy joy and crown eternally.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57841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#543 Fight The Good Fight</a:t>
            </a:r>
          </a:p>
        </p:txBody>
      </p:sp>
    </p:spTree>
    <p:extLst>
      <p:ext uri="{BB962C8B-B14F-4D97-AF65-F5344CB8AC3E}">
        <p14:creationId xmlns:p14="http://schemas.microsoft.com/office/powerpoint/2010/main" val="425814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Run the straight race through God's good grace,</a:t>
            </a:r>
            <a:br>
              <a:rPr lang="en-US" sz="2800" dirty="0"/>
            </a:br>
            <a:r>
              <a:rPr lang="en-US" sz="2800" dirty="0"/>
              <a:t>lift up thine eyes, and seek his face;</a:t>
            </a:r>
            <a:br>
              <a:rPr lang="en-US" sz="2800" dirty="0"/>
            </a:br>
            <a:r>
              <a:rPr lang="en-US" sz="2800" dirty="0"/>
              <a:t>life with its way before us lies,</a:t>
            </a:r>
            <a:br>
              <a:rPr lang="en-US" sz="2800" dirty="0"/>
            </a:br>
            <a:r>
              <a:rPr lang="en-US" sz="2800" dirty="0"/>
              <a:t>Christ is the path, and Christ the prize.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87007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Cast care aside; upon thy Guide</a:t>
            </a:r>
            <a:br>
              <a:rPr lang="en-US" sz="2800" dirty="0"/>
            </a:br>
            <a:r>
              <a:rPr lang="en-US" sz="2800" dirty="0"/>
              <a:t>lean, and his mercy will provide;</a:t>
            </a:r>
            <a:br>
              <a:rPr lang="en-US" sz="2800" dirty="0"/>
            </a:br>
            <a:r>
              <a:rPr lang="en-US" sz="2800" dirty="0"/>
              <a:t>lean, and the trusting soul shall prove,</a:t>
            </a:r>
            <a:br>
              <a:rPr lang="en-US" sz="2800" dirty="0"/>
            </a:br>
            <a:r>
              <a:rPr lang="en-US" sz="2800" dirty="0"/>
              <a:t>Christ is its life and Christ its love.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8396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/>
              <a:t>4.</a:t>
            </a:r>
            <a:r>
              <a:rPr lang="en-CA" sz="2800"/>
              <a:t> </a:t>
            </a:r>
            <a:r>
              <a:rPr lang="en-US" sz="2800" dirty="0"/>
              <a:t>Faint not, nor fear, his arms are near;</a:t>
            </a:r>
            <a:br>
              <a:rPr lang="en-US" sz="2800" dirty="0"/>
            </a:br>
            <a:r>
              <a:rPr lang="en-US" sz="2800" dirty="0"/>
              <a:t>he </a:t>
            </a:r>
            <a:r>
              <a:rPr lang="en-US" sz="2800" dirty="0" err="1"/>
              <a:t>changeth</a:t>
            </a:r>
            <a:r>
              <a:rPr lang="en-US" sz="2800" dirty="0"/>
              <a:t> not, and thou art dear;</a:t>
            </a:r>
            <a:br>
              <a:rPr lang="en-US" sz="2800" dirty="0"/>
            </a:br>
            <a:r>
              <a:rPr lang="en-US" sz="2800" dirty="0"/>
              <a:t>only believe, and thou shalt see</a:t>
            </a:r>
            <a:br>
              <a:rPr lang="en-US" sz="2800" dirty="0"/>
            </a:br>
            <a:r>
              <a:rPr lang="en-US" sz="2800" dirty="0"/>
              <a:t>that Christ is all in all to thee.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581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2020-07-17T03:21:08Z</dcterms:created>
  <dcterms:modified xsi:type="dcterms:W3CDTF">2020-07-20T13:49:48Z</dcterms:modified>
</cp:coreProperties>
</file>