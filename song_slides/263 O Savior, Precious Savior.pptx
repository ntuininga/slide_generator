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BACB8-F1D9-4C8E-BAFB-CE96765C50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1926D-DB55-4F05-9288-12069A8C5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3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E5F9-94DB-6958-0C19-503036F01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33CE3-9392-B1CE-67D8-F60085C5C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C81BC-CCA9-72F8-33C7-F9E48896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08E01-F202-4817-BFB7-ED6DA1BECBBA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5399-C5D3-BBAA-4EF0-15997662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CC232-7222-D06B-1361-BCF649BD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8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9696-9BB7-2CD8-768A-DC05D7C1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B6DD-62DD-B9A6-FA50-AC090EB5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8C2A4-38B4-4A8D-5F39-7A72F949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C960-6B88-4E77-B1C2-54E34019B290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A4968-2D5C-5634-C99A-2D274EDA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1D96-E471-6309-53FC-58064A13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9DFA-DCBB-5CDE-72D2-5B901981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B933E-23FA-8FC2-D367-6F306FC8C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8085B-58E1-9F0B-6450-B0C8DF99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BD08-CFDA-4B5D-9397-337BE2836290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2D5E5-9D37-2299-79C7-B710A2E7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24216-24E4-B669-0304-25DCE5B0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4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129B-58B6-98BE-FF6A-E455185E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7595-8576-1D2D-AE57-D31473558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F44FF-3734-5D83-A482-DC4AD7136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AC528-95FB-F0F2-3C1B-EE650990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32F4-57C5-4C42-8FF6-DCCFF8D08628}" type="datetime1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CA5E2-556F-5482-4C8F-7DCF4BABE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67F9C-8F2B-89AA-985A-7DB91972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7311-225B-D623-D10B-E7B19C11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CF5A2-F845-1E41-F56C-508FE0968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BB72D-BC73-0138-5AB9-A7A194A27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258BF-F490-E25B-C5D0-75ACBCE9C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ECD78-D3B8-0D87-C2A9-CDF4D3164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59DA85-7489-C00F-8E74-3931C87B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728-B7B2-4F4F-BF2A-9A7C2B531376}" type="datetime1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916A7-B86D-1622-70B6-55C1C3B6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CC743-C24C-D155-33E0-F551C12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3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C96-3CAA-AC18-A346-F10DDD89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FAD18-CD8B-67CF-02CA-46CC42CB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914-7B9D-437E-A11C-B926BF23550E}" type="datetime1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06BA3-171D-6F51-8FE2-ED89C3BC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C105B-BEF0-FE92-E8E3-ADD505AB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5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D333C-157A-EF8E-A125-E32DFDEA0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4E0B8-7EBC-4675-AD9F-8C9CFF746115}" type="datetime1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2A015-FCBB-A916-13B8-B0E55F55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C4057-C73F-86E2-56A3-EAEA6837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0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D5B0-34A6-321B-66A7-AFF63FC4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BDE48-6C99-B3D3-8811-26EB42637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201E8-0BD7-B196-77E8-AC61BA44D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36EC0-C288-E307-1C41-E8B175B3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C1F4-79FF-4141-87AE-78CE9B76E1A8}" type="datetime1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A1AA4-77F8-8B67-C8B4-7B00B10C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6C608-2F19-8198-8F2C-D9E5B61C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75FF-4580-AB19-F727-092B8C14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DCA92-A7CE-0249-76A3-6D56167FF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CD81D-B687-954D-E0F0-5E6C83115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17CD3-6532-8512-1917-0C1DEBBD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45A62-008D-4A1C-AACF-B79881EBDC8D}" type="datetime1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6C42D-64E6-ABDC-9DD7-44A96E6E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F5BB2-25D5-9402-4B5B-A503F2FB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7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C0F0-3561-6934-C7C7-8B7B5CE2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40AF5-3451-D860-C386-AC8C5172C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DADF0-B9E9-4E1C-391C-750F7D07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1CCD2-5281-4968-92B8-84AFC8BF576D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89844-4EEB-7B14-5FDC-224A807A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919E7-BA9D-F2DD-3EE6-439C1A08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5383D-736E-3388-7DF5-B77884A81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20642-A095-7BD7-12AC-08245DC27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FEDE-F76A-5B7B-5E4D-45520929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00D-A89F-46E0-B41B-F663158E59DC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5E02-692F-2A00-BD91-40BB3F6F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461F5-281C-98D7-0C6E-96196393B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5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B3337-3542-7DE1-0DA0-2A73B21E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108E0-EBE1-CBFE-6332-61132AEAC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A378B-246B-63EB-1417-36BEEAEB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F7648-CE89-4990-99D7-60C186805879}" type="datetime1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01A96-B3E5-11FA-024B-9066C685D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065F9-ADDD-E61E-29CE-B382148CA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6556D-C4CA-45E3-852D-7F6822D9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6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415E-645C-25B9-A017-2909CE066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#263 O Savior, </a:t>
            </a:r>
            <a:r>
              <a:rPr lang="en-US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Precious Savior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F845-2418-617C-C062-19E570E1C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O Savior, precious Savior,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whom yet unseen we love,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name of might and favor,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other names above;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worship you, we bless you,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you alone we sing;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praise you, and confess you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holy Lord and King.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D435F-1BFF-E3CE-C186-BCC9EC86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1479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4FF2-BDD9-B7C7-E13F-F766CF61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651F6-AFFC-DAFB-8F0E-2B69E449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O bringer of salvation,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wondrously has wrought,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yourself the revelation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love beyond our thought;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worship you, we bless you,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you alone we sing;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praise you, and confess you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gracious Lord and King.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A153-8E85-8F8A-7DAF-78DFC418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7742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BC3C-EC48-DD7D-9287-2D96C776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ABF8-23E9-5D17-52C7-38E665545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 you all fullness dwelling,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grace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outpours: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glory all-excelling,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Son of God, is yours;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worship you, we bless you,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you alone we sing;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praise you, and confess you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glorious Lord and King.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36C3D-2B33-7C75-9090-326C7F82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602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1DF3-C176-9B57-B4EA-8C59EF32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DF20B-A30A-39E6-D62F-FFA46F3E2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O grant the consummation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this our song above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endless adoration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everlasting love;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shall we praise and bless you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perfect praises ring,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evermore confess you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Savior and our King.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54E37-A4C7-935B-4069-270801C9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4799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#263 O Savior, Precious Savior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2025-03-09T03:19:20Z</dcterms:created>
  <dcterms:modified xsi:type="dcterms:W3CDTF">2025-03-09T03:22:40Z</dcterms:modified>
</cp:coreProperties>
</file>