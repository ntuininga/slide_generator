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88DE4-38D0-48CC-8BF1-C0E9FE255FF7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632C-A0D8-466D-B8EF-A87D8B43E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8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9A3D-BDBE-461B-9C82-4E7531902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2C9CB-59AD-44F7-BEA9-9677033DC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F1196-A735-46DF-83BF-EC5A7A66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53D7C-8147-4248-BC94-967FD8814E34}" type="datetime1">
              <a:rPr lang="en-CA" smtClean="0"/>
              <a:t>2022-09-23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B138F-7DE9-462D-838A-99F12BCB2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A391A-EF94-4048-B617-426DAB58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480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D4AD-05F4-4BB3-8130-45B7AC36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C5DD0-DF59-4398-94D4-2BB65D209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E9EA-9336-44E2-9965-3F477AA5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1D5B6-EC4A-44B5-84F0-D9DC75453DD9}" type="datetime1">
              <a:rPr lang="en-CA" smtClean="0"/>
              <a:t>2022-09-23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1C86E-5269-4930-9F50-31F08D9C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B1E8D-98DE-44A8-8D33-157CCBE4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981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A002-C50E-4E50-B91D-A490970F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4D1-AF76-40EA-A7E3-3A0420B1F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D935-82C6-49B8-AD3A-4ED17A656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6203B-424C-4880-863B-A3678DDEE8D8}" type="datetime1">
              <a:rPr lang="en-CA" smtClean="0"/>
              <a:t>2022-09-23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8B43E-9AF7-47E2-98E5-F254684A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64558-97F2-4063-96D8-655EC145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5363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0E40-32AC-4454-9407-41823149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B5355-8BBA-43A4-A368-DCCAFE135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7CFB7-C243-4E73-B87B-DD9AB9FA6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D22455-F4E4-4362-8FEF-D4D13DB5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E52EF-B59C-40DC-A9F1-4DBDA2CDD91E}" type="datetime1">
              <a:rPr lang="en-CA" smtClean="0"/>
              <a:t>2022-09-23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1B88C-B661-4EE6-9E4A-64BA0205E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91EC7-FE26-480E-A404-91703CECE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888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DB6E-9E3E-452F-94AA-1A80A9774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E80D2-F4E3-4126-99AF-D3A64D42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F4D6E4-DE0B-444D-9E8A-566F707FA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50DE6D-B92A-4C06-B712-568B07A10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CFB84-4DE8-400E-9A14-D801220B4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C51FA1-6F1E-4A50-9204-22734C46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60603-D02D-4E47-9EB4-29D8739F5131}" type="datetime1">
              <a:rPr lang="en-CA" smtClean="0"/>
              <a:t>2022-09-23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5DE81-0A0E-4F95-9813-7B53FD50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5EC4F4-43C4-4608-A7A2-ED589585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950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F83E-5868-4A6D-93A6-B7612922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8A99BE-30F1-49C3-8C65-6FE75D824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B0364-CC25-4CCD-B3AF-579A8A0E1E14}" type="datetime1">
              <a:rPr lang="en-CA" smtClean="0"/>
              <a:t>2022-09-23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6FF74-2955-4EB7-A58E-9B6FB937F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C91434-43AB-49D7-8F21-D6AB9272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333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A68B8-76B0-4078-B093-9B2884C9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B907-3ADB-4665-8048-B1EC4197E7A9}" type="datetime1">
              <a:rPr lang="en-CA" smtClean="0"/>
              <a:t>2022-09-23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0FB5C-A91C-4498-AB42-C085C2E5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7A501-2548-4931-85DB-443D3172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903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5B9C-C042-4615-88C7-83694514E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C3C1-7418-4BA6-B453-DADEFB12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179C34-0769-46FB-B563-4EACF3C95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BEAB1-3165-492C-B822-72B6C9D0A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EE559-A06C-4E60-83FA-A1456E89858B}" type="datetime1">
              <a:rPr lang="en-CA" smtClean="0"/>
              <a:t>2022-09-23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4E840-0A1F-453F-8FB2-C5757652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4D6CC-BCC2-4ED7-AF5E-295B5C41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959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CB370-1063-4B8F-B6FC-069312C7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E00DA-767D-444E-A696-2516B82BF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2878F-CCCA-4E83-8EFB-F03528166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F53D9-3E60-45A2-87CE-7FFEE5D4A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8ED35-8AA6-4295-A46E-68FE2D908F34}" type="datetime1">
              <a:rPr lang="en-CA" smtClean="0"/>
              <a:t>2022-09-23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21E17-0468-4CA4-A16F-CD788910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8CEF5-BBFA-451E-A039-3543ED68C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709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9582-B028-4420-ABF5-5A9A5C51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F2564-7BFD-4074-B5AF-15A962B80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4F53D-C227-4D4C-B1CB-29824B67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CBC87-7663-4759-8173-69CB348C2D9A}" type="datetime1">
              <a:rPr lang="en-CA" smtClean="0"/>
              <a:t>2022-09-23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03CD-0CE0-4191-A6FF-A6437411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DD642-B4DC-48D0-B5ED-9C9C1F89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75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31A07C-D0C9-49D8-8045-3751851B7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D7BE8-901C-4BF5-AF53-84F14AEC8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1AAE4-71A9-4F83-8E05-8FC03E281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8EC75-324B-4AEB-B1A6-420751E49602}" type="datetime1">
              <a:rPr lang="en-CA" smtClean="0"/>
              <a:t>2022-09-23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066BC-084C-4ADF-BFF2-C02609B7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6A973-497D-48B9-AD92-78F017DB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558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63C72-E347-4285-8D92-9C44A37C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0CB43-5E7C-4055-ADBC-DC0227A45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3245E-1FDE-477A-BAE1-7EB83BC0C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D9146-0CAF-4544-9F0B-CEB534EF61D7}" type="datetime1">
              <a:rPr lang="en-CA" smtClean="0"/>
              <a:t>2022-09-23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E3D30-FF59-4C2E-A947-3C41E9AF5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B43FA-8374-4D9D-BF15-6520E6B13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7EE59-5A60-47D9-B995-4272037A78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588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3399C3-78E8-4C5B-8302-31D99242358D}"/>
              </a:ext>
            </a:extLst>
          </p:cNvPr>
          <p:cNvSpPr txBox="1"/>
          <p:nvPr/>
        </p:nvSpPr>
        <p:spPr>
          <a:xfrm>
            <a:off x="838200" y="247650"/>
            <a:ext cx="10515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</a:rPr>
              <a:t>#202 Here, O My Lord, I See Thee Face to Face</a:t>
            </a:r>
            <a:endParaRPr lang="en-CA" sz="4400" i="1" dirty="0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A6A14-EE13-439B-934D-62C79718CF08}"/>
              </a:ext>
            </a:extLst>
          </p:cNvPr>
          <p:cNvSpPr txBox="1"/>
          <p:nvPr/>
        </p:nvSpPr>
        <p:spPr>
          <a:xfrm>
            <a:off x="1438275" y="2521059"/>
            <a:ext cx="9315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Here, O my Lord, I see thee face to face;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here would I touch and handle things unseen,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here grasp with firmer hand th'eternal grace,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all my weariness upon thee lean.</a:t>
            </a:r>
            <a:endParaRPr lang="en-US" sz="2800" dirty="0">
              <a:solidFill>
                <a:srgbClr val="222222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85A90D-2B8C-F415-9D40-7E300125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1020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E6F511-3EEE-458F-8F51-973944D43925}"/>
              </a:ext>
            </a:extLst>
          </p:cNvPr>
          <p:cNvSpPr txBox="1"/>
          <p:nvPr/>
        </p:nvSpPr>
        <p:spPr>
          <a:xfrm>
            <a:off x="1924050" y="2521059"/>
            <a:ext cx="8343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2. Here would I feed upon the bread of God,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here drink with thee the royal wine of heav'n;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here would I lay aside each earthly load,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here taste afresh the calm of sin forgiv'n.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4A040-9382-CB6D-59B0-DC3302A30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01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E6F511-3EEE-458F-8F51-973944D43925}"/>
              </a:ext>
            </a:extLst>
          </p:cNvPr>
          <p:cNvSpPr txBox="1"/>
          <p:nvPr/>
        </p:nvSpPr>
        <p:spPr>
          <a:xfrm>
            <a:off x="1924050" y="2521059"/>
            <a:ext cx="8343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b="0" i="0" dirty="0">
                <a:solidFill>
                  <a:srgbClr val="222222"/>
                </a:solidFill>
                <a:effectLst/>
              </a:rPr>
              <a:t>3 This is the hour of banquet and of song;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this is the </a:t>
            </a:r>
            <a:r>
              <a:rPr lang="en-US" sz="2800" b="0" i="0" dirty="0" err="1">
                <a:solidFill>
                  <a:srgbClr val="222222"/>
                </a:solidFill>
                <a:effectLst/>
              </a:rPr>
              <a:t>heav'nly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table spread for me: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here let me feast, and, feasting, still prolong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 brief, bright hour of fellowship with thee.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98806D-46EC-7C1A-21A0-36CC803E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5372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57618-A704-6C86-5BA1-0391BEB6A011}"/>
              </a:ext>
            </a:extLst>
          </p:cNvPr>
          <p:cNvSpPr txBox="1"/>
          <p:nvPr/>
        </p:nvSpPr>
        <p:spPr>
          <a:xfrm>
            <a:off x="3048646" y="2305615"/>
            <a:ext cx="609470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</a:rPr>
              <a:t>4 I have no help but thine, nor do I need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another arm save thine to lean upon: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it is enough, my Lord, enough indeed;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my </a:t>
            </a:r>
            <a:r>
              <a:rPr lang="en-US" sz="2800" b="0" i="1" dirty="0">
                <a:solidFill>
                  <a:srgbClr val="222222"/>
                </a:solidFill>
                <a:effectLst/>
              </a:rPr>
              <a:t>strength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is in thy might, thy might alone.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CBAE5-1F92-074C-2CE9-6E98813A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7392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F9D422-096E-491B-9178-4BF9BA556DCE}"/>
              </a:ext>
            </a:extLst>
          </p:cNvPr>
          <p:cNvSpPr txBox="1"/>
          <p:nvPr/>
        </p:nvSpPr>
        <p:spPr>
          <a:xfrm>
            <a:off x="1457325" y="2521059"/>
            <a:ext cx="9277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Mine is the sin, but thine the righteousness;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mine is the guilt, but thine the cleansing blood;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here is my robe, my refuge, and my peace: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thy blood, thy righteousness, O Lord my God.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7CB036-A3AF-BDD1-493C-13B9D70A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2642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287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2021-03-18T23:38:42Z</dcterms:created>
  <dcterms:modified xsi:type="dcterms:W3CDTF">2022-09-23T21:21:04Z</dcterms:modified>
</cp:coreProperties>
</file>