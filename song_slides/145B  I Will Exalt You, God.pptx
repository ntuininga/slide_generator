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86" r:id="rId3"/>
    <p:sldId id="288" r:id="rId4"/>
    <p:sldId id="287" r:id="rId5"/>
    <p:sldId id="259" r:id="rId6"/>
    <p:sldId id="289" r:id="rId7"/>
    <p:sldId id="284" r:id="rId8"/>
    <p:sldId id="285" r:id="rId9"/>
    <p:sldId id="29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60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7BA2D-E04E-476F-A570-0D2B150B9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0D891-963F-4C43-A656-B32FB3950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1F1BB-D64B-41C4-AFC2-89F91634C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E1D2-4F97-4AE7-9CDE-E8C72288A467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B2E14-51BD-4C8D-95C1-F9AE11524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4DAE8-DCEE-42F7-8400-B3DF9C618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6A9E-7FF2-40E8-955C-CC61A85F9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914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4F9E1-D436-444D-B5E7-04FCA55E3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B3A0F-4491-4F3D-907A-E20FDC696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DD839-5B8B-4CCF-8574-F887CB429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E1D2-4F97-4AE7-9CDE-E8C72288A467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1D949-ADA1-42D5-9B9C-DD8190419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B4171-3029-4956-BA77-F171C9A88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6A9E-7FF2-40E8-955C-CC61A85F9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0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B6294-C1B0-4D91-B081-A238F62C8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A0143-2D89-475F-A017-E07F613D8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3822B-94CF-4635-A5F0-E108F55BE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E1D2-4F97-4AE7-9CDE-E8C72288A467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9331A-CBF8-4E48-9097-0C83F7C18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A1BF5-5B68-45DD-A61B-458F54A00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6A9E-7FF2-40E8-955C-CC61A85F9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17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F31FA-A7B1-4171-9457-863DC809F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03C48-B1AF-423D-A1B5-E4A90FEC6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CB78B-AE6A-4ECE-891E-2EE7FBFD3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C4DC9-F40C-4F50-86BA-80FA18417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E1D2-4F97-4AE7-9CDE-E8C72288A467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238466-D4AE-4017-A130-55D12BE9E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DB200-801D-4CEA-A656-2183330B0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6A9E-7FF2-40E8-955C-CC61A85F9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18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BAB46-8F30-43A2-AE37-484ECF907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FDBC0-BC61-4A79-A522-CFC4BD835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8C463-87C0-4A6F-B7A9-38CC3ABE6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DB3766-611C-444F-BE4E-323D1A6F8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2423AE-6526-4D0E-8A46-D335B866A3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711391-36C0-49CD-9B3B-25754F239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E1D2-4F97-4AE7-9CDE-E8C72288A467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850058-9659-42DF-A22B-B64A478C2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BA4D6E-6A3F-4511-A03C-26DB3F767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6A9E-7FF2-40E8-955C-CC61A85F9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9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8D1BA-433F-4FC1-8044-78E38B9A9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7B996F-ADE2-4E03-959F-8ACCA891D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E1D2-4F97-4AE7-9CDE-E8C72288A467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B4C18B-E498-4A2B-9B57-2DE4F60A0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736A71-AAF5-4E4C-8E06-2295C909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6A9E-7FF2-40E8-955C-CC61A85F9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11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AB9E0E-3FA6-468A-98CA-EA8645711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E1D2-4F97-4AE7-9CDE-E8C72288A467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51A70B-8769-4A07-BA1D-BFCBC57ED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A5130-AB53-4738-999E-1717E94AF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6A9E-7FF2-40E8-955C-CC61A85F9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806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CABB7-ABD1-4235-97F0-71E4428AB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01A0F-86B3-4F11-8EEC-0E8F32EDD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59E94-FF91-45AA-B480-E4AEC8BC0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F58C2-EE21-4FC7-A6F9-DB2BDB202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E1D2-4F97-4AE7-9CDE-E8C72288A467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A1DBD-DDF8-4E95-B3F1-4AE1EC88A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0E13A-489D-420B-B07D-9C5E0A005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6A9E-7FF2-40E8-955C-CC61A85F9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45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4B25F-B8DA-48DF-999D-89D319333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F37EF0-1E8C-4E56-9777-DB4EF11CCF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C0716B-67E3-45F3-BBB8-8C051A75B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EFBE7-DDA8-4662-A7FA-67240FE17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E1D2-4F97-4AE7-9CDE-E8C72288A467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D54A7-5F8D-42D1-97F0-B25B6EA16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95A9C-34EA-4DFE-A98A-DC27CC3D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6A9E-7FF2-40E8-955C-CC61A85F9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189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9B26D-928D-4334-84BB-11E463E05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E0B58-B37D-4926-B484-AA5EB49F8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4F069-03D4-49AE-8E2B-748968C11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E1D2-4F97-4AE7-9CDE-E8C72288A467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9BD28-5D6F-4448-8CB5-2BF68F40A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C4761-B9E7-4405-8D64-C74B5EDB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6A9E-7FF2-40E8-955C-CC61A85F9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31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ED9493-58D3-44B6-B6DB-C40DA94B8B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7DAA88-1653-4C03-B087-903787B4A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D141C-C551-420E-80F7-DFADB4D0C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E1D2-4F97-4AE7-9CDE-E8C72288A467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2E05-EAEA-467C-BB63-97F0F7878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6EBE4-F0BC-4A97-A589-2CBA8514E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6A9E-7FF2-40E8-955C-CC61A85F9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216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C779CC-5399-43DE-9764-2B50333AF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031E1-D635-43D3-AB92-058E50B61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86D95-7091-449E-9DAB-9FD875CC3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0E1D2-4F97-4AE7-9CDE-E8C72288A467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0BABD-144D-4C2E-B70B-7AEE1068AA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20196-070D-4075-975E-0A8ACCF18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B6A9E-7FF2-40E8-955C-CC61A85F9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35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#145B  I Will Exalt You, God, My 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57941" y="2073004"/>
            <a:ext cx="121919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 </a:t>
            </a:r>
            <a:r>
              <a:rPr lang="en-CA" sz="2800" dirty="0"/>
              <a:t>I will exalt you, God, my king;</a:t>
            </a:r>
          </a:p>
          <a:p>
            <a:pPr algn="ctr"/>
            <a:r>
              <a:rPr lang="en-CA" sz="2800" dirty="0"/>
              <a:t>I will forever bless your name.</a:t>
            </a:r>
          </a:p>
          <a:p>
            <a:pPr algn="ctr"/>
            <a:r>
              <a:rPr lang="en-CA" sz="2800" dirty="0"/>
              <a:t>I will extol you evermore,</a:t>
            </a:r>
          </a:p>
          <a:p>
            <a:pPr algn="ctr"/>
            <a:r>
              <a:rPr lang="en-CA" sz="2800" dirty="0"/>
              <a:t>Day after day your praise proclaim.</a:t>
            </a:r>
          </a:p>
          <a:p>
            <a:pPr algn="ctr"/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94979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207629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 startAt="2"/>
            </a:pPr>
            <a:r>
              <a:rPr lang="en-CA" sz="2800" dirty="0"/>
              <a:t>Great is the Lord and greatly praised,</a:t>
            </a:r>
          </a:p>
          <a:p>
            <a:pPr algn="ctr"/>
            <a:r>
              <a:rPr lang="en-CA" sz="2800" dirty="0"/>
              <a:t>Greatness which none can comprehend.</a:t>
            </a:r>
          </a:p>
          <a:p>
            <a:pPr algn="ctr"/>
            <a:r>
              <a:rPr lang="en-CA" sz="2800" dirty="0"/>
              <a:t>Age unto age will tell your deeds, </a:t>
            </a:r>
          </a:p>
          <a:p>
            <a:pPr algn="ctr"/>
            <a:r>
              <a:rPr lang="en-CA" sz="2800" dirty="0"/>
              <a:t>Wonders and mighty acts commend.</a:t>
            </a:r>
          </a:p>
        </p:txBody>
      </p:sp>
    </p:spTree>
    <p:extLst>
      <p:ext uri="{BB962C8B-B14F-4D97-AF65-F5344CB8AC3E}">
        <p14:creationId xmlns:p14="http://schemas.microsoft.com/office/powerpoint/2010/main" val="1109676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207629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 </a:t>
            </a:r>
            <a:r>
              <a:rPr lang="en-CA" sz="2800" dirty="0"/>
              <a:t>Wondrous yours works and majesty;</a:t>
            </a:r>
          </a:p>
          <a:p>
            <a:pPr algn="ctr"/>
            <a:r>
              <a:rPr lang="en-CA" sz="2800" dirty="0"/>
              <a:t>I will upon them meditate.</a:t>
            </a:r>
          </a:p>
          <a:p>
            <a:pPr algn="ctr"/>
            <a:r>
              <a:rPr lang="en-CA" sz="2800" dirty="0"/>
              <a:t>Men shall your awesome deeds confess;</a:t>
            </a:r>
          </a:p>
          <a:p>
            <a:pPr algn="ctr"/>
            <a:r>
              <a:rPr lang="en-CA" sz="2800" dirty="0"/>
              <a:t>I will your greatness celebrate.</a:t>
            </a:r>
          </a:p>
        </p:txBody>
      </p:sp>
    </p:spTree>
    <p:extLst>
      <p:ext uri="{BB962C8B-B14F-4D97-AF65-F5344CB8AC3E}">
        <p14:creationId xmlns:p14="http://schemas.microsoft.com/office/powerpoint/2010/main" val="1168257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207629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 </a:t>
            </a:r>
            <a:r>
              <a:rPr lang="en-CA" sz="2800" dirty="0"/>
              <a:t>People declare your matchless fame;</a:t>
            </a:r>
          </a:p>
          <a:p>
            <a:pPr algn="ctr"/>
            <a:r>
              <a:rPr lang="en-CA" sz="2800" dirty="0"/>
              <a:t>praise for your glories they express;</a:t>
            </a:r>
          </a:p>
          <a:p>
            <a:pPr algn="ctr"/>
            <a:r>
              <a:rPr lang="en-CA" sz="2800" dirty="0"/>
              <a:t>boundless and great your goodness, Lord;</a:t>
            </a:r>
          </a:p>
          <a:p>
            <a:pPr algn="ctr"/>
            <a:r>
              <a:rPr lang="en-CA" sz="2800" dirty="0"/>
              <a:t>they sing aloud your righteousness.</a:t>
            </a:r>
          </a:p>
        </p:txBody>
      </p:sp>
    </p:spTree>
    <p:extLst>
      <p:ext uri="{BB962C8B-B14F-4D97-AF65-F5344CB8AC3E}">
        <p14:creationId xmlns:p14="http://schemas.microsoft.com/office/powerpoint/2010/main" val="95561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207629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  </a:t>
            </a:r>
            <a:r>
              <a:rPr lang="en-CA" sz="2800" dirty="0"/>
              <a:t>Gracious is God and merciful,</a:t>
            </a:r>
          </a:p>
          <a:p>
            <a:pPr algn="ctr"/>
            <a:r>
              <a:rPr lang="en-CA" sz="2800" dirty="0"/>
              <a:t>Plenteous in love, to anger slow.</a:t>
            </a:r>
          </a:p>
          <a:p>
            <a:pPr algn="ctr"/>
            <a:r>
              <a:rPr lang="en-CA" sz="2800" dirty="0"/>
              <a:t>Good is the Lord to all he made;</a:t>
            </a:r>
          </a:p>
          <a:p>
            <a:pPr algn="ctr"/>
            <a:r>
              <a:rPr lang="en-CA" sz="2800" dirty="0"/>
              <a:t>Mercy to all his works he shows.</a:t>
            </a:r>
          </a:p>
          <a:p>
            <a:pPr algn="ctr"/>
            <a:endParaRPr lang="en-CA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593703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29E57-6E27-42DD-F5FF-6A359BD45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F226AA-005F-A390-188B-B9EE7E642251}"/>
              </a:ext>
            </a:extLst>
          </p:cNvPr>
          <p:cNvSpPr txBox="1"/>
          <p:nvPr/>
        </p:nvSpPr>
        <p:spPr>
          <a:xfrm>
            <a:off x="0" y="207629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6. </a:t>
            </a:r>
            <a:r>
              <a:rPr lang="en-CA" sz="2800" dirty="0"/>
              <a:t>All of your works will praise you, Lord.</a:t>
            </a:r>
          </a:p>
          <a:p>
            <a:pPr algn="ctr"/>
            <a:r>
              <a:rPr lang="en-CA" sz="2800" dirty="0"/>
              <a:t>Saints will unite to bless your name!</a:t>
            </a:r>
          </a:p>
          <a:p>
            <a:pPr algn="ctr"/>
            <a:r>
              <a:rPr lang="en-CA" sz="2800" dirty="0"/>
              <a:t>They will declare your awesome power,</a:t>
            </a:r>
          </a:p>
          <a:p>
            <a:pPr algn="ctr"/>
            <a:r>
              <a:rPr lang="en-CA" sz="2800" dirty="0"/>
              <a:t>Praising the glory of your reign.</a:t>
            </a:r>
          </a:p>
          <a:p>
            <a:pPr algn="ctr"/>
            <a:endParaRPr lang="en-CA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615673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207629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 startAt="10"/>
            </a:pPr>
            <a:r>
              <a:rPr lang="en-CA" sz="2800" dirty="0"/>
              <a:t>Righteous is he in all his ways;</a:t>
            </a:r>
          </a:p>
          <a:p>
            <a:pPr algn="ctr"/>
            <a:r>
              <a:rPr lang="en-CA" sz="2800" dirty="0"/>
              <a:t>Kind is the Lord in all his deeds.</a:t>
            </a:r>
          </a:p>
          <a:p>
            <a:pPr algn="ctr"/>
            <a:r>
              <a:rPr lang="en-CA" sz="2800" dirty="0"/>
              <a:t>Near is the Lord to all who call,</a:t>
            </a:r>
          </a:p>
          <a:p>
            <a:pPr algn="ctr"/>
            <a:r>
              <a:rPr lang="en-CA" sz="2800" dirty="0"/>
              <a:t>All who in truth shall him entreat.</a:t>
            </a:r>
          </a:p>
          <a:p>
            <a:pPr algn="ctr"/>
            <a:endParaRPr lang="en-CA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088023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207629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11. </a:t>
            </a:r>
            <a:r>
              <a:rPr lang="en-CA" sz="2800" dirty="0"/>
              <a:t>Those fearing him he satisfies;</a:t>
            </a:r>
          </a:p>
          <a:p>
            <a:pPr algn="ctr"/>
            <a:r>
              <a:rPr lang="en-CA" sz="2800" dirty="0"/>
              <a:t>He also hears their cry and saves.</a:t>
            </a:r>
          </a:p>
          <a:p>
            <a:pPr algn="ctr"/>
            <a:r>
              <a:rPr lang="en-CA" sz="2800" dirty="0"/>
              <a:t>All those who love the Lord he keeps;</a:t>
            </a:r>
          </a:p>
          <a:p>
            <a:pPr algn="ctr"/>
            <a:r>
              <a:rPr lang="en-CA" sz="2800" dirty="0"/>
              <a:t>But all the wicked he will slay.</a:t>
            </a:r>
          </a:p>
          <a:p>
            <a:pPr algn="ctr"/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941394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D3004-D0E9-2508-1EDF-B97A73B37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B41148-8EFE-6B1C-32A9-3C3029C33610}"/>
              </a:ext>
            </a:extLst>
          </p:cNvPr>
          <p:cNvSpPr txBox="1"/>
          <p:nvPr/>
        </p:nvSpPr>
        <p:spPr>
          <a:xfrm>
            <a:off x="0" y="207629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12. </a:t>
            </a:r>
            <a:r>
              <a:rPr lang="en-CA" sz="2800" dirty="0"/>
              <a:t>Praise to the Lord my mouth with speak.</a:t>
            </a:r>
          </a:p>
          <a:p>
            <a:pPr algn="ctr"/>
            <a:r>
              <a:rPr lang="en-CA" sz="2800" dirty="0"/>
              <a:t>Praise to the Lord my lips proclaim.</a:t>
            </a:r>
          </a:p>
          <a:p>
            <a:pPr algn="ctr"/>
            <a:r>
              <a:rPr lang="en-CA" sz="2800" dirty="0"/>
              <a:t>Let </a:t>
            </a:r>
            <a:r>
              <a:rPr lang="en-CA" sz="2800" dirty="0" err="1"/>
              <a:t>ev’ry</a:t>
            </a:r>
            <a:r>
              <a:rPr lang="en-CA" sz="2800" dirty="0"/>
              <a:t> creature evermore </a:t>
            </a:r>
          </a:p>
          <a:p>
            <a:pPr algn="ctr"/>
            <a:r>
              <a:rPr lang="en-CA" sz="2800" dirty="0"/>
              <a:t>Rise up and bless his holy name.</a:t>
            </a:r>
          </a:p>
          <a:p>
            <a:pPr algn="ctr"/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824754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292</Words>
  <Application>Microsoft Office PowerPoint</Application>
  <PresentationFormat>Widescreen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#145B  I Will Exalt You, God, My 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#145B  I Will Exalt You, God, My King</dc:title>
  <dc:creator>Eric Hoogendoorn</dc:creator>
  <cp:lastModifiedBy>Neil Tuininga</cp:lastModifiedBy>
  <cp:revision>5</cp:revision>
  <dcterms:created xsi:type="dcterms:W3CDTF">2020-04-25T02:36:28Z</dcterms:created>
  <dcterms:modified xsi:type="dcterms:W3CDTF">2024-11-10T03:38:58Z</dcterms:modified>
</cp:coreProperties>
</file>