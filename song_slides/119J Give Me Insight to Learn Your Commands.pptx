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5BE7-BA68-47F6-B3EF-BD777C667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23AE0-8274-4A43-A3AE-0A4D7214A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D1F77-529A-4C2C-93EA-56D20760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3201B-A6D4-45FB-BE7C-DE3386DA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59505-E7F4-4E22-8C4B-E8FF2D45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42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9B80-DBFD-49C0-B4EC-6CB3DF7D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FE1C9-DF19-41C6-A4AF-9F1558FA8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5DF9D-987F-43EE-ADC8-6CBA8434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11CA1-6484-46A9-A893-915DE6D4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A014F-1018-4E33-AAB3-195A8E47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4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6F5-843A-4CD7-928F-2F44D0B2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4B68B-A1B6-4279-B5B9-7A509DB13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EC9B2-D9F3-4D66-87AF-1F9932CF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5106-B67A-4FE8-851C-A4718A8D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D9F7-4484-46C1-936D-CE8F9558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3F69-0655-4C69-8A01-2E8621F1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08AB3-EE91-4E7E-81AD-D63C46D94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6C274-ADFB-4F77-B58B-E4E358DB4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401EB-C16F-47BD-AD06-70AED7F8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C8738-F896-4CC8-B473-434A6A6E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311E1-DDE8-4F26-BA65-AC4AE964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A7FC-5C82-4D1D-8605-379DB3EB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6EDED-C43E-4133-B8E8-07E045D9E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05072-DBDF-4434-B1CF-31EEF138B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98DB5-AECE-4BA4-881D-D5128558D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FDDA87-061B-442F-8601-9B2C54211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78677-D5A8-4A23-93A7-85200052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108AD3-5005-4A1C-AB0B-D4AD31D6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1EFBE-6EC4-4E21-A508-6C500369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5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82D0-CE32-402F-861E-E9D392B5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007AB-EF23-48A3-8CAC-EB51CC88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3F25C-5C67-4065-909A-360778063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3EA90-22D0-4A62-B659-9087E81E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0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A3890-2585-4603-A319-59D2613E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A6CBB-ACAD-468B-9364-E96FCE5F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20153-D55F-499E-A922-AE3F91D4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5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A048E-712D-4DEC-9E6F-9E6E6F0C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316C-26D8-4152-BE90-36DDA0F45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9EC36-CC45-46A5-A8F7-8C5A62FF6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2F68-C75E-48A6-9BC2-26333C49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F3583-EA68-4FCF-9686-B6862029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38A15-1221-430F-9F5A-9A59ED1A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8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0CCF-E6A9-4459-A40C-E1867E5C6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EAB40-FBEF-4E2F-A03C-125C03C7A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306E0-AAA7-42C4-8166-A96872C05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BB0B4-08C0-47FE-A3BA-EE67F156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1ABE1-E609-4D6F-BBCD-DA85ACAE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CD897-BED8-463B-8DE5-4F730EC9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7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C948-FA9F-41CF-B3C3-5EBEDE20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68D54-D91A-496A-9FB2-06112CC8B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89945-62FF-49FD-9483-9AF1B41C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68A2-73E5-4F7C-A0EE-5BE1FA642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EA4E7-6853-43E0-B754-625D0AB2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7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4EBCB-E779-4AE8-AED5-7298E8A776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B5E7C-96AD-48C4-8A05-E72B47E43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D3CDE-52D2-4B49-AE73-4A25A150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E5120-2BCD-4BCE-9AF7-6C858892F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6120A-AC49-4A71-A770-0183B95A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4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3425C-1A63-4D73-B1BF-A38436DC6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6ED47-F1EE-44E7-BE65-C81C29A20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69E00-2900-4EFF-9755-35CF8A1C1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76F9E-A574-43AA-9E91-70D51663CC0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8858A-26D6-44EB-B119-775497B02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DE626-84E3-45E5-A94A-A81F1C8B4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80D02-94A8-4EC0-A8FA-4B072B504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0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#119J Give Me Insight to Learn Your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Give me insight to learn your commands,</a:t>
            </a:r>
          </a:p>
          <a:p>
            <a:pPr algn="ctr"/>
            <a:r>
              <a:rPr lang="en-US" sz="2800" dirty="0"/>
              <a:t>For you made me and fashioned me, Lord.</a:t>
            </a:r>
          </a:p>
          <a:p>
            <a:pPr algn="ctr"/>
            <a:r>
              <a:rPr lang="en-US" sz="2800" dirty="0"/>
              <a:t>May your saints, when they see me, rejoice,</a:t>
            </a:r>
          </a:p>
          <a:p>
            <a:pPr algn="ctr"/>
            <a:r>
              <a:rPr lang="en-US" sz="2800" dirty="0"/>
              <a:t>Since I placed all my hope in your word.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Lord, I know that your judgements are just;</a:t>
            </a:r>
          </a:p>
          <a:p>
            <a:pPr algn="ctr"/>
            <a:r>
              <a:rPr lang="en-US" sz="2800" dirty="0"/>
              <a:t>You have faithfully disciplined me.</a:t>
            </a:r>
          </a:p>
          <a:p>
            <a:pPr algn="ctr"/>
            <a:r>
              <a:rPr lang="en-US" sz="2800" dirty="0"/>
              <a:t>May your merciful love bring relief,</a:t>
            </a:r>
          </a:p>
          <a:p>
            <a:pPr algn="ctr"/>
            <a:r>
              <a:rPr lang="en-US" sz="2800" dirty="0"/>
              <a:t>As you promised your servant in need.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Show me mercy that I may have life,</a:t>
            </a:r>
          </a:p>
          <a:p>
            <a:pPr algn="ctr"/>
            <a:r>
              <a:rPr lang="en-US" sz="2800" dirty="0"/>
              <a:t>For your law is my constant delight.</a:t>
            </a:r>
          </a:p>
          <a:p>
            <a:pPr algn="ctr"/>
            <a:r>
              <a:rPr lang="en-US" sz="2800" dirty="0"/>
              <a:t>Shame the proud who defame me with lies;</a:t>
            </a:r>
          </a:p>
          <a:p>
            <a:pPr algn="ctr"/>
            <a:r>
              <a:rPr lang="en-US" sz="2800" dirty="0"/>
              <a:t>I will ponder your precepts aright.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6942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Those who fear you, Lord, turn them to me,</a:t>
            </a:r>
          </a:p>
          <a:p>
            <a:pPr algn="ctr"/>
            <a:r>
              <a:rPr lang="en-US" sz="2800" dirty="0"/>
              <a:t>So they learn to discern your decrees.</a:t>
            </a:r>
          </a:p>
          <a:p>
            <a:pPr algn="ctr"/>
            <a:r>
              <a:rPr lang="en-US" sz="2800" dirty="0"/>
              <a:t>Teach my heart to be pure in your laws,</a:t>
            </a:r>
          </a:p>
          <a:p>
            <a:pPr algn="ctr"/>
            <a:r>
              <a:rPr lang="en-US" sz="2800" dirty="0"/>
              <a:t>That no shame or disgrace come to me.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6528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#119J Give Me Insight to Learn Your Commands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#119J Give Me Insight to Learn Your Commands</dc:title>
  <dc:creator>Eric Hoogendoorn</dc:creator>
  <cp:lastModifiedBy>Eric Hoogendoorn</cp:lastModifiedBy>
  <cp:revision>1</cp:revision>
  <dcterms:created xsi:type="dcterms:W3CDTF">2020-08-22T14:41:54Z</dcterms:created>
  <dcterms:modified xsi:type="dcterms:W3CDTF">2020-08-22T14:48:33Z</dcterms:modified>
</cp:coreProperties>
</file>