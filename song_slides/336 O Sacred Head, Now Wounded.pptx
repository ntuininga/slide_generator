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76" r:id="rId3"/>
    <p:sldId id="37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20D38-5B2B-4C30-89FA-42FFAF9B7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DF367-C63F-463F-AAAD-D5517D95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517B8-0138-44D0-915B-75A5D006B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ADA0E-E58E-4BFB-AF93-5CB546C9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9994E-8029-4BF8-A432-62237C8F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2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F0F6-0560-4409-9AAE-65C859E4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C56BA-293E-4ECC-9596-DF5803B5B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67CEF-303E-4511-80D8-4E0FE17E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6EBF2-F622-401A-8EA6-FC9671ABD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3F86-ABBA-4D51-8C0C-E6BB4A90A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33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DCDA-8B35-435A-90DB-C176DD41D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03DC4-B8B7-4C37-9A2A-108881827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213D6-53FA-4E6B-90E6-1BB912C4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4470D-2BF4-4ADD-837E-4A9DDC0E3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4C987-4ABD-44CF-BF92-ABD5C780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1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40BE-9AFF-482B-83A3-B593DE34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46AEA-FB51-4D6B-8240-3D99858FB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C19B7-9948-49A9-829A-68C259E05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A1CE6-ACB2-4714-B788-40F6189C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7C1E9-4A6C-4C02-A60F-BB070ADD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DBB13-11A0-4720-A405-5EC81BF6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8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636D3-8766-4A0D-BDCC-B86AA4F0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E82B5-3A95-4ABD-AA34-A5AD08DB7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AFBC6-B082-4BEA-8BD9-2E53EEE72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862C1F-8BC0-4F78-9D5E-DBB4C6F78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9EE5BF-664C-46B0-BA65-3B6890893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D7FFE-83D6-40C4-808B-B4FCA6B4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B097C-A0F9-4388-BD34-C4974EE84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F3D87-CB67-4918-A17E-1063F503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5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97A2-5AA2-4D33-B512-80E429B4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8938F9-9D46-489E-9AA7-49ACEF69B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2107B-981B-47EA-95CE-FFB4AC78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A7A66-FF2E-48FE-9842-7DA9D21F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3A83F-A41C-4DC9-96E5-760DCDA4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47C73-D678-40B3-9A68-F881ED81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F8F41-73FB-4F7C-9CD0-442F99FF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3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E682-7793-4C95-A00D-26E2F28A4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F780F-C429-420D-AEF9-0C9ADE9A1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3AD7D-3BCD-45A9-AB0A-8B18F2977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2FFB1-29BC-4087-B59C-B28822409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6926E-5262-4B3A-AB7C-4CF000C83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D3C83-2C96-42C8-A8C2-67E16B9F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4D3B-07A9-48BE-B34E-02422BC3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8636B-F812-467E-94A8-7063E6A8B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B9940-C815-448F-B56B-2A0DB04DB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69168-60E7-4E0D-8E93-87C666E4C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99CE3-2372-4ED0-AE57-697636A4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96F39-4103-455C-ACB9-5EE6A5AC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5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3635-368F-400D-874B-6E0EB9587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686C4-3A55-4AB0-835D-835D22AD4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8918D-623A-457C-92F9-4DB497A84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FCAAA-4FFA-4F63-A18D-B26A35EC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A8B20-4F89-4003-9DC1-65A6AC4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10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217D1D-2A20-4E3C-BF78-469F0805D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59EB-2153-4AA3-B3F5-10BEA3509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B5E3B-9875-4699-8895-620F2EE42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21C7C-7823-4AC4-BFD1-079A9686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F3D9B-47D8-42E5-8064-5FE894836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7E2268-B176-4A2D-8F9F-5714A1FC6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C6211-AEF8-41D4-8049-2A2465B52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E901B-9114-44BF-B19C-2A128A6FD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69F80-DF02-4A54-BFED-07011003858D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CBCF2-3102-4298-88F6-77ED3526D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5967E-F6EE-4C2B-B2CC-9D6666EF3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335D3-9B6E-4BCE-A41D-2B497D1C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76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CD1AC-1686-4B85-9427-4E49F37C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1A8D7-36D6-47B7-B2A5-946430D58AA3}"/>
              </a:ext>
            </a:extLst>
          </p:cNvPr>
          <p:cNvSpPr txBox="1"/>
          <p:nvPr/>
        </p:nvSpPr>
        <p:spPr>
          <a:xfrm>
            <a:off x="1409700" y="409575"/>
            <a:ext cx="937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#336 O Sacred Head, Now Wounded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3FDDE-D0C7-49B4-8498-33CAD77D0B37}"/>
              </a:ext>
            </a:extLst>
          </p:cNvPr>
          <p:cNvSpPr txBox="1"/>
          <p:nvPr/>
        </p:nvSpPr>
        <p:spPr>
          <a:xfrm>
            <a:off x="2181225" y="1752600"/>
            <a:ext cx="78295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O sacred Head, now wounded,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grief and shame weighed down;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now scornfully surrounded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thorns, thine only crown;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sacred Head, what glory,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what bliss 'til now was thine!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Yet, though despised and gory,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 joy to call thee mine.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94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F8AED2-8B7F-424C-A966-8E05F491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C0E76-718E-4F2A-BD69-C27A61211F30}"/>
              </a:ext>
            </a:extLst>
          </p:cNvPr>
          <p:cNvSpPr txBox="1"/>
          <p:nvPr/>
        </p:nvSpPr>
        <p:spPr>
          <a:xfrm>
            <a:off x="2281237" y="1343025"/>
            <a:ext cx="76295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/>
              <a:t>2. What thou, my Lord, hast suffered</a:t>
            </a:r>
            <a:br>
              <a:rPr lang="en-US" sz="2800" dirty="0"/>
            </a:br>
            <a:r>
              <a:rPr lang="en-US" sz="2800" dirty="0"/>
              <a:t>was all for sinners' gain:</a:t>
            </a:r>
            <a:br>
              <a:rPr lang="en-US" sz="2800" dirty="0"/>
            </a:br>
            <a:r>
              <a:rPr lang="en-US" sz="2800" dirty="0"/>
              <a:t>mine, mine was the transgression,</a:t>
            </a:r>
            <a:br>
              <a:rPr lang="en-US" sz="2800" dirty="0"/>
            </a:br>
            <a:r>
              <a:rPr lang="en-US" sz="2800" dirty="0"/>
              <a:t>but thine the deadly pain.</a:t>
            </a:r>
            <a:br>
              <a:rPr lang="en-US" sz="2800" dirty="0"/>
            </a:br>
            <a:r>
              <a:rPr lang="en-US" sz="2800" dirty="0"/>
              <a:t>Lo, here I fall, my Savior!</a:t>
            </a:r>
            <a:br>
              <a:rPr lang="en-US" sz="2800" dirty="0"/>
            </a:br>
            <a:r>
              <a:rPr lang="en-US" sz="2800" dirty="0" err="1"/>
              <a:t>'Tis</a:t>
            </a:r>
            <a:r>
              <a:rPr lang="en-US" sz="2800" dirty="0"/>
              <a:t> I deserve thy place;</a:t>
            </a:r>
            <a:br>
              <a:rPr lang="en-US" sz="2800" dirty="0"/>
            </a:br>
            <a:r>
              <a:rPr lang="en-US" sz="2800" dirty="0"/>
              <a:t>look on me with thy favor,</a:t>
            </a:r>
            <a:br>
              <a:rPr lang="en-US" sz="2800" dirty="0"/>
            </a:br>
            <a:r>
              <a:rPr lang="en-US" sz="2800" dirty="0"/>
              <a:t>vouchsafe to me thy grace.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06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D2673-FEA7-40B7-8C00-069A5DBF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5181-28DC-4E1D-80AE-274F09A57412}"/>
              </a:ext>
            </a:extLst>
          </p:cNvPr>
          <p:cNvSpPr txBox="1"/>
          <p:nvPr/>
        </p:nvSpPr>
        <p:spPr>
          <a:xfrm>
            <a:off x="2305050" y="1443841"/>
            <a:ext cx="75819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/>
              <a:t>3. What language shall I borrow</a:t>
            </a:r>
            <a:br>
              <a:rPr lang="en-US" sz="2800" dirty="0"/>
            </a:br>
            <a:r>
              <a:rPr lang="en-US" sz="2800" dirty="0"/>
              <a:t>to thank thee, dearest Friend,</a:t>
            </a:r>
            <a:br>
              <a:rPr lang="en-US" sz="2800" dirty="0"/>
            </a:br>
            <a:r>
              <a:rPr lang="en-US" sz="2800" dirty="0"/>
              <a:t>for this, thy dying sorrow,</a:t>
            </a:r>
            <a:br>
              <a:rPr lang="en-US" sz="2800" dirty="0"/>
            </a:br>
            <a:r>
              <a:rPr lang="en-US" sz="2800" dirty="0"/>
              <a:t>thy pity without end?</a:t>
            </a:r>
            <a:br>
              <a:rPr lang="en-US" sz="2800" dirty="0"/>
            </a:br>
            <a:r>
              <a:rPr lang="en-US" sz="2800" dirty="0"/>
              <a:t>O make me thine forever;</a:t>
            </a:r>
            <a:br>
              <a:rPr lang="en-US" sz="2800" dirty="0"/>
            </a:br>
            <a:r>
              <a:rPr lang="en-US" sz="2800" dirty="0"/>
              <a:t>and should I fainting be,</a:t>
            </a:r>
            <a:br>
              <a:rPr lang="en-US" sz="2800" dirty="0"/>
            </a:br>
            <a:r>
              <a:rPr lang="en-US" sz="2800" dirty="0"/>
              <a:t>Lord, let me never, never</a:t>
            </a:r>
            <a:br>
              <a:rPr lang="en-US" sz="2800" dirty="0"/>
            </a:br>
            <a:r>
              <a:rPr lang="en-US" sz="2800" dirty="0"/>
              <a:t>outlive my love to thee.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32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2020-11-14T23:00:32Z</dcterms:created>
  <dcterms:modified xsi:type="dcterms:W3CDTF">2020-11-14T23:00:47Z</dcterms:modified>
</cp:coreProperties>
</file>