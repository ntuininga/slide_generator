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  <p:sldId id="385" r:id="rId5"/>
    <p:sldId id="40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C7D1-082A-4394-8933-F959E9ADD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A7B32-780A-473D-A52B-5B30099FF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E3D46-BECE-45E7-9543-9BE518D5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98CD9-BBB3-4670-84BF-B728EDC73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DED64-0C3C-4B13-B88B-8FDF7591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5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1CA8-3BF9-4965-9676-62BF1D9F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28700-AC05-453D-9162-6FB99ADDB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81E0F-E07F-43ED-B208-BBE323A0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D083E-A6CE-4848-A492-54BCF668E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9AEDB-1F71-45BB-86BA-CAD6996D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8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BF9E-CF97-4F24-AE02-802AFCD9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F813B-EC5C-40F0-9CEE-6CAA9A928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9212B-C35D-401C-B32B-0BCCBC85B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32397-D192-4627-A1D2-61BB6E04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1EBCE-A1DC-41FD-B9D4-6E10219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1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D6D7A-6932-4A8E-9E5C-AD44C30AA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F7F8-A68C-4D55-8DCC-57CD6C91C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2E726-EB69-495B-AD39-2C865ABA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1AA7E-1749-44B3-8CC7-A4CEDE71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E4738-2110-4BF2-9480-CD863AB0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6876F-96F8-4AFF-9480-AADFC273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7B692-065F-486C-AC08-30F46B189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BC281-5693-48E8-8298-6BABE7AC2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BC23C-9AA2-47FC-A69D-B681B109B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160D3-F036-4F34-A60E-A9E1706C0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4EB32-10F6-4281-9883-21940E115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418DB-5E23-4980-84C7-9353CDAB8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4438C-F506-4590-ACE7-D4AD9BD7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EF996-4476-4FA3-9CDC-92936789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7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2762-F6A0-4A39-8B2E-32563454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6A0B6-B6C1-4D25-8E7B-F242383CB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29ECC-25A2-4D40-A315-5116A95B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C6DB4-7C2A-4D2B-BD33-5D6E345F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4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13163-4844-452C-A84D-3A6EE53B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CE378-5881-4910-AE4C-2C60F5BF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9D3BF-DF66-4328-A664-2467B810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6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457C-E63F-42A9-BC5B-47978559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45D42-EEC0-45B1-BF89-C2312F16C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BFAB3-C4FA-47FC-9FC6-2445FEFE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ED7AD-C17C-449D-9223-545D5DA5B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50889-C33F-4B83-A0C1-D989125C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00935-62B0-471B-8796-36ED7F2C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5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68CD-345D-48E4-8BF1-00F05682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7ECE5-B9AF-443A-9A2F-D67A44B03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C1148-E02A-41B1-B03B-163FE2403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E927A-92C5-4E99-872D-3D99B616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681A5-54BD-478B-9541-9740E417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EE705-DFA1-4FAF-9040-84197356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BC25-BFEC-4ADF-869B-45BCAA14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98F1E-FB08-4192-8B5C-6BB4A86EC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DFC0B-D167-431B-9200-8801E0CEC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579D-F379-47D9-93A9-147E8C09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DE7F6-A431-4F1E-98C6-9D035222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0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68DB42-09F9-42D6-A8D1-72A0DB13C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AA6AE-5208-4145-85F7-17F45BCA6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42A9-55E8-4B49-8540-6FE00B33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855F6-83BC-4AD1-94B6-B1D675F56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433D4-3928-4C2B-BB76-A9248EA0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87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E973D7-F660-4B03-B2B8-AA137FAB5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A70A0-E33C-47E7-9617-D87B0050C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6F58A-9306-48F0-B61A-3BFBC066C9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045C8-6412-413C-B39B-219B3538F405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A7D06-F8DF-4F62-BB5E-E7E1815A1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9002A-F541-4AA7-951B-BD34F6911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4EC58-7CDD-4C36-B4A3-018475C40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2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24998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1. All praise to you, eternal Lord,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clothed in our human flesh and blood,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 manger choosing for your throne,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while worlds on worlds are yours alone.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#303 All Praise to You, Eternal Lord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13553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The skies did once before you bow;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 virgin's arms contain you now: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angels who in you rejoiced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now listen for your infant voice.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3069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A little child, you are our guest,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that weary ones in you may rest;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forlorn and lowly is your birth,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that we may rise to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 from earth.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ADE5-31D9-4FC3-8FF2-A4B77C42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38AC-8D8F-469A-B004-AB6A80B6BC46}"/>
              </a:ext>
            </a:extLst>
          </p:cNvPr>
          <p:cNvSpPr txBox="1"/>
          <p:nvPr/>
        </p:nvSpPr>
        <p:spPr>
          <a:xfrm>
            <a:off x="1771650" y="2278410"/>
            <a:ext cx="8648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You came to us in darkest night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make us children of the light,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make us, in the realms divine,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as your own angels round you shine.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2515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DC735C-5690-4C7C-9751-FA969D12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C2DFE-F38A-4C6B-87CD-BACB1EC0D396}"/>
              </a:ext>
            </a:extLst>
          </p:cNvPr>
          <p:cNvSpPr txBox="1"/>
          <p:nvPr/>
        </p:nvSpPr>
        <p:spPr>
          <a:xfrm>
            <a:off x="2738437" y="2076450"/>
            <a:ext cx="67151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5. All this for us your love has done;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by this to you our love is won: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 this we tune our cheerful lays,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shout our thanks in ceaseless praise.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328936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2020-12-20T00:10:56Z</dcterms:created>
  <dcterms:modified xsi:type="dcterms:W3CDTF">2020-12-20T00:11:44Z</dcterms:modified>
</cp:coreProperties>
</file>