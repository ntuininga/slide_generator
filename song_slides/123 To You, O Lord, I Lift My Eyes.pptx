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7" r:id="rId2"/>
    <p:sldId id="29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A693-4FA5-48DE-AF8D-A1EBEA7DD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110ADE-81D9-465B-9B32-F2B5A4A24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8ED9-5635-4A42-A917-F7CF35665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5D512-0265-4EC4-ACB2-959CD55C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FCB1C-68F8-4D46-BF8B-614ACD31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7339-E5E6-4DA4-A57E-5977C72A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C31A-DD99-40AD-AE15-5CCC80875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3AF4-0A5B-4511-86DC-211DBBD9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3D0E6-D9DF-4F31-B2AC-9A124101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49EC3-D4B3-4FD6-8EB8-2272F789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2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7422-BDD7-427C-8E34-C714458C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907E4-21AA-4289-9E4A-4130244F9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565F7-4660-45FE-89A9-1C52485C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CF1C-23DC-405A-BB22-2F23D930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20D5A-7FC6-4790-9416-6F38080D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1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3C9A-EA8F-4C96-90F1-E51CE478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46B7-70AD-4B99-A2E9-1D8E9CC41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50F83-6F35-4A5B-BBDC-C6D69CBEF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D9619-E903-4036-9369-47D90FD50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341D5-BD06-4AC2-B4FD-7D638757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C824-4A31-4BFF-BD50-2615F499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5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FC4E3-FF60-49BC-8D0B-75C83015C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64922-5239-441E-8CF2-384809D33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D509B-7A7C-46E3-8325-101AD4173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E66EE-3E64-4BAB-84EF-3104E9475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5BF11-89BA-432C-913E-3B343A912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434AF-5C54-4FCA-869D-248DDFCB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CD380-631E-4284-B11F-E31368AE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67C2E-4AC6-4223-B53A-B7DF4F3E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6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48DE-15DF-41D7-8809-A6D85FCB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0AB74-84C3-4266-8F8E-1581BBA9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6C391-8C05-4EF0-BA9A-3359CE0D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4CE2F-3CAC-4AA3-8450-FCA92966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2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7349E-4654-4937-83D4-337CAF43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8AD3A-1B8D-45D2-9E04-0C947512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21056-5586-463C-BA57-B0224EC5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2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8B7C-0566-4A95-B44F-BFC605A2A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3F87-A316-4A02-9D43-F905CBFC2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A0A3F-80FB-4FBA-9D8A-F63836C91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63541-0056-4742-855E-2403FD5C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B460C-EE57-4BD7-A6FD-CFD5B682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F5929-5C76-49A2-A90C-188CB8BB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4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BB53-50D9-4BF5-873E-56C2BFD5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D65B8-7A23-4088-96B7-073960475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50DC6-FA12-4950-9645-D3CAA614B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8767F-FEA9-4D90-98C7-DEF4AF87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E39C-4CC6-4876-96A9-02F5ADCA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60D53-32BC-4EF9-8588-0A57B0D6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6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B0E0-529E-446A-84F2-5EA7439C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0D3A9-E1E4-4D1C-BB1F-256895C3E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22D51-F811-4758-A59C-0D14AC68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604FC-D8D3-4E4D-9F7F-0F6E5F2D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F00E2-D8E0-4C41-BDF9-301981C2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0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A9B3B8-0C72-48AD-B840-820A082C4A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17E25-431E-4120-AD3C-298254DB2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49390-1622-4E75-BFD8-3F584956B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C85A5-94DD-4D45-BEE0-58D38905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F2B41-BE2C-4D65-BF4D-406DAD55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9A2D1-95ED-45E6-93E2-95570A81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3F85D-75DC-4BEC-B479-BA205C52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FDF14-5D1B-48BD-8E32-7BCCC6B9F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5B18A-D734-4DCF-9A2A-664D613FFE4D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F000-DEC1-42B4-B1A1-B1E154B66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911EE-27E8-4D3E-9452-FC3232389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AA911-9A92-45BE-8096-653F1AA6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7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#123 To You, O Lord, I Lift My Eyes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360612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 </a:t>
            </a:r>
            <a:r>
              <a:rPr lang="en-CA" sz="2800" dirty="0"/>
              <a:t>To you, O Lord, I lift my eyes,</a:t>
            </a:r>
          </a:p>
          <a:p>
            <a:pPr algn="ctr"/>
            <a:r>
              <a:rPr lang="en-CA" sz="2800" dirty="0"/>
              <a:t>To you enthroned above the skies!</a:t>
            </a:r>
          </a:p>
          <a:p>
            <a:pPr algn="ctr"/>
            <a:r>
              <a:rPr lang="en-CA" sz="2800" dirty="0"/>
              <a:t>As servants watch their master’s hand,</a:t>
            </a:r>
          </a:p>
          <a:p>
            <a:pPr algn="ctr"/>
            <a:r>
              <a:rPr lang="en-CA" sz="2800" dirty="0"/>
              <a:t>Or maidens watch their mistress stand</a:t>
            </a:r>
          </a:p>
          <a:p>
            <a:pPr algn="ctr"/>
            <a:r>
              <a:rPr lang="en-CA" sz="2800" dirty="0"/>
              <a:t>So to the Lord our eyes we raise</a:t>
            </a:r>
          </a:p>
          <a:p>
            <a:pPr algn="ctr"/>
            <a:r>
              <a:rPr lang="en-CA" sz="2800" dirty="0"/>
              <a:t>Until his mercy he displays.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687A7-954D-4082-9548-9B57A208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397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40596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 Lord our God, your mercy show;</a:t>
            </a:r>
          </a:p>
          <a:p>
            <a:pPr algn="ctr"/>
            <a:r>
              <a:rPr lang="en-US" sz="2800" dirty="0"/>
              <a:t>Take pity, Lord, on us below.</a:t>
            </a:r>
          </a:p>
          <a:p>
            <a:pPr algn="ctr"/>
            <a:r>
              <a:rPr lang="en-US" sz="2800" dirty="0"/>
              <a:t>For we have had our fill of scorn,</a:t>
            </a:r>
          </a:p>
          <a:p>
            <a:pPr algn="ctr"/>
            <a:r>
              <a:rPr lang="en-US" sz="2800" dirty="0"/>
              <a:t>And full contempt our soul has borne,</a:t>
            </a:r>
          </a:p>
          <a:p>
            <a:pPr algn="ctr"/>
            <a:r>
              <a:rPr lang="en-US" sz="2800" dirty="0"/>
              <a:t>The proud contempt that we endured</a:t>
            </a:r>
          </a:p>
          <a:p>
            <a:pPr algn="ctr"/>
            <a:r>
              <a:rPr lang="en-US" sz="2800" dirty="0"/>
              <a:t>From haughty men who live secure.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C22B2-C67E-41C5-B237-5EB296D5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355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#123 To You, O Lord, I Lift My Eyes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#123 To You, O Lord, I Lift My Eyes</dc:title>
  <dc:creator>Eric Hoogendoorn</dc:creator>
  <cp:lastModifiedBy>Eric Hoogendoorn</cp:lastModifiedBy>
  <cp:revision>1</cp:revision>
  <dcterms:created xsi:type="dcterms:W3CDTF">2020-08-14T01:53:14Z</dcterms:created>
  <dcterms:modified xsi:type="dcterms:W3CDTF">2020-08-14T01:53:42Z</dcterms:modified>
</cp:coreProperties>
</file>