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B20D-46C4-44EB-BB3B-942CB7D2F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1734B-677D-471D-8D38-7CF3D4B71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4BA0-B5A3-47D5-92A9-8A76A3E2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877C3-A5BD-4E5E-93AC-E773EDC4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AF6F-55F5-41EF-AFC7-EFA37F14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378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B14B-7FEC-4B96-9356-054A285C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2D29B-F803-47D6-9691-B366FEC7C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DA6E8-29D9-441A-999C-6BFD350B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87631-4753-4002-A64A-A2E22492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563C-5640-462F-BDD7-244C9A00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205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B9F7-33DC-4C8E-A655-17437596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09361-02F2-477D-94EE-CBC940C5D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6C95D-8CB9-4F2D-B701-0BF89632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60162-9C1B-4EF4-BF19-1CD8965D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CFDE-5D62-452A-BF6B-453A1D7C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97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FE6F-B8FC-4433-BE04-5E6B2560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31341-2079-4F95-9E42-7D6794A43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8A44-4FD2-42FA-BC96-FF1B49BBD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6E6E6-D163-4B19-91F2-C6F4A97D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B0CD7-033F-43A9-9366-A02E1C35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AF8C2-7EE7-4441-A6E0-9F20A343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19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F9AE-6EAD-4C97-98D8-AE742696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8E44E-014D-42A7-AF2A-91A12C40C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15B9B-D1E6-4322-81BB-24F157837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1006F9-96ED-4C6E-808E-F42C48EB9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345C8-39A0-44A8-8065-89BCE4344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50D8A-B67F-462C-8D0D-F4793FA9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9A6DC-8060-424C-9BEE-047F615C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4D713-6CDC-4E0A-BE68-6650C545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040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0409-78E9-4337-8AAB-16EE1541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7930C-9FEB-4F23-972F-4FDD2E83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51C67-2FC2-415F-8083-59995583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7BE92-14AF-4F4F-887F-8D64F328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709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CA781-C224-4540-A79E-D7120428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51B82E-9702-4E88-B0C9-CEBF496F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BD467-4497-4366-815F-53DF62CB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509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AF12-2AA2-4FAF-957B-BEC28D10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3075F-EACB-4F78-AB0F-82C90D44B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22DF3-7304-4DEA-BE08-B66071B1C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7A29F-A33F-46F0-A20D-C25E5AA2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FA567-90A1-4D92-B28A-4B7B647C0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1E1F3-9079-4822-A0B5-1331B2A5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688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2FDE-037F-47DC-A0D1-0162ECDC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1DC566-4877-423D-8884-0C3729FF4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DE5A9-9194-4741-A7BC-CA0C8EAF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77642-C848-4F20-9CCA-3E58C7C88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E6EEC-FEA2-44DA-AE58-4CF04355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387F5-ADB4-43C5-9080-C6CC8726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551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DB64-FC78-462B-B824-CA45CD6D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3CA4F-3EB5-41A9-9F3E-19475F136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A9F8B-EFA2-4359-892F-D6778ED9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069CE-EEDD-4D58-AD99-6729B49F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E95FB-E9FD-43BC-B4C9-BDE450D4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8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042FC-D9BD-4150-AA87-7B53C1F1E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A0A16-9D8C-4BAF-8A5D-9CAF5171D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9CF4F-13F5-406F-B9C7-F0A98E5A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D96BD-571B-48DC-8CDD-BB9CF88D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73A6-E26D-4969-9F2F-A1B2E42B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882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1AB02-840C-4BBE-B44C-8816CDAD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F6BB2-9150-43D0-A21B-3640C2F49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ACCF3-EEE5-40F1-8484-70619DED1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F4B05-C126-43AE-AABD-F800C5529551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A360D-E43E-41E3-98E2-1757C038A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20170-F546-463B-97BD-1320E73A8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449F1-4974-4AE6-A364-88708EAD9F4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815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FA031F-E0C2-4AA6-973A-90644D5BC8EB}"/>
              </a:ext>
            </a:extLst>
          </p:cNvPr>
          <p:cNvSpPr txBox="1"/>
          <p:nvPr/>
        </p:nvSpPr>
        <p:spPr>
          <a:xfrm>
            <a:off x="971550" y="257175"/>
            <a:ext cx="10248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4400" i="1">
                <a:solidFill>
                  <a:prstClr val="black"/>
                </a:solidFill>
                <a:latin typeface="Calibri Light" panose="020F0302020204030204"/>
              </a:rPr>
              <a:t>#567 Doxology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F947A-285F-4DA6-9FDC-42A8CCAB58C6}"/>
              </a:ext>
            </a:extLst>
          </p:cNvPr>
          <p:cNvSpPr txBox="1"/>
          <p:nvPr/>
        </p:nvSpPr>
        <p:spPr>
          <a:xfrm>
            <a:off x="2333625" y="2305615"/>
            <a:ext cx="75247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Praise God from whom all blessings flow;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 him, all creatures here below;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 him above, ye heav'nly host: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 Father, Son, and Holy Ghost.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41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2021-03-18T23:41:17Z</dcterms:created>
  <dcterms:modified xsi:type="dcterms:W3CDTF">2021-03-18T23:41:59Z</dcterms:modified>
</cp:coreProperties>
</file>