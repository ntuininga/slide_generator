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9" r:id="rId5"/>
    <p:sldId id="258" r:id="rId6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CA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60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US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5919C37F-3C3C-4B50-9546-6D982531DBEE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t>12/14/2024</a:t>
            </a:fld>
            <a:endParaRPr lang="en-CA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CA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9BC5A25D-7DFD-41C4-9DF8-39B50BA80BEC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CA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level</a:t>
            </a: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level</a:t>
            </a:r>
          </a:p>
          <a:p>
            <a:pPr marL="1600200" lvl="3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level</a:t>
            </a:r>
          </a:p>
          <a:p>
            <a:pPr marL="2057400" lvl="4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Fifth level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445AA274-14CE-416B-B05D-7C3E7B684A9D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t>12/14/2024</a:t>
            </a:fld>
            <a:endParaRPr lang="en-CA" sz="12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CA" sz="2400" b="0" strike="noStrike" spc="-1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C1179F6B-5F8A-4511-A4CC-8368C3B7636F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CA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0" y="340560"/>
            <a:ext cx="12191760" cy="805680"/>
          </a:xfrm>
          <a:prstGeom prst="rect">
            <a:avLst/>
          </a:prstGeom>
          <a:noFill/>
          <a:ln w="9360"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CA" sz="4400" b="0" i="1" strike="noStrike" spc="-1">
                <a:solidFill>
                  <a:srgbClr val="000000"/>
                </a:solidFill>
                <a:latin typeface="Calibri Light"/>
              </a:rPr>
              <a:t>#35 Lord, Plead My Case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0" y="1551240"/>
            <a:ext cx="12191760" cy="350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A" sz="2800" b="0" i="1" strike="noStrike" spc="-1">
                <a:solidFill>
                  <a:srgbClr val="000000"/>
                </a:solidFill>
                <a:latin typeface="Calibri"/>
              </a:rPr>
              <a:t>1. </a:t>
            </a: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Lord, plead my case when I am charged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by foes maliciously,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and fight for me when they attack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and vent their spite on me.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Take up your shield and rise to help!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And say unto my soul,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“I am salvation unto you.”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With spear, restrain my foe.</a:t>
            </a:r>
            <a:endParaRPr lang="en-CA" sz="2800" b="0" strike="noStrike" spc="-1">
              <a:latin typeface="Arial"/>
            </a:endParaRPr>
          </a:p>
        </p:txBody>
      </p:sp>
      <p:sp>
        <p:nvSpPr>
          <p:cNvPr id="84" name="TextShape 3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CA" sz="1200" b="0" strike="noStrike" spc="-1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lang="en-CA" sz="1200" b="0" strike="noStrike" spc="-1"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0" y="1551240"/>
            <a:ext cx="12191760" cy="35379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A" sz="2800" i="1" spc="-1" dirty="0">
                <a:solidFill>
                  <a:srgbClr val="000000"/>
                </a:solidFill>
                <a:latin typeface="Calibri"/>
              </a:rPr>
              <a:t>3</a:t>
            </a:r>
            <a:r>
              <a:rPr lang="en-CA" sz="2800" b="0" i="1" strike="noStrike" spc="-1" dirty="0">
                <a:solidFill>
                  <a:srgbClr val="000000"/>
                </a:solidFill>
                <a:latin typeface="Calibri"/>
              </a:rPr>
              <a:t>. </a:t>
            </a: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Without a cause, to capture me </a:t>
            </a:r>
          </a:p>
          <a:p>
            <a:pPr algn="ctr">
              <a:lnSpc>
                <a:spcPct val="100000"/>
              </a:lnSpc>
            </a:pP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they spread and hid their net;</a:t>
            </a:r>
          </a:p>
          <a:p>
            <a:pPr algn="ctr">
              <a:lnSpc>
                <a:spcPct val="100000"/>
              </a:lnSpc>
            </a:pPr>
            <a:r>
              <a:rPr lang="en-CA" sz="2800" spc="-1" dirty="0">
                <a:solidFill>
                  <a:srgbClr val="000000"/>
                </a:solidFill>
                <a:latin typeface="Calibri"/>
              </a:rPr>
              <a:t>Without a cause, to trap my </a:t>
            </a:r>
            <a:r>
              <a:rPr lang="en-CA" sz="2800" spc="-1">
                <a:solidFill>
                  <a:srgbClr val="000000"/>
                </a:solidFill>
                <a:latin typeface="Calibri"/>
              </a:rPr>
              <a:t>soul </a:t>
            </a:r>
          </a:p>
          <a:p>
            <a:pPr algn="ctr">
              <a:lnSpc>
                <a:spcPct val="100000"/>
              </a:lnSpc>
            </a:pPr>
            <a:r>
              <a:rPr lang="en-CA" sz="2800" spc="-1">
                <a:solidFill>
                  <a:srgbClr val="000000"/>
                </a:solidFill>
                <a:latin typeface="Calibri"/>
              </a:rPr>
              <a:t>they </a:t>
            </a:r>
            <a:r>
              <a:rPr lang="en-CA" sz="2800" spc="-1" dirty="0">
                <a:solidFill>
                  <a:srgbClr val="000000"/>
                </a:solidFill>
                <a:latin typeface="Calibri"/>
              </a:rPr>
              <a:t>dug a deadly pit.</a:t>
            </a:r>
          </a:p>
          <a:p>
            <a:pPr algn="ctr">
              <a:lnSpc>
                <a:spcPct val="100000"/>
              </a:lnSpc>
            </a:pP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Surprise him with destruction, Lord,</a:t>
            </a:r>
          </a:p>
          <a:p>
            <a:pPr algn="ctr">
              <a:lnSpc>
                <a:spcPct val="100000"/>
              </a:lnSpc>
            </a:pPr>
            <a:r>
              <a:rPr lang="en-CA" sz="2800" spc="-1" dirty="0">
                <a:solidFill>
                  <a:srgbClr val="000000"/>
                </a:solidFill>
                <a:latin typeface="Calibri"/>
              </a:rPr>
              <a:t>And catch him in his net;</a:t>
            </a:r>
          </a:p>
          <a:p>
            <a:pPr algn="ctr">
              <a:lnSpc>
                <a:spcPct val="100000"/>
              </a:lnSpc>
            </a:pPr>
            <a:r>
              <a:rPr lang="en-CA" sz="2800" b="0" strike="noStrike" spc="-1" dirty="0">
                <a:solidFill>
                  <a:srgbClr val="000000"/>
                </a:solidFill>
                <a:latin typeface="Calibri"/>
              </a:rPr>
              <a:t>Ensnare him in his hidden trap;</a:t>
            </a:r>
          </a:p>
          <a:p>
            <a:pPr algn="ctr">
              <a:lnSpc>
                <a:spcPct val="100000"/>
              </a:lnSpc>
            </a:pPr>
            <a:r>
              <a:rPr lang="en-CA" sz="2800" spc="-1" dirty="0">
                <a:solidFill>
                  <a:srgbClr val="000000"/>
                </a:solidFill>
                <a:latin typeface="Calibri"/>
              </a:rPr>
              <a:t>Destroy him in his pit!</a:t>
            </a:r>
            <a:endParaRPr lang="en-CA" sz="2800" b="0" strike="noStrike" spc="-1" dirty="0">
              <a:latin typeface="Arial"/>
            </a:endParaRPr>
          </a:p>
        </p:txBody>
      </p:sp>
      <p:sp>
        <p:nvSpPr>
          <p:cNvPr id="86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CA" sz="1200" b="0" strike="noStrike" spc="-1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lang="en-CA" sz="1200" b="0" strike="noStrike" spc="-1"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DDEA0-1386-1CAF-145B-2C9B28441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>
            <a:extLst>
              <a:ext uri="{FF2B5EF4-FFF2-40B4-BE49-F238E27FC236}">
                <a16:creationId xmlns:a16="http://schemas.microsoft.com/office/drawing/2014/main" id="{8478BDA0-A78E-D85F-5F2D-0E65AA5B7F7A}"/>
              </a:ext>
            </a:extLst>
          </p:cNvPr>
          <p:cNvSpPr/>
          <p:nvPr/>
        </p:nvSpPr>
        <p:spPr>
          <a:xfrm>
            <a:off x="0" y="1551240"/>
            <a:ext cx="12191760" cy="350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A" sz="2800" b="0" i="1" strike="noStrike" spc="-1">
                <a:solidFill>
                  <a:srgbClr val="000000"/>
                </a:solidFill>
                <a:latin typeface="Calibri"/>
              </a:rPr>
              <a:t>2. </a:t>
            </a: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May those who seek to take my life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endure disgrace and shame;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may those who plot my overthrow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turn back the way they came.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May they like chaff before the wind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be ever driven far;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and let the angel of the Lord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pursue them in the dark.</a:t>
            </a:r>
            <a:endParaRPr lang="en-CA" sz="2800" b="0" strike="noStrike" spc="-1">
              <a:latin typeface="Arial"/>
            </a:endParaRPr>
          </a:p>
        </p:txBody>
      </p:sp>
      <p:sp>
        <p:nvSpPr>
          <p:cNvPr id="86" name="TextShape 2">
            <a:extLst>
              <a:ext uri="{FF2B5EF4-FFF2-40B4-BE49-F238E27FC236}">
                <a16:creationId xmlns:a16="http://schemas.microsoft.com/office/drawing/2014/main" id="{94E4A973-15C1-23DF-D021-0F00DE1483C3}"/>
              </a:ext>
            </a:extLst>
          </p:cNvPr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CA" sz="1200" b="0" strike="noStrike" spc="-1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lang="en-CA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36370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0" y="1551240"/>
            <a:ext cx="12191760" cy="350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CA" sz="2800" b="0" i="1" strike="noStrike" spc="-1">
                <a:solidFill>
                  <a:srgbClr val="000000"/>
                </a:solidFill>
                <a:latin typeface="Calibri"/>
              </a:rPr>
              <a:t>4. </a:t>
            </a: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My soul will then rejoice in God,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exulting in his name.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“O Lord, who is a God like you?”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my heart and soul exclaim.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You give the poor deliverance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from who who is too strong;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you save the poor and weak from those</a:t>
            </a:r>
            <a:endParaRPr lang="en-CA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CA" sz="2800" b="0" strike="noStrike" spc="-1">
                <a:solidFill>
                  <a:srgbClr val="000000"/>
                </a:solidFill>
                <a:latin typeface="Calibri"/>
              </a:rPr>
              <a:t>who rob and do them wrong.</a:t>
            </a:r>
            <a:endParaRPr lang="en-CA" sz="2800" b="0" strike="noStrike" spc="-1">
              <a:latin typeface="Arial"/>
            </a:endParaRPr>
          </a:p>
        </p:txBody>
      </p:sp>
      <p:sp>
        <p:nvSpPr>
          <p:cNvPr id="88" name="TextShape 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CA" sz="1200" b="0" strike="noStrike" spc="-1">
                <a:solidFill>
                  <a:srgbClr val="8B8B8B"/>
                </a:solidFill>
                <a:latin typeface="Calibri"/>
              </a:rPr>
              <a:t>Copyright Trinity Psalter Hymnal, 2018, used by permission</a:t>
            </a:r>
            <a:endParaRPr lang="en-CA" sz="1200" b="0" strike="noStrike" spc="-1">
              <a:latin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274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#34C Through All The Changing Scenes of Life</dc:title>
  <dc:subject/>
  <dc:creator>Eric Hoogendoorn</dc:creator>
  <dc:description/>
  <cp:lastModifiedBy>Neil Tuininga</cp:lastModifiedBy>
  <cp:revision>4</cp:revision>
  <dcterms:created xsi:type="dcterms:W3CDTF">2020-04-25T02:27:17Z</dcterms:created>
  <dcterms:modified xsi:type="dcterms:W3CDTF">2024-12-14T18:23:55Z</dcterms:modified>
  <dc:language>en-CA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6</vt:i4>
  </property>
</Properties>
</file>