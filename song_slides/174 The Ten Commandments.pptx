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797A3-69C2-4212-8881-98A8EDC4586F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004A3-04AC-44BA-832D-E442B7599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08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2D02-56BF-DAD7-1C7F-E884F511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3CB3B-BA4A-AEFF-3CA8-BBBCA1D69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F56D6-DE66-0356-32A1-FDB42F5A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37EB-F4BF-47BD-AE8F-6794C9BE70C9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DE090-1BC0-8F38-0DB6-3BAC5B83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8D86F-2163-4937-615B-FD5B7D4A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6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85CA-14B5-5409-4C9C-D7DA62EC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7A6FA-1971-3D66-1198-E33B2242A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BB594-5983-61F9-FB74-A3E0A156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17EB-65DD-4790-AB29-C143F36D0B08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E55EF-DE53-34C3-CBE0-F94FC020D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6A2B5-984D-0435-1FC1-8E85EFE4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8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5B182-8D7B-CF68-B66C-44E6FB6E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E9F8B-4445-E7F2-DE1A-01E3FA7D2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CEC15-3E4C-8FC2-0245-47E5EB37F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993-E097-46D9-A182-244C4BD9DAC9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129C2-B65E-F89C-DC6C-FA5E1A149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73297-56FC-B672-1282-9312DD97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4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3029-A997-749F-71EA-FD2B5120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ADD5B-75B2-5B3F-E1A3-86FA1FB1A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2199B-B88F-830C-6B39-C0B9F30B0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D6ADF-4BFF-C154-CA03-93E986C8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2A62-DA35-41F3-8A30-BE5C7F676B6D}" type="datetime1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1D5D6-500A-6107-46EB-604739DCA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9F859-8A41-F943-2263-9DA5B48A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2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C2B44-38D7-16A6-1FB2-5D7FDA7DC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B1AB9-8366-97D8-DE94-99373184B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8AE65-F84E-EC40-9886-32CDD2883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07DEE-4575-3726-EF84-B6FCDEBA8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F78DCE-5EEA-58C3-E9F9-614D77E22B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0EEF8-4C0B-6F8E-5494-C632EB54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5F339-9760-48B4-9A7E-98305515F120}" type="datetime1">
              <a:rPr lang="en-US" smtClean="0"/>
              <a:t>9/9/2022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B1111-5D95-DBD2-FF33-9145BB451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975F3-FC8C-D396-613B-9CE0731F7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5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F7F6-13A3-A955-8F70-E25ADE08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777C8C-98CA-6A93-7448-CA770C1C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042F-303C-4183-9902-ECEDD5C901FA}" type="datetime1">
              <a:rPr lang="en-US" smtClean="0"/>
              <a:t>9/9/2022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E9289-662F-94E7-833A-AFCA8A2A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0DF81-282B-C7A9-1FE9-08932FA2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4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07DF5-9493-3646-90D6-3CFFF8D3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6F6BB-900E-41C4-BA61-34A4437E49FD}" type="datetime1">
              <a:rPr lang="en-US" smtClean="0"/>
              <a:t>9/9/2022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65D8B-C0F7-817E-B97C-9207484A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3BEBA-9698-2FB6-38DD-9B752AF9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0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43CF-80A6-4D9A-4150-B618059B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4004B-7D17-9BC4-EA2D-97E7CD071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4BA79-51AF-BCD8-7CF9-5C8EDD9CB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28435-6B19-4A69-8E52-B9A935AC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38870-E0CB-48BB-AC0A-FC01D803F013}" type="datetime1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7CBDB-A25D-2222-4EF3-6E40DD05F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C1A7B-8842-D505-BDA6-7DAC38E4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5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94F7-F9BB-0EC6-8807-65E2A98F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DD3E4-5C0D-1417-9BE7-B5A3A863B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90213-E514-CE60-0F9E-883B429ED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A7128-BE2A-1270-C3D3-4049E776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71BDA-0993-49C9-B0B8-899C86E5B8CD}" type="datetime1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F9115-D1FF-40EF-4812-5184CD52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71FD0-6480-AE50-E102-B6811120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2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B667-A6D6-EDD9-907D-9DF80AFD7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B6A26-4ADF-1EF1-9256-831AB060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01EC0-25E3-94BD-C21F-452A4224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5054-04B5-4B48-84E1-E3C49E54D5E7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91D8A-5CD2-5EF5-1DA4-C0E0D77FC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C60A8-A99A-1D87-70D4-2FCD46EF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75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454A43-D7A4-ED70-7E68-D69159FB4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E3AC1-0110-3278-F4EB-49AC62244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B1386-0D0E-7F63-04FF-335DE8D28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40A59-0A6B-4DB2-BFAA-A81A4033BE03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FF4A9-7E1A-85FB-4DDF-901CD532A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CB7CC-9939-DCF2-3BB3-39D3465E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0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6147A-1B96-C10A-D10F-58D8C91DB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A0CC9-587A-2DC4-54BC-CB9D4EFE9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903E9-2718-C9DD-01A2-7346843D12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42B80-0B32-488A-A769-B01467703D2E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6A30E-6BD7-6E17-F618-D391D6A53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Psalter Hymnal, 1987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2134-EF63-8908-D086-556B8D515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740CD-B97F-49DE-9A5A-3300BBDF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6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7332-C3DA-87AB-4E65-FAE4989E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#174 The Ten Commandments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E4028-4B5A-DEA8-035A-159D937F6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My soul, recall with </a:t>
            </a:r>
            <a:r>
              <a:rPr lang="en-US" dirty="0" err="1"/>
              <a:t>rev’rent</a:t>
            </a:r>
            <a:r>
              <a:rPr lang="en-US" dirty="0"/>
              <a:t> wonder</a:t>
            </a:r>
          </a:p>
          <a:p>
            <a:pPr marL="0" indent="0" algn="ctr">
              <a:buNone/>
            </a:pPr>
            <a:r>
              <a:rPr lang="en-US" dirty="0"/>
              <a:t>How God amid the fire and smoke</a:t>
            </a:r>
          </a:p>
          <a:p>
            <a:pPr marL="0" indent="0" algn="ctr">
              <a:buNone/>
            </a:pPr>
            <a:r>
              <a:rPr lang="en-US" dirty="0"/>
              <a:t>Proclaimed his holy law with thunder</a:t>
            </a:r>
          </a:p>
          <a:p>
            <a:pPr marL="0" indent="0" algn="ctr">
              <a:buNone/>
            </a:pPr>
            <a:r>
              <a:rPr lang="en-US" dirty="0"/>
              <a:t>From Sinai’s mountain when he spoke: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CEBC4-7A7A-0F8B-6086-6D021A17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</p:spTree>
    <p:extLst>
      <p:ext uri="{BB962C8B-B14F-4D97-AF65-F5344CB8AC3E}">
        <p14:creationId xmlns:p14="http://schemas.microsoft.com/office/powerpoint/2010/main" val="3373153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D87EA-2DE7-B5C5-1A97-CAC937394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“I am the Lord, your God and Sovereign,</a:t>
            </a:r>
          </a:p>
          <a:p>
            <a:pPr marL="0" indent="0" algn="ctr">
              <a:buNone/>
            </a:pPr>
            <a:r>
              <a:rPr lang="en-US" dirty="0"/>
              <a:t>Who out of bondage set you free,</a:t>
            </a:r>
          </a:p>
          <a:p>
            <a:pPr marL="0" indent="0" algn="ctr">
              <a:buNone/>
            </a:pPr>
            <a:r>
              <a:rPr lang="en-US" dirty="0"/>
              <a:t>Who saved you from the land of Egypt.</a:t>
            </a:r>
          </a:p>
          <a:p>
            <a:pPr marL="0" indent="0" algn="ctr">
              <a:buNone/>
            </a:pPr>
            <a:r>
              <a:rPr lang="en-US" dirty="0"/>
              <a:t>Then serve no other gods but me”.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3D74A-ED8B-DCF0-EA51-B623AFD5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</p:spTree>
    <p:extLst>
      <p:ext uri="{BB962C8B-B14F-4D97-AF65-F5344CB8AC3E}">
        <p14:creationId xmlns:p14="http://schemas.microsoft.com/office/powerpoint/2010/main" val="165962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4DB69-C29F-0ABB-5027-3252FB4C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You shall now to graven idols,</a:t>
            </a:r>
          </a:p>
          <a:p>
            <a:pPr marL="0" indent="0" algn="ctr">
              <a:buNone/>
            </a:pPr>
            <a:r>
              <a:rPr lang="en-US" dirty="0"/>
              <a:t>For I, a jealous God, your Lord,</a:t>
            </a:r>
          </a:p>
          <a:p>
            <a:pPr marL="0" indent="0" algn="ctr">
              <a:buNone/>
            </a:pPr>
            <a:r>
              <a:rPr lang="en-US" dirty="0"/>
              <a:t>Shall punish sin in those who hate me,</a:t>
            </a:r>
          </a:p>
          <a:p>
            <a:pPr marL="0" indent="0" algn="ctr">
              <a:buNone/>
            </a:pPr>
            <a:r>
              <a:rPr lang="en-US" dirty="0"/>
              <a:t>But love all those who keep my Word.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60C486-DF2A-E8F8-9B23-BB16FD34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</p:spTree>
    <p:extLst>
      <p:ext uri="{BB962C8B-B14F-4D97-AF65-F5344CB8AC3E}">
        <p14:creationId xmlns:p14="http://schemas.microsoft.com/office/powerpoint/2010/main" val="386196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8E538-80A6-1010-490C-98C230AD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9. Teach us, Lord God, to love your precepts,</a:t>
            </a:r>
          </a:p>
          <a:p>
            <a:pPr marL="0" indent="0" algn="ctr">
              <a:buNone/>
            </a:pPr>
            <a:r>
              <a:rPr lang="en-US" dirty="0"/>
              <a:t>The good commandments of your law.</a:t>
            </a:r>
          </a:p>
          <a:p>
            <a:pPr marL="0" indent="0" algn="ctr">
              <a:buNone/>
            </a:pPr>
            <a:r>
              <a:rPr lang="en-US" dirty="0"/>
              <a:t>Give us the grace to keep your statues</a:t>
            </a:r>
          </a:p>
          <a:p>
            <a:pPr marL="0" indent="0" algn="ctr">
              <a:buNone/>
            </a:pPr>
            <a:r>
              <a:rPr lang="en-US" dirty="0"/>
              <a:t>With thankfulness and proper awe.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2A243-6FDC-CD07-B7C8-04A2D706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1987</a:t>
            </a:r>
          </a:p>
        </p:txBody>
      </p:sp>
    </p:spTree>
    <p:extLst>
      <p:ext uri="{BB962C8B-B14F-4D97-AF65-F5344CB8AC3E}">
        <p14:creationId xmlns:p14="http://schemas.microsoft.com/office/powerpoint/2010/main" val="316863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#174 The Ten Commandments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#174 The Ten Commandments</dc:title>
  <dc:creator>Neil Tuininga</dc:creator>
  <cp:lastModifiedBy>Neil Tuininga</cp:lastModifiedBy>
  <cp:revision>1</cp:revision>
  <dcterms:created xsi:type="dcterms:W3CDTF">2022-09-09T22:49:27Z</dcterms:created>
  <dcterms:modified xsi:type="dcterms:W3CDTF">2022-09-09T22:56:35Z</dcterms:modified>
</cp:coreProperties>
</file>