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7" r:id="rId2"/>
    <p:sldId id="318" r:id="rId3"/>
    <p:sldId id="319" r:id="rId4"/>
    <p:sldId id="34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5CB8-5ECA-4DF4-9A15-6614BA372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01734-B8BB-450A-8509-33B7CB93F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54233-6116-41CD-A01C-2E10B841F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D7E4-9669-46C8-9A9D-4FFE3F66D489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CCFF4-90CE-4C2A-8BE9-A6819047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0448C-DB76-468C-B048-E8A76CB38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DBF07-E8AF-4BD3-A06B-40EFFBD74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06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F1633-39F0-43A9-91B2-60698639C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3C7F3-0D0A-4169-8932-4BAFE1E29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E4919-94BF-4852-8A7F-2F03D9428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D7E4-9669-46C8-9A9D-4FFE3F66D489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8B7D3-C93D-4F13-99DD-84A64EF96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34E34-B3BE-41C0-B612-074D07BBC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DBF07-E8AF-4BD3-A06B-40EFFBD74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820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F6541-AE95-409A-BF71-30EEAB894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CCCA7-FCE5-43A1-9DBA-3D6959AD6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25EF5-C709-4B06-AA6A-BC066927D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D7E4-9669-46C8-9A9D-4FFE3F66D489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321CD-B11E-4E70-96E1-B5E57923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1BD36-4709-456E-A9AC-9A9B32660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DBF07-E8AF-4BD3-A06B-40EFFBD74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E153-F8CB-411E-A7DE-3D05E7EB5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52EC1-203C-43F5-9584-675866C9E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B1BFBF-9AD3-42DA-9060-469952B83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428DC-4803-47D5-AF15-C922EDDEB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D7E4-9669-46C8-9A9D-4FFE3F66D489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7C2AE-BBA4-4BF8-9A93-4D6465EE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2660E0-8B07-439A-B618-DE121BB49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DBF07-E8AF-4BD3-A06B-40EFFBD74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8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254A-E584-491A-8037-8CB17455D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09EB6-FBD7-47AA-8E12-036F425B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39EE2-26A0-41B6-A97D-BED2C5C66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94EACA-64A1-4DAD-910F-979231B2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EA00F-4846-46C8-9714-1D9EB8C808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1DDD7B-9E6E-460C-A6F1-FA438A392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D7E4-9669-46C8-9A9D-4FFE3F66D489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14551A-3462-4939-A82E-DA98FBE5A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A97B3D-44EB-4192-A1AF-95F62D03A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DBF07-E8AF-4BD3-A06B-40EFFBD74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75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BA2E7-F4AB-472A-81E1-521EE1A8E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AB824C-9E8E-45F2-9E48-F4146A74F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D7E4-9669-46C8-9A9D-4FFE3F66D489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31EDC2-B7F4-4CEB-BC2A-A203863F5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1B2DA-8F3E-4AEC-A8D3-C0E12341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DBF07-E8AF-4BD3-A06B-40EFFBD74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58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6E00BC-0164-41B7-AEBE-54977F5A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D7E4-9669-46C8-9A9D-4FFE3F66D489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92CC8-8386-4D71-9563-EF0BA092D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82A3C-FB94-483E-88EC-5ECDE0A84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DBF07-E8AF-4BD3-A06B-40EFFBD74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678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E729F-A3A4-4F4D-9F2D-B9884769D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8D3B1-A6C9-4F78-918D-4317D55C3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A7E097-5AB4-44D3-8669-8E72490DB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AD85F-1518-4E56-869B-9D797064A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D7E4-9669-46C8-9A9D-4FFE3F66D489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CFC61-64DA-4C0F-9353-282B7DA1F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2AE96-1C6D-4A21-B0B2-37CA9CD0F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DBF07-E8AF-4BD3-A06B-40EFFBD74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25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FC264-B6D7-4B86-A13D-E4767EBD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44A5A3-FE8D-4591-B302-085231B17A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34565-40C2-40FF-AA2C-CD94D5CD4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9F2A9-CF61-4E7E-B57E-EE470CBC2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D7E4-9669-46C8-9A9D-4FFE3F66D489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495F6-CEB6-40B2-841D-629FBD2B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9EDC5-A4D4-4CAB-9570-B7FCE760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DBF07-E8AF-4BD3-A06B-40EFFBD74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0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CC875-3F0C-453B-8B22-64B4DB92E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252551-5AD7-42C2-9A56-E1ACF9AC7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2B145-7B4E-421E-BC76-1E4F803B0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D7E4-9669-46C8-9A9D-4FFE3F66D489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829FD-6115-4F95-8F82-E34217041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42DFC-1ACD-4338-85AC-5A846E6D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DBF07-E8AF-4BD3-A06B-40EFFBD74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750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59E56-4014-489E-BD40-C60009BB30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DF3AD-E623-4DEC-9E16-B003697D7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75203-B88E-48D2-A749-3B2291824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8D7E4-9669-46C8-9A9D-4FFE3F66D489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CE553-7AA3-4E86-9ECD-F586CC6E3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F0D4E-0D38-4456-AA14-5684F449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DBF07-E8AF-4BD3-A06B-40EFFBD74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7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8F3A00-793D-454B-A776-9D3174FA2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20B95-3405-414D-B352-5A1E8723C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A2340-C2F4-4405-AFD2-19DDA7651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8D7E4-9669-46C8-9A9D-4FFE3F66D489}" type="datetimeFigureOut">
              <a:rPr lang="en-US" smtClean="0"/>
              <a:t>7/17/2020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EB922-71DF-40BA-B8CA-5857A2291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FB337-AA47-4C50-936F-5FCBED705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DBF07-E8AF-4BD3-A06B-40EFFBD74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876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#460 Thy Works, Not Mine, O Christ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Thy works, not mine, O Christ,</a:t>
            </a:r>
          </a:p>
          <a:p>
            <a:pPr lvl="0" algn="ctr"/>
            <a:r>
              <a:rPr lang="en-US" sz="2800" dirty="0"/>
              <a:t>speak gladness to this heart;</a:t>
            </a:r>
          </a:p>
          <a:p>
            <a:pPr lvl="0" algn="ctr"/>
            <a:r>
              <a:rPr lang="en-US" sz="2800" dirty="0"/>
              <a:t>they tell me all is done;</a:t>
            </a:r>
          </a:p>
          <a:p>
            <a:pPr lvl="0" algn="ctr"/>
            <a:r>
              <a:rPr lang="en-US" sz="2800" dirty="0"/>
              <a:t>they bid my fear depart.</a:t>
            </a:r>
          </a:p>
          <a:p>
            <a:pPr lvl="0" algn="ctr"/>
            <a:endParaRPr lang="en-US" sz="2800" dirty="0"/>
          </a:p>
          <a:p>
            <a:pPr lvl="0"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lvl="0" algn="ctr"/>
            <a:r>
              <a:rPr lang="en-US" sz="2800" dirty="0"/>
              <a:t>To whom, save thee, who canst alone</a:t>
            </a:r>
          </a:p>
          <a:p>
            <a:pPr lvl="0" algn="ctr"/>
            <a:r>
              <a:rPr lang="en-US" sz="2800" dirty="0"/>
              <a:t>for sin atone, Lord, shall I flee?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FD1E3-C827-4B30-A983-F1F0071C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2738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Thy pains, not mine, O Christ,</a:t>
            </a:r>
          </a:p>
          <a:p>
            <a:pPr algn="ctr"/>
            <a:r>
              <a:rPr lang="en-US" sz="2800" dirty="0"/>
              <a:t>upon the shameful tree,</a:t>
            </a:r>
          </a:p>
          <a:p>
            <a:pPr algn="ctr"/>
            <a:r>
              <a:rPr lang="en-US" sz="2800" dirty="0"/>
              <a:t>have paid the law's full price</a:t>
            </a:r>
          </a:p>
          <a:p>
            <a:pPr algn="ctr"/>
            <a:r>
              <a:rPr lang="en-US" sz="2800" dirty="0"/>
              <a:t>and purchased peace for me.</a:t>
            </a:r>
          </a:p>
          <a:p>
            <a:pPr lvl="0" algn="ctr"/>
            <a:endParaRPr lang="en-US" sz="2800" dirty="0"/>
          </a:p>
          <a:p>
            <a:pPr lvl="0"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lvl="0" algn="ctr"/>
            <a:r>
              <a:rPr lang="en-US" sz="2800" dirty="0"/>
              <a:t>To whom, save thee, who canst alone</a:t>
            </a:r>
          </a:p>
          <a:p>
            <a:pPr lvl="0" algn="ctr"/>
            <a:r>
              <a:rPr lang="en-US" sz="2800" dirty="0"/>
              <a:t>for sin atone, Lord, shall I flee?</a:t>
            </a:r>
          </a:p>
          <a:p>
            <a:pPr algn="ctr"/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64281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Thy cross, not mine, O Christ,</a:t>
            </a:r>
          </a:p>
          <a:p>
            <a:pPr algn="ctr"/>
            <a:r>
              <a:rPr lang="en-US" sz="2800" dirty="0"/>
              <a:t>has borne the awful load</a:t>
            </a:r>
          </a:p>
          <a:p>
            <a:pPr algn="ctr"/>
            <a:r>
              <a:rPr lang="en-US" sz="2800" dirty="0"/>
              <a:t>of sins that none in </a:t>
            </a:r>
            <a:r>
              <a:rPr lang="en-US" sz="2800" dirty="0" err="1"/>
              <a:t>heav'n</a:t>
            </a:r>
            <a:endParaRPr lang="en-US" sz="2800" dirty="0"/>
          </a:p>
          <a:p>
            <a:pPr algn="ctr"/>
            <a:r>
              <a:rPr lang="en-US" sz="2800" dirty="0"/>
              <a:t>or earth could bear but God.</a:t>
            </a:r>
          </a:p>
          <a:p>
            <a:pPr lvl="0" algn="ctr"/>
            <a:endParaRPr lang="en-US" sz="2800" dirty="0"/>
          </a:p>
          <a:p>
            <a:pPr lvl="0"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lvl="0" algn="ctr"/>
            <a:r>
              <a:rPr lang="en-US" sz="2800" dirty="0"/>
              <a:t>To whom, save thee, who canst alone</a:t>
            </a:r>
          </a:p>
          <a:p>
            <a:pPr lvl="0" algn="ctr"/>
            <a:r>
              <a:rPr lang="en-US" sz="2800" dirty="0"/>
              <a:t>for sin atone, Lord, shall I flee?</a:t>
            </a:r>
          </a:p>
          <a:p>
            <a:pPr algn="ctr"/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63450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Thy righteousness, O Christ,</a:t>
            </a:r>
          </a:p>
          <a:p>
            <a:pPr algn="ctr"/>
            <a:r>
              <a:rPr lang="en-US" sz="2800" dirty="0"/>
              <a:t>alone can cover me:</a:t>
            </a:r>
          </a:p>
          <a:p>
            <a:pPr algn="ctr"/>
            <a:r>
              <a:rPr lang="en-US" sz="2800" dirty="0"/>
              <a:t>no righteousness avails</a:t>
            </a:r>
          </a:p>
          <a:p>
            <a:pPr algn="ctr"/>
            <a:r>
              <a:rPr lang="en-US" sz="2800" dirty="0"/>
              <a:t>save that which is of thee.</a:t>
            </a:r>
          </a:p>
          <a:p>
            <a:pPr lvl="0" algn="ctr"/>
            <a:endParaRPr lang="en-US" sz="2800" dirty="0"/>
          </a:p>
          <a:p>
            <a:pPr lvl="0"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lvl="0" algn="ctr"/>
            <a:r>
              <a:rPr lang="en-US" sz="2800" dirty="0"/>
              <a:t>To whom, save thee, who canst alone</a:t>
            </a:r>
          </a:p>
          <a:p>
            <a:pPr lvl="0" algn="ctr"/>
            <a:r>
              <a:rPr lang="en-US" sz="2800" dirty="0"/>
              <a:t>for sin atone, Lord, shall I flee?</a:t>
            </a:r>
          </a:p>
          <a:p>
            <a:pPr algn="ctr"/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246573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#460 Thy Works, Not Mine, O Christ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#460 Thy Works, Not Mine, O Christ</dc:title>
  <dc:creator>Eric Hoogendoorn</dc:creator>
  <cp:lastModifiedBy>Eric Hoogendoorn</cp:lastModifiedBy>
  <cp:revision>1</cp:revision>
  <dcterms:created xsi:type="dcterms:W3CDTF">2020-07-18T00:01:34Z</dcterms:created>
  <dcterms:modified xsi:type="dcterms:W3CDTF">2020-07-18T00:02:32Z</dcterms:modified>
</cp:coreProperties>
</file>