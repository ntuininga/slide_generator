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DB35F9-1FA7-46DA-8092-1847A3F69011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6EA2E0-5543-471B-9122-7E9283F04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455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D7247-FF28-0335-E021-2D9228C132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8337CD-E2E0-F4F9-46CD-63B207683C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A4918-AF44-F749-379A-E26ED3D94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45EC3-5394-4346-9111-3CAFA7580A5C}" type="datetime1">
              <a:rPr lang="en-US" smtClean="0"/>
              <a:t>12/9/2022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32171-3E41-79E9-4701-290C00E46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5F17C-3C03-3AFF-697B-61520566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F4252-D587-4553-8375-F75FAD21C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820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195B3-F78B-422F-8AD0-F6534AEC8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25CDC-C441-51C9-15DB-7DDF7FBFC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C283A-F397-7739-9B83-05C954CA4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B0F40-0AE3-4CED-BE44-3B93785D836C}" type="datetime1">
              <a:rPr lang="en-US" smtClean="0"/>
              <a:t>12/9/2022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8DDC7-44B0-DB79-1B80-22EEEE165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173BF-9E19-2DE7-D12A-F85D1CE8E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F4252-D587-4553-8375-F75FAD21C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073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F921D-7BA8-AE94-5CF5-4A5207A49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3EA2F-1554-18C8-DB77-EE2C46114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194D1-FAA2-1A59-B843-3EF00B026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BDE5-E58C-47C7-BCE9-CE23C31049BC}" type="datetime1">
              <a:rPr lang="en-US" smtClean="0"/>
              <a:t>12/9/2022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E235F-6FB8-8E54-2F69-549B6FEC2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F73AA-9870-6DDD-A6B8-2DE890E18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F4252-D587-4553-8375-F75FAD21C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ABE39-D58C-D695-25F0-23C02CFEF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8CB59-2DD1-9049-F371-F58351D9F1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95554-4623-E614-1F1E-B35ECD0C9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42312-FAA9-508E-6ADC-6CDA27B82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34001-6D1A-4D5D-83F4-E52107213740}" type="datetime1">
              <a:rPr lang="en-US" smtClean="0"/>
              <a:t>12/9/2022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C454A-1FA9-7F5C-2580-18518E90D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9BBBD4-502A-EF3C-D5C5-1AE5569D1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F4252-D587-4553-8375-F75FAD21C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793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F9DD6-D6F0-EA1E-A781-C68805465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417E4-C7D0-2899-FA1F-8FA29CC6D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98A33C-7FA7-841B-E005-5C2DE06DB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18C3A9-C249-680E-1262-52CB6DA46B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29559A-1B75-515D-CC24-AE040A60EC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E3FF0D-3755-232C-6109-9962CBDE2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3EC88-050E-4E56-8144-FF14521353BA}" type="datetime1">
              <a:rPr lang="en-US" smtClean="0"/>
              <a:t>12/9/2022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F338E3-F5C9-E017-33D8-3BCC196A1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84E051-57F2-4A00-06FD-1A35F5AA0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F4252-D587-4553-8375-F75FAD21C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377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73E5D-15AC-11F2-C0BD-06918C334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50F81B-0A96-272B-0571-4DCE2E4A1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9590-F81E-4B62-B0D3-38B7F6D66E33}" type="datetime1">
              <a:rPr lang="en-US" smtClean="0"/>
              <a:t>12/9/2022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E6C152-2C31-211C-ED83-60F566A6F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3D190E-AADA-3F18-C1F4-30B0463E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F4252-D587-4553-8375-F75FAD21C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421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18E14A-3708-9F0F-8497-494BDC323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3515-8262-4496-8A1C-0732A3F2EDA4}" type="datetime1">
              <a:rPr lang="en-US" smtClean="0"/>
              <a:t>12/9/2022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494C55-F7AD-7E8F-57ED-98A84B493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B33E5-09BC-D788-A6AD-EEDDF56FD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F4252-D587-4553-8375-F75FAD21C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123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E9C19-0220-BFFA-A1A9-A89B974E0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97B7E-9814-0C8C-8864-3A482E720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6C5B1-56EE-3E43-83E1-C6211D05C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A59190-9E85-2323-C18F-8491DA621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9563C-26BD-45A0-A4F2-C9BD893052EB}" type="datetime1">
              <a:rPr lang="en-US" smtClean="0"/>
              <a:t>12/9/2022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2C5CBA-3736-A76E-3E55-A5E4DA6E0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2DB193-8582-9F60-32B3-6CFA4FB0C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F4252-D587-4553-8375-F75FAD21C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949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FF509-FDA7-ECEE-D67D-C2C946625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04FB39-69FD-8F85-2350-DD8130A0A2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730259-1823-ED6D-774A-B51BDA529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C1BEA0-9F46-5D08-314A-4E6AEC567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A72D9-4260-490A-B435-44B6CB027DDA}" type="datetime1">
              <a:rPr lang="en-US" smtClean="0"/>
              <a:t>12/9/2022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7DDAA-78AB-79CE-A84C-5415A3B76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0BE07E-A74B-32AB-7430-439962A0E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F4252-D587-4553-8375-F75FAD21C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442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FEA2F-75AC-4413-97F0-A56FE7A1B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CDF72E-4726-CA3F-4A89-7F60B31245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018D9-7AB5-23A7-451C-B7480F390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3DF2F-D891-4B5F-B79B-FE0752901587}" type="datetime1">
              <a:rPr lang="en-US" smtClean="0"/>
              <a:t>12/9/2022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8FBAA-ACC4-3C44-E532-A76E7284E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D993C-C65A-F415-3557-FEB50A3F1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F4252-D587-4553-8375-F75FAD21C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965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8FBDE5-D71D-90CF-80BB-3331903C47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52363B-9DEB-823A-EDFC-AF0EED0D7F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CF720-A78B-C435-34A1-FAB896003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0AE6-1D93-477C-9514-E3CA0BE3F23C}" type="datetime1">
              <a:rPr lang="en-US" smtClean="0"/>
              <a:t>12/9/2022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93830-B848-BB6E-B891-91BD9C4D8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01DF9-4EC1-E57E-5022-22BC2CC84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F4252-D587-4553-8375-F75FAD21C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329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64ECFA-246C-4949-D6F9-544E1177F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1B35A-CDA5-588A-23EC-C2ADF01E5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61D5D-7273-0530-CB45-D86A16F3C0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CF43D7-278C-4201-B8D5-E22F85648599}" type="datetime1">
              <a:rPr lang="en-US" smtClean="0"/>
              <a:t>12/9/2022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777D1-3F2B-54DE-608E-94E3B6F84A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1E043-6BD8-18AB-CF87-9BF011126F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F4252-D587-4553-8375-F75FAD21C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570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544C2-CF4C-5348-102A-F1EF7B550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#214 Sing Praise to God Who Reigns Above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C5421-FCA9-5ADA-688C-BC7B4E90C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Sing praise to God who reigns above,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God of all creation,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God of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pow'r</a:t>
            </a:r>
            <a:r>
              <a:rPr lang="en-US" b="0" i="0" dirty="0">
                <a:solidFill>
                  <a:srgbClr val="222222"/>
                </a:solidFill>
                <a:effectLst/>
              </a:rPr>
              <a:t>, the God of love,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God of our salvation.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My soul with comfort rich he fills,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ev'ry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grief he gently stills: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to God all praise and glory!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D8754-7DF9-056E-3E9B-A12AF88CB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3446042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DB9F3-A476-2129-1CC6-3B22DA512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What God's almighty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pow'r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has made,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in mercy he is keeping;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by morning glow or evening shade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his eye is never sleeping.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where he rules in kingly might,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there all is just and all is right: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to God all praise and glory!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366495-19BC-B176-BA12-B3CB6E58F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2444817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75DBC-7FA0-D6B6-1C70-240D6EC7C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We sought the Lord in our distress;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 God, in mercy hear us.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Our Savior saw our helplessness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came with peace to cheer us.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For this we thank and praise the Lord,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who is by one and all adored: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to God all praise and glory!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85805-3F40-2A83-9D80-0DD538AE3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1393358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DFCD6-7F75-724D-7CF4-469240620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4 Let all who name Christ's holy name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give God the praise and glory.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Let all who know his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pow'r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proclaim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aloud the wondrous story.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Cast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ev'ry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idol from its throne;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Lord is God and he alone: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to God all praise and glory!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6F1AD-A28C-822D-98D0-19B81620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380087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279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#214 Sing Praise to God Who Reigns Above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#214 Sing Praise to God Who Reigns Above</dc:title>
  <dc:creator>Neil Tuininga</dc:creator>
  <cp:lastModifiedBy>Neil Tuininga</cp:lastModifiedBy>
  <cp:revision>2</cp:revision>
  <dcterms:created xsi:type="dcterms:W3CDTF">2022-12-09T22:59:13Z</dcterms:created>
  <dcterms:modified xsi:type="dcterms:W3CDTF">2022-12-09T23:02:53Z</dcterms:modified>
</cp:coreProperties>
</file>