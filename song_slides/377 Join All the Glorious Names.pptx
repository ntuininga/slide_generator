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94" r:id="rId2"/>
    <p:sldId id="495" r:id="rId3"/>
    <p:sldId id="502" r:id="rId4"/>
    <p:sldId id="503" r:id="rId5"/>
    <p:sldId id="50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3152725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64748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3382154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784872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9417208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913725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870801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546969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176532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035942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332401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56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8D98B7-FE0A-49CA-9C15-AF86009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0AF2E-FEF2-4FE8-82AB-2641EFFE32E5}"/>
              </a:ext>
            </a:extLst>
          </p:cNvPr>
          <p:cNvSpPr txBox="1"/>
          <p:nvPr/>
        </p:nvSpPr>
        <p:spPr>
          <a:xfrm>
            <a:off x="2386010" y="2090172"/>
            <a:ext cx="74199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Join all the glorious names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wisdom, love,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ever mortals knew,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angels ever bore: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are too poor to speak his worth,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poor to set my Savior forth.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54B4C-8657-4794-B24C-42428B1ABCD0}"/>
              </a:ext>
            </a:extLst>
          </p:cNvPr>
          <p:cNvSpPr txBox="1"/>
          <p:nvPr/>
        </p:nvSpPr>
        <p:spPr>
          <a:xfrm>
            <a:off x="1138236" y="0"/>
            <a:ext cx="99155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#377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Join All the Glorious Names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672574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ED5237-C477-41B0-B4CC-9645B6A0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35F22-888F-4AFF-B0C0-C971B48555EF}"/>
              </a:ext>
            </a:extLst>
          </p:cNvPr>
          <p:cNvSpPr txBox="1"/>
          <p:nvPr/>
        </p:nvSpPr>
        <p:spPr>
          <a:xfrm>
            <a:off x="1633537" y="2090172"/>
            <a:ext cx="89249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Great Prophet of my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tongue would bless thy name: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thee the joyful news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our salvation came,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joyful news of sins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forgiv'n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hell subdued and peace with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40516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DDFD8B-F900-465B-A871-F1F8A65B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1E715-C2C0-4AC2-B081-EA3343D40EF7}"/>
              </a:ext>
            </a:extLst>
          </p:cNvPr>
          <p:cNvSpPr txBox="1"/>
          <p:nvPr/>
        </p:nvSpPr>
        <p:spPr>
          <a:xfrm>
            <a:off x="1481137" y="2090172"/>
            <a:ext cx="9229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Jesus, my great High Priest,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offered his blood and died;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guilty conscience seeks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sacrifice beside: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pow'rful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blood did once atone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now it pleads before the throne.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36473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3E5847-4149-40FE-98B7-25822165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3D924-6865-4B6D-8FA9-2424B4AC0B5E}"/>
              </a:ext>
            </a:extLst>
          </p:cNvPr>
          <p:cNvSpPr txBox="1"/>
          <p:nvPr/>
        </p:nvSpPr>
        <p:spPr>
          <a:xfrm>
            <a:off x="1938337" y="2090172"/>
            <a:ext cx="8315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Thou art my Counselor,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pattern, and my Guide,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thou my Shepherd art;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keep me near thy side;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let my feet e'er turn astray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wander in the crooked way.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855348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3EBD5-34A1-4359-AEC1-9AB6CE05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DD043-BB0F-45C5-894B-9DE89170AD04}"/>
              </a:ext>
            </a:extLst>
          </p:cNvPr>
          <p:cNvSpPr txBox="1"/>
          <p:nvPr/>
        </p:nvSpPr>
        <p:spPr>
          <a:xfrm>
            <a:off x="2266950" y="2090172"/>
            <a:ext cx="7658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My Savior and my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Conqu'ror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my King,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scepter and thy sword,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reigning grace, I sing: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thine is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behold I sit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willing bonds beneath thy feet.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532601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2022-01-08T23:04:48Z</dcterms:created>
  <dcterms:modified xsi:type="dcterms:W3CDTF">2022-01-08T23:05:38Z</dcterms:modified>
</cp:coreProperties>
</file>