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6DE39-A175-4D1C-856F-F8EC043F9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188AB7-17DA-48A8-8465-3EFD40C35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616A1-A581-4EC9-B120-6D911FC1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E85EB-7B9C-4E74-B5F0-51DD4467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CB1E5-EF86-41BA-B6EC-9BDEA894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061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C573-CF89-4BA9-8790-2B91276D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2AF7D-ADA9-4844-8B8B-AA4ADDDEA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5870F-5E39-4C9F-AE47-65C98DFF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0951D-55D9-4624-81C2-EC8B4E81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FC86C-37D7-4948-882C-5F6C405A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686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3B10-9FA5-46D6-BB8F-72192B719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69A06-FDDF-492A-AE25-6A436CE61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544AA-1A83-4E89-A015-97DB77DB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703B5-44AE-4421-ABBC-662EB006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F2FEC-EE1A-4371-BB61-365F15C9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527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9895-8EAA-4A2B-8D08-7B0D425D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6F9AD-6C7F-4AC2-B51C-1055FECB5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E82EA-5D30-49BC-8B09-36885D94F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CE828-1899-4431-824B-7382A1A8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807C-9E7F-437E-AEB6-2E1318B2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24E72-FEFF-47DF-A190-C6C522F9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758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A489-7A77-45F3-BE3B-37A8E18C3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72133-31AB-41F8-B657-8ECE3EBF1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41647-FC0A-45FE-912B-8944F27A5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AE5B6-FD6C-4906-A933-80FE819C4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CC704-45ED-4017-B0C5-9C51A2ECF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ABC3B1-ED50-4FCE-93FC-87D41DBC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0CB31-88BE-45D2-8C09-2C0AEB39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E2C361-ED3C-4774-AAE9-E5167A4B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829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0CAB-0660-443E-90B1-7CB0F846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1D8CC-6ECB-4C71-84C6-DB010F87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C8BAD-B046-4898-AAB2-20B583B6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A2347-99EA-48AD-A91D-12613326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179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FA272-B10C-4705-82D1-60450657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A4AC2-34A3-4D58-B6D6-FEFFA00D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3A935-3836-4465-886F-BDF24BC9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568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E493-BF0A-4879-8577-C8053844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3C218-4FF8-4B0E-8279-1BDB54C7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958BC-E991-416D-8CD0-1E8C3D511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49EEE-E34B-4319-8D6B-29ADFC962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0C546-E6D5-48FD-B133-E1BB8650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A4BA7-9FC2-4449-A4CA-49A1D9E1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95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4360-B409-4F71-A157-B4E6C344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2EB0C-F74E-4B8B-89C0-200A06D29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D4EB3-B5B3-445C-AA08-878B878A0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6E623-4FA9-47C0-A6DB-FAAE6A4D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4D748-0D66-43BC-9032-EAAB2F69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4DD73-81C6-46AB-931D-C19A2549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251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4E8F5-A426-41C8-857B-9E7F2AF3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FBAE8-4E2B-4F06-A741-0F4AE65B8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CDC4A-5F8C-4555-8B27-F2B9D414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907B9-E556-44D7-8419-8F9BF056A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C6269-1551-40C2-BF62-52A79CA4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263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E0293-200C-47DA-9B5D-D0DC15D91D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6A134-0F6F-4C3A-A159-BD6441A4F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E8343-FA15-4E3C-8E13-BE6665ED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F6B4C-F5A9-437D-A9DE-F262A089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92ABD-53F6-4C7D-AFAB-06978CD1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695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DDE676-CC5D-47CF-8803-337249CD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854E7-FA64-4C06-B282-B37F9805D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7BBE-43B6-4A3C-AD24-D660573F6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0AF77-451A-4202-B83F-FB66307C983C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E11AF-D9F2-4843-A1A9-DB08C6299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3F283-F61C-4597-B6A8-A3E46C59C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8D734-D0F7-45A3-A81E-984D07E3F3B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872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DD07BB-B593-4A36-9287-6C90695DF7F4}"/>
              </a:ext>
            </a:extLst>
          </p:cNvPr>
          <p:cNvSpPr txBox="1"/>
          <p:nvPr/>
        </p:nvSpPr>
        <p:spPr>
          <a:xfrm>
            <a:off x="1062037" y="257175"/>
            <a:ext cx="10067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#126A When Zion’s Fortunes God Restored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66883-FE76-482D-BD81-1CA30F7530CB}"/>
              </a:ext>
            </a:extLst>
          </p:cNvPr>
          <p:cNvSpPr txBox="1"/>
          <p:nvPr/>
        </p:nvSpPr>
        <p:spPr>
          <a:xfrm>
            <a:off x="2281236" y="2521059"/>
            <a:ext cx="7629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Zion’s fortunes God restored,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seemed as if a dream.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mouths were then with laughter filled,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tongues with shouts of glee.</a:t>
            </a:r>
          </a:p>
        </p:txBody>
      </p:sp>
    </p:spTree>
    <p:extLst>
      <p:ext uri="{BB962C8B-B14F-4D97-AF65-F5344CB8AC3E}">
        <p14:creationId xmlns:p14="http://schemas.microsoft.com/office/powerpoint/2010/main" val="43880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E26BBC-20B8-49C1-9178-97F7E4C8A33B}"/>
              </a:ext>
            </a:extLst>
          </p:cNvPr>
          <p:cNvSpPr txBox="1"/>
          <p:nvPr/>
        </p:nvSpPr>
        <p:spPr>
          <a:xfrm>
            <a:off x="2695575" y="2573702"/>
            <a:ext cx="6800850" cy="171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nations said, “The LORD has done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great things for Israel.”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did mighty things for us,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hearts with gladness swell.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9108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9BA40-28DD-472C-86E5-258422C50FC1}"/>
              </a:ext>
            </a:extLst>
          </p:cNvPr>
          <p:cNvSpPr txBox="1"/>
          <p:nvPr/>
        </p:nvSpPr>
        <p:spPr>
          <a:xfrm>
            <a:off x="2409825" y="2573702"/>
            <a:ext cx="7372350" cy="171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Restore our fortunes, gracious LORD,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streams in desert soil.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 those who sow their seed in tears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reap with shouts of joy.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041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65F244-E399-4D53-92E5-B3160C7D0DF8}"/>
              </a:ext>
            </a:extLst>
          </p:cNvPr>
          <p:cNvSpPr txBox="1"/>
          <p:nvPr/>
        </p:nvSpPr>
        <p:spPr>
          <a:xfrm>
            <a:off x="2657475" y="2521059"/>
            <a:ext cx="68770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The man who, bearing seed to sow,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goes out with tears of grief,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come again with songs of joy,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sheaves of grain he reaps.</a:t>
            </a:r>
          </a:p>
        </p:txBody>
      </p:sp>
    </p:spTree>
    <p:extLst>
      <p:ext uri="{BB962C8B-B14F-4D97-AF65-F5344CB8AC3E}">
        <p14:creationId xmlns:p14="http://schemas.microsoft.com/office/powerpoint/2010/main" val="639237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2021-04-17T17:15:24Z</dcterms:created>
  <dcterms:modified xsi:type="dcterms:W3CDTF">2022-01-09T00:13:35Z</dcterms:modified>
</cp:coreProperties>
</file>