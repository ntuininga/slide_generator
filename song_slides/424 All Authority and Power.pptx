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1" r:id="rId2"/>
    <p:sldId id="512" r:id="rId3"/>
    <p:sldId id="513" r:id="rId4"/>
    <p:sldId id="51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082266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887264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56022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221685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2021-11-19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9742696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2021-11-19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56631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2021-11-19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047401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188689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588502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835529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645877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292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578803-52D9-409F-8FAC-84119386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1973 The Jubilate Group (admin. Hope Publishing Co.)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36C5-6E0F-4D7A-A694-BE9CE113C2E1}"/>
              </a:ext>
            </a:extLst>
          </p:cNvPr>
          <p:cNvSpPr txBox="1"/>
          <p:nvPr/>
        </p:nvSpPr>
        <p:spPr>
          <a:xfrm>
            <a:off x="904875" y="136525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#424 All Authority and Power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EA479-A592-4965-BBEE-1858D78EF6D5}"/>
              </a:ext>
            </a:extLst>
          </p:cNvPr>
          <p:cNvSpPr txBox="1"/>
          <p:nvPr/>
        </p:nvSpPr>
        <p:spPr>
          <a:xfrm>
            <a:off x="2657475" y="2292330"/>
            <a:ext cx="6877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authority and power,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status and domain,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belongs to him who suffered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redemption to obtain;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angels, demons, kings and rulers,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 all shall Jesus reign!</a:t>
            </a:r>
          </a:p>
        </p:txBody>
      </p:sp>
    </p:spTree>
    <p:extLst>
      <p:ext uri="{BB962C8B-B14F-4D97-AF65-F5344CB8AC3E}">
        <p14:creationId xmlns:p14="http://schemas.microsoft.com/office/powerpoint/2010/main" val="387347017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5AF48E-981A-43F3-B985-F6A64CA6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1973 The Jubilate Group (admin. Hope Publishing Co.)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85440-1647-4320-9D7D-9CE5DE0826D4}"/>
              </a:ext>
            </a:extLst>
          </p:cNvPr>
          <p:cNvSpPr txBox="1"/>
          <p:nvPr/>
        </p:nvSpPr>
        <p:spPr>
          <a:xfrm>
            <a:off x="1862137" y="2090172"/>
            <a:ext cx="8467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All the nations owe him worship,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tongue shall call him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are men to call upon him,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his name they have not heard?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Therefore go and make disciples,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preach his gospel, spread his word.</a:t>
            </a:r>
          </a:p>
        </p:txBody>
      </p:sp>
    </p:spTree>
    <p:extLst>
      <p:ext uri="{BB962C8B-B14F-4D97-AF65-F5344CB8AC3E}">
        <p14:creationId xmlns:p14="http://schemas.microsoft.com/office/powerpoint/2010/main" val="824803430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F3587B-80BB-4F63-B789-BFBED01A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1973 The Jubilate Group (admin. Hope Publishing Co.)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4DB46-ECA2-4123-8732-BC834650BD55}"/>
              </a:ext>
            </a:extLst>
          </p:cNvPr>
          <p:cNvSpPr txBox="1"/>
          <p:nvPr/>
        </p:nvSpPr>
        <p:spPr>
          <a:xfrm>
            <a:off x="1666875" y="2090172"/>
            <a:ext cx="8858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All the clear commands of Jesus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be heeded and obeyed;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provision for our weakness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his teaching he has made;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Gospel words and symbols,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saving truth to us conveyed.</a:t>
            </a:r>
          </a:p>
        </p:txBody>
      </p:sp>
    </p:spTree>
    <p:extLst>
      <p:ext uri="{BB962C8B-B14F-4D97-AF65-F5344CB8AC3E}">
        <p14:creationId xmlns:p14="http://schemas.microsoft.com/office/powerpoint/2010/main" val="412723310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0790C0-73DF-456F-8543-77904D9B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1973 The Jubilate Group (admin. Hope Publishing Co.)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7CEB9-656F-4F55-9259-80FB9BC5DDE1}"/>
              </a:ext>
            </a:extLst>
          </p:cNvPr>
          <p:cNvSpPr txBox="1"/>
          <p:nvPr/>
        </p:nvSpPr>
        <p:spPr>
          <a:xfrm>
            <a:off x="2147887" y="2090172"/>
            <a:ext cx="78962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All the time he will be with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always, to the end of days,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his own believing people,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keep steadfast in his ways;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the Father, Son, and Spirit,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bless us, and to him the praise!</a:t>
            </a:r>
          </a:p>
        </p:txBody>
      </p:sp>
    </p:spTree>
    <p:extLst>
      <p:ext uri="{BB962C8B-B14F-4D97-AF65-F5344CB8AC3E}">
        <p14:creationId xmlns:p14="http://schemas.microsoft.com/office/powerpoint/2010/main" val="854155189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2021-11-19T22:06:29Z</dcterms:created>
  <dcterms:modified xsi:type="dcterms:W3CDTF">2021-11-19T22:11:25Z</dcterms:modified>
</cp:coreProperties>
</file>