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5141-1915-4CDA-92B1-5AD187F89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44333-E2C4-4C56-B2E5-44562F138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C7D94-4373-44B8-8472-8297C41C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17C58-F252-4AFE-90DE-6319C822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927F7-F730-49D1-B41D-57B54FCD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5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1410-0826-4BB9-B496-B45D030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3190-1779-4A6B-96A9-8CA721F63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D662-5AB9-40F6-9E66-618B51F0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F4A48-AE1D-4EB5-8108-E2158340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A4E97-8A5B-456F-AA19-42BA891F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9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FFD3-97E5-4B3D-BE21-64833A1B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C9C1D-DCEB-4795-A164-BDF7ADA64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5E61-5BC1-4B75-A88A-A3D25BC9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09F2A-BADA-4652-B994-1F559C0C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55CBE-4F7E-4D7E-A046-68DEDE55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6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A1EF-365E-452B-BD05-B591E2BF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FBFFA-3B6B-4AB8-A59D-0AC826CA6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5393B-5A49-4251-941D-39F32C1D9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F24CC-C96E-4B42-BD49-9E5879DA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A412C-D4C7-4FEE-B938-118007F3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3C662-1E39-4715-99DC-00781175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6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72EA-CE21-4CC7-91FD-65B372F0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3330B-5874-4129-AA42-3A346AEF2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072F2-C598-4A3D-9137-1A9D2E281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36ACC-CE8B-48C6-983E-1C981B47A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ADEF9-F71C-4050-8A59-6A2C5344C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1C05C-D2D9-4A32-9EAA-D739A1EF7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B1D96-D5E8-4612-8F76-7E712469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58D8D-DED7-4A2F-BF27-25583B94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2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C28A-94CB-44B8-8F02-B25917CD6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B9095-E665-4607-BFC4-BFEC4123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DB8B7-B716-4A4C-9D88-A02A3094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0A656-DA9F-4886-A829-6D82D4AD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9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20890-7855-4DBF-891D-A456BA8C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4C390-0F33-4AD8-B00B-6E49CAF5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9E573-39CE-442A-981B-A35F662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7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ACB8-682B-4778-AE19-8FEF751B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DADCD-D75D-4797-8176-1C8A2F308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C1AE6-ACBC-43DD-B760-D68BF4D0E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6E7F0-4F02-4756-A575-0E6093A6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ACBF7-AB6E-4A12-8099-5024A20C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71425-AC13-40BB-A71B-D8A74E25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5EE9-D878-4241-A5A0-CCED0DCDC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E558F3-8389-4D0F-B779-6E1A4002B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05349-3EED-45F9-A267-C405FDADF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32B5B-AB27-48A4-8B95-07AC4C9A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FCF72-99D9-4D81-B116-1B808D7D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26F8E-4922-42B7-8FB8-2CA55BDA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C5EA-4AE0-40D8-8E62-82A3826A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18D5-A166-4D9F-97DD-4C9158D26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DD74E-5659-49DD-B508-38E1C86F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F88E9-798E-4B83-84DD-754586F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4FB6A-E04C-4269-BFBA-BBE5F9DB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9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608E4-4B6A-46DC-BFF4-D91A1580F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2E3C6-0BB3-43AE-B44F-65638E831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50CBA-58BB-49D9-AF12-CD51C6A0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C5721-B68C-4920-9673-E4D3E856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4FE0D-9429-481A-B34B-FE319AD2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6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133AC0-8D8B-4658-A61F-B0C9A503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19838-EBA1-4FE9-983C-2090DF60C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FC7BB-368F-4B3F-B5AA-4C47CCAB0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79D81-48BB-41AA-87F4-46159E52527D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AA6C5-0D5D-4953-A8D2-5DB0E8DC3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F0854-DF4C-4F23-8745-392E4CE7E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28319-396A-4709-BB0D-011516C03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47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#79B Remember Not, O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 </a:t>
            </a:r>
            <a:r>
              <a:rPr lang="en-CA" sz="2800" dirty="0"/>
              <a:t>Remember not, O God,</a:t>
            </a:r>
            <a:br>
              <a:rPr lang="en-CA" sz="2800" dirty="0"/>
            </a:br>
            <a:r>
              <a:rPr lang="en-CA" sz="2800" dirty="0"/>
              <a:t>the sins of long ago;</a:t>
            </a:r>
            <a:br>
              <a:rPr lang="en-CA" sz="2800" dirty="0"/>
            </a:br>
            <a:r>
              <a:rPr lang="en-CA" sz="2800" dirty="0"/>
              <a:t>in tender mercy visit us,</a:t>
            </a:r>
            <a:br>
              <a:rPr lang="en-CA" sz="2800" dirty="0"/>
            </a:br>
            <a:r>
              <a:rPr lang="en-CA" sz="2800" dirty="0"/>
              <a:t>distressed and humbled low.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O Lord, our Savior, help,</a:t>
            </a:r>
            <a:br>
              <a:rPr lang="en-CA" sz="2800" dirty="0"/>
            </a:br>
            <a:r>
              <a:rPr lang="en-CA" sz="2800" dirty="0"/>
              <a:t>and glorify your name;</a:t>
            </a:r>
            <a:br>
              <a:rPr lang="en-CA" sz="2800" dirty="0"/>
            </a:br>
            <a:r>
              <a:rPr lang="en-CA" sz="2800" dirty="0"/>
              <a:t>deliver us from all our sins</a:t>
            </a:r>
            <a:br>
              <a:rPr lang="en-CA" sz="2800" dirty="0"/>
            </a:br>
            <a:r>
              <a:rPr lang="en-CA" sz="2800" dirty="0"/>
              <a:t>and take away our shame.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In your compassion hear</a:t>
            </a:r>
            <a:br>
              <a:rPr lang="en-CA" sz="2800" dirty="0"/>
            </a:br>
            <a:r>
              <a:rPr lang="en-CA" sz="2800" dirty="0"/>
              <a:t>your </a:t>
            </a:r>
            <a:r>
              <a:rPr lang="en-CA" sz="2800" dirty="0" err="1"/>
              <a:t>pris'ner's</a:t>
            </a:r>
            <a:r>
              <a:rPr lang="en-CA" sz="2800" dirty="0"/>
              <a:t> plaintive sigh,</a:t>
            </a:r>
            <a:br>
              <a:rPr lang="en-CA" sz="2800" dirty="0"/>
            </a:br>
            <a:r>
              <a:rPr lang="en-CA" sz="2800" dirty="0"/>
              <a:t>and in the greatness of your </a:t>
            </a:r>
            <a:r>
              <a:rPr lang="en-CA" sz="2800" dirty="0" err="1"/>
              <a:t>pow'r</a:t>
            </a:r>
            <a:br>
              <a:rPr lang="en-CA" sz="2800" dirty="0"/>
            </a:br>
            <a:r>
              <a:rPr lang="en-CA" sz="2800" dirty="0"/>
              <a:t>save those about to die.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Then, safe within your fold,</a:t>
            </a:r>
            <a:br>
              <a:rPr lang="en-CA" sz="2800" dirty="0"/>
            </a:br>
            <a:r>
              <a:rPr lang="en-CA" sz="2800" dirty="0"/>
              <a:t>we will exalt your name;</a:t>
            </a:r>
            <a:br>
              <a:rPr lang="en-CA" sz="2800" dirty="0"/>
            </a:br>
            <a:r>
              <a:rPr lang="en-CA" sz="2800" dirty="0"/>
              <a:t>our thankful hearts with songs of joy</a:t>
            </a:r>
            <a:br>
              <a:rPr lang="en-CA" sz="2800" dirty="0"/>
            </a:br>
            <a:r>
              <a:rPr lang="en-CA" sz="2800" dirty="0"/>
              <a:t>your goodness will proclaim. </a:t>
            </a:r>
          </a:p>
        </p:txBody>
      </p:sp>
    </p:spTree>
    <p:extLst>
      <p:ext uri="{BB962C8B-B14F-4D97-AF65-F5344CB8AC3E}">
        <p14:creationId xmlns:p14="http://schemas.microsoft.com/office/powerpoint/2010/main" val="51231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#79B Remember Not, O God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#79B Remember Not, O God</dc:title>
  <dc:creator>Eric Hoogendoorn</dc:creator>
  <cp:lastModifiedBy>Eric Hoogendoorn</cp:lastModifiedBy>
  <cp:revision>1</cp:revision>
  <dcterms:created xsi:type="dcterms:W3CDTF">2020-04-25T02:33:28Z</dcterms:created>
  <dcterms:modified xsi:type="dcterms:W3CDTF">2020-04-25T02:33:49Z</dcterms:modified>
</cp:coreProperties>
</file>