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5338-1C44-4981-A59B-0B08995C1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84B35-1A1B-4049-8288-F88B46139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A1D60-1CD2-4988-B7EC-0E91495E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629A-9240-4E28-8CBC-2A64841C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98A62-CD42-476A-BEBA-2D36AEEF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761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5425-7FFC-4F41-8469-E481AD81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EC2B-417B-4A81-8E7D-61C1B3F79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546DB-091E-4D6F-A53F-CD3AF241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7EC3-94DC-421F-890E-319CE311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7F60-4246-40B3-B5B3-835F86E1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54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0978-7D84-4830-A1C9-22DD4715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E018F-03DC-4D94-9E61-EA5F1BD9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4A287-632C-48AD-9026-3AD36B30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5F4CE-0E6B-4646-A7DE-E9483641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8107-8992-414E-A45B-87F3A47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5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EB5A-59EA-42B2-B2E5-5736B1A9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DB7F-200C-4511-A74C-313678A6A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0169F-009B-4A61-826C-638DA536C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B1A47-0A27-4576-A260-D2879D45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1C37F-C293-4542-A73C-BA977096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02016-401B-4520-BD55-3E0B3146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54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07E6-689D-4588-94D4-AAC4A7DA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61F8E-ECBD-4154-AF11-7DA10896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5CFEF-B9E3-4F81-9E1F-BC6224BCD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D4E4D-CE1B-4BD1-A790-CCD07A430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9EFC7-2A45-4937-9429-F9D0AD685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1AD5E-9082-42AB-9B84-5D444753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BEEA9-B6B4-45EB-96A3-335CD15C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5BF1D-95F5-4423-BECF-0A8E5652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480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D3F2-A920-4BF3-91CB-FDEFECF7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C19F2-6AF3-438F-A3A8-DA9C5429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FD043-4F48-4F11-879F-22C21AC8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848D3-713C-4D82-88B1-8F65C690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43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D3BDF-CDBC-44D4-9A2A-E43FC82D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96D32-4355-49B2-B426-9D6DCBA2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DBA50-1DD2-4667-803A-E13C474A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647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F421-A188-48FE-B01C-32D1ED18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31520-B481-467B-A38A-2AE56391F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2432B-D9A5-4314-BE5B-D5B97BE37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A8B67-EF4C-4AB9-B6FF-DA4DF5B5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60BE0-39F7-4FA1-8F0C-A293A14F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52E47-1A31-4E6D-9ECA-4FCD0257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06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9126-59FE-46CA-BCC0-0902BE4F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4E228-AB9D-4A97-996E-F8DD773CE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9EBE1-D2B3-47AC-881B-98628308E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A82FC-E07E-4C4D-BECB-EB3010B1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10384-B5BD-43BB-889E-0421CAD8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B0CF9-D2E5-4B86-9158-6FDE9B5E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181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D383-A9A7-428F-B97D-B8F1336B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0EAF3-DB5C-4C44-83B3-876DA27A2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450B-F7BB-4353-B7C5-7DD9F3D7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F24BE-C4EE-495F-9D04-030E04AF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8C195-9035-43F8-90B2-355E05E5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116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8D492-17E5-407B-8425-0BD350B5A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A5DC6-5C94-48D3-8953-9A434A904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5A7A-CF56-466E-B197-44518FE9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1FEDF-28DD-4AFD-9C15-DDD16139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B5BFC-79BA-4804-A7CD-87F60421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582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FAE5C-64D8-4A78-861A-672D74EA0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AACB-A3EC-49BF-93C4-8683FAB8D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D9FBA-4EEC-4823-87D6-AB5D9C35F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528E3-C6D4-43B3-8984-8163842C6603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4DAA9-89C8-4CAD-95EB-F956A04CE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476E8-6C3A-4D52-A22E-B5012BDBF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1D56E-F46C-4F81-A69A-D831ED834E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984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4F8AF6-2FD0-4ED7-8C2B-096A63D12E2B}"/>
              </a:ext>
            </a:extLst>
          </p:cNvPr>
          <p:cNvSpPr txBox="1"/>
          <p:nvPr/>
        </p:nvSpPr>
        <p:spPr>
          <a:xfrm>
            <a:off x="1047750" y="342900"/>
            <a:ext cx="10096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#347 There Is a Green Hill Far Away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50C1A-68FE-4F17-BF2F-EC09E03CE0F8}"/>
              </a:ext>
            </a:extLst>
          </p:cNvPr>
          <p:cNvSpPr txBox="1"/>
          <p:nvPr/>
        </p:nvSpPr>
        <p:spPr>
          <a:xfrm>
            <a:off x="1528762" y="2521059"/>
            <a:ext cx="9134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There is a green hill far away,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without a city wall,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the dear Lord was crucified,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died to save us all.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0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89C84-D856-4B59-BDD7-998AB1C4C9CF}"/>
              </a:ext>
            </a:extLst>
          </p:cNvPr>
          <p:cNvSpPr txBox="1"/>
          <p:nvPr/>
        </p:nvSpPr>
        <p:spPr>
          <a:xfrm>
            <a:off x="1924050" y="2521059"/>
            <a:ext cx="8343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We may not know, we cannot tell,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pains he had to bear;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we believe it was for us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hung and suffered there.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74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0747D-40BA-4A48-B7BE-6468496E55D6}"/>
              </a:ext>
            </a:extLst>
          </p:cNvPr>
          <p:cNvSpPr txBox="1"/>
          <p:nvPr/>
        </p:nvSpPr>
        <p:spPr>
          <a:xfrm>
            <a:off x="2105025" y="2521059"/>
            <a:ext cx="7981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 died that we might be forgiv'n,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died to make us good,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we might go at last to heav'n,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saved by his precious blood.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86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EC159-8769-4B04-97F6-F61EAC938757}"/>
              </a:ext>
            </a:extLst>
          </p:cNvPr>
          <p:cNvSpPr txBox="1"/>
          <p:nvPr/>
        </p:nvSpPr>
        <p:spPr>
          <a:xfrm>
            <a:off x="1924050" y="2521059"/>
            <a:ext cx="8343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There was no other good enough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pay the price of sin;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only could unlock the gate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heav'n, and let us 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01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2F05A0-BC68-4E02-9B87-A1AAFDE9B64A}"/>
              </a:ext>
            </a:extLst>
          </p:cNvPr>
          <p:cNvSpPr txBox="1"/>
          <p:nvPr/>
        </p:nvSpPr>
        <p:spPr>
          <a:xfrm>
            <a:off x="1981200" y="2521059"/>
            <a:ext cx="8229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dearly, dearly has he loved,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we must love him too,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trust in his redeeming blood,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try his works to do.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5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2021-05-14T21:42:15Z</dcterms:created>
  <dcterms:modified xsi:type="dcterms:W3CDTF">2021-05-14T21:44:21Z</dcterms:modified>
</cp:coreProperties>
</file>