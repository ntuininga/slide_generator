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00228-ED4F-4D09-B484-C6568E0C1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BBE71-B5FA-4BDE-9B2C-29646ABF6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47527-1A9A-4314-BB70-E3C57A39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63347-7933-4823-86C2-CE1D4CA6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DEA11-CDE7-43BD-AD49-E576A627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2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7945-EFFA-4202-9A1D-2537217F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9FB0A-495F-4708-A9F6-037B2B8BC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1AA40-35C4-492D-836E-21E5D843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D8933-8E97-49EC-A6E2-4FDF8B94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D7577-8139-42A7-B6CD-4F6BC083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2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638A-4DDE-4564-81CF-6911703C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CCA1E-3CCE-4D91-9072-1F545A666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BC0C9-2518-4B61-83E1-DAE2A066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3124D-AB1C-493A-A58D-D270C33E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234AC-9EEF-4CD4-8037-CD490FBC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0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4DB0-7361-4C93-81E1-5B23036D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59D6-1309-4F15-BD79-72B5C4AD6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81220-723D-4A2D-BD83-12907E1DE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AB5B6-A9DC-4663-89CE-DC0E97D9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DA5EC-9125-473D-9F97-4CD195DE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CB445-D175-4D9A-AEDC-E6C49B67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9C1E-4A39-4FDB-A046-1074400F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8962C-E640-43FA-B6BA-DAFADF886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4030F-3FC0-483C-8DBA-77A0CF90C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7D93F-9CAA-4A92-B234-211E2958A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E2916-A4E6-4E18-A5C0-457C8DD76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3A2C1-3CD3-4AC5-84DE-8724FCEE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D1E00-50ED-49FD-9BB2-ADB8E334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4ACA9-D5F3-4012-8B97-A14146EE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9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D306-DE15-4800-BADF-F7B2DEE3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E55D9-96E9-4AF1-A9F4-877A8963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88411-CE03-40C4-AED6-D37382FA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C640B-D450-4F8D-AA95-6AD9DD9D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0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8FD72-0694-46C9-B3F4-0C0AEC0A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1348D-D57E-44B6-B27C-352A3879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2DE22-40EB-4B30-86DC-53A2038E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9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F203-FD02-444B-8D15-ED95CBF8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E07F-B68C-46F8-BA6F-1003C181A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19231-012A-45ED-BDEB-0CA46F008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E71E2-0062-4A31-89E6-7097FBB7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05C16-B43E-4F8C-9F31-93372018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F8198-6219-43BC-B78D-A91502EA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3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C577-7CE0-4FE9-AEF4-416E0FA9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285D4A-66B9-4BDD-A409-1C60DD0A3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C610C-8DD8-42F4-8728-B85BDAA43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054A6-94C4-47CC-9844-EDD7B33C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BBC2D-D427-45AB-8C87-27B6F7FD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00926-26F5-4B99-8251-A6BA07FF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F607-26AD-4C7F-8F1D-970C365E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58321-D395-4090-ADDC-120D165C6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E17C6-5B71-4B23-910E-CD0E8204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CAD1B-AF0B-4AF2-BAE2-A3CAD8A7C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E3AAD-AC39-456E-928A-425A961E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5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CA6A8-19E4-4BBE-9053-8016B8421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9D2C8-279A-4728-94DE-E5721451D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63216-6AB1-44DE-8F1E-644A4243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AD20-1A6F-43DB-84D8-61C3F338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ED7F0-45A4-47CE-82E6-4DA43DE3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8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6FE56-4F7A-4C4A-96A6-0003CB13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A1EC0-2614-4A29-82FB-3CB9368C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EB2E0-AAA1-4CC7-8B46-1225AFD3B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63324-68FF-48CD-A107-2D73AD840947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7D63D-4EF5-4238-BEA4-183FFAE0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BA2A-07E9-44BF-A191-70985F82B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D81A8-32D5-4894-B74F-BAE92D45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79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#567 Praise God From Whom All Blessings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Praise God from whom all blessings flow;</a:t>
            </a:r>
          </a:p>
          <a:p>
            <a:pPr lvl="0" algn="ctr"/>
            <a:r>
              <a:rPr lang="en-US" sz="2800" dirty="0"/>
              <a:t>praise him, all creatures here below;</a:t>
            </a:r>
          </a:p>
          <a:p>
            <a:pPr lvl="0" algn="ctr"/>
            <a:r>
              <a:rPr lang="en-US" sz="2800" dirty="0"/>
              <a:t>praise him above, ye </a:t>
            </a:r>
            <a:r>
              <a:rPr lang="en-US" sz="2800" dirty="0" err="1"/>
              <a:t>heav'nly</a:t>
            </a:r>
            <a:r>
              <a:rPr lang="en-US" sz="2800" dirty="0"/>
              <a:t> host:</a:t>
            </a:r>
          </a:p>
          <a:p>
            <a:pPr lvl="0" algn="ctr"/>
            <a:r>
              <a:rPr lang="en-US" sz="2800" dirty="0"/>
              <a:t>praise Father, Son, and Holy Ghost.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06290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#567 Praise God From Whom All Blessings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#567 Praise God From Whom All Blessings Flow</dc:title>
  <dc:creator>Eric Hoogendoorn</dc:creator>
  <cp:lastModifiedBy>Eric Hoogendoorn</cp:lastModifiedBy>
  <cp:revision>1</cp:revision>
  <dcterms:created xsi:type="dcterms:W3CDTF">2020-09-19T13:50:15Z</dcterms:created>
  <dcterms:modified xsi:type="dcterms:W3CDTF">2020-09-19T13:50:46Z</dcterms:modified>
</cp:coreProperties>
</file>