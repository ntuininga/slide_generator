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18715-BB56-4746-99BF-CA4FA516EE5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ABD0A-1618-4B90-A5B1-12C18FA92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67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70B9-D98F-9D47-BE6E-7392A273E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8F2C2-D0FA-C326-63A9-72DC89B87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11F35-DAAF-0EA7-E06C-D703D81A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CA8F-75ED-4EC8-9661-0C464660AD09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41E3F-536D-D2D3-ECA1-064E0FFF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9CE8D-F2E6-CC5C-BA79-BFBF9740D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8582-383A-40C4-BE82-23EEEDB0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0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5C15-C485-FC24-5CBE-D15AD76A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9AFDB-EC3D-1747-BB01-13D5BD0F2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C368D-AA48-2142-3141-9048B8C4D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B958-42D7-4F18-938C-7EE7749F3172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5DDDC-EEE2-1E86-2E3D-88B1E036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9EEEB-03B6-9359-B40B-9D306B66D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8582-383A-40C4-BE82-23EEEDB0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67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2340-4BCF-609B-60F7-E7022B86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5965C-8120-421B-2A89-D7DB8EC99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184E-DCA6-CD28-D3A5-C7A7D8BD9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5E653-32A1-4DD1-94BD-74DF73459B98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120FE-0CA8-464F-5E8F-189EAAB9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52C3-49B2-24DF-71B8-C0211DDB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8582-383A-40C4-BE82-23EEEDB0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81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02A2F-00D8-563E-5EB1-837D55BF8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97F3C-7322-0A5D-E8C4-634948C14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ADFA1-7E76-687E-39B1-738D226C6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9910E-47EE-EC9B-9714-3C008EFA1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7-E371-44AF-B8FE-D97BD75520BE}" type="datetime1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6ECDA-8C05-7918-26D2-C0088C83E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1E785-C997-88CB-3477-F4EF95F7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8582-383A-40C4-BE82-23EEEDB0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0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DA44-3487-4C84-8786-E88F6C9B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71E23-CCC7-7414-6F05-7F6522704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81DF8-B5AC-241A-733A-623237164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5FDAD5-ED12-3E00-045F-883652AF2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4CCB29-223C-B573-472E-E2093999C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D70431-CD4C-D4D1-3DBD-EE010C83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2C183-3A75-45C2-B64F-C34AB5ABC64E}" type="datetime1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AF163A-803C-07A5-AC0C-213CC56E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9F580-784D-065B-94EE-BD8C5CCEA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8582-383A-40C4-BE82-23EEEDB0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0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08DAD-78B2-8140-0981-194F2F5A9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FE474-A882-4B81-8AE2-68284766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F05B-11B2-4469-A613-AF8D0E85A36D}" type="datetime1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650BF-144C-E50E-23D1-1E80CA91C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57E60-64EE-1D4F-59ED-AC81C8870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8582-383A-40C4-BE82-23EEEDB0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49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DB17B-638F-DB2F-833B-E1CCE1DCB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4661-A7F9-4C29-ACF0-4FB422E14757}" type="datetime1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78F08C-D4D4-452D-574A-A2DC89C2F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AD008-F47B-5D57-261C-388AFECF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8582-383A-40C4-BE82-23EEEDB0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1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22151-ADC2-CBC9-5B5F-23C020385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26642-1E53-3A68-85E5-B78DC0EE3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E7CD0-838D-A4B4-C327-D0509D383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C4764-351D-95CB-878F-E399E90A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8B32-9F70-4430-948B-F3F3A5D166CC}" type="datetime1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72518-32CF-D840-AEEF-8FC693D32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62524-B378-AEE9-488D-2B6A6243F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8582-383A-40C4-BE82-23EEEDB0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05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C527D-476F-949F-F418-49B3F471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37B005-763D-259D-B1FD-1592F2AD73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597FB-EE55-A6E0-C765-DB3F64670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E1EE9-B8F1-E9F5-F8DE-C9ACBECA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6BD8-FA30-4735-9DDD-AB54A4AA6AE2}" type="datetime1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FA00E-0066-993F-F48C-E2B907047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34C20-BF13-FF0E-1850-1638E53B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8582-383A-40C4-BE82-23EEEDB0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5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1FC2-B775-E390-2953-94934F90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8D919-DA77-84C8-95CF-5C07F081B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16048-3780-24B4-F1B2-DDC61C433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E6BC-20B2-45DC-8D49-299EE3601849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CA794-B985-647A-ED16-D77BB583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A5E1A-4D23-C5D3-B28D-B9D2B657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8582-383A-40C4-BE82-23EEEDB0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9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26852-D856-BA58-3B6A-278D62FBB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398D3-2B0B-399E-301E-A6CAC70D5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84A55-BA43-8743-9DD3-5887B72C8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489F-0C1D-4404-A3A9-01D812F781D7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2F3F3-55FD-59FF-C39D-606D97C95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8D2BD-D080-F12F-64F6-97DD3E1A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8582-383A-40C4-BE82-23EEEDB0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76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6F816-EEBB-7D02-13A8-E8FC2A4AC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AB2F3-3E6C-D256-ED74-1D8E27B1C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6F52A-2612-3931-8E78-8A3B9942E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0FB50-76B6-4442-8BEE-0367FAED7A95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E598D-5ED4-9493-99BF-CC5294F9E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St. 1-4, 6-7 The Book of Psalms for Worship, 2009,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4D74F-7233-61E1-ADB6-0BF02666E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C8582-383A-40C4-BE82-23EEEDB0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1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6E521-270D-9206-7B12-5A91CCA28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#8A O Lord, Our Lord, in All the Earth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0C659-3ADC-0156-03DE-C7C4B4623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O Lord, our Lord, in all the earth</a:t>
            </a:r>
          </a:p>
          <a:p>
            <a:pPr marL="0" indent="0" algn="ctr">
              <a:buNone/>
            </a:pPr>
            <a:r>
              <a:rPr lang="en-US" dirty="0"/>
              <a:t>How excellent your name!</a:t>
            </a:r>
          </a:p>
          <a:p>
            <a:pPr marL="0" indent="0" algn="ctr">
              <a:buNone/>
            </a:pPr>
            <a:r>
              <a:rPr lang="en-US" dirty="0"/>
              <a:t>For you have set above the </a:t>
            </a:r>
            <a:r>
              <a:rPr lang="en-US" dirty="0" err="1"/>
              <a:t>heav’ns</a:t>
            </a:r>
            <a:r>
              <a:rPr lang="en-US" dirty="0"/>
              <a:t> </a:t>
            </a:r>
          </a:p>
          <a:p>
            <a:pPr marL="0" indent="0" algn="ctr">
              <a:buNone/>
            </a:pPr>
            <a:r>
              <a:rPr lang="en-US" dirty="0"/>
              <a:t>your glory and your fame.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7BB1A-31E7-0A8E-3A78-BBC34EA05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</p:spTree>
    <p:extLst>
      <p:ext uri="{BB962C8B-B14F-4D97-AF65-F5344CB8AC3E}">
        <p14:creationId xmlns:p14="http://schemas.microsoft.com/office/powerpoint/2010/main" val="3845914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2C68F-8206-5AE6-3412-9F27F391C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F68FF-2A76-8287-4A5F-D2AB08605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From infants’ and from children’s lips</a:t>
            </a:r>
          </a:p>
          <a:p>
            <a:pPr marL="0" indent="0" algn="ctr">
              <a:buNone/>
            </a:pPr>
            <a:r>
              <a:rPr lang="en-US" dirty="0"/>
              <a:t>You ordered praise to sound</a:t>
            </a:r>
          </a:p>
          <a:p>
            <a:pPr marL="0" indent="0" algn="ctr">
              <a:buNone/>
            </a:pPr>
            <a:r>
              <a:rPr lang="en-US" dirty="0"/>
              <a:t>To silence all your enemies,</a:t>
            </a:r>
          </a:p>
          <a:p>
            <a:pPr marL="0" indent="0" algn="ctr">
              <a:buNone/>
            </a:pPr>
            <a:r>
              <a:rPr lang="en-US" dirty="0"/>
              <a:t>The wicked to confound.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C86475-B553-BCE8-DCC9-2E4321F3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</p:spTree>
    <p:extLst>
      <p:ext uri="{BB962C8B-B14F-4D97-AF65-F5344CB8AC3E}">
        <p14:creationId xmlns:p14="http://schemas.microsoft.com/office/powerpoint/2010/main" val="1742576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A03-D995-712B-F53C-9FD4E40AF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0A0CF-2431-EF28-D93B-D9D0373CE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When I regard the </a:t>
            </a:r>
            <a:r>
              <a:rPr lang="en-US" dirty="0" err="1"/>
              <a:t>heav’ns</a:t>
            </a:r>
            <a:r>
              <a:rPr lang="en-US" dirty="0"/>
              <a:t> you made,</a:t>
            </a:r>
          </a:p>
          <a:p>
            <a:pPr marL="0" indent="0" algn="ctr">
              <a:buNone/>
            </a:pPr>
            <a:r>
              <a:rPr lang="en-US" dirty="0"/>
              <a:t>Your fingers’ work I trace;</a:t>
            </a:r>
          </a:p>
          <a:p>
            <a:pPr marL="0" indent="0" algn="ctr">
              <a:buNone/>
            </a:pPr>
            <a:r>
              <a:rPr lang="en-US" dirty="0"/>
              <a:t>I see the moon and shining stars</a:t>
            </a:r>
          </a:p>
          <a:p>
            <a:pPr marL="0" indent="0" algn="ctr">
              <a:buNone/>
            </a:pPr>
            <a:r>
              <a:rPr lang="en-US" dirty="0"/>
              <a:t>Which you have set in place.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83D9D5-E681-B3B2-E5E1-0768A35C0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</p:spTree>
    <p:extLst>
      <p:ext uri="{BB962C8B-B14F-4D97-AF65-F5344CB8AC3E}">
        <p14:creationId xmlns:p14="http://schemas.microsoft.com/office/powerpoint/2010/main" val="3392979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BD54-3700-0A89-672E-8DA1B956A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9EC32-4B97-1FF8-54F9-3957BC201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I ask myself, “What then is man </a:t>
            </a:r>
          </a:p>
          <a:p>
            <a:pPr marL="0" indent="0" algn="ctr">
              <a:buNone/>
            </a:pPr>
            <a:r>
              <a:rPr lang="en-US" dirty="0"/>
              <a:t>that you should give him thought –</a:t>
            </a:r>
          </a:p>
          <a:p>
            <a:pPr marL="0" indent="0" algn="ctr">
              <a:buNone/>
            </a:pPr>
            <a:r>
              <a:rPr lang="en-US" dirty="0"/>
              <a:t>It he son of man, that you to him</a:t>
            </a:r>
          </a:p>
          <a:p>
            <a:pPr marL="0" indent="0" algn="ctr">
              <a:buNone/>
            </a:pPr>
            <a:r>
              <a:rPr lang="en-US" dirty="0"/>
              <a:t>Such gracious care have brought?”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D6865-A6DF-74AC-423D-643F3D3C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St. 1-4, 6-7 The Book of Psalms for Worship, 2009, </a:t>
            </a:r>
          </a:p>
        </p:txBody>
      </p:sp>
    </p:spTree>
    <p:extLst>
      <p:ext uri="{BB962C8B-B14F-4D97-AF65-F5344CB8AC3E}">
        <p14:creationId xmlns:p14="http://schemas.microsoft.com/office/powerpoint/2010/main" val="132860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AA47-C24F-C3CF-160E-744EDF06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8978A-8BFE-4CD0-D65B-C76B88A90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You made him little less than those</a:t>
            </a:r>
          </a:p>
          <a:p>
            <a:pPr marL="0" indent="0" algn="ctr">
              <a:buNone/>
            </a:pPr>
            <a:r>
              <a:rPr lang="en-US" dirty="0"/>
              <a:t>Who dwell in </a:t>
            </a:r>
            <a:r>
              <a:rPr lang="en-US" dirty="0" err="1"/>
              <a:t>heav’n</a:t>
            </a:r>
            <a:r>
              <a:rPr lang="en-US" dirty="0"/>
              <a:t> above,</a:t>
            </a:r>
          </a:p>
          <a:p>
            <a:pPr marL="0" indent="0" algn="ctr">
              <a:buNone/>
            </a:pPr>
            <a:r>
              <a:rPr lang="en-US" dirty="0"/>
              <a:t>And you have crowned and honored him</a:t>
            </a:r>
          </a:p>
          <a:p>
            <a:pPr marL="0" indent="0" algn="ctr">
              <a:buNone/>
            </a:pPr>
            <a:r>
              <a:rPr lang="en-US" dirty="0"/>
              <a:t>With glory from above.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5A25F5-CC39-BE42-AB3F-0B9F944FB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484298" cy="365125"/>
          </a:xfrm>
        </p:spPr>
        <p:txBody>
          <a:bodyPr/>
          <a:lstStyle/>
          <a:p>
            <a:r>
              <a:rPr lang="en-US" dirty="0"/>
              <a:t>St. 1-4, 6-7 The Book of Psalms for Worship, 2009, </a:t>
            </a:r>
          </a:p>
          <a:p>
            <a:r>
              <a:rPr lang="en-US" dirty="0"/>
              <a:t>St. 5 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891206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810FB-A085-9E60-8216-C53BED55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43B7E-8722-EEA6-32EA-EAC21097C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43C1B-0A09-E04A-F15C-0100D41CA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6. You made him ruler of the works</a:t>
            </a:r>
          </a:p>
          <a:p>
            <a:pPr marL="0" indent="0" algn="ctr">
              <a:buNone/>
            </a:pPr>
            <a:r>
              <a:rPr lang="en-US" dirty="0"/>
              <a:t>Created by your hand;</a:t>
            </a:r>
          </a:p>
          <a:p>
            <a:pPr marL="0" indent="0" algn="ctr">
              <a:buNone/>
            </a:pPr>
            <a:r>
              <a:rPr lang="en-US" dirty="0"/>
              <a:t>You placed all things beneath his feet</a:t>
            </a:r>
          </a:p>
          <a:p>
            <a:pPr marL="0" indent="0" algn="ctr">
              <a:buNone/>
            </a:pPr>
            <a:r>
              <a:rPr lang="en-US"/>
              <a:t>To be in his command.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B6612-8EC2-EC04-DA53-47CB9C2A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484298" cy="365125"/>
          </a:xfrm>
        </p:spPr>
        <p:txBody>
          <a:bodyPr/>
          <a:lstStyle/>
          <a:p>
            <a:r>
              <a:rPr lang="en-US" dirty="0"/>
              <a:t>St. 1-4, 6-7 The Book of Psalms for Worship, 2009, </a:t>
            </a:r>
          </a:p>
          <a:p>
            <a:r>
              <a:rPr lang="en-US" dirty="0"/>
              <a:t>St. 5 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3461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294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#8A O Lord, Our Lord, in All the Earth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#8A O Lord, Our Lord, in All the Earth</dc:title>
  <dc:creator>Neil Tuininga</dc:creator>
  <cp:lastModifiedBy>Neil Tuininga</cp:lastModifiedBy>
  <cp:revision>2</cp:revision>
  <dcterms:created xsi:type="dcterms:W3CDTF">2024-02-17T17:34:51Z</dcterms:created>
  <dcterms:modified xsi:type="dcterms:W3CDTF">2025-04-27T02:41:34Z</dcterms:modified>
</cp:coreProperties>
</file>