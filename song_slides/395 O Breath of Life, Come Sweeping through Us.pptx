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1" r:id="rId2"/>
    <p:sldId id="362" r:id="rId3"/>
    <p:sldId id="299" r:id="rId4"/>
    <p:sldId id="385" r:id="rId5"/>
    <p:sldId id="4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3C6C-4EC5-4A7F-9BBF-9C788D209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D78D4B-D41F-4F99-8624-1551F8F44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A03F7-1A8F-4BB2-806A-D83F094E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0327-2F3F-4DAD-AC7A-51A8177D8AF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33FBD-AA69-45B5-8FA9-CD889887F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567FE-3CCB-4D07-ACFE-89A553122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E378-AB02-430A-82A2-E2CDB4065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919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11953-DB8D-4620-95D1-979B8DA6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4F7A2-18B9-4F8D-86D2-372F31714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841D6-EDDA-42E1-B5F8-9ABC7A23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0327-2F3F-4DAD-AC7A-51A8177D8AF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586E3-2F2E-4070-A0FE-89ED55C9E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EED0A-FF1C-4242-9ACD-9BE88082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E378-AB02-430A-82A2-E2CDB4065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57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CDAAA-252D-477F-9AB4-5CCA0FE05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070BF-0C5A-442D-9CA6-296D1AC6B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DCD97-6E3D-4BBC-AB1C-7940584DB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0327-2F3F-4DAD-AC7A-51A8177D8AF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CDA18-7E07-4836-94CB-E41B33EE9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B7094-0173-4667-9666-B000345BF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E378-AB02-430A-82A2-E2CDB4065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913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5EF7-B3F4-4796-BBC6-287461A1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9B885-FEEA-47B8-91BA-9148BE4F6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5AEED-A8C1-4431-B068-BA8BA04B5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7405F-A885-456D-B15D-803A3908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0327-2F3F-4DAD-AC7A-51A8177D8AF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6BE14-68DA-4AB5-B9C4-6A68EDE8F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E325D-4589-4782-ABEF-A6016ADFC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E378-AB02-430A-82A2-E2CDB4065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541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03162-E383-4653-9088-0D4B96646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ABE99-713B-4A4B-BDF1-784383CEB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A7BF7-0782-4A6A-BB28-3DB5DD53B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E837B3-BD23-4F96-B481-45991FC4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447707-053A-4B93-AFBB-CCDFBF0AC7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20BD3-10B4-4C74-9D2A-2D3B3797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0327-2F3F-4DAD-AC7A-51A8177D8AF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F06A57-9DCD-4A2B-8A40-85A9CC65C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F55D9A-3946-4F08-A452-6040734E4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E378-AB02-430A-82A2-E2CDB4065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34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70B6-86FA-48D3-846A-5BA4B229E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E6F412-FDF8-4268-B7B5-65093CB94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0327-2F3F-4DAD-AC7A-51A8177D8AF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75623-824B-4070-8A58-F3299D01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F99478-71B6-497A-B1AC-47638621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E378-AB02-430A-82A2-E2CDB4065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21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9D888A-0CD3-4202-8EE2-BDC05E86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0327-2F3F-4DAD-AC7A-51A8177D8AF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D116D8-2F1F-4942-8EAB-D8CBED531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12F87-72E0-4C29-A3A7-DB604DF1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E378-AB02-430A-82A2-E2CDB4065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364A-A4BF-4166-A37B-DF9797F4E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9AEA0-D416-4A62-8356-57B497553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8ABBE-F9F8-404A-9346-1E4901245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101A1-AA62-48C3-8CF7-2D5685DDB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0327-2F3F-4DAD-AC7A-51A8177D8AF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5C6BA-F3BF-40CD-A7F2-CB65D059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5F42B-7645-40EC-9B74-88DE225C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E378-AB02-430A-82A2-E2CDB4065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866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1060F-8216-483B-A026-4F25B88C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6BCF36-ACE0-4D41-A6E2-1AD02A5382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86643-AAF7-439B-BB04-5A5EF3263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E5938D-5EF5-4629-B27A-FA9A8C293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0327-2F3F-4DAD-AC7A-51A8177D8AF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3825D-DE8B-4472-BC70-FDE1508B7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560D5-7D3E-4039-926B-57A4CDD7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E378-AB02-430A-82A2-E2CDB4065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02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06D9-DCD3-4504-9D74-82909721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AC1FD-25EA-4751-AC13-1C2D8525C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CE375-FD7C-4395-82D3-EB60EA174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0327-2F3F-4DAD-AC7A-51A8177D8AF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D1911-73AA-4239-AACB-FE4AA7015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D2A1BE-26BB-4B95-A641-5E401645B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E378-AB02-430A-82A2-E2CDB4065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183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EB478F-C6BD-4422-85E5-991ACE289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E78A7F-0E7C-4C28-99D4-BA8772DD8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858E2-8B84-4FD2-8E9E-2CEE41273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F0327-2F3F-4DAD-AC7A-51A8177D8AF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969D3-C16F-46CA-B59B-24AFCE071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C8070-88BB-492C-A1FD-B745A56CD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E378-AB02-430A-82A2-E2CDB4065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5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4FD9E4-A5D2-4364-B582-1A828E225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9D16D-7A04-44E0-B646-B8023A8F0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111ED-2F25-4377-A311-03DA5D5A9A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F0327-2F3F-4DAD-AC7A-51A8177D8AFF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A7A8B-4040-4A74-97F6-22D31CAD66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F7B4D-A55B-4474-8F6A-4FF1180F4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2E378-AB02-430A-82A2-E2CDB4065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089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18330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1. O Breath of life, come sweeping through us,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revive your church with life and </a:t>
            </a:r>
            <a:r>
              <a:rPr lang="en-US" sz="2800" dirty="0" err="1">
                <a:solidFill>
                  <a:srgbClr val="222222"/>
                </a:solidFill>
              </a:rPr>
              <a:t>pow'r</a:t>
            </a:r>
            <a:r>
              <a:rPr lang="en-US" sz="2800" dirty="0">
                <a:solidFill>
                  <a:srgbClr val="222222"/>
                </a:solidFill>
              </a:rPr>
              <a:t>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 Breath of Life, come, cleanse, renew us,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fit your church to meet this hour.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#395 O Breath of Life, Come Sweeping through Us</a:t>
            </a:r>
          </a:p>
        </p:txBody>
      </p:sp>
    </p:spTree>
    <p:extLst>
      <p:ext uri="{BB962C8B-B14F-4D97-AF65-F5344CB8AC3E}">
        <p14:creationId xmlns:p14="http://schemas.microsoft.com/office/powerpoint/2010/main" val="66304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758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O Wind of God, come bend us, break us,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till humbly we confess our need;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then in your tenderness remake us,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revive, restore, for this we plead.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4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O Breath of love, come breathe within us,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renewing thought and will and heart;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come, Love of Christ, afresh to win us,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revive your church in </a:t>
            </a:r>
            <a:r>
              <a:rPr lang="en-US" sz="2800" dirty="0" err="1">
                <a:solidFill>
                  <a:srgbClr val="222222"/>
                </a:solidFill>
              </a:rPr>
              <a:t>ev'ry</a:t>
            </a:r>
            <a:r>
              <a:rPr lang="en-US" sz="2800" dirty="0">
                <a:solidFill>
                  <a:srgbClr val="222222"/>
                </a:solidFill>
              </a:rPr>
              <a:t> part.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50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ADE5-31D9-4FC3-8FF2-A4B77C42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938AC-8D8F-469A-B004-AB6A80B6BC46}"/>
              </a:ext>
            </a:extLst>
          </p:cNvPr>
          <p:cNvSpPr txBox="1"/>
          <p:nvPr/>
        </p:nvSpPr>
        <p:spPr>
          <a:xfrm>
            <a:off x="1771650" y="2038350"/>
            <a:ext cx="8648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4. O Heart of Christ, once broken for us,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'tis there we find our strength and rest;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our broken, contrite hearts now solace,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let your waiting church be blest.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325158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4DCC47-6837-4CEF-B80F-D6D92063C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B5504-6325-45E5-B6F7-88A78F44DDA5}"/>
              </a:ext>
            </a:extLst>
          </p:cNvPr>
          <p:cNvSpPr txBox="1"/>
          <p:nvPr/>
        </p:nvSpPr>
        <p:spPr>
          <a:xfrm>
            <a:off x="1504950" y="2152650"/>
            <a:ext cx="9182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5. Revive us, Lord! Is zeal abating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while harvest fields are vast and white?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Revive us, Lord, the world is waiting,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equip your church to spread the light.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995233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2020-12-19T23:55:53Z</dcterms:created>
  <dcterms:modified xsi:type="dcterms:W3CDTF">2020-12-19T23:56:06Z</dcterms:modified>
</cp:coreProperties>
</file>