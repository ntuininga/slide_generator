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82" r:id="rId2"/>
    <p:sldId id="293" r:id="rId3"/>
    <p:sldId id="291" r:id="rId4"/>
    <p:sldId id="29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40D54-7C48-4164-A88D-3BB03A15D9CA}" type="datetimeFigureOut">
              <a:rPr lang="en-US" smtClean="0"/>
              <a:t>7/29/2022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376212-7C8C-43F7-9C95-A5CA7515E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00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6A096-087C-4D13-894F-10BB5D534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7F568-BA65-4E12-BE00-23359ADE4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17CCF-E56B-4BAE-AD67-5A8C2B85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6706B-D262-4334-8E0F-5457F66AC0E9}" type="datetime1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E5DD1-B892-4A18-883F-C31D98719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B398B-667E-46CA-946E-CB8A3BF3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AF6F3-81F4-4B10-92E1-57C104512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21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8EDCC-8D00-4E98-AAD0-CEA2C87EC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7B0BA-397A-4724-BAD9-7480F31A4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85286-2441-41EA-A2BE-7956D5CC5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60322-1269-4AF4-B964-EDF8ED6165A6}" type="datetime1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E2F37-3520-4910-8AD1-FE1133113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79FAA-5A4B-4C7A-88B7-CD34196D5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AF6F3-81F4-4B10-92E1-57C104512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834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91C94-CF6C-4251-AF29-9F8004382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33BFB-BB16-46FB-9D79-032B1C0F5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70F24-CE3F-4684-848C-2E6914F13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EE473-94B7-45B0-BA75-A666554C609C}" type="datetime1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240AF-FA4F-432F-82B0-C1C400ACA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C8ACD-BE8B-4FE5-8E79-BD27CD104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AF6F3-81F4-4B10-92E1-57C104512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66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941EC-126E-4182-993A-1F0F7C0DA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5FCC3-1072-4B67-8EAD-F2828A6C4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A517E-F4D2-45A4-BA99-5601B1705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9FC8F-2ACB-4487-94D7-AB43CED7E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FDA76-FDB2-4A0D-8E45-E885D940F273}" type="datetime1">
              <a:rPr lang="en-US" smtClean="0"/>
              <a:t>7/29/2022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7792C-26BF-4531-96DA-E2450BA3C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380BD-FDDB-41CD-B7E1-A3D1EEFB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AF6F3-81F4-4B10-92E1-57C104512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298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0D184-275C-4B75-B824-15AD08C20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FB124-1CF3-442E-97EF-3DD86FE0A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4FC8C8-895A-4270-A521-A102E7D18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35F039-E29E-4178-9EB9-F256807D1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EC8F72-0BEF-402F-B97A-F0D64948C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1D22A9-3276-443A-9D51-F4E8BF3CE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817D-B0F9-4F4A-B136-835A83843ECA}" type="datetime1">
              <a:rPr lang="en-US" smtClean="0"/>
              <a:t>7/29/2022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AF59E5-FC55-4821-8887-A76F0960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A0FA7A-F23A-4D9A-A0DB-FA0B0337B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AF6F3-81F4-4B10-92E1-57C104512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01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C87D3-A39B-4DBE-B3BC-E2768F7F4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31679-017E-47EF-A190-B387EFDCD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F4575-3895-4D5C-AFCE-1941C8850F1E}" type="datetime1">
              <a:rPr lang="en-US" smtClean="0"/>
              <a:t>7/29/2022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DD6161-57C0-4C25-8D93-01A005E7A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ADE9EB-7829-4AC1-9CAB-360FDEA58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AF6F3-81F4-4B10-92E1-57C104512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58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D6A058-C1BC-47D3-BBFD-28CD49641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77D5F-65EC-4E52-98C8-B869FA28C18D}" type="datetime1">
              <a:rPr lang="en-US" smtClean="0"/>
              <a:t>7/29/2022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4CB23C-2E77-41F8-BF97-524C050FB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E16D3-DED9-498E-A09C-6AFD0393F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AF6F3-81F4-4B10-92E1-57C104512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655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B733B-CA4D-48A9-AFCD-609E1C361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C6D43-79FE-4D09-BA4C-03EE232A0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EFE38-65B5-4402-986A-85B05B6A9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EDE98-E803-4372-A383-D4406B7AD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98A24-B56E-4D3E-9CC0-99D87CB92FDA}" type="datetime1">
              <a:rPr lang="en-US" smtClean="0"/>
              <a:t>7/29/2022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C3582-78B5-4795-BE9F-5DF11A295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2C4C5-2FCC-4249-850A-E1165D951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AF6F3-81F4-4B10-92E1-57C104512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886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7F1A0-2B29-4D0E-9BB7-7611066C5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97250-DBF8-44E5-9712-DC6AA918BC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A2D3B-6488-4EBA-B7E7-E6C14C6D6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BF2F8-E1B2-4F24-A234-2FC103D63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6B9D-2EBF-451D-996F-1321AA1ABF2D}" type="datetime1">
              <a:rPr lang="en-US" smtClean="0"/>
              <a:t>7/29/2022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56363-6C4C-4CAD-B55C-2D69189A2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74B05-F781-465D-8B05-189900E6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AF6F3-81F4-4B10-92E1-57C104512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7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1EA10-CD5F-44C3-B83F-4DF64E153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510AD9-793D-46D9-9835-57707DE6D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92622-C1E3-4936-883A-5415EC4C8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0BDA-BF3F-4BB0-B44C-FE89CF8A9787}" type="datetime1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07792-ED89-4653-BC2C-9D734473A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2B8B6-5312-47DC-AE08-B8691C34F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AF6F3-81F4-4B10-92E1-57C104512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24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EA0943-F7DF-4CC0-8F4D-219374754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75746-D0C0-41B0-AB8D-379372224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0DC5B-FB08-40FA-ADCD-187EE502F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9C06D-EF72-45CD-B04D-AD8E0343075F}" type="datetime1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DE740-418E-415A-9FA0-1AA70C1E5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DE660-C22C-4ABC-9058-824FACE3A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AF6F3-81F4-4B10-92E1-57C104512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74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07ACE1-5C29-4382-A93B-CD43CE7D7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68527-3836-4365-A639-F626BA6B3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CC110-E8AF-471E-B554-8836A66AB4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810AF-7DA3-404B-9B95-58F676A3B21D}" type="datetime1">
              <a:rPr lang="en-US" smtClean="0"/>
              <a:t>7/29/2022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DB3EE-1B55-424F-BF86-45FCFDC126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0CB36-4ACC-4DC1-829D-A723C3A277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AF6F3-81F4-4B10-92E1-57C104512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#149B O Praise Ye The Lord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CA" sz="2800" dirty="0"/>
              <a:t>O praise ye the Lord, and sing a new song,</a:t>
            </a:r>
            <a:br>
              <a:rPr lang="en-CA" sz="2800" dirty="0"/>
            </a:br>
            <a:r>
              <a:rPr lang="en-CA" sz="2800" dirty="0"/>
              <a:t>amid all his saints his praises prolong.</a:t>
            </a:r>
            <a:br>
              <a:rPr lang="en-CA" sz="2800" dirty="0"/>
            </a:br>
            <a:r>
              <a:rPr lang="en-CA" sz="2800" dirty="0"/>
              <a:t>The praise of their Maker his people shall sing,</a:t>
            </a:r>
            <a:br>
              <a:rPr lang="en-CA" sz="2800" dirty="0"/>
            </a:br>
            <a:r>
              <a:rPr lang="en-CA" sz="2800" dirty="0"/>
              <a:t>and children of Zion rejoice in their King.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FB7670-4EB9-4A85-82B8-FB3344587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46495-C28A-F21E-8BF7-4452B7BFD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With timbrel and harp and joyful acclaim,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with gladness and mirth, sing praise to his name;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 God in his people his pleasure doth seek,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with robes of salvation he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clotheth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the meek.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6922C-310B-BFC3-07B5-46E87C45E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857228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3. </a:t>
            </a:r>
            <a:r>
              <a:rPr lang="en-CA" sz="2800" dirty="0"/>
              <a:t>In glory exult, ye saints of the Lord;</a:t>
            </a:r>
            <a:br>
              <a:rPr lang="en-CA" sz="2800" dirty="0"/>
            </a:br>
            <a:r>
              <a:rPr lang="en-CA" sz="2800" dirty="0"/>
              <a:t>with songs in the night high praises accord.</a:t>
            </a:r>
            <a:br>
              <a:rPr lang="en-CA" sz="2800" dirty="0"/>
            </a:br>
            <a:r>
              <a:rPr lang="en-CA" sz="2800" dirty="0"/>
              <a:t>Go forth in his service and strong in his might</a:t>
            </a:r>
            <a:br>
              <a:rPr lang="en-CA" sz="2800" dirty="0"/>
            </a:br>
            <a:r>
              <a:rPr lang="en-CA" sz="2800" dirty="0"/>
              <a:t>to conquer all evil and stand for the right.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511860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4. </a:t>
            </a:r>
            <a:r>
              <a:rPr lang="en-US" sz="2800" dirty="0"/>
              <a:t>For this is his word: his saints shall not fail,</a:t>
            </a:r>
            <a:br>
              <a:rPr lang="en-US" sz="2800" dirty="0"/>
            </a:br>
            <a:r>
              <a:rPr lang="en-US" sz="2800" dirty="0"/>
              <a:t>but over the earth their </a:t>
            </a:r>
            <a:r>
              <a:rPr lang="en-US" sz="2800" dirty="0" err="1"/>
              <a:t>pow'r</a:t>
            </a:r>
            <a:r>
              <a:rPr lang="en-US" sz="2800" dirty="0"/>
              <a:t> shall prevail.</a:t>
            </a:r>
            <a:br>
              <a:rPr lang="en-US" sz="2800" dirty="0"/>
            </a:br>
            <a:r>
              <a:rPr lang="en-US" sz="2800" dirty="0"/>
              <a:t>All kingdoms and nations shall yield to their sway.</a:t>
            </a:r>
            <a:br>
              <a:rPr lang="en-US" sz="2800" dirty="0"/>
            </a:br>
            <a:r>
              <a:rPr lang="en-US" sz="2800" dirty="0"/>
              <a:t>To God give the glory and praise him for aye.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17469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224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#149B O Praise Ye The Lord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#149B O Praise Ye The Lord</dc:title>
  <dc:creator>Eric Hoogendoorn</dc:creator>
  <cp:lastModifiedBy>Neil Tuininga</cp:lastModifiedBy>
  <cp:revision>4</cp:revision>
  <dcterms:created xsi:type="dcterms:W3CDTF">2020-04-25T02:39:58Z</dcterms:created>
  <dcterms:modified xsi:type="dcterms:W3CDTF">2022-07-29T15:56:02Z</dcterms:modified>
</cp:coreProperties>
</file>