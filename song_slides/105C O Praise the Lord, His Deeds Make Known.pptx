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6CA0-C6EE-4B0A-8F2D-4D8E8F8E0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982BE-C31D-43F5-BDE5-4B0D18C16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3C7CC-5F0D-4756-95AD-1144DFD35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DEB7-AD0A-436F-99D9-449A63B5B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6629E-AEBA-4027-AB47-92D0F0F9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742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10E2-B167-460F-B341-E058F994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7EEA6-0A5D-4F28-A67E-6DAEFEA48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DC995-3BC3-4549-958D-C33F98CF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C9268-CA19-4407-A31E-793DBE935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8F8D05-0977-4606-9472-1404C69B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4872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BA6A-7132-4C5F-9592-665E5039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2C6C6-6A53-4B39-B021-590080185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63196-6FA0-4C3B-8134-E2005B75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148D-1AC1-4C9C-AB90-FF2B1A539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D49C-1922-403A-BFBA-BD165614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490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44720-3A99-4004-9FF7-D5E0B6028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E32C-37D4-40E0-8C0F-FEA453DFA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EC290-8AF5-48A0-B549-6076436E2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43BBE-2262-4F19-B54F-CE5B4CBF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DBD79-2D88-4458-BDDF-75F4F3A3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D1F8FE-0A15-42C1-A44A-077B849A1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741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BD00-C107-4D31-A57A-35F66B448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A82DD-F359-45CF-865D-94F15ADAA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C81D9-E61D-4BF9-8CB4-2591E0FD0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AB8A3-ACF8-40D6-AFA8-057764F30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B67CE-99F6-44D1-942B-9AEE868EE4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B7C4ED-4A3D-489F-A3F3-20F85D2C7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2289EC-CB52-4635-BEA9-E8A858F5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D0FF1-4279-4656-966F-3A352CD5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860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497D-734E-4084-9BA7-4995D574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6FB82D-F934-4F6C-A646-3DFDCAC90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F013B-D5C6-432F-A135-B77AB88D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A2F7E-1FD6-40F0-A040-CD996B91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195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C7E597-0EF1-4358-8158-0F490F2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A80FD1-9377-471B-9134-E8D9782B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A0E01-A2EB-4722-85FB-F629674D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4734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0EE78-8F6D-4557-9502-05DEAC1AB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88A6B-F02E-44FC-A1DB-4D173A95F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4C9A6-A48A-49E6-9AB8-5D3A5581A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BE389-03BA-41DA-938E-E6BF781D0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109A0-8AC5-4807-A553-6FEEE486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0793B-03D8-472E-944F-C1F08485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3768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99087-2C49-4044-8295-7CE4265C4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DD1573-A4C7-46E4-A764-3D5F458A6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892C6-F2B0-49C0-8E7F-73B3463DB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644A7-41CF-41B9-B29A-DF6E72744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FD62B-D93C-4FEA-8887-84DC60E2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A7B03-8341-48B3-9F5C-AAA0F7156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685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48A59-F430-4C16-ACE9-946B28FE7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EDD8F-3D8E-4FD5-B7CD-6EBB0CCA7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0412A-336F-4F15-A8F7-8AF9E1047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7D85B-056A-4844-8391-0923385A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52DE6-81AD-40DD-B010-89EA52BD6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2816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86B43-3715-497D-A36C-A044F8201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C1B6F-251B-4AAB-9D97-BC9B21B04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953C7-409C-4817-9307-9E5CA4450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8639-1639-4404-9416-ED96C3AFA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1EA31-3622-445F-A31B-E2ACDC65F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5594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ECE7E7-FDFE-4FB2-BDD1-44E250892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62116-26A7-45D8-93FD-7CA06052C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34F66-8A7B-4E6F-BB0F-01A2854FBB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AD232-4B6F-4802-A800-B0E79B5B7E09}" type="datetimeFigureOut">
              <a:rPr lang="en-CA" smtClean="0"/>
              <a:t>2022-02-04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0A9B6-AA51-4782-983F-BCBA49154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97353-118A-4FDC-B3EE-4F13FAC5C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C3770-03B0-4F28-8609-BDA619891E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129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AC25EC-C122-4E26-B7D6-3CE94E0D7BF4}"/>
              </a:ext>
            </a:extLst>
          </p:cNvPr>
          <p:cNvSpPr txBox="1"/>
          <p:nvPr/>
        </p:nvSpPr>
        <p:spPr>
          <a:xfrm>
            <a:off x="226218" y="142875"/>
            <a:ext cx="117395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#105C O Praise the LORD, His Deeds Make Known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A7C1B-AA63-49BF-AB16-DF8F586B4125}"/>
              </a:ext>
            </a:extLst>
          </p:cNvPr>
          <p:cNvSpPr txBox="1"/>
          <p:nvPr/>
        </p:nvSpPr>
        <p:spPr>
          <a:xfrm>
            <a:off x="1419224" y="1704975"/>
            <a:ext cx="93535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praise the LORD, his deeds make known,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call upon his name;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sing to him, sing praise to him!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wondrous works proclaim.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hearts rejoice that seek the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holy name adore.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seek the LORD, and trust his strength,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seek him forevermore.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2602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8E45BD-E4B7-4155-9CC8-4DAEAE9A18EF}"/>
              </a:ext>
            </a:extLst>
          </p:cNvPr>
          <p:cNvSpPr txBox="1"/>
          <p:nvPr/>
        </p:nvSpPr>
        <p:spPr>
          <a:xfrm>
            <a:off x="2019300" y="1659285"/>
            <a:ext cx="8153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You chosen seed of Abraham,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Jacob’s children too,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remember all his wondrous works,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judgements done for you.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LORD our God is God alone,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lands his judgements know;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promise he remembers still,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while generations go.</a:t>
            </a:r>
          </a:p>
        </p:txBody>
      </p:sp>
    </p:spTree>
    <p:extLst>
      <p:ext uri="{BB962C8B-B14F-4D97-AF65-F5344CB8AC3E}">
        <p14:creationId xmlns:p14="http://schemas.microsoft.com/office/powerpoint/2010/main" val="238715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E9740A-971F-4124-85DC-F1DF0F99ED82}"/>
              </a:ext>
            </a:extLst>
          </p:cNvPr>
          <p:cNvSpPr txBox="1"/>
          <p:nvPr/>
        </p:nvSpPr>
        <p:spPr>
          <a:xfrm>
            <a:off x="1695450" y="1659285"/>
            <a:ext cx="8801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He ever keeps his covenant,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words of his command;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thousand generations 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will make his promise stand.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cov’nant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he remembers still,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word that he commands;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thousand generations hence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promises will stand.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7573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163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2021-06-05T18:46:47Z</dcterms:created>
  <dcterms:modified xsi:type="dcterms:W3CDTF">2022-02-05T01:32:21Z</dcterms:modified>
</cp:coreProperties>
</file>