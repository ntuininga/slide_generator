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C723-1F27-6D71-046F-D90B409B8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2DB35-686C-DCF9-CD1A-3B1600776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25993-FBB2-510B-7219-A104C0A8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6CDCE-7E5B-74AF-540C-58C1E0AD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0C0C1-6427-31CA-30EB-5F2771E2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9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2876B-B58A-668F-EFD0-B045A4F68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73FB2-9BDC-1D1C-DFF9-4A976F0CD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BAB6-AF7C-CDF0-48ED-CFE9BD4F1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2ADB5-2DEB-485A-C55E-14063CC4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46876-83CF-D51D-7504-1B7363B2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26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75D7-8144-7E13-D8EE-45E97AEB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CDF24-5D51-DAEA-BB19-BCC23CD37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64894-23CC-2820-5879-8C65EFDF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FC3D1-8CA6-E099-C403-7F16D066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4500D-6D52-F7FE-3FE2-54A42F8E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91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30B1-AAD0-A2D6-04E3-C72E0F49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B5139-0F19-64A1-13F0-C84506828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9E30A-F4A1-9332-9627-0E0EEF9E0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0DEAA-129D-B0C0-BD24-FAC17759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29A44-9F05-C046-CD47-F43FEAFB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56B4A-FB34-8DFB-56C8-38F33AFA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38D2-C2F5-DCC7-2F5C-DBE9E250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54149-9B87-B559-D6C2-256D196A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D5D20-A82D-4AEB-5537-E750B2080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0AFC9-82C6-497A-BFE0-25BB2648B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70457-1B50-44C0-2579-5CD3A6CDD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C8CEA-6265-4714-03D7-861DD89C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AA109F-5595-D84F-BC54-1CE9A300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2C83D-7B6B-3A6D-5EB8-E6FADFD9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2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76F6-DD2F-BEB1-D3F6-6A76297F5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4B192-ECA4-2CF8-227C-3326FB98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A1D10-065D-1EA2-D5A5-17D5C965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DEAF2-E16D-0EBD-C80F-07EEED7A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2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A7E9C-DCE1-435C-A552-CA4A08DFF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1CB40A-E987-7923-BFE2-7B241116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A7E24-55CF-9CF4-4D5B-78DA3D71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6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2348-6937-6303-441D-93E644430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7C1F-6C3E-CA8A-F39A-C1BB25F22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39EE2-2F23-F362-730A-1370184C8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8289D-F8D1-1E40-7E41-E725566B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9175E-B27C-DC53-29B1-4522BDF9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A3099-60AF-F78A-3AB4-5B8B1522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2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E8A4-9612-1351-819A-00E82739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C76733-B8A1-24DB-C68F-8ADA5660A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2A81E-9315-EB50-357F-2478994E5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5F1B9-7449-DA95-72F1-9D7C867E8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18D01-A9C0-91C4-9E17-FBE599B2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341DC-A92B-8206-3123-F18BED3E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8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BDDF-72F1-ECF7-6F02-5A2825D9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E75CB-83DA-D113-866F-3E36099FB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2A620-63A1-2F44-371B-327570BD6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0E3B9-C7AE-3F59-E6F1-AD38AF7CB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595CC-978C-55CB-6EB5-E49B3E94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1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BF75B-0C8A-1250-7570-20A6726F2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F7D0D4-CE21-D6F6-CE4A-B4F3433ED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9AD9D-8939-698F-E9E4-D62B02A5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1AEC5-E7FA-5244-ED7E-A1CB2F93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F9D4D-CB2C-EE21-418B-5DA9A5F8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6298C-A04F-1F5A-DB52-DC1C6D12C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4060-99F1-659B-22D0-55874C5A3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A2C75-BEAD-EF55-AA8B-418241900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6E995-E32C-4F42-8AF1-98B64CDF7740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5A5A9-31E0-93D6-007B-EEEF7A7FC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487F8-C464-28CC-557C-5CBAB703B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B65C7-E25E-4F22-8B2B-5E2217DEB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6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8191B-FA79-279D-F519-DDBFD583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#259 O Lord, How Shall </a:t>
            </a:r>
            <a:r>
              <a:rPr lang="en-US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 Meet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EA5-03E1-460B-473D-BA99515E8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O Lord, how shall I meet you,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welcome you aright?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people long to greet you,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hope, my heart's delight!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kindle, Lord Most Holy,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lamp within my breast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in spirit lowly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that may please you best.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39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C1D3-C16F-2B9D-BB9F-8DA7528F8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734A-45B1-AFF3-92CB-7FFAEADC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9CC96-8E24-3039-3C0E-8E940D07F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Love caused your incarnation,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love brought you down to me;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thirst for my salvation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procured my liberty.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love beyond all telling,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led you to embrace,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love all love excelling,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lost and fallen race!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03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3AD70-BD2F-9870-7377-0BCEEF2A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C1A7-62D2-ACF3-6505-8F2F0BF8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FC7C-739D-3A57-1884-67366463D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Rejoice, then, you sad-hearted,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sit in deepest gloom,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mourn o'er joys departed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tremble at your doom.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Despair not, he is near you,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yea, standing at the door,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best can help and cheer you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bids you weep no more.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65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7E4A1-0730-F315-9F13-3D71B44D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C6AE-B98A-C12E-5B32-D5DE96EA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6274A-9857-EB24-2568-9315328A5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Sin's debt, that fearful burden,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not your souls distress;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guilt the Lord will pardon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cover by his grace.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comes, for men procuring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peace of sin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forgiv'n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all God's sons securing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heritage in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48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717E-43DD-A7AD-F383-7EFE2B6C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B989-34BA-6472-7D45-C427B236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7F602-CC6F-91E2-4858-B30D7C3B0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You come, O Lord, with gladness,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mercy and goodwill,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bring an end to sadness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bid our fears be still.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patient expectation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live for that great day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a renewed creation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glory shall display.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141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292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Office Theme</vt:lpstr>
      <vt:lpstr>#259 O Lord, How Shall I Meet You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2024-12-07T15:43:23Z</dcterms:created>
  <dcterms:modified xsi:type="dcterms:W3CDTF">2024-12-07T15:46:50Z</dcterms:modified>
</cp:coreProperties>
</file>