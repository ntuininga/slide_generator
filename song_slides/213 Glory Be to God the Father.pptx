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2" r:id="rId2"/>
    <p:sldId id="473" r:id="rId3"/>
    <p:sldId id="483" r:id="rId4"/>
    <p:sldId id="48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3807314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6052154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1033778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2022-01-28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6315008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2022-01-28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3837292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2022-01-28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0604380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2022-01-28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4731262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2022-01-28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7067780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2022-01-28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8207696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5189881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1145604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7441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20BDC4-1678-4D0C-BDCE-9447B5D7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6A7DCE-2F5E-4F2C-9762-A3EC8B1BE505}"/>
              </a:ext>
            </a:extLst>
          </p:cNvPr>
          <p:cNvSpPr txBox="1"/>
          <p:nvPr/>
        </p:nvSpPr>
        <p:spPr>
          <a:xfrm>
            <a:off x="1364450" y="2282532"/>
            <a:ext cx="94630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Glory be to God the Father,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glory be to God the Son,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glory be to God the Spirit,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God Almighty, Three in One!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Hallelujah! Hallelujah!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Glory be to him alone.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D2854-2887-499D-BFFD-286A34F5CF97}"/>
              </a:ext>
            </a:extLst>
          </p:cNvPr>
          <p:cNvSpPr txBox="1"/>
          <p:nvPr/>
        </p:nvSpPr>
        <p:spPr>
          <a:xfrm>
            <a:off x="814384" y="116929"/>
            <a:ext cx="10563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#213 Glory Be to God the Father</a:t>
            </a:r>
          </a:p>
        </p:txBody>
      </p:sp>
    </p:spTree>
    <p:extLst>
      <p:ext uri="{BB962C8B-B14F-4D97-AF65-F5344CB8AC3E}">
        <p14:creationId xmlns:p14="http://schemas.microsoft.com/office/powerpoint/2010/main" val="3283258769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274C41-D9DE-4A8E-9104-46A7557F2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C618EC-7F70-4B02-BB96-E8D0C403D725}"/>
              </a:ext>
            </a:extLst>
          </p:cNvPr>
          <p:cNvSpPr txBox="1"/>
          <p:nvPr/>
        </p:nvSpPr>
        <p:spPr>
          <a:xfrm>
            <a:off x="1643062" y="2090172"/>
            <a:ext cx="89058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Glory be to him who loved us,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washed us from all sin and stain!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glory be to him who bought us,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made us kings with him to reign!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Hallelujah! Hallelujah!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Praise the Lamb that once was slain!</a:t>
            </a:r>
          </a:p>
        </p:txBody>
      </p:sp>
    </p:spTree>
    <p:extLst>
      <p:ext uri="{BB962C8B-B14F-4D97-AF65-F5344CB8AC3E}">
        <p14:creationId xmlns:p14="http://schemas.microsoft.com/office/powerpoint/2010/main" val="1839539203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B5F3D48-6B6E-4D73-B748-B4C7CFD0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E0897E-3C4F-442C-9CE6-D5892A0B8AED}"/>
              </a:ext>
            </a:extLst>
          </p:cNvPr>
          <p:cNvSpPr txBox="1"/>
          <p:nvPr/>
        </p:nvSpPr>
        <p:spPr>
          <a:xfrm>
            <a:off x="2209800" y="2090172"/>
            <a:ext cx="7772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Glory to the King of angels,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glory to the church’s King,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glory to the King of nations;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heav'n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earth your praises bring!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Hallelujah! Hallelujah!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the King of glory sing!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0943821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317CFA-7559-4020-B5FC-686EEC797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59E712-7283-450B-AE4E-BE62A085D4C2}"/>
              </a:ext>
            </a:extLst>
          </p:cNvPr>
          <p:cNvSpPr txBox="1"/>
          <p:nvPr/>
        </p:nvSpPr>
        <p:spPr>
          <a:xfrm>
            <a:off x="2357437" y="2090172"/>
            <a:ext cx="74771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"Glory, blessing, praise eternal!"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Thus the choir of angels sings.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"Honor, glory, power, dominion!"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Thus its praise creation brings.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Hallelujah! Hallelujah!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Praise the mighty King of kings!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294112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222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2021-11-06T17:18:52Z</dcterms:created>
  <dcterms:modified xsi:type="dcterms:W3CDTF">2022-01-29T00:42:19Z</dcterms:modified>
</cp:coreProperties>
</file>