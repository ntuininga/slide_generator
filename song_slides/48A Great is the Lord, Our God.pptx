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480" r:id="rId4"/>
    <p:sldId id="481" r:id="rId5"/>
    <p:sldId id="291" r:id="rId6"/>
    <p:sldId id="424" r:id="rId7"/>
    <p:sldId id="47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7C25B-0028-44AE-8677-0A762E0F6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9D836-668D-40FA-9CEE-404D836A8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FC899-15E8-49C9-8F2E-DD406DFF7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D7AE5-729B-47A1-9A23-A781438F7CA2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702BE-2A3A-4320-8EE8-17328D62E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FC99B-D880-4C6B-8099-9DC64163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06B9-C351-4BDE-BF13-6DA6B1E5A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9199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3AF81-61CD-40D3-A279-94119E878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65465-DAAD-4A3E-9B0A-2FD3A09D3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77D9E-04CD-493D-A157-A5213DFFF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D7AE5-729B-47A1-9A23-A781438F7CA2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037D2-B3C6-4F9E-9F7D-B02309214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F2675-91FC-4EA5-A7F1-2CAFD74C2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06B9-C351-4BDE-BF13-6DA6B1E5A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1772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5E7B4-F206-4687-A667-71156E7E5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7E072-9C05-4E69-AD6B-D45B80AE9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48D97-B363-45F8-9F12-9401AC68E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D7AE5-729B-47A1-9A23-A781438F7CA2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7C3AD-2646-44E9-98B2-B62E5DB57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AF709-58D2-4D7D-B03F-E85612015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06B9-C351-4BDE-BF13-6DA6B1E5A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400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3C239-C6D0-44FA-9D5A-A268A2B96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C7CEA-0A61-4210-864A-5A79F70C3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495A6C-EEDE-4D83-9C57-1D3108693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5325D-1913-4884-B394-157E6EECF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D7AE5-729B-47A1-9A23-A781438F7CA2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7F991-FEFB-43F6-AA26-ABDD6FBB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5C771-8908-4C9A-AD8A-81EDB12A5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06B9-C351-4BDE-BF13-6DA6B1E5A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0700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84C9D-6981-4196-877D-B9AA7F5F8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10DBE-06F3-4847-976A-8A0795FE5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40C8B3-D812-4931-9958-CC9B5996C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9440B9-E35A-4C82-9B1C-53DECDA558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D0F22A-9F31-4C8E-8CF5-7EFE4F085A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0DFC55-17BB-4287-84E6-7F81FD58F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D7AE5-729B-47A1-9A23-A781438F7CA2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F257C7-24C5-49E8-914C-1666F95C9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0D059D-0AD2-4BC7-8DC9-20C3A71F6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06B9-C351-4BDE-BF13-6DA6B1E5A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7950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A12DC-7137-4ABC-A60D-2ABBEEC6D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D538A-51C4-474B-81D2-2EADB562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D7AE5-729B-47A1-9A23-A781438F7CA2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5281C6-8E26-4562-91D2-24A5913C7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9081F-38D7-4010-9484-AD85BC7C4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06B9-C351-4BDE-BF13-6DA6B1E5A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5612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A728F7-F320-4E5A-AD83-BE8C9D722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D7AE5-729B-47A1-9A23-A781438F7CA2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A733E6-5FAA-4212-BC79-C7B331223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054E3-4878-4975-B925-058C3D75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06B9-C351-4BDE-BF13-6DA6B1E5A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1463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B80F2-D75B-4799-8487-D33FA5C4B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797CA-E0B4-4A2A-A798-59CAFE3B8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F7EBE-95E9-4C61-BF63-3C0F6C9F7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2D5FD-0FF0-4162-B382-EA675FAC4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D7AE5-729B-47A1-9A23-A781438F7CA2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CBFB7-D455-4FB9-97D2-B5327D760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C72ED-8073-4104-AA43-D78C394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06B9-C351-4BDE-BF13-6DA6B1E5A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9902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63914-B106-4136-B9C6-3F6A301DD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64866D-8AA7-4755-8BFD-D43639A926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336A81-843E-4674-977D-9B3780302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51430-F779-4B1C-8AA6-05D075BE5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D7AE5-729B-47A1-9A23-A781438F7CA2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2F0966-ADBC-4034-810C-592CBF93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8A5F6-37E3-43A5-9FEC-CA68D55F2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06B9-C351-4BDE-BF13-6DA6B1E5A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9983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6147F-8136-4947-A531-3A62D3CE3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04C10-BCFF-47FA-BD72-B4AF93752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2B386-8156-43B3-AC4A-B03FA0309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D7AE5-729B-47A1-9A23-A781438F7CA2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5E8ED-299E-42C7-9CF9-E4A29778A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DEA36-0082-4A59-8480-FE22B9A0A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06B9-C351-4BDE-BF13-6DA6B1E5A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1188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D22046-A7F3-4B69-8FD4-8A4A0D27CD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BD345-EE5B-494C-909D-96F5638B2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DE3B7-748D-4124-BAF0-7532EDE87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D7AE5-729B-47A1-9A23-A781438F7CA2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6EEE5-204D-4CD7-BE4E-415E3D205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1A636-C95F-4433-8408-76627DCA1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06B9-C351-4BDE-BF13-6DA6B1E5A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5728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2025-03-01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6520201"/>
      </p:ext>
    </p:extLst>
  </p:cSld>
  <p:clrMapOvr>
    <a:masterClrMapping/>
  </p:clrMapOvr>
  <p:transition spd="slow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2025-03-01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5381768"/>
      </p:ext>
    </p:extLst>
  </p:cSld>
  <p:clrMapOvr>
    <a:masterClrMapping/>
  </p:clrMapOvr>
  <p:transition spd="slow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2025-03-01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4636414"/>
      </p:ext>
    </p:extLst>
  </p:cSld>
  <p:clrMapOvr>
    <a:masterClrMapping/>
  </p:clrMapOvr>
  <p:transition spd="slow"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2025-03-01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4619378"/>
      </p:ext>
    </p:extLst>
  </p:cSld>
  <p:clrMapOvr>
    <a:masterClrMapping/>
  </p:clrMapOvr>
  <p:transition spd="slow"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2025-03-01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9595508"/>
      </p:ext>
    </p:extLst>
  </p:cSld>
  <p:clrMapOvr>
    <a:masterClrMapping/>
  </p:clrMapOvr>
  <p:transition spd="slow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2025-03-01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8061198"/>
      </p:ext>
    </p:extLst>
  </p:cSld>
  <p:clrMapOvr>
    <a:masterClrMapping/>
  </p:clrMapOvr>
  <p:transition spd="slow"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2025-03-01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5889765"/>
      </p:ext>
    </p:extLst>
  </p:cSld>
  <p:clrMapOvr>
    <a:masterClrMapping/>
  </p:clrMapOvr>
  <p:transition spd="slow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2025-03-01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3494132"/>
      </p:ext>
    </p:extLst>
  </p:cSld>
  <p:clrMapOvr>
    <a:masterClrMapping/>
  </p:clrMapOvr>
  <p:transition spd="slow"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2025-03-01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9776231"/>
      </p:ext>
    </p:extLst>
  </p:cSld>
  <p:clrMapOvr>
    <a:masterClrMapping/>
  </p:clrMapOvr>
  <p:transition spd="slow"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2025-03-01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2530057"/>
      </p:ext>
    </p:extLst>
  </p:cSld>
  <p:clrMapOvr>
    <a:masterClrMapping/>
  </p:clrMapOvr>
  <p:transition spd="slow"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2025-03-01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1626154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68078B-794D-461F-8EF5-B8D53E981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CEE43-4944-410E-86F3-144973C9F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B2695-5BF7-4609-98A3-06EF14A3B4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7AE5-729B-47A1-9A23-A781438F7CA2}" type="datetimeFigureOut">
              <a:rPr lang="en-CA" smtClean="0"/>
              <a:t>2025-03-01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82191-9711-4AF4-914D-FB8D0B2027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42DDC-EDD9-4831-AE25-781941777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006B9-C351-4BDE-BF13-6DA6B1E5AD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2531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2025-03-01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698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10F2C5-1167-4174-83B3-9C9C7DD3C28F}"/>
              </a:ext>
            </a:extLst>
          </p:cNvPr>
          <p:cNvSpPr txBox="1"/>
          <p:nvPr/>
        </p:nvSpPr>
        <p:spPr>
          <a:xfrm>
            <a:off x="461962" y="266700"/>
            <a:ext cx="112680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#48A Great Is the LORD Our God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BA747E-C3FB-4788-846C-4C8FC43BF41C}"/>
              </a:ext>
            </a:extLst>
          </p:cNvPr>
          <p:cNvSpPr txBox="1"/>
          <p:nvPr/>
        </p:nvSpPr>
        <p:spPr>
          <a:xfrm>
            <a:off x="1323974" y="1659285"/>
            <a:ext cx="95440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Great is the LORD our God,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greatly to be praised.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Upon a hill God’s city stands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glorious beauty raised –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holy mountain high,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Mount Zion in the north,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city of the mighty King,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joy of all the earth.</a:t>
            </a:r>
            <a:endParaRPr lang="en-CA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56D82B1-65BD-657D-8CAB-70C831DED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64275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Faith Alive Christian Resources, 1987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7071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B1EC14-7231-4E43-B7F1-9308F5CF903E}"/>
              </a:ext>
            </a:extLst>
          </p:cNvPr>
          <p:cNvSpPr txBox="1"/>
          <p:nvPr/>
        </p:nvSpPr>
        <p:spPr>
          <a:xfrm>
            <a:off x="2200275" y="1659285"/>
            <a:ext cx="77914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God makes his city strong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living in her halls.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kings join forces and advance,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they marvel at her walls.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They stood and looked amazed,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terror took to flight,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anguish gripped like labour pains,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they trembled in their fright.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F0BE7-4DF5-4864-45E4-5A01546F9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64275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Faith Alive Christian Resources, 1987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3174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D8D0B-2E45-148F-C8C1-B4F722D32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84C4E8-D5D7-9406-B802-D3DAD578F703}"/>
              </a:ext>
            </a:extLst>
          </p:cNvPr>
          <p:cNvSpPr txBox="1"/>
          <p:nvPr/>
        </p:nvSpPr>
        <p:spPr>
          <a:xfrm>
            <a:off x="2200275" y="1659285"/>
            <a:ext cx="77914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3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Lord, you have dashed the ships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Tarshish in your might;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You battered them with eastern winds,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Destroyed them in the fight.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What we have heard is seen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within your city, Lord.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of hosts establishes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God’s city evermore.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B0E51-FA66-76C4-4423-CABB781D9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64275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7325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Within your temple,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that most holy place,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on your loving-kindness dwell,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wonders of your grace.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people sing your praise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here’er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your name is known;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ev’ry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deed your hand has done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righteousness is shown.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64275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Faith Alive Christian Resources, 1987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4067454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A18E37-0540-4E0B-B04E-FE4702DA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Faith Alive Christian Resources, 1987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7F6EE1-0F8A-435C-9CD4-503EEDBF6772}"/>
              </a:ext>
            </a:extLst>
          </p:cNvPr>
          <p:cNvSpPr txBox="1"/>
          <p:nvPr/>
        </p:nvSpPr>
        <p:spPr>
          <a:xfrm>
            <a:off x="1612106" y="1659285"/>
            <a:ext cx="896778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Let Zion now rejoice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all her daughters sing;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them with thankfulness proclaim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judgments of their King.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Mount Zion’s walls behold,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about her ramparts go,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nd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number all the lofty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tow’rs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guard her from the foe.</a:t>
            </a:r>
          </a:p>
        </p:txBody>
      </p:sp>
    </p:spTree>
    <p:extLst>
      <p:ext uri="{BB962C8B-B14F-4D97-AF65-F5344CB8AC3E}">
        <p14:creationId xmlns:p14="http://schemas.microsoft.com/office/powerpoint/2010/main" val="3275976980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90F7FB9-752A-459B-B9BC-A2D1E2F4E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Faith Alive Christian Resources, 1987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178FF-50E8-43CE-84E3-B061FDD4692E}"/>
              </a:ext>
            </a:extLst>
          </p:cNvPr>
          <p:cNvSpPr txBox="1"/>
          <p:nvPr/>
        </p:nvSpPr>
        <p:spPr>
          <a:xfrm>
            <a:off x="1566862" y="1659285"/>
            <a:ext cx="90582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Observe her palaces,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mark her defenses well,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to the children after you,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her glories you may tell.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God, as our own God,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forever will abide,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till life’s journey close in death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will be our faithful guide.</a:t>
            </a:r>
          </a:p>
        </p:txBody>
      </p:sp>
    </p:spTree>
    <p:extLst>
      <p:ext uri="{BB962C8B-B14F-4D97-AF65-F5344CB8AC3E}">
        <p14:creationId xmlns:p14="http://schemas.microsoft.com/office/powerpoint/2010/main" val="2455498577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348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4</cp:revision>
  <dcterms:created xsi:type="dcterms:W3CDTF">2021-10-16T20:35:02Z</dcterms:created>
  <dcterms:modified xsi:type="dcterms:W3CDTF">2025-03-02T04:11:29Z</dcterms:modified>
</cp:coreProperties>
</file>