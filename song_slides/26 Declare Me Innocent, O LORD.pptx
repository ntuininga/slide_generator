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4" r:id="rId2"/>
    <p:sldId id="375" r:id="rId3"/>
    <p:sldId id="376" r:id="rId4"/>
    <p:sldId id="38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491B-4885-4EA3-80EC-B3E4B3549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7B29A-DD0B-497D-BCA4-F2E03A2D9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F15F1-9DC2-48E3-9A9E-8221E394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A7EBA-9402-464F-AE3C-8953638FC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2C82-1508-4B29-8A2B-64176977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40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427B7-1EB5-4E0D-B42A-A74B9D987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7C25C-0962-47A2-BD6C-B070DADB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B1267-DC2A-40B6-AEE1-94232F0DC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9A122-CA62-455D-A519-95902FBB7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9EBA0-CB72-46F3-8CA0-A44B500F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3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56C23-B088-4911-A064-A2C2542F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C40CE-D285-448A-9C35-7B52BDCA2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B3814-3EF3-432A-B678-C4A1496F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59D80-928A-4197-B1C1-3165F2FF9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961F1-5412-422F-A78E-D808915E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99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9AA7-0ECC-4E51-B8FE-54F5472B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69B19-7DC0-4E56-A232-9EBDE2A90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A68C4-E6C8-42F3-B86A-8075CC5BC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D5E9B-7D27-42B7-A79B-D6A1A458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D355D-F7FF-41C0-A5CB-2F8B67A7A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85976-E5D5-4972-AC89-ECE30E850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E6EB-7916-447E-A295-FC31620C3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3976D-034F-4C9E-A69C-015A9AE09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63533-2D99-442B-A949-C0E35B77D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7AC780-C67F-4AC6-BDB3-DF03E0C0F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F0DB4A-A318-4CCA-8590-813AAFE252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931FE-9E89-4AB0-A7F1-431E71DD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CBA8B7-C3C2-4A84-9070-4014A9D9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AEB1DB-95F9-4DCC-9AA1-5B0BFA08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7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100B-BBCD-4B3F-9E5A-F74C34034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30C1B-5A9D-4A42-80CC-11294D3F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0D951-43BF-4D50-A18C-553779CF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A1FD6-DA06-4BB4-80D0-E8354A9C3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9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87B7D-DDBC-4F04-B265-C28E684AA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67677-58DC-48A3-9C26-9862B5C1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4738D-785B-4D4B-9C9C-64B51EE7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2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3C6F-116F-4803-9981-290382D3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ADE9D-C72B-4F18-AC22-6C757F3F9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35CCE-F5D5-47AF-A548-B86A1BB15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A91B78-1DA2-4102-8017-E2EC0561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1991A-F0A3-40E3-8990-F0D33E63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9F66E-1365-46F2-AB17-81036AED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94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BDD3-A854-4FF4-B5E0-5E270AB7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35D2A-32E9-48E7-8E20-04E51C71C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E78419-C747-4EEC-B403-59AC53FC3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66E51-DAA3-43B7-BCC2-5D988B38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1BC0E-F3A9-48BC-A899-8019E482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D17CC-9BF4-4951-996C-7856927A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7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A5BB-814E-48B1-A22B-ACBCC9DD3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48B93-4C84-4BBF-92CE-879F07119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0779-9B5D-429A-8530-BCD3F7F7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8C464-DA7B-4B4A-AFE0-EE55E2C1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44213-166F-4D93-B361-F92C6A7A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56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7D8836-F220-4DC0-B84F-FB8807E32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E0A9A-9B88-4B1A-AFF3-27EB7A112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89BC-E642-4ACD-9E37-9D604BD01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EB77A-7350-4A28-95D9-585D795BE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95239-B75D-435F-AF94-45E40CCD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37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27CB6-67E5-4B82-A07E-C92792B42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649AF-4ACD-42A1-BDFF-94EFF071E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795F6-05D9-4A58-840B-DC68D84DE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F6B2A-548B-45D7-A692-69A81C787376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7589A-A6FF-4CF0-AB4D-07D848C3E3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A581D-759A-46ED-83C0-AD220BBD3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D5364-D5C7-455F-9D39-FBD3A13B74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9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#26 Declare Me Innocent, O LORD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FAEC3-71B2-4598-9F91-41CB79090F7F}"/>
              </a:ext>
            </a:extLst>
          </p:cNvPr>
          <p:cNvSpPr txBox="1"/>
          <p:nvPr/>
        </p:nvSpPr>
        <p:spPr>
          <a:xfrm>
            <a:off x="1824037" y="1891729"/>
            <a:ext cx="8543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Declare me innocent, O LORD;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 walk in blameless ways,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and I have trusted in the LORD,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not </a:t>
            </a:r>
            <a:r>
              <a:rPr lang="en-CA" sz="2800" dirty="0" err="1">
                <a:solidFill>
                  <a:prstClr val="black"/>
                </a:solidFill>
              </a:rPr>
              <a:t>wav’ring</a:t>
            </a:r>
            <a:r>
              <a:rPr lang="en-CA" sz="2800" dirty="0">
                <a:solidFill>
                  <a:prstClr val="black"/>
                </a:solidFill>
              </a:rPr>
              <a:t> all my days.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Examine me and prove me, LORD;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test heart and mind, I pray.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Your love surrounds me; from your truth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my feet will never stray.</a:t>
            </a:r>
          </a:p>
        </p:txBody>
      </p:sp>
    </p:spTree>
    <p:extLst>
      <p:ext uri="{BB962C8B-B14F-4D97-AF65-F5344CB8AC3E}">
        <p14:creationId xmlns:p14="http://schemas.microsoft.com/office/powerpoint/2010/main" val="2788393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235"/>
            <a:ext cx="10515600" cy="3900940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2. I do not sit with worthless men;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shun the hypocrite.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hate the crowd of wicked men;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with them I will not sit.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wash my hands in innocence,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and blameless is my heart;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go about your altar, LORD,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place you set apart.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456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910"/>
            <a:ext cx="10515600" cy="3662815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3. I speak aloud your awesome deeds,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your praises I will tell.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I love your habitation, LORD,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the place your glory dwells.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Sweep not away my soul, O LORD,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with those who hate your way,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nor take away my life with those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who love to wound and slay.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784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D3B49A-9675-42F3-AC81-0770E1AE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29817-B007-49A1-B03B-C2E4B7A3A6FD}"/>
              </a:ext>
            </a:extLst>
          </p:cNvPr>
          <p:cNvSpPr txBox="1"/>
          <p:nvPr/>
        </p:nvSpPr>
        <p:spPr>
          <a:xfrm>
            <a:off x="1409700" y="1190625"/>
            <a:ext cx="9372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4. For their right hands are full of bribes;</a:t>
            </a:r>
          </a:p>
          <a:p>
            <a:pPr algn="ctr"/>
            <a:r>
              <a:rPr lang="en-US" sz="2800" dirty="0"/>
              <a:t>they plot iniquity.</a:t>
            </a:r>
          </a:p>
          <a:p>
            <a:pPr algn="ctr"/>
            <a:r>
              <a:rPr lang="en-US" sz="2800" dirty="0"/>
              <a:t>but I will lead a blameless life; </a:t>
            </a:r>
          </a:p>
          <a:p>
            <a:pPr algn="ctr"/>
            <a:r>
              <a:rPr lang="en-US" sz="2800" dirty="0"/>
              <a:t>in mercy set me free.</a:t>
            </a:r>
          </a:p>
          <a:p>
            <a:pPr algn="ctr"/>
            <a:r>
              <a:rPr lang="en-US" sz="2800" dirty="0"/>
              <a:t>My feet will stand with confidence</a:t>
            </a:r>
          </a:p>
          <a:p>
            <a:pPr algn="ctr"/>
            <a:r>
              <a:rPr lang="en-US" sz="2800" dirty="0"/>
              <a:t>upon a level place,</a:t>
            </a:r>
          </a:p>
          <a:p>
            <a:pPr algn="ctr"/>
            <a:r>
              <a:rPr lang="en-US" sz="2800" dirty="0"/>
              <a:t>and in the great assembly</a:t>
            </a:r>
            <a:r>
              <a:rPr lang="en-CA" sz="2800" dirty="0"/>
              <a:t> I </a:t>
            </a:r>
          </a:p>
          <a:p>
            <a:pPr algn="ctr"/>
            <a:r>
              <a:rPr lang="en-CA" sz="2800" dirty="0"/>
              <a:t>will praise the LORD of grace.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53274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#26 Declare Me Innocent, O LORD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#26 Declare Me Innocent, O LORD</dc:title>
  <dc:creator>Eric Hoogendoorn</dc:creator>
  <cp:lastModifiedBy>Eric Hoogendoorn</cp:lastModifiedBy>
  <cp:revision>1</cp:revision>
  <dcterms:created xsi:type="dcterms:W3CDTF">2020-11-06T15:21:59Z</dcterms:created>
  <dcterms:modified xsi:type="dcterms:W3CDTF">2020-11-06T15:22:13Z</dcterms:modified>
</cp:coreProperties>
</file>