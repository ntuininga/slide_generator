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DCCD-4792-4698-B66A-B055865E5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164F7-2951-483A-A716-7594076E6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A32D6-98BF-4519-9BE5-0D67B517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1831B-B178-4549-82EE-7D5B378DB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7258B-DC59-44CF-9472-5B2FEFCD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0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E88B-80F2-4EB6-A908-C5017654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4FA89-4E8A-4C19-AA78-C80D9A918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726FA-117F-403E-BDCB-339DC053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ABAFC-17C6-40C1-96CC-DA63955E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770B6-08AC-47F1-AED2-88F0B3C1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694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56CB-1A31-4437-8BD9-B05FBBCE0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637AE-EEA8-4D8B-AAF9-2D09EEEF2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D498A-11EC-4EA4-BF19-19573701E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762FA-3CA8-4A0A-8919-0C1A3BF6A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4FCEB-F639-4416-977D-76BBE5377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531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D9FA4-82A7-40D9-A5EA-ACDCDEED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49BB-9CED-4860-9268-D6A62F444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49424-A763-4A4D-89CB-40BECD92F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BA134-0F99-4203-B295-1D1A1C7C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F385E-13BF-432C-B396-ACA2661A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D5B21-0010-4F42-A90F-0D053402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254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D100-7460-4368-994F-55BDFC851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05099-AE46-4852-A1D3-86B5DA413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072C2-73DA-43AB-973D-3C96855EE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E09440-78FA-4A2E-8FB0-D732F5872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C7A38-CBE2-438C-97AE-6E3EEF4D9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3649A-AB17-4B5E-B86F-35C19DEB5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F91B17-B3F2-435C-BAFE-952FDD90A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B07E2-A929-4BF8-AFD8-D6CEB035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297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0132-A94A-4500-93D6-873F17E2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5666A-2141-4031-A970-44EE35AF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A2335-DBEF-45B6-BD1F-2E1A2606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EF22C-4514-4EA6-B6DF-11B7FD45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200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EC12A-B11A-4C89-A62B-8F6D6A694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4F516-54E8-41CB-93EB-7A2435A5B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EEDCC-0E42-497A-B490-2BDA370F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597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2ADB-176A-4449-A1B0-D23455DC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12495-0217-4802-BAD3-1E79849B5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30FC2-129B-4A9C-9FF8-4FFBC6F29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88370-6580-48DF-9785-917705CE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C667D-0E00-4833-9D7F-A13F3ED6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D14AD-D2D8-469C-8D8C-E793A3E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128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1FDBE-6BF6-4701-AFBF-ED989F78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5CE65-B946-4581-A2FC-650F80411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152CA-D65C-4D1B-B739-C43230749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6C23B-62F4-4DE9-AE98-2B13B8D4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38C80-2FB3-43E2-BFA5-D3DE4F3F3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A7659-775D-4F31-A6D4-99FA8915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948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4A64-3857-448F-B2C3-AB193729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68D78-B0EE-4930-B160-FCB883C32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F866C-77A9-4FF3-8DFF-2B93E2E4F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61EDB-B760-4D53-ACFC-43BF4783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57FD0-A482-4BB2-A7A6-90A3B217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928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F8AC85-B0C4-4139-9F8D-83D15D540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2DC59-DBF2-4B29-8D51-4D124772B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8B0AD-873E-4D51-9211-806C16247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FDE42-7FD4-48BE-9655-9B83A5F3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AF59D-DFA4-4B3B-A715-466D41EA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45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D5561-F14B-4385-BE18-ADE46530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32EDC-20B7-4B14-A510-91519386D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313E7-8BE6-4555-9000-244BE74DC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C1889-8242-466F-9527-9210DFD02806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C9C5D-BD7F-481C-8F4F-82A5FA336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5CD8C-174E-4EB1-A734-CC04F7B84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F1E75-0E1D-4E95-A949-55DC45E86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33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083948-4A3D-4C60-8838-FED12B2D18F8}"/>
              </a:ext>
            </a:extLst>
          </p:cNvPr>
          <p:cNvSpPr txBox="1"/>
          <p:nvPr/>
        </p:nvSpPr>
        <p:spPr>
          <a:xfrm>
            <a:off x="785812" y="209549"/>
            <a:ext cx="10620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#275 Arise, My Soul, Arise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47230-0505-4FD3-A087-25610E2F6F14}"/>
              </a:ext>
            </a:extLst>
          </p:cNvPr>
          <p:cNvSpPr txBox="1"/>
          <p:nvPr/>
        </p:nvSpPr>
        <p:spPr>
          <a:xfrm>
            <a:off x="2381249" y="1874728"/>
            <a:ext cx="74295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Arise, my soul, arise,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shake off your guilty fears;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bleeding Sacrifice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in my behalf appears: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before the throne my Surety stands,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before the throne my Surety stands,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my name is written on his hands.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878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175B5D-206C-4D19-A67B-9CE7B3F69544}"/>
              </a:ext>
            </a:extLst>
          </p:cNvPr>
          <p:cNvSpPr txBox="1"/>
          <p:nvPr/>
        </p:nvSpPr>
        <p:spPr>
          <a:xfrm>
            <a:off x="2571750" y="1874728"/>
            <a:ext cx="70485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He ever lives above,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me to intercede,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his all-redeeming love,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his precious blood to plead;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his blood atoned for ev'ry race,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his blood atoned for ev'ry race,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sprinkles now the throne of grace.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15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75C512-D9CB-4746-B9DD-C372576645F1}"/>
              </a:ext>
            </a:extLst>
          </p:cNvPr>
          <p:cNvSpPr txBox="1"/>
          <p:nvPr/>
        </p:nvSpPr>
        <p:spPr>
          <a:xfrm>
            <a:off x="1766887" y="1874728"/>
            <a:ext cx="86582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Five bleeding wounds he bears,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received on Calvary;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they pour effectual prayers,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they strongly plead for me.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"Forgive him, O forgive," they cry,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"forgive him, O forgive," they cry,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"nor let that ransomed sinner die!"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79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DFE9C5-78EC-4A24-A6E8-FD14C7485AA0}"/>
              </a:ext>
            </a:extLst>
          </p:cNvPr>
          <p:cNvSpPr txBox="1"/>
          <p:nvPr/>
        </p:nvSpPr>
        <p:spPr>
          <a:xfrm>
            <a:off x="1933575" y="1874728"/>
            <a:ext cx="83248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My God is reconciled;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his pard'ning voice I hear;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 owns me for his child,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 can no longer fear;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confidence I now draw nigh,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confidence I now draw nigh,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"Father, Abba, Father!" cry.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81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2021-03-05T20:51:42Z</dcterms:created>
  <dcterms:modified xsi:type="dcterms:W3CDTF">2021-03-05T20:53:28Z</dcterms:modified>
</cp:coreProperties>
</file>