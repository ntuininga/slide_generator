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95" r:id="rId5"/>
    <p:sldId id="3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DAF3-5FF1-4445-8FED-CC242D29C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97049-E66E-4201-AF44-504DE85E0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7E596-9C12-4872-9B4B-7350912E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E01F5-6791-451C-A8EB-3C8B57E5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4F1FA-E2E7-481A-BD6B-35870A5E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7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05D8-597B-4B4E-8E90-2D88A1E8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C2F46-799C-488C-845C-74BC99DA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1F113-76BB-4291-AF24-854A0163D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87B46-BB87-4002-B093-A99AD9F9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8E06E-6A6B-4CD8-9B6F-98402A0B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3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A0E6-B22C-4EF3-B8F6-98C64B5C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9D1C0-3351-4D80-B0DF-EA78F6EFD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F8A83-7A5D-4E7B-B716-DB670162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E1BE4-2809-434E-8B66-CF122290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E8F4F-652B-4377-9861-649BD84E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42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AD971-670E-4781-A617-9B4748F0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5EE7-D5C2-42AC-8CAE-D857D1F6E6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955BF-880B-4C86-9543-52FB0F804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0E1F8-AB12-4531-89B6-A9868ACC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E904F-6AAB-4F56-9955-A4F66D4B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05978-7F4B-4989-A474-289E026A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6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AE768-1237-4C92-94CE-336100D5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BF26B-2F57-44AA-A893-C6E738395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9162C-B399-44B8-9D19-C2479FF54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9B4C5-B342-451D-8BC7-3AE7ECB96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26BF9-B1CA-49CC-9ED2-0918181AD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B1049-31BC-4399-B237-2CE4AFEE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2D44B-7FB4-43ED-A346-9B721B271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A101D-56CD-458A-9B39-47A0763E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0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3EDF5-D50F-43D1-939A-DC8547DB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E5DAC-814E-4965-9A41-E35CAC1B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3DC08-5D3C-482B-9026-20203FA6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9FF2B-B761-47F9-89E2-D7F076F6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0C69F-9250-400B-AF90-C920FE42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6A39E-B00C-4851-B2FE-ED215535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36ACF-F016-464D-927A-A7EF338AB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5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5F91-F451-4121-979B-5B6D75862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9D29-B3FF-4550-960F-DE77B2E63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D64AE-8C16-429D-B798-0C6274377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F96D3-0FD2-4097-A1CD-32E6A00D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C83C6-51E1-4C8D-A184-4CC2743A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AF308-2B55-47C3-956D-A477944A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42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CD41-A2DB-415C-9865-AFE0B567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D72469-4BAF-48BD-A056-CB548B9EE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2BAC7-964B-4FF9-B639-9FD7AAAAF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A945A-6F67-4C93-821F-B5782D8E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3A858-2B51-468E-9B66-2F1A94CD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9025B-EE0C-46D5-93A0-E33FDB01F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4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D65A-E9D9-4969-AA81-1308E2EE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CB37D-9196-4E34-A856-2CF68968F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DB259-E316-4ABF-83B7-7BFD90FEF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5F3EB-0C63-40D2-A1CC-0E9159F5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3B9CF-D3C8-4D62-B0A8-F73CECD9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22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3101CB-7E67-4963-BC0E-7727C4230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C8E63-4CFD-4C93-A2AC-38031AFBA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8995-D411-4E58-8B68-B86053110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8BF61-2436-461B-9A59-6F578703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691F-49B2-465F-AD44-2119C60D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2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592E6-6ACD-4B2A-94F1-5435B0C2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5D3D5-C690-4BA1-BABC-2B074B2E2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CC64C-422E-4239-A373-9E3D7D680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30A51-BF6D-44AA-84A6-BDCC8A20942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117A8-4FF1-42D4-8E4D-9053CD041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B95AA-A42D-4FBA-8690-38D9FFEA5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4A8C3-A6E5-403A-873E-D12383E67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96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-42862" y="136525"/>
            <a:ext cx="12277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#225 Lord, My Weak Thought in Vain Would Climb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2181225"/>
            <a:ext cx="7829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Lord, my weak thought in vain would climb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search the starry vault profound;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vain would wing her flight sublime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find creation's utmost bound.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C0E76-718E-4F2A-BD69-C27A61211F30}"/>
              </a:ext>
            </a:extLst>
          </p:cNvPr>
          <p:cNvSpPr txBox="1"/>
          <p:nvPr/>
        </p:nvSpPr>
        <p:spPr>
          <a:xfrm>
            <a:off x="2281237" y="1952625"/>
            <a:ext cx="7629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But weaker yet that thought must prove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search thy great eternal plan,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</a:t>
            </a:r>
            <a:r>
              <a:rPr lang="en-US" sz="2800" dirty="0" err="1">
                <a:solidFill>
                  <a:srgbClr val="222222"/>
                </a:solidFill>
              </a:rPr>
              <a:t>sov'reign</a:t>
            </a:r>
            <a:r>
              <a:rPr lang="en-US" sz="2800" dirty="0">
                <a:solidFill>
                  <a:srgbClr val="222222"/>
                </a:solidFill>
              </a:rPr>
              <a:t> counsels, born of love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long ages ere the world began.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948666"/>
            <a:ext cx="758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When my dim reason would demand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why that, or this, thou dost ordain,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by some vast deep I seem to stand,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whose secrets I must ask in vain.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2381250" y="2101850"/>
            <a:ext cx="7429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When doubts disturb my troubled breast,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all is dark as night to me,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here, as on solid rock, I rest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that so it </a:t>
            </a:r>
            <a:r>
              <a:rPr lang="en-US" sz="2800" dirty="0" err="1">
                <a:solidFill>
                  <a:srgbClr val="222222"/>
                </a:solidFill>
              </a:rPr>
              <a:t>seemeth</a:t>
            </a:r>
            <a:r>
              <a:rPr lang="en-US" sz="2800" dirty="0">
                <a:solidFill>
                  <a:srgbClr val="222222"/>
                </a:solidFill>
              </a:rPr>
              <a:t> good to thee.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7173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0BD556-1390-48DF-94AE-6E52F797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0A707-4E6C-482A-91B9-ADBA2BABDBC3}"/>
              </a:ext>
            </a:extLst>
          </p:cNvPr>
          <p:cNvSpPr txBox="1"/>
          <p:nvPr/>
        </p:nvSpPr>
        <p:spPr>
          <a:xfrm>
            <a:off x="2152650" y="2143125"/>
            <a:ext cx="7886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Be this my joy, that evermore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 </a:t>
            </a:r>
            <a:r>
              <a:rPr lang="en-US" sz="2800" dirty="0" err="1">
                <a:solidFill>
                  <a:srgbClr val="222222"/>
                </a:solidFill>
              </a:rPr>
              <a:t>rulest</a:t>
            </a:r>
            <a:r>
              <a:rPr lang="en-US" sz="2800" dirty="0">
                <a:solidFill>
                  <a:srgbClr val="222222"/>
                </a:solidFill>
              </a:rPr>
              <a:t> all things at thy will;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thy </a:t>
            </a:r>
            <a:r>
              <a:rPr lang="en-US" sz="2800" dirty="0" err="1">
                <a:solidFill>
                  <a:srgbClr val="222222"/>
                </a:solidFill>
              </a:rPr>
              <a:t>sov'reign</a:t>
            </a:r>
            <a:r>
              <a:rPr lang="en-US" sz="2800" dirty="0">
                <a:solidFill>
                  <a:srgbClr val="222222"/>
                </a:solidFill>
              </a:rPr>
              <a:t> wisdom I adore,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calmly, sweetly, trust thee still.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136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2020-12-19T23:58:19Z</dcterms:created>
  <dcterms:modified xsi:type="dcterms:W3CDTF">2020-12-19T23:58:32Z</dcterms:modified>
</cp:coreProperties>
</file>