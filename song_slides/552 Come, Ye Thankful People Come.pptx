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6E858-4EBE-4179-850A-CBC3927D8C6A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14BC0-CD48-4C66-ABF2-68A52625B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2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1667-7056-2F8F-BA40-47AC36C3E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D9001-EBDD-0F02-5C38-DF6B6E426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7737F-F63B-F75B-9E0D-2C79055C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D497-F316-4725-BFBC-466E8A5A40BB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26C09-9BAD-9F9C-0346-AD17797B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B1450-0A1C-6044-6EF9-7CBBB545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EC80-1AA5-11AF-A547-B1BF9E35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7917A-5288-2B61-2106-3DAC609BE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B5A6F-33C1-EE31-FBC4-C5BA8CD5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CCAB-2711-4DB0-9323-CDB5E9F8B336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9C015-F1E5-14F2-0702-F874D35D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66F5E-ED45-DC10-3DFB-9EC82C7B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7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019D-D3A2-B2B8-8034-667F0F6C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14325-7AA2-2D4F-D0CF-D9FA46776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70A5A-7D83-3569-80F5-C545805A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95EB-32B1-4212-A544-C28D9A873EC5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796F4-9AFA-8023-71EA-85819921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B46EA-7FF7-C7F1-797F-92646259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7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78F9-0DA0-3DED-0FF5-0B89226D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998E5-9B80-4DE8-5D3D-E6FAEB764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5505F-852E-2C9C-BAD2-8A1E413F9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E556F-58FE-7595-E87C-155D4EDC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D2F1-1F5E-4619-9185-B8EEE2F77A89}" type="datetime1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9D05B-A8B3-BC2A-A195-D60BA02F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57C95-4D7F-A3A0-A9B0-D45459CB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5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1294-AA19-E670-1CFD-EF796164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1F35E-DEBA-6C5E-6326-DCADFFA48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7887C-E2C4-5E96-9B26-118B34EBE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A9BCB-FF35-7A34-FF21-C0B3AE5C4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B7B93-CB6E-1D2D-1415-7749E3D46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B05DA-8F3A-ACA1-C4CA-44A1AB67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A4F-9287-4900-A084-83760562E6E4}" type="datetime1">
              <a:rPr lang="en-US" smtClean="0"/>
              <a:t>4/13/2024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8739A1-6FB4-1808-34F5-410C26A5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7E50-F817-0FF4-2F36-66E42FFE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38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0C93-6AAC-FD05-83D7-0AF45903A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71C6C-974B-3737-F454-B5EC08D0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FD3FE-F0A0-4083-A325-9E551F64B482}" type="datetime1">
              <a:rPr lang="en-US" smtClean="0"/>
              <a:t>4/13/2024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F2B5F-D02E-E1F2-1E22-8D0A595A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FB2B2-D1EE-9DC0-BFF9-ACE1F58F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2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9FC6F-DCBB-425D-1862-DAC29EAA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A0DD-3A2B-4B3A-A6DB-72BCE53CB485}" type="datetime1">
              <a:rPr lang="en-US" smtClean="0"/>
              <a:t>4/13/2024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FDB56-83AC-A552-1D37-851E3D01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BF93F-4F41-2F78-ECA3-FBB056BF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C464-CE1A-4702-68C6-6915E09D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01204-929A-FBC1-62BC-4A500DCCA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8FCC8-A6F3-5641-E2FF-42C410D93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631B3-23FB-128A-1BD9-00FC8411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53AF6-0BFB-4E91-BAA6-81AB8ABD28CF}" type="datetime1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585B6-9562-536D-C97E-78A25507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487B0-B473-8085-A1D0-B7515666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1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98AB-5AD7-95B6-67B8-D6AAD64C4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48834-0F2E-49FC-206A-4E70341BE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DB3CC-1CA7-0931-F47F-928A7EFF0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3B5C9-AC4B-5340-202B-6C361A95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1EEDA-9CD5-4CD5-8F28-B6735090CC29}" type="datetime1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C5C8B-A782-551D-CBDA-F092A127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7AE72-576C-E190-4921-C06F5FE5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0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49A5-4DDD-DC11-D0F9-E96098A8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DA2CA-F581-9F26-F03A-4552BAF86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C5DC-9B06-78F0-D4C8-0376A04A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AE55-509A-47D7-B78C-F9F339EC4C50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BD845-A71E-8011-F208-061B4FBA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ABA65-70C8-5AC7-060F-42752E50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1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DC33D-D0FC-1AD8-324B-A45ED0C71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1EC16-ADD4-4654-43BD-B73905854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9E135-901C-C3C1-89B3-75497CCF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479EA-F5A8-4582-A051-66F2BC6F6BF9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1F9E1-2F6F-CA07-240C-FA8C0915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94A09-4D99-E2E2-3E01-857179B0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1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0A537-6DCD-C34C-3C82-528A0659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05138-75A5-4CE3-1D87-FDAECE6D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F2619-D172-4D20-E270-A3A1BBD0C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C818E-CE16-4AC7-A772-A10FCECECAE5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2E176-39AE-F384-51D6-0B7F3FDD7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CBB4C-F995-8DF5-34C1-D47E467CC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76512-470B-49EB-A788-6CB6E085F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4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8AB1-21C0-D039-FCC4-48EA10E4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#552 Come, Ye Thankful People 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4E3C-04EE-7273-E39F-5B71676AF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Come, ye thankful people come,</a:t>
            </a:r>
          </a:p>
          <a:p>
            <a:pPr marL="0" indent="0" algn="ctr">
              <a:buNone/>
            </a:pPr>
            <a:r>
              <a:rPr lang="en-US" dirty="0"/>
              <a:t>Raise the song of harvest home;</a:t>
            </a:r>
          </a:p>
          <a:p>
            <a:pPr marL="0" indent="0" algn="ctr">
              <a:buNone/>
            </a:pPr>
            <a:r>
              <a:rPr lang="en-US" dirty="0"/>
              <a:t>All is safely gathered in,</a:t>
            </a:r>
          </a:p>
          <a:p>
            <a:pPr marL="0" indent="0" algn="ctr">
              <a:buNone/>
            </a:pPr>
            <a:r>
              <a:rPr lang="en-US" dirty="0"/>
              <a:t>Ere the winter storms begin;</a:t>
            </a:r>
          </a:p>
          <a:p>
            <a:pPr marL="0" indent="0" algn="ctr">
              <a:buNone/>
            </a:pPr>
            <a:r>
              <a:rPr lang="en-US" dirty="0"/>
              <a:t>God, our Maker, doth provide</a:t>
            </a:r>
          </a:p>
          <a:p>
            <a:pPr marL="0" indent="0" algn="ctr">
              <a:buNone/>
            </a:pPr>
            <a:r>
              <a:rPr lang="en-US" dirty="0"/>
              <a:t>For our wants to be supplied;</a:t>
            </a:r>
          </a:p>
          <a:p>
            <a:pPr marL="0" indent="0" algn="ctr">
              <a:buNone/>
            </a:pPr>
            <a:r>
              <a:rPr lang="en-US" dirty="0"/>
              <a:t>Come to God’s own temple, </a:t>
            </a:r>
          </a:p>
          <a:p>
            <a:pPr marL="0" indent="0" algn="ctr">
              <a:buNone/>
            </a:pPr>
            <a:r>
              <a:rPr lang="en-US" dirty="0"/>
              <a:t>Come, raise the song of harvest home.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B4E8-1BDF-4BA1-6DCF-742CA6FD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7893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4E3C-04EE-7273-E39F-5B71676AF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2. All the world is God’s own field,</a:t>
            </a:r>
          </a:p>
          <a:p>
            <a:pPr marL="0" indent="0" algn="ctr">
              <a:buNone/>
            </a:pPr>
            <a:r>
              <a:rPr lang="en-US" dirty="0"/>
              <a:t>Fruit unto his praise to yield;</a:t>
            </a:r>
          </a:p>
          <a:p>
            <a:pPr marL="0" indent="0" algn="ctr">
              <a:buNone/>
            </a:pPr>
            <a:r>
              <a:rPr lang="en-US" dirty="0"/>
              <a:t>Wheat and tares together sown,</a:t>
            </a:r>
          </a:p>
          <a:p>
            <a:pPr marL="0" indent="0" algn="ctr">
              <a:buNone/>
            </a:pPr>
            <a:r>
              <a:rPr lang="en-US" dirty="0"/>
              <a:t>Unto joy or sorrow grown</a:t>
            </a:r>
          </a:p>
          <a:p>
            <a:pPr marL="0" indent="0" algn="ctr">
              <a:buNone/>
            </a:pPr>
            <a:r>
              <a:rPr lang="en-US" dirty="0"/>
              <a:t>First the blade, and then the ear, </a:t>
            </a:r>
          </a:p>
          <a:p>
            <a:pPr marL="0" indent="0" algn="ctr">
              <a:buNone/>
            </a:pPr>
            <a:r>
              <a:rPr lang="en-US" dirty="0"/>
              <a:t>then the full corn shall appear;</a:t>
            </a:r>
          </a:p>
          <a:p>
            <a:pPr marL="0" indent="0" algn="ctr">
              <a:buNone/>
            </a:pPr>
            <a:r>
              <a:rPr lang="en-US" dirty="0"/>
              <a:t>Lord of harvest, grant that we </a:t>
            </a:r>
          </a:p>
          <a:p>
            <a:pPr marL="0" indent="0" algn="ctr">
              <a:buNone/>
            </a:pPr>
            <a:r>
              <a:rPr lang="en-US" dirty="0"/>
              <a:t>wholesome grain and pure may be.</a:t>
            </a:r>
          </a:p>
          <a:p>
            <a:pPr marL="0" indent="0" algn="ctr">
              <a:buNone/>
            </a:pPr>
            <a:r>
              <a:rPr lang="en-US" dirty="0"/>
              <a:t>fi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4BA8F0-8F76-AC90-8E09-210CFA2F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A7805-CFFA-312A-FD73-36B711D9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23614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 Light</vt:lpstr>
      <vt:lpstr>Office Theme</vt:lpstr>
      <vt:lpstr>#552 Come, Ye Thankful People 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#552 Come, Ye Thankful People Come</dc:title>
  <dc:creator>Neil Tuininga</dc:creator>
  <cp:lastModifiedBy>Neil Tuininga</cp:lastModifiedBy>
  <cp:revision>1</cp:revision>
  <dcterms:created xsi:type="dcterms:W3CDTF">2024-04-14T04:31:03Z</dcterms:created>
  <dcterms:modified xsi:type="dcterms:W3CDTF">2024-04-14T04:35:37Z</dcterms:modified>
</cp:coreProperties>
</file>