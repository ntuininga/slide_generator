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9EE1-8F8C-44A1-BF7A-A7430AED6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71A93-A7C6-4D46-94F0-251075D91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C47BF-368D-4BA0-9865-E43D43AD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72EB0-5BB1-433E-8212-7D3E76EC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25672-FA0B-4C68-8F17-B29D9292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2676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256A-296E-4347-921D-F5FAB205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2E736-0126-46F7-85F8-3A9ABAE3F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3854F-1B77-4652-940C-B6701D0F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A558-FF79-4303-BED1-7F56F399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E0F1-D9C8-4493-A7A0-D264A4E2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779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3A74-4231-4BD7-A482-EADD5254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21E4C-F7DF-401A-A1EB-DE0CB1BC2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2114-3A40-41CE-982A-A29EA18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D2C2-020D-4186-9E28-F870D93F5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40E0A-D5D3-4EB6-B94B-49D6A22E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423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3E63-E517-47BA-B344-21F6BF6E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965E-FF6D-43AA-BDAE-CA0AEDD44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D1538-ECBF-47B7-B6BC-15E6947D1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00D85-A264-4A7B-8A21-1129B3BC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DCE04-2D21-4D95-861D-29D35337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76271-7452-4421-8FDE-9C1C562D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82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FC82-314F-49E9-AACE-E8317E88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112C5-E8CC-410C-8E4E-8B4126B8F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F08AC-1B46-4EF8-BCA4-194CDD5EA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3992F-5748-4C57-AD48-BB1A1B381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0CC6F-B7C6-481D-8EC2-4BE435FC8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E8974-5A55-4B7D-AEBF-F100AE63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5F729-CF09-4A72-9CD5-EEEDF3D7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6A645-2942-4E36-9D1F-2340F391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214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D8715-5ABF-464E-B443-B8C26EB6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FA2C9-4AB0-45B5-9DFF-8F53D46C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BA757-A714-4154-9BD2-5C6C3874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A229D-B967-407E-A7CC-F6A88B25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574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26272-BD39-4C82-B218-FBA2BDD7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F0721-AE52-405C-8E95-EBC91039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A626A-3150-4939-AF01-9D0B3E7D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60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58DD-1B83-43E0-A94B-4C14722D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3A29-AA32-456C-BF7F-5F393DDFE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8A69F-9C00-4CBA-AD44-7BE55FC39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2ADE2-4B6A-4962-8465-6811F62A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A6E3F-2489-4950-B717-F1ABCD8D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E044D-9BCA-4198-B4BF-B12EC8B5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324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F9AE-D862-48CE-ABCA-24C78420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3ABCD-7F9C-4618-B0A8-C36E99A25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4E686-C5BB-4A89-85CD-2131BEEAF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BD5E6-76DA-42D4-9546-087A9281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92DB3-2410-4EF9-A8D7-BBDDB8F2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112C0-62CC-49FF-918E-BF0E0712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930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4204-95D8-43A6-8491-BE5F1106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4674-D29F-42C2-A107-1B0DE9F9B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A112-3528-4669-A53D-5178434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8B2A-79F5-463B-B249-93344C0C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9B0F-A6C3-4FE6-AE77-024E0142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999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18E7DE-7825-4C43-B135-82717BD8F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C418B-C278-4ED5-832B-22C226ACA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D63D0-D246-42A6-AE8A-43B94D7D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C966C-E12A-48BC-8538-1783F8F7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AE38A-9391-4703-9609-D750C7F8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367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AEAAA-5686-4E40-8B51-41FBCF804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A4D22-8FB6-4726-B7AC-A038E246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DE1A-7D64-4721-B910-BA985BE1F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57BB-EEC9-4157-BFE7-A3494DC19F83}" type="datetimeFigureOut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A1E55-D8A7-4411-904D-CA88649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8EBE-C19C-45BF-B79C-227162016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0FB86-FD62-4C08-AF9F-533E8523DC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923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D2B95-D894-4AD7-B2FD-530F8D0B460D}"/>
              </a:ext>
            </a:extLst>
          </p:cNvPr>
          <p:cNvSpPr txBox="1"/>
          <p:nvPr/>
        </p:nvSpPr>
        <p:spPr>
          <a:xfrm>
            <a:off x="1233487" y="381000"/>
            <a:ext cx="9725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#63B O Lord, My God, Most Earnestly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6DF16-ABFF-46B5-A1C0-59A96B6202B5}"/>
              </a:ext>
            </a:extLst>
          </p:cNvPr>
          <p:cNvSpPr txBox="1"/>
          <p:nvPr/>
        </p:nvSpPr>
        <p:spPr>
          <a:xfrm>
            <a:off x="1012030" y="1657350"/>
            <a:ext cx="101679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O Lord, my God, most earnestly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heart would seek thy face,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within thy holy house once more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see thy glorious grace.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Apart from thee I long and thirst,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</a:t>
            </a:r>
            <a:r>
              <a:rPr lang="en-US" sz="2800" dirty="0" err="1">
                <a:solidFill>
                  <a:srgbClr val="222222"/>
                </a:solidFill>
              </a:rPr>
              <a:t>nought</a:t>
            </a:r>
            <a:r>
              <a:rPr lang="en-US" sz="2800" dirty="0">
                <a:solidFill>
                  <a:srgbClr val="222222"/>
                </a:solidFill>
              </a:rPr>
              <a:t> can satisfy;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wander in a desert land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where all the streams are dry.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1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8F26FE-2610-4980-AF6A-41183FFFF6E4}"/>
              </a:ext>
            </a:extLst>
          </p:cNvPr>
          <p:cNvSpPr txBox="1"/>
          <p:nvPr/>
        </p:nvSpPr>
        <p:spPr>
          <a:xfrm>
            <a:off x="2190750" y="1133475"/>
            <a:ext cx="7810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The loving-kindness of my God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more than life to me;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so I will bless thee while I live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lift my </a:t>
            </a:r>
            <a:r>
              <a:rPr lang="en-US" sz="2800" dirty="0" err="1">
                <a:solidFill>
                  <a:srgbClr val="222222"/>
                </a:solidFill>
              </a:rPr>
              <a:t>pray'r</a:t>
            </a:r>
            <a:r>
              <a:rPr lang="en-US" sz="2800" dirty="0">
                <a:solidFill>
                  <a:srgbClr val="222222"/>
                </a:solidFill>
              </a:rPr>
              <a:t> to thee.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thee my soul is satisfied,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darkness turns to light,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joyful meditations fill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watches of the night.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3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BDCB86-8206-4B37-9C6E-3C7E7A2770C9}"/>
              </a:ext>
            </a:extLst>
          </p:cNvPr>
          <p:cNvSpPr txBox="1"/>
          <p:nvPr/>
        </p:nvSpPr>
        <p:spPr>
          <a:xfrm>
            <a:off x="1666875" y="1352550"/>
            <a:ext cx="8858250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222222"/>
                </a:solidFill>
              </a:rPr>
              <a:t>3. My Savior, 'neath thy </a:t>
            </a:r>
            <a:r>
              <a:rPr lang="en-US" sz="2800" dirty="0" err="1">
                <a:solidFill>
                  <a:srgbClr val="222222"/>
                </a:solidFill>
              </a:rPr>
              <a:t>shelt'ring</a:t>
            </a:r>
            <a:r>
              <a:rPr lang="en-US" sz="2800" dirty="0">
                <a:solidFill>
                  <a:srgbClr val="222222"/>
                </a:solidFill>
              </a:rPr>
              <a:t> wings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soul delights to dwell;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still closer to thy side I press,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for near thee all is well.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My soul shall </a:t>
            </a:r>
            <a:r>
              <a:rPr lang="en-US" sz="2800" dirty="0" err="1">
                <a:solidFill>
                  <a:srgbClr val="222222"/>
                </a:solidFill>
              </a:rPr>
              <a:t>conqer</a:t>
            </a:r>
            <a:r>
              <a:rPr lang="en-US" sz="2800" dirty="0">
                <a:solidFill>
                  <a:srgbClr val="222222"/>
                </a:solidFill>
              </a:rPr>
              <a:t>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foe,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 err="1">
                <a:solidFill>
                  <a:srgbClr val="222222"/>
                </a:solidFill>
              </a:rPr>
              <a:t>upholden</a:t>
            </a:r>
            <a:r>
              <a:rPr lang="en-US" sz="2800" dirty="0">
                <a:solidFill>
                  <a:srgbClr val="222222"/>
                </a:solidFill>
              </a:rPr>
              <a:t> by thy hand;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thy people shall rejoice in God,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thy saints in glory stand.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741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194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2020-12-05T17:12:58Z</dcterms:created>
  <dcterms:modified xsi:type="dcterms:W3CDTF">2021-11-27T20:45:26Z</dcterms:modified>
</cp:coreProperties>
</file>