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92418-CFE9-462B-BA93-E2EE533F0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1E30AD-4BBA-4832-B898-69867CC06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DAB92-9C51-4A9C-B7F4-16354FF77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F5EC5-9655-4792-B435-ADFD09FBA361}" type="datetimeFigureOut">
              <a:rPr lang="en-CA" smtClean="0"/>
              <a:t>2021-01-02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644FE-C0B8-4F3E-9F62-EB8243D99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019FC-7012-439B-9DFB-66D067FC1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D639-CFAE-4803-B149-7C0908246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4314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FC26-87B4-474A-8D58-69D86BB50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9A012-9CFB-45D3-A8E2-B2CEB1D01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190C7-1A3A-4116-9A8D-C04C2E4B0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F5EC5-9655-4792-B435-ADFD09FBA361}" type="datetimeFigureOut">
              <a:rPr lang="en-CA" smtClean="0"/>
              <a:t>2021-01-02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654D0-830E-4481-8A36-F3EDA9270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C1154-9C5B-41DC-ABE3-B99AC344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D639-CFAE-4803-B149-7C0908246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0253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9CB65-5CB7-4C5F-BAA9-B0B34F61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30A44-61D9-4DFB-A095-16BA685D6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AA4B6-877C-4773-8689-EEFE6E2EA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F5EC5-9655-4792-B435-ADFD09FBA361}" type="datetimeFigureOut">
              <a:rPr lang="en-CA" smtClean="0"/>
              <a:t>2021-01-02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734E7-66AB-41E2-ABAD-DA30EEBC8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06E32-D931-4B52-8E15-759B639DC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D639-CFAE-4803-B149-7C0908246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792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EC82F-5485-4CDB-8AE1-632C3E74D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FCE7D-4336-4D01-AF4C-FAC0F2FD97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54890F-C41E-4B9B-BFA0-0A3D802EF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57AEA-2794-4C29-B135-F4FFD6219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F5EC5-9655-4792-B435-ADFD09FBA361}" type="datetimeFigureOut">
              <a:rPr lang="en-CA" smtClean="0"/>
              <a:t>2021-01-02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42EDEA-4108-4CE4-B8B0-6A5B7685F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27B7B-9E89-4071-92C1-6D6EFA50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D639-CFAE-4803-B149-7C0908246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2539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0D6D1-B17C-4406-9232-B0BD5D4F6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4208D-0564-47CC-BD63-9EEF0653E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DD1C5-8F67-4DE6-B48F-A404F6F68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FC4FF4-3F7E-4A34-9FD0-B6F666E172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B24D4C-726E-4224-8FCD-F4564B0552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C3FAE1-4572-48CF-A787-602F4625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F5EC5-9655-4792-B435-ADFD09FBA361}" type="datetimeFigureOut">
              <a:rPr lang="en-CA" smtClean="0"/>
              <a:t>2021-01-02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07224D-9484-4E4C-B33B-F6D4F3581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11B375-6425-478E-854C-0BBF9D4BC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D639-CFAE-4803-B149-7C0908246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9086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0AEC5-E7CD-4B85-A508-66464DBBD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5FCC9D-3DCF-41CC-9816-E37670C2B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F5EC5-9655-4792-B435-ADFD09FBA361}" type="datetimeFigureOut">
              <a:rPr lang="en-CA" smtClean="0"/>
              <a:t>2021-01-02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922087-5EE8-4A0E-A312-EE336BA36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9FCC1-459A-48B8-B6BC-F0900F604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D639-CFAE-4803-B149-7C0908246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4545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214513-5E48-4E10-9524-4153280AA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F5EC5-9655-4792-B435-ADFD09FBA361}" type="datetimeFigureOut">
              <a:rPr lang="en-CA" smtClean="0"/>
              <a:t>2021-01-02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0BF05A-883E-487F-A556-8D38484FE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55C18-A8A4-40D6-98D4-67299B5EB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D639-CFAE-4803-B149-7C0908246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8863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F8FEA-0458-4A7E-8839-DCC7A6393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3960A-9F00-4E49-9729-EB3FC6874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541C8-619E-40FB-93F0-3A86EEA64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AC78E-E8A3-497D-924E-D7BB3D30F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F5EC5-9655-4792-B435-ADFD09FBA361}" type="datetimeFigureOut">
              <a:rPr lang="en-CA" smtClean="0"/>
              <a:t>2021-01-02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881C3-4E1A-479D-9D5E-1C6316407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2EBFA-49FC-42A2-8078-0E99A4D17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D639-CFAE-4803-B149-7C0908246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8790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02466-9327-46D2-A89F-E18680460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5DCD9D-E7A1-4211-B5BD-001F5147EC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FC542A-19BE-41C9-9C86-E0EC077E7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C2A59-BC61-466D-A11C-B07ECDE2A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F5EC5-9655-4792-B435-ADFD09FBA361}" type="datetimeFigureOut">
              <a:rPr lang="en-CA" smtClean="0"/>
              <a:t>2021-01-02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775A9-29D1-4B92-B0AC-902692C8E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20263-FECE-4E1D-B443-75508E30B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D639-CFAE-4803-B149-7C0908246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3563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299E7-EC75-4B27-9209-3200264AA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9B7A52-B2BC-432C-943A-6D913C7FC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D86C0-90F4-427C-B5D9-237BF9BF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F5EC5-9655-4792-B435-ADFD09FBA361}" type="datetimeFigureOut">
              <a:rPr lang="en-CA" smtClean="0"/>
              <a:t>2021-01-02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48E3A-5A34-4942-83E0-E7335ADEC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78559-7039-477B-B80F-A4CC7D01C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D639-CFAE-4803-B149-7C0908246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1714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819376-0B45-4637-A6E5-57D31CD4D8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65E607-28BF-460D-97BA-2313C5C9C8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E94B4-A152-4C67-B9B2-8A1C52564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F5EC5-9655-4792-B435-ADFD09FBA361}" type="datetimeFigureOut">
              <a:rPr lang="en-CA" smtClean="0"/>
              <a:t>2021-01-02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3295B-9089-4870-8F7C-2C1B942A8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E7BCA-F81A-4DAA-AC9B-86DFCF735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D639-CFAE-4803-B149-7C0908246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921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081970-A940-4AFE-97BA-7298F9FAF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A1CAF-3849-4E52-8B62-C4721A0D4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C24F2-6ABD-4C9D-9ED6-67E77A5E2E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F5EC5-9655-4792-B435-ADFD09FBA361}" type="datetimeFigureOut">
              <a:rPr lang="en-CA" smtClean="0"/>
              <a:t>2021-01-02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9AD5D-43F9-486E-8723-E94D7CD74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1274-1B5F-4571-9BA9-4349F4E661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BD639-CFAE-4803-B149-7C0908246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4438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75D62F-932B-43EE-B383-2241B85AF5F4}"/>
              </a:ext>
            </a:extLst>
          </p:cNvPr>
          <p:cNvSpPr txBox="1"/>
          <p:nvPr/>
        </p:nvSpPr>
        <p:spPr>
          <a:xfrm>
            <a:off x="1466850" y="400050"/>
            <a:ext cx="9258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#545 The Battle Is the Lord’s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942DF8-9B86-4A83-839E-F74FB600F739}"/>
              </a:ext>
            </a:extLst>
          </p:cNvPr>
          <p:cNvSpPr txBox="1"/>
          <p:nvPr/>
        </p:nvSpPr>
        <p:spPr>
          <a:xfrm>
            <a:off x="1343025" y="1733550"/>
            <a:ext cx="95059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1. The battle is the Lord's!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harvest fields are white;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how few the reaping hands appear,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their strength how slight!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Yet victory is sure,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we face a vanquished foe;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then forward with the risen Christ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to battle go!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975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632E54-8C9F-46C5-AC60-4AD5FC56F761}"/>
              </a:ext>
            </a:extLst>
          </p:cNvPr>
          <p:cNvSpPr txBox="1"/>
          <p:nvPr/>
        </p:nvSpPr>
        <p:spPr>
          <a:xfrm>
            <a:off x="2057400" y="1659285"/>
            <a:ext cx="8077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2. The battle is the Lord's!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Not ours in strength or skill,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but his alone in sov'reign grace,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to work his will.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Ours, counting not the cost,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unflinching, to obey;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in his time his holy arm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shall win the day.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269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8E1199-5A64-458A-BD3B-E11A5889CEA7}"/>
              </a:ext>
            </a:extLst>
          </p:cNvPr>
          <p:cNvSpPr txBox="1"/>
          <p:nvPr/>
        </p:nvSpPr>
        <p:spPr>
          <a:xfrm>
            <a:off x="2647950" y="1659285"/>
            <a:ext cx="68961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3. The battle is the Lord's!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Victor crucified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must with the travail of his soul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be satisfied.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pow'rs of hell shall fail,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all God's will be done,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'til ev'ry soul whom he has giv'n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to Christ be won.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969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A196AE-32F5-4315-8873-E7F7BD492474}"/>
              </a:ext>
            </a:extLst>
          </p:cNvPr>
          <p:cNvSpPr txBox="1"/>
          <p:nvPr/>
        </p:nvSpPr>
        <p:spPr>
          <a:xfrm>
            <a:off x="2762250" y="1659285"/>
            <a:ext cx="66675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4. The battle is the Lord's!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Stand still, my soul, and view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great salvation of God has wrought,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revealed for you.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Then, resting in his might,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lift high his triumph song,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for pow'r, dominion, kingdom, strength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to God belong!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307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2021-01-02T21:09:27Z</dcterms:created>
  <dcterms:modified xsi:type="dcterms:W3CDTF">2021-01-02T21:09:27Z</dcterms:modified>
</cp:coreProperties>
</file>