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8EE25-EC6C-478B-B442-22ABAA7D2825}" type="datetimeFigureOut">
              <a:rPr lang="en-US" smtClean="0"/>
              <a:t>11/24/2023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E2852-1120-4084-A276-CB4966A4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9CA4-67A9-390F-4F74-56645BFE6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AF25F-3846-815E-192F-53D9FA406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39194-90CA-9EB8-BDB2-335FC710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F9CD7-CA0A-48AB-96F2-286D8A5F1A09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AF961-3B07-1A36-9F3D-2082B955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F6E27-83B2-43C5-5BBF-18FFD13A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9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127AE-0C72-0A60-9D80-E9A76CD5A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87665-AF90-B4EA-7852-B2654CA8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F86E0-1649-59F2-AA02-C2C264C31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5A6B-76D3-4CAD-91FE-A5DDD7A260B4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6C58F-1EB1-58D4-7168-1C1C0AA4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7727-1640-801D-FB4B-FFF3989C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6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4B71-55D2-C8D2-8009-ABB9910B6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0C29B-EF7F-E43E-24E2-2BDBB602B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52A75-7AE0-B127-9DB6-DE16EF372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97A7-A636-4DDA-8488-B847D7CF0CBD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041D2-86B8-1600-F15D-0371F974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0AA0B-54F0-F7E2-5729-A4C2D830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9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A3B5-549A-237A-6095-7BA4569D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E3A50-AB2A-FE44-8320-FEFF863D2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C49DF-52F7-CF3D-2F85-8917F8226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6109A-67DA-9AE6-C445-0667CC34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729F-0491-492F-91E9-395D9F8120C0}" type="datetime1">
              <a:rPr lang="en-US" smtClean="0"/>
              <a:t>11/24/2023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EBBF9-091D-9E11-BEA3-F545CF61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7F0F7-E040-099C-65E5-5B4C12AB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8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38D9-A566-E1FC-7FA8-F2F191C3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191BF-9CE2-EA62-1A6E-96DBD9317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93CFB-0713-F919-5DFA-C2872DBF7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06EBF6-10FA-9AD8-A2D5-71162050B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042CC-F8B6-BCE0-141A-E8929BDFA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EE9BA-0A68-D52F-3346-33D2C125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972C-AE1F-48BE-A13A-A13AC3AF0F48}" type="datetime1">
              <a:rPr lang="en-US" smtClean="0"/>
              <a:t>11/24/2023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231AF-9963-CAF9-EDB1-A0CD1BED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9B7EE-2C79-9868-3631-B57E1C36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0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7645-1D45-FE3D-2FDB-8B76C18B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5AC6A-E9D5-B62F-C500-F3216F113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A01C-BA5F-401E-A733-17EFF6661684}" type="datetime1">
              <a:rPr lang="en-US" smtClean="0"/>
              <a:t>11/24/2023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D5CD7-A6DE-29BC-53EF-566977E4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D9A25-00C9-914F-778A-2BE1855D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4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9A60CA-FEAA-432A-C65E-07641B15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953B-4A96-42E8-AB92-33BC145302F5}" type="datetime1">
              <a:rPr lang="en-US" smtClean="0"/>
              <a:t>11/24/2023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33762-6774-7701-6092-92AFD61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54E38-508D-FC64-2447-2F2053C2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3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7E05-47BA-D28C-28EF-2EB9065C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C733-2530-8245-F23C-3264840A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BDA35-866F-C111-EA9B-FD176845C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0A264-A889-7E1B-3699-45729678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3B44-7FDF-4DCA-B864-BF5F2BE02CE9}" type="datetime1">
              <a:rPr lang="en-US" smtClean="0"/>
              <a:t>11/24/2023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D6E24-1D84-C8D1-5E8A-88C3B47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9BBE1-B182-83AA-0473-10FAEB90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4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A990-7311-19E4-36F5-66966A58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A6C153-DECF-7FDC-D692-F8A7D2943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D1918-EFD1-951E-D4CB-64D9FB9D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4F7B0-4554-1FA2-7127-6AE96F80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F0CB7-D774-4E57-AC8F-A2F96AA1EC5E}" type="datetime1">
              <a:rPr lang="en-US" smtClean="0"/>
              <a:t>11/24/2023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EA048-E308-17E2-7EB5-E9CA01F2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21BE-A0CF-E546-5182-41BCBF71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9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B8DA-644D-6C5C-385E-ADC78DBE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16475-8E97-51A8-156F-1A886831C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C4DE5-D15F-8A21-221D-392155E5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5B3F-0C3D-487F-9B90-91D363068B10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EED8C-CCF8-5415-F455-F4FBCFA3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3F0D-D0C8-1640-7F21-5FE05568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4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BB75B1-1C40-7E2A-2EA6-BEF345AB1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858D9-483B-720E-3364-56C4E74F9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8220F-0C04-6E26-3144-E26AF8E2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13B0-42BD-432E-BA32-DDE6295C9900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B418-AF82-0C80-FE57-A2D953E7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CE3AE-4DC0-4475-617C-6796DA8F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9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9D3E6-89CB-8243-16F2-428903AC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809BF-B123-B6AB-B7E6-36D114ACC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17CA0-A570-E85D-F897-BD76F2E4E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BB868-9E5C-47A0-9F96-6D178DCDE129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85672-1607-EA19-97AA-6049FA79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FFE99-20D1-D0F1-11CC-DA68F3C29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DC707-6175-4520-A0BA-2621962A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1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3902-1823-3360-7A81-AC4B938A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#171 O Word of God Incarnate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1D7B-1341-A1D5-4988-40AF4887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O Word of God incarnate,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Wisdom from on high,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Truth unchanged, unchanging,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Light of our dark sky,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praise thee for the radiance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from the hallowed page,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lantern to our footsteps,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shines on from age to age.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4B770-D164-07E9-E557-239B7621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660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B11B-042A-7180-9DB7-A23536CA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4396B-A90F-E225-4D26-66D0672A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The church from her dear Master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received the gift divine,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still that light she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lifteth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o'er all the earth to shine.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is the golden casket,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where gems of truth are stored;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is the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drawn picture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Christ, the living Word.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F9AF9-F053-CAB3-BA9A-79D46A40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9678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F342-C093-A905-265C-4BEB93D6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E2B90-7442-8A4B-5F75-5AB1516C8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floateth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like a banner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before God's host unfurled;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shineth like a beacon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above the darkling world.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is the chart and compass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o'er life's surging sea,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'mid mists and rocks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quicksands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still guides, O Christ, to thee.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A5132-ED00-C5B2-D469-82B11626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0263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324D-6D20-8A8E-419B-640235E6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E5B67-E870-A4E4-A2C5-D6C432CC1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O make thy church, dear Savior,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lamp of purest gold,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bear before the nations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thy true light, as of old.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teach thy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wand'ring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pilgrims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by this their path to trace,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'til, clouds and darkness ended,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they see thee face to face.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19956-6D69-7DD0-A49C-DC6E5679E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6512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#171 O Word of God Incarnate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#171 O Word of God Incarnate</dc:title>
  <dc:creator>Neil Tuininga</dc:creator>
  <cp:lastModifiedBy>Neil Tuininga</cp:lastModifiedBy>
  <cp:revision>1</cp:revision>
  <dcterms:created xsi:type="dcterms:W3CDTF">2023-11-24T18:15:36Z</dcterms:created>
  <dcterms:modified xsi:type="dcterms:W3CDTF">2023-11-24T18:19:52Z</dcterms:modified>
</cp:coreProperties>
</file>