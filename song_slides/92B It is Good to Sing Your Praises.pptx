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1" r:id="rId2"/>
    <p:sldId id="303" r:id="rId3"/>
    <p:sldId id="304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1" autoAdjust="0"/>
    <p:restoredTop sz="94660"/>
  </p:normalViewPr>
  <p:slideViewPr>
    <p:cSldViewPr snapToGrid="0">
      <p:cViewPr varScale="1">
        <p:scale>
          <a:sx n="96" d="100"/>
          <a:sy n="96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7D19F-5D1F-4BB2-B022-4C4596461B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5F99EF-2F88-4FD2-9030-2FAF8B9FFA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83D3C8-0481-4571-B11E-A5254BCC0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8F3B6-F491-4C6F-B9B3-F40D2BC9756A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610E95-9E99-4D29-95B2-3BAF75EE1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3B840E-98BC-4696-9574-45E4AECB5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4CA43-1621-4A00-BF04-FDA6D7D1C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016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423D1-9CB6-4647-A6D6-5CADBD8A6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FDE7D-D7D6-4038-9C38-3AC4384AD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D8A46A-41B6-4D5F-9F89-1AA9BE459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8F3B6-F491-4C6F-B9B3-F40D2BC9756A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D2A7DC-B5F3-4A53-9F69-499613D73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42FB67-86EE-40AB-AE7E-5987B9D91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4CA43-1621-4A00-BF04-FDA6D7D1C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558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68945-63C8-4539-B196-AD50FDE67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D160E3-BA3D-4146-AE63-017998FFD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14A424-0EC9-4C46-9218-86637FF8F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8F3B6-F491-4C6F-B9B3-F40D2BC9756A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8DCCE5-4A56-4ED7-844E-60E3EFC89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D86E3B-B310-499F-A9AA-20BE1BF22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4CA43-1621-4A00-BF04-FDA6D7D1C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036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63C24-F297-4859-B7C8-9100817A4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3AC6C9-81B2-4B13-8B80-9DBFB7C1C4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E691D-A1DF-4565-91BF-4A0321C060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0E9D73-120A-4B3C-8A75-E7DEDB604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8F3B6-F491-4C6F-B9B3-F40D2BC9756A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871FA1-118D-4E1C-9F2E-3C02979B7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2FF3E4-3418-4CC0-BCE0-D938FF6C7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4CA43-1621-4A00-BF04-FDA6D7D1C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354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85177-2C2F-423C-8874-D348328D9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9DF1C0-20D6-41CA-98B9-3E36B25116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3DBB54-AB1D-4F90-A363-E4916E245B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A93A48-321C-412E-BA57-F563B9EC13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5586DE-0783-4CD6-9762-82C7268ABB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96CF41-B9B3-47E6-8395-8585C45D1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8F3B6-F491-4C6F-B9B3-F40D2BC9756A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8BB7E9-918B-44BC-8532-FA5A025C2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F8F9CD-6120-4F5A-8D07-654A5D1E8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4CA43-1621-4A00-BF04-FDA6D7D1C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369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081ED-6BB4-4C50-8F11-C3616D44F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0FC25A-FDDC-4795-8713-01FDB9BE4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8F3B6-F491-4C6F-B9B3-F40D2BC9756A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C243C9-333C-4C98-8103-F616ADF5B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655491-D05E-4B6D-86D8-0B741FACF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4CA43-1621-4A00-BF04-FDA6D7D1C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028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0A2E6A-217C-4C30-BCE2-2DF935708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8F3B6-F491-4C6F-B9B3-F40D2BC9756A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AC492D-82CE-481B-9F8E-F0063D63F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E34CA7-05DC-4F53-B515-669EB89E6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4CA43-1621-4A00-BF04-FDA6D7D1C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884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4D4E8-64F2-4689-A470-C7E6DC453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96182-CB2F-4870-9E12-3091B79B8C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9DB296-FDA7-49A0-9C9F-03E8477271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C854F5-0D18-47AF-B0BF-83263596C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8F3B6-F491-4C6F-B9B3-F40D2BC9756A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318B92-2467-4148-94F4-8D8E2702C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E3CC9D-D38F-42B6-A27F-5339C0A8D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4CA43-1621-4A00-BF04-FDA6D7D1C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762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2D76A-CA30-4107-8930-709E22A80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4CBA3C-34A7-4E24-A289-D76751AAC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3DD53E-0FB9-4893-90F4-9BCD30E019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0D6B7B-B106-470B-B15E-386543852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8F3B6-F491-4C6F-B9B3-F40D2BC9756A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5BAEC2-8C3D-4530-94F0-A90561454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1BF9BE-9A4B-466C-A121-8B676892B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4CA43-1621-4A00-BF04-FDA6D7D1C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822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B2057-EA6C-4D43-874D-D24E487A5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9AEACE-EB04-4404-AEEB-81A0445F4E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C46C20-EF78-483A-B1CD-7B88DEA1A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8F3B6-F491-4C6F-B9B3-F40D2BC9756A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E7AAEB-1F1B-415E-8422-309A6B57C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8B2FC-FF0E-46DC-9A9A-4F5264583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4CA43-1621-4A00-BF04-FDA6D7D1C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257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8D586C-0C62-441C-9337-8D8F842BD4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3CBD5F-9DFF-41E6-9AF2-176C470951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0AA1DF-2353-4D4E-B9FD-3B121A871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8F3B6-F491-4C6F-B9B3-F40D2BC9756A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A035FB-9B3E-4397-B5CA-0BF79433C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638D9C-D241-4B12-AA33-79B25FD9D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4CA43-1621-4A00-BF04-FDA6D7D1C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479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F68417-6F52-45AD-B7E2-2914BB35E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CF31E7-AC47-4A59-AE19-90D698BA22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2207F1-84AF-434A-914F-964759C340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78F3B6-F491-4C6F-B9B3-F40D2BC9756A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ADD69-7F9B-42CA-8BA0-B86D9D671B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4428CD-B3A2-4F47-87B7-A97CEA2434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4CA43-1621-4A00-BF04-FDA6D7D1C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421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#92B It is Good to Sing Your Praises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1" y="1573596"/>
            <a:ext cx="1219199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i="1" dirty="0"/>
              <a:t>1. </a:t>
            </a:r>
            <a:r>
              <a:rPr lang="en-US" sz="2800" dirty="0"/>
              <a:t>It is good to sing your praises</a:t>
            </a:r>
            <a:br>
              <a:rPr lang="en-US" sz="2800" dirty="0"/>
            </a:br>
            <a:r>
              <a:rPr lang="en-US" sz="2800" dirty="0"/>
              <a:t>and to thank you, O Most High,</a:t>
            </a:r>
            <a:br>
              <a:rPr lang="en-US" sz="2800" dirty="0"/>
            </a:br>
            <a:r>
              <a:rPr lang="en-US" sz="2800" dirty="0"/>
              <a:t>showing forth your lovingkindness</a:t>
            </a:r>
            <a:br>
              <a:rPr lang="en-US" sz="2800" dirty="0"/>
            </a:br>
            <a:r>
              <a:rPr lang="en-US" sz="2800" dirty="0"/>
              <a:t>when the morning lights the sky.</a:t>
            </a:r>
            <a:br>
              <a:rPr lang="en-US" sz="2800" dirty="0"/>
            </a:br>
            <a:r>
              <a:rPr lang="en-US" sz="2800" dirty="0"/>
              <a:t>It is good, when night is falling,</a:t>
            </a:r>
            <a:br>
              <a:rPr lang="en-US" sz="2800" dirty="0"/>
            </a:br>
            <a:r>
              <a:rPr lang="en-US" sz="2800" dirty="0"/>
              <a:t>of your faithfulness to tell,</a:t>
            </a:r>
            <a:br>
              <a:rPr lang="en-US" sz="2800" dirty="0"/>
            </a:br>
            <a:r>
              <a:rPr lang="en-US" sz="2800" dirty="0"/>
              <a:t>while with sweet, melodious praises</a:t>
            </a:r>
            <a:br>
              <a:rPr lang="en-US" sz="2800" dirty="0"/>
            </a:br>
            <a:r>
              <a:rPr lang="en-US" sz="2800" dirty="0"/>
              <a:t>songs of adoration swell. </a:t>
            </a:r>
            <a:endParaRPr kumimoji="0" lang="en-CA" sz="2800" b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6A5D1E-7FC9-4AEF-8148-16EF4D87C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717312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577607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 </a:t>
            </a:r>
            <a:r>
              <a:rPr lang="en-US" sz="2800" dirty="0"/>
              <a:t>You have filled my heart with gladness</a:t>
            </a:r>
            <a:br>
              <a:rPr lang="en-US" sz="2800" dirty="0"/>
            </a:br>
            <a:r>
              <a:rPr lang="en-US" sz="2800" dirty="0"/>
              <a:t>through the works your hands have wrought;</a:t>
            </a:r>
            <a:br>
              <a:rPr lang="en-US" sz="2800" dirty="0"/>
            </a:br>
            <a:r>
              <a:rPr lang="en-US" sz="2800" dirty="0"/>
              <a:t>you have made my life victorious,</a:t>
            </a:r>
            <a:br>
              <a:rPr lang="en-US" sz="2800" dirty="0"/>
            </a:br>
            <a:r>
              <a:rPr lang="en-US" sz="2800" dirty="0"/>
              <a:t>great your works and deep your thought.</a:t>
            </a:r>
            <a:br>
              <a:rPr lang="en-US" sz="2800" dirty="0"/>
            </a:br>
            <a:r>
              <a:rPr lang="en-US" sz="2800" dirty="0"/>
              <a:t>You, O Lord, on high exalted,</a:t>
            </a:r>
            <a:br>
              <a:rPr lang="en-US" sz="2800" dirty="0"/>
            </a:br>
            <a:r>
              <a:rPr lang="en-US" sz="2800" dirty="0"/>
              <a:t>reign forevermore in might;</a:t>
            </a:r>
            <a:br>
              <a:rPr lang="en-US" sz="2800" dirty="0"/>
            </a:br>
            <a:r>
              <a:rPr lang="en-US" sz="2800" dirty="0"/>
              <a:t>all your enemies shall perish,</a:t>
            </a:r>
            <a:br>
              <a:rPr lang="en-US" sz="2800" dirty="0"/>
            </a:br>
            <a:r>
              <a:rPr lang="en-US" sz="2800" dirty="0"/>
              <a:t>sin be banished from your sight.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E8F903-8F50-42D4-80C5-99461A318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982070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577607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 </a:t>
            </a:r>
            <a:r>
              <a:rPr lang="en-US" sz="2800" dirty="0"/>
              <a:t>But the good shall live before you,</a:t>
            </a:r>
            <a:br>
              <a:rPr lang="en-US" sz="2800" dirty="0"/>
            </a:br>
            <a:r>
              <a:rPr lang="en-US" sz="2800" dirty="0"/>
              <a:t>planted in your dwelling place,</a:t>
            </a:r>
            <a:br>
              <a:rPr lang="en-US" sz="2800" dirty="0"/>
            </a:br>
            <a:r>
              <a:rPr lang="en-US" sz="2800" dirty="0"/>
              <a:t>fruitful trees and ever verdant,</a:t>
            </a:r>
            <a:br>
              <a:rPr lang="en-US" sz="2800" dirty="0"/>
            </a:br>
            <a:r>
              <a:rPr lang="en-US" sz="2800" dirty="0"/>
              <a:t>nourished by your boundless grace.</a:t>
            </a:r>
            <a:br>
              <a:rPr lang="en-US" sz="2800" dirty="0"/>
            </a:br>
            <a:r>
              <a:rPr lang="en-US" sz="2800" dirty="0"/>
              <a:t>In his goodness to the righteous</a:t>
            </a:r>
            <a:br>
              <a:rPr lang="en-US" sz="2800" dirty="0"/>
            </a:br>
            <a:r>
              <a:rPr lang="en-US" sz="2800" dirty="0"/>
              <a:t>God his righteousness displays;</a:t>
            </a:r>
            <a:br>
              <a:rPr lang="en-US" sz="2800" dirty="0"/>
            </a:br>
            <a:r>
              <a:rPr lang="en-US" sz="2800" dirty="0"/>
              <a:t>God my rock, my strength and refuge,</a:t>
            </a:r>
            <a:br>
              <a:rPr lang="en-US" sz="2800" dirty="0"/>
            </a:br>
            <a:r>
              <a:rPr lang="en-US" sz="2800" dirty="0"/>
              <a:t>just and true are all his ways.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DF8F26-9D03-499C-A10E-B6219B0CD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98597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230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#92B It is Good to Sing Your Praises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#92B It is Good to Sing Your Praises</dc:title>
  <dc:creator>Eric Hoogendoorn</dc:creator>
  <cp:lastModifiedBy>Eric Hoogendoorn</cp:lastModifiedBy>
  <cp:revision>1</cp:revision>
  <dcterms:created xsi:type="dcterms:W3CDTF">2020-07-24T02:22:17Z</dcterms:created>
  <dcterms:modified xsi:type="dcterms:W3CDTF">2020-07-24T02:22:42Z</dcterms:modified>
</cp:coreProperties>
</file>