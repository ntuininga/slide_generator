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CA68-764E-4D67-930C-CA33999E0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11990-20CB-4B2E-92D1-CDB86F7B4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11897-3F34-4A8D-831B-88462B8A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66C8-8A60-4944-AD27-308FEB5E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CB9F4-40C0-4CE5-88B1-94899124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1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E88A-265D-4909-BD44-B5E12B83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6431-C700-4180-AD47-1D3B13C8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5288F-DB69-48EA-A020-1CF1A8D4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BCE5-E2D5-41A3-8CC0-5426FC87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8749E-1C1E-4CD3-AE9F-FA26D888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6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B95F-E205-44A7-9754-D49ED21F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E79E0-C4C0-48EF-B5F2-74CB08E2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AA1EF-0A16-4E1A-AE18-149931B1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3D44-9C1B-46DE-945F-395B3270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A9F1-FBF3-4445-A3C9-0B5B5CD9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C987D-B031-4762-B6C5-B140755B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6BDD8-0649-4227-BA0C-B9E5BC02E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20D74-55D1-41D7-9A8F-522E35632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D9483-E8E3-4BBF-A687-AF32E20C5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AABCA-4F0B-4C81-80C5-C1265DE2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EEEE5-BFD0-4C47-9D04-FA5AB524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BCDA2-5A3B-4290-BC5F-99C9CB983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D1F6A-8186-4065-84FD-5F01B81E3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76F18-B01A-4319-8794-1EA5E5E4D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CF17-1FA9-49FC-B356-AACA2D222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64093-4658-4BA6-BCCF-6C0A8BD02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21A85-8C8B-4239-AB24-7D7935C0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A48D5-6EF5-486F-9F73-74073700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F57491-1E76-48F8-A4E1-545A2ABC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9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2806-EDF1-4C0C-8918-0882779C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AA382-C285-4459-AFD6-D98EEAA0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62388-7410-4702-9BFA-4C8C5F67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2643D-2C5C-4E3E-B3C0-5F4F8852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6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B5C67-F65C-45DC-A19B-38CFC919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E28C2-EEB5-431B-8357-9272FA40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42CAC-E7C1-4C50-B72E-5474F9B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6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EBE3-26C7-4FD3-B241-5B0164B6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92A6A-4826-4A0D-B5B7-2683E1E69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06F9D-8CE0-42ED-9779-B249EE946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062F0-57EF-401E-8BED-88046301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DC51B-8091-49C1-B8B6-95325F28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F729B-C351-438C-9A70-EAD9F68D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4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1B1E-FD1B-4F37-8503-D5440D93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37C075-AB0E-4D68-8799-E94817305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C7C18-B213-41AD-81E2-C8717B377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2934C-2A35-40A6-A720-D6826106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DD374-A7AD-4EA9-97C9-E33736F5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C4F16-0EC3-4D99-92BE-1125418B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4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992D-39C8-4C45-A925-B09C8DB8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8EAA7-2878-44E3-A2EE-7257E7D49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71F38-2F36-4F4C-9A9E-06A32DBF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A6855-E400-420E-9CD6-FE40711E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2480A-35B0-44A5-B655-4F689FF1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5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36623-2B89-4341-8867-1B40C9FB3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064DD-9B18-4F02-883F-B6454105A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92F98-E23D-458B-9EE4-D55D7ACD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37773-B7CB-42C3-B8AB-C9BE4EA9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48EAF-9D6E-4263-8034-3BD218A0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3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AAAFA2-8002-4F11-B9CC-272309A5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0D67D-8E7D-4D67-812E-7F782A7FE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31EE-55F5-4679-99FB-5CC3A0A58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8FFFB-026D-4ADE-AB8B-094483478FC0}" type="datetimeFigureOut">
              <a:rPr lang="en-US" smtClean="0"/>
              <a:t>5/21/2020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4E2A-06B0-4AEB-8146-DE055ED24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DAFC4-0B04-4BB1-87ED-CF66115913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9FD21-284C-4DD0-8983-7175807CF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5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See, the </a:t>
            </a:r>
            <a:r>
              <a:rPr lang="en-US" sz="2800" dirty="0" err="1"/>
              <a:t>Conqu'ror</a:t>
            </a:r>
            <a:r>
              <a:rPr lang="en-US" sz="2800" dirty="0"/>
              <a:t> mounts in triumph;</a:t>
            </a:r>
            <a:br>
              <a:rPr lang="en-US" sz="2800" dirty="0"/>
            </a:br>
            <a:r>
              <a:rPr lang="en-US" sz="2800" dirty="0"/>
              <a:t>see the King in royal state,</a:t>
            </a:r>
            <a:br>
              <a:rPr lang="en-US" sz="2800" dirty="0"/>
            </a:br>
            <a:r>
              <a:rPr lang="en-US" sz="2800" dirty="0"/>
              <a:t>riding on the clouds, his chariot,</a:t>
            </a:r>
            <a:br>
              <a:rPr lang="en-US" sz="2800" dirty="0"/>
            </a:br>
            <a:r>
              <a:rPr lang="en-US" sz="2800" dirty="0"/>
              <a:t>to his </a:t>
            </a:r>
            <a:r>
              <a:rPr lang="en-US" sz="2800" dirty="0" err="1"/>
              <a:t>heav'nly</a:t>
            </a:r>
            <a:r>
              <a:rPr lang="en-US" sz="2800" dirty="0"/>
              <a:t> palace gate.</a:t>
            </a:r>
            <a:br>
              <a:rPr lang="en-US" sz="2800" dirty="0"/>
            </a:br>
            <a:r>
              <a:rPr lang="en-US" sz="2800" dirty="0"/>
              <a:t>Hear the choir of angel voices</a:t>
            </a:r>
            <a:br>
              <a:rPr lang="en-US" sz="2800" dirty="0"/>
            </a:br>
            <a:r>
              <a:rPr lang="en-US" sz="2800" dirty="0"/>
              <a:t>joyful alleluias sing,</a:t>
            </a:r>
            <a:br>
              <a:rPr lang="en-US" sz="2800" dirty="0"/>
            </a:br>
            <a:r>
              <a:rPr lang="en-US" sz="2800" dirty="0"/>
              <a:t>and the gates on high are opened</a:t>
            </a:r>
            <a:br>
              <a:rPr lang="en-US" sz="2800" dirty="0"/>
            </a:br>
            <a:r>
              <a:rPr lang="en-US" sz="2800" dirty="0"/>
              <a:t>to receive their </a:t>
            </a:r>
            <a:r>
              <a:rPr lang="en-US" sz="2800" dirty="0" err="1"/>
              <a:t>heav'nly</a:t>
            </a:r>
            <a:r>
              <a:rPr lang="en-US" sz="2800" dirty="0"/>
              <a:t> King.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#373 See, The Conqueror Mounts in Triumph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Who is this that comes in glory,</a:t>
            </a:r>
            <a:br>
              <a:rPr lang="en-US" sz="2800" dirty="0"/>
            </a:br>
            <a:r>
              <a:rPr lang="en-US" sz="2800" dirty="0"/>
              <a:t>trumpets sound with jubilee?</a:t>
            </a:r>
            <a:br>
              <a:rPr lang="en-US" sz="2800" dirty="0"/>
            </a:br>
            <a:r>
              <a:rPr lang="en-US" sz="2800" dirty="0"/>
              <a:t>Lord of battles, God of armies,</a:t>
            </a:r>
            <a:br>
              <a:rPr lang="en-US" sz="2800" dirty="0"/>
            </a:br>
            <a:r>
              <a:rPr lang="en-US" sz="2800" dirty="0"/>
              <a:t>he has gained the victory.</a:t>
            </a:r>
            <a:br>
              <a:rPr lang="en-US" sz="2800" dirty="0"/>
            </a:br>
            <a:r>
              <a:rPr lang="en-US" sz="2800" dirty="0"/>
              <a:t>He who on the cross did suffer,</a:t>
            </a:r>
            <a:br>
              <a:rPr lang="en-US" sz="2800" dirty="0"/>
            </a:br>
            <a:r>
              <a:rPr lang="en-US" sz="2800" dirty="0"/>
              <a:t>he who from the grave arose,</a:t>
            </a:r>
            <a:br>
              <a:rPr lang="en-US" sz="2800" dirty="0"/>
            </a:br>
            <a:r>
              <a:rPr lang="en-US" sz="2800" dirty="0"/>
              <a:t>he has conquered sin and Satan,</a:t>
            </a:r>
            <a:br>
              <a:rPr lang="en-US" sz="2800" dirty="0"/>
            </a:br>
            <a:r>
              <a:rPr lang="en-US" sz="2800" dirty="0"/>
              <a:t>he by death has beat his foes.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249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You have raised our human nature</a:t>
            </a:r>
            <a:br>
              <a:rPr lang="en-US" sz="2800" dirty="0"/>
            </a:br>
            <a:r>
              <a:rPr lang="en-US" sz="2800" dirty="0"/>
              <a:t>on the clouds to God's right hand;</a:t>
            </a:r>
            <a:br>
              <a:rPr lang="en-US" sz="2800" dirty="0"/>
            </a:br>
            <a:r>
              <a:rPr lang="en-US" sz="2800" dirty="0"/>
              <a:t>there we'll sit in </a:t>
            </a:r>
            <a:r>
              <a:rPr lang="en-US" sz="2800" dirty="0" err="1"/>
              <a:t>heav'nly</a:t>
            </a:r>
            <a:r>
              <a:rPr lang="en-US" sz="2800" dirty="0"/>
              <a:t> places,</a:t>
            </a:r>
            <a:br>
              <a:rPr lang="en-US" sz="2800" dirty="0"/>
            </a:br>
            <a:r>
              <a:rPr lang="en-US" sz="2800" dirty="0"/>
              <a:t>there with you in glory stand.</a:t>
            </a:r>
            <a:br>
              <a:rPr lang="en-US" sz="2800" dirty="0"/>
            </a:br>
            <a:r>
              <a:rPr lang="en-US" sz="2800" dirty="0"/>
              <a:t>Jesus reigns, adored by angels,</a:t>
            </a:r>
            <a:br>
              <a:rPr lang="en-US" sz="2800" dirty="0"/>
            </a:br>
            <a:r>
              <a:rPr lang="en-US" sz="2800" dirty="0"/>
              <a:t>man with God is on the throne;</a:t>
            </a:r>
            <a:br>
              <a:rPr lang="en-US" sz="2800" dirty="0"/>
            </a:br>
            <a:r>
              <a:rPr lang="en-US" sz="2800" dirty="0"/>
              <a:t>mighty Lord, in your ascension</a:t>
            </a:r>
            <a:br>
              <a:rPr lang="en-US" sz="2800" dirty="0"/>
            </a:br>
            <a:r>
              <a:rPr lang="en-US" sz="2800" dirty="0"/>
              <a:t>we by faith behold our own.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86685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2020-05-22T03:13:00Z</dcterms:created>
  <dcterms:modified xsi:type="dcterms:W3CDTF">2020-05-22T03:13:27Z</dcterms:modified>
</cp:coreProperties>
</file>