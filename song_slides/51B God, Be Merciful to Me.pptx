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384F35-3C3E-4C9B-8848-0F0C0F5A84A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B84799-8A73-41FF-8CE7-D333F7C987C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DF1A62-7A9A-4DBE-9483-17FAC0FFA55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EA465F-2EBE-4BCD-903D-3FFADB01294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A3C08C-DAF0-4353-849D-8BEC0009C8E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94A089-1C80-42C9-8876-9026205A1CC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2E8111-3BD7-4393-B155-38A492741D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B8002B-AC69-4E21-99AF-7181AF77D7C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4A6706-3DC3-4FC5-8D0D-F6BA7527328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F2FE5D-D130-4A48-AFA4-D123D62D41A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8ECF8A-E76F-4B7C-B0B3-CC525D96601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CA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0" y="1615680"/>
            <a:ext cx="12191760" cy="26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514440" indent="-514440" algn="ctr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God, be merciful to me, 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  according to your steadfast love,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and in your abundant mercy,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Lord, my many sins remove.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Cleanse me from iniquity;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  wash my sin away from me.   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itle 1"/>
          <p:cNvSpPr/>
          <p:nvPr/>
        </p:nvSpPr>
        <p:spPr>
          <a:xfrm>
            <a:off x="0" y="160560"/>
            <a:ext cx="12191760" cy="805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</a:pPr>
            <a:r>
              <a:rPr b="0" i="1" lang="en-CA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#51B God, Be Merciful to Me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0" y="1615680"/>
            <a:ext cx="12191760" cy="26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</a:t>
            </a: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Lord, I know my own transgressions;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 can see my sinful plight.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 have sinned against you only,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done what’s evil in your sight.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 your words are verified, 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and your verdict justified.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1"/>
          <p:cNvSpPr/>
          <p:nvPr/>
        </p:nvSpPr>
        <p:spPr>
          <a:xfrm>
            <a:off x="0" y="1615680"/>
            <a:ext cx="12191760" cy="26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</a:t>
            </a: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Truly, I was from my childhood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brought forth in iniquity;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I was sinful from the moment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when my mother first conceived.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  Truth you seek within my heart;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 wisdom to me you impart.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0" y="1615680"/>
            <a:ext cx="12191760" cy="26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 </a:t>
            </a: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Cleanse me, purify with hyssop,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I’ll be whiter than the snow.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Let the bones you crushed be joyful;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may I joy and gladness know.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From my failure hide your face;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CA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all my wickedness erase.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0" y="1615680"/>
            <a:ext cx="12191760" cy="26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Lord, create in me a pure heart;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 make my spirit right and new.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Do not take away your Spirit – 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cast me not away from you.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Your salvation’s joy restore;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keep my spirit willing, Lord.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2"/>
          <p:cNvSpPr/>
          <p:nvPr/>
        </p:nvSpPr>
        <p:spPr>
          <a:xfrm>
            <a:off x="0" y="1615680"/>
            <a:ext cx="121917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Then I’ll teach your ways to sinners;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Rebels will return to you,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From the guilt of blood, O free me,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God, my God and Savior true,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Then I’ll praise your righteousness;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Teach my lips your name to bless.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Copyright Trinity Psalter Hymnal, 2018, used by permission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LibreOffice/25.2.2.2$Linux_X86_64 LibreOffice_project/520$Build-2</Application>
  <AppVersion>15.0000</AppVersion>
  <Words>279</Words>
  <Paragraphs>36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2020-10-02T14:49:10Z</dcterms:created>
  <dc:creator>Eric Hoogendoorn</dc:creator>
  <dc:description/>
  <dc:language>en-CA</dc:language>
  <cp:lastModifiedBy/>
  <dcterms:modified xsi:type="dcterms:W3CDTF">2025-12-21T06:35:35Z</dcterms:modified>
  <cp:revision>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</vt:i4>
  </property>
</Properties>
</file>