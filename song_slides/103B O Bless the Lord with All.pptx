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47E44-E392-2CDF-6149-07115A289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31FCD4-E985-E5D7-C23B-38F10F435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18284-3E63-7374-ACD5-5DCA6140C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AF32-3A97-438F-9628-B41BEFA2327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73EA0-C1A0-9717-E4C9-C552FA791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5F9B5-A95C-A851-96C2-A06BE794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4C5E-652B-4165-9B77-52D88FB6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40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9728-E820-407C-44EE-AB8B957F1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8A0D8-87F4-381E-186E-13B1D5F15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DBAA-B1B0-27EB-42A1-C41B392A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AF32-3A97-438F-9628-B41BEFA2327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73E68-80C2-26DB-D146-2C944E3A9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3F95A-EAFE-E2D9-E2FD-A7FFBDFC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4C5E-652B-4165-9B77-52D88FB6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62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E5BF-3F07-121B-7E75-D6844C73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DE450-127A-9EE0-B910-BF43FED65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F8121-03D0-FD5F-7047-17477CAD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AF32-3A97-438F-9628-B41BEFA2327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4A2D6-2D49-236C-ED9A-6FDA62415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36848-C060-B88C-1940-B828C8AA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4C5E-652B-4165-9B77-52D88FB6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84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979D3-5A09-5E94-B2E1-824B8C167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8F73A-DE7C-539D-E351-679DEA7BE6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29D6E-8149-D307-C158-2D95419FE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6255B-B411-140E-FC62-1D6A78F8B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AF32-3A97-438F-9628-B41BEFA2327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F76E1-C626-6AD1-EAB5-D929F919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E9F81-8BCD-1AE0-F315-E9D98B99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4C5E-652B-4165-9B77-52D88FB6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3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EEEF7-BBDD-F9C3-C809-36FAB17D8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25380-4D6E-41F4-9DC7-122B374A1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5AB4B-51E9-1B33-57D0-E589D53AA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6A274-A1E2-BF1B-BA6D-28954EDC4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70F17-8411-029B-2245-56939C2E6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C2E6B-5F0D-19E0-6BB4-47B302BC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AF32-3A97-438F-9628-B41BEFA2327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BA9B8B-224B-72B8-B0CA-B4BAF9439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CEB5D-B235-5419-6777-30EFD0E4E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4C5E-652B-4165-9B77-52D88FB6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24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F555D-3DF2-FBD1-1BBA-4F2D3786D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38E844-9FD3-6A83-72DB-CE12C745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AF32-3A97-438F-9628-B41BEFA2327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F7B7E-A027-678F-CD66-951ED2CC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B71DD-DAE5-A573-004A-5A839C4B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4C5E-652B-4165-9B77-52D88FB6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939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E5FCA-F417-AE3C-5280-A8BBD1EBB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AF32-3A97-438F-9628-B41BEFA2327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63FCD-8696-4223-07E9-C76384026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6590B-91E1-AA1D-3808-18A253F4A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4C5E-652B-4165-9B77-52D88FB6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78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2A7A-F961-9427-D089-CDAC0140B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23820-3D4A-04BF-268D-7F39F1D89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85DBC-738B-E936-D73D-8371E7D12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67FA7-58F6-5035-B6EB-4AEE7FF43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AF32-3A97-438F-9628-B41BEFA2327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483B9-4B6C-DE72-1136-1BB8CA49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6B472-E2F7-AA8F-B2CE-1F0E9F99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4C5E-652B-4165-9B77-52D88FB6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9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98FDD-6C19-C40B-1857-6C5F5743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FE9614-7809-01C0-FEC9-09F29E55F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C477F-A4F9-2567-F744-5BD628B78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AC257-7670-2D49-B906-E678BD0E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AF32-3A97-438F-9628-B41BEFA2327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6F320-6D9F-E003-1ADC-FAC363858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EAD31-836B-6E9F-79F3-85635AD8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4C5E-652B-4165-9B77-52D88FB6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3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25A87-0109-2536-0836-1779A680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007C5-349B-CF2D-D3BA-15B11BC11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6A460-E210-D190-255E-B404D230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AF32-3A97-438F-9628-B41BEFA2327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7E79C-E96A-B91A-E956-97E27B131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33FEE-93FC-EB1C-3C0A-10BFA7D4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4C5E-652B-4165-9B77-52D88FB6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7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F1E142-1EC4-CC76-8504-7FF38012FB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5B235-2D58-DE38-4B8B-F147A7917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3B59D-F102-C5B9-6A95-96A5E7A5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AF32-3A97-438F-9628-B41BEFA2327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4EAC3-F21A-B7B0-B878-A8FD5AD65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3F32B-9556-036B-6E06-1E8D75612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54C5E-652B-4165-9B77-52D88FB6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39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A92CB5-8FBC-C8B9-2464-BCCA2F0EB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3FFF8-26BB-346B-395A-7CC0B3F79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CA9D7-D2C9-CF9D-2A7D-82C36757A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1AF32-3A97-438F-9628-B41BEFA2327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9ABFC-5D52-7881-9DD0-026B57B89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251A7-C9AE-F404-237B-3CA5D4D6F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54C5E-652B-4165-9B77-52D88FB6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5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847AF-F4B8-2197-0658-289F5EB92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#103B O Bless the Lord with All My Soul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65ECF-930E-5587-775C-71ACF6BF1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bless the Lord with all my soul,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let all within me bless his name,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Forget not all his benefits;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bless the Lord, my soul proclaim.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Lord forgives you all yours sins,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heals your sickness and distress;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life he rescues from the grace,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you he crowns with tenderness.</a:t>
            </a:r>
          </a:p>
        </p:txBody>
      </p:sp>
    </p:spTree>
    <p:extLst>
      <p:ext uri="{BB962C8B-B14F-4D97-AF65-F5344CB8AC3E}">
        <p14:creationId xmlns:p14="http://schemas.microsoft.com/office/powerpoint/2010/main" val="2484882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776E-DB61-D644-FAFF-11A58AC84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1299A-2216-8DC4-98D5-F1BC5D821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Your deepest longings he fulfills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his unending stores of good,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So, like the eagle’s strength in flight,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youthful vigor is renewed.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Lord performs his righteousness,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justice gives to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suff’ring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ones.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Moses he made known his ways,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 mighty deeds to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Isr’els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sons.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CB2898-4056-6A61-FC31-7CDEE1EB7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65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BBB99-90F2-5486-5D29-76C3F4FD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04AC3-D7DF-50DB-93DF-90949FD1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The Lord is merciful and kind,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anger slow, and full of grace.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will not constantly reprove,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in his anger hid his face.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does not punish our misdeeds,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give our sins their just reward.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great his love –as high as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heav’n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all of those who fear the Lord!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EC14EA-BD86-029A-9E3A-F63B26AD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51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196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Office Theme</vt:lpstr>
      <vt:lpstr>#103B O Bless the Lord with All My Soul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2024-12-21T17:46:53Z</dcterms:created>
  <dcterms:modified xsi:type="dcterms:W3CDTF">2024-12-21T17:57:41Z</dcterms:modified>
</cp:coreProperties>
</file>