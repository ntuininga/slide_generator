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44337BCF-44D5-48F0-B968-D307685BE270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7/1/23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59A1EE1-BFA4-4EF5-B680-E0C14430CA1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179568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How blessed are those upright in their way,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Who keep the Lord’s decrees with dedication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in their walk of life his law obey.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How blest are those who with determination,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Wholeheartedly seek him by night and day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look to him for guidance and salvation.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William Helder, 1972, 2007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0" y="448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#119A How Blessed Are Those Upright In Their Way</a:t>
            </a:r>
            <a:endParaRPr b="0" lang="en-CA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61568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How blest are they who shun iniquities,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Your holy law with diligence observing.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You have laid down you statutes and decrees,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be obeyed in faithfulness unswerving.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may I but submit myself to these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so go forth a steady course preserving.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William Helder, 1972, 2007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61568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know that I shall not be put to shame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If only with attention undivided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heed your laws and fix my gaze on them.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truly thank you for the grace provided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When I am taught the judgements you proclaim.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Do not forsake me, leaving me unguided.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William Helder, 1972, 2007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LibreOffice/7.0.4.2$Linux_X86_64 LibreOffice_project/00$Build-2</Application>
  <AppVersion>15.0000</AppVersion>
  <Words>187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2020-05-23T00:30:51Z</dcterms:created>
  <dc:creator>Eric Hoogendoorn</dc:creator>
  <dc:description/>
  <dc:language>en-CA</dc:language>
  <cp:lastModifiedBy/>
  <dcterms:modified xsi:type="dcterms:W3CDTF">2023-07-01T11:19:08Z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