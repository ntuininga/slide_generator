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AEEE-35FE-4E12-947E-6F6462A44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7FA38-6D70-4DF0-AF5B-1148AC0F7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C0A1B-F5DF-4569-A003-95896EB4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FA530-5024-4C75-AFE6-C8C0E533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0AB6D-83BE-40D4-8860-62BF7348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505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E3F5-6437-4CB7-9D10-4D9623FC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DBE57-E5E2-4AB8-B337-46A9F48F4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9930A-4710-4655-BB57-96F395BD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13775-F7C0-4684-85E5-B30BFB42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5157-65EF-491D-ACBF-5C9708D5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603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A73B-C4C6-4825-A0E9-6D518389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F7F92-6EB1-48EA-8EA3-6361A9BA1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892D5-09C1-4A11-BB11-6E70C864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3407-70CD-4AA3-92ED-3F7F18D1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FF45-1141-4F0D-A9D0-7E42A7AA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094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4A44-1CDB-4799-98A7-55344CB3C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872C-FA38-46C2-9CFB-74713B6F0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9063F-A664-4379-95A5-E7B2CABC2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A318-7A94-4339-9648-5E7053C4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B0F8F-231D-4DC3-AC94-9EAA74DF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37838-0A4B-438F-86B9-A1733F69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8288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DE35-759E-49D8-84FA-65BC0AA6A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DC4C-B767-4435-8140-82F88B474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EACE8-B1DD-4265-B302-52038BD3C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CDAB3D-645F-486B-9DB8-4B6E3CDDC6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5D9B2-F10C-4061-B52F-F7FDEE80B9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0DBB5-5519-44A5-9DC7-DE4A2AF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6A06D-8AB8-43CB-9F1D-5757CA23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5AB96B-602A-45E6-9F31-B85960A8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159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4672-3111-4045-806D-C1174298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551C1-EAAF-4773-864A-253891BA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FA2848-3FD3-4B04-8A20-297267DC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0D9F9-15D4-4070-9F49-BAD8EAB8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98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634DC-C1EC-4A29-BCE2-6C5F47D2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8B105-C749-46DD-A979-BD7833B7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1729C-C051-4B34-A650-FB9BE223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58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1A85-E0E1-4D4D-BF05-E11C1A24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A801E-DEC1-4A20-AA2E-F9A3ECBD7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78590-DFB8-47A3-BCC0-83C39D3B2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63208-0EE9-4648-B5A4-ED37A036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6E440-55F7-4161-9F64-E019C9A46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96F02-B806-46D8-92E5-0A6CF88F0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80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7E9B-75BE-4569-A3A9-11FED1FC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DF24E-B296-43C0-A24E-28BDD5F2A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27B29-C90C-48CB-820D-3A2BDD0C2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23D1C-5667-4110-AB6A-C3DF7F04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764C6-F552-4C08-931B-BFF87A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DD74-1442-46C4-8458-BBEA00DC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9972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02E8-7586-43A8-A3C1-FB3A8FF9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0834A-B5CC-4B46-A9FB-B055CC830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AFC-E4CC-4BED-9B7A-7DED640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606AE-8F3A-4F16-8838-B81B13FB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E24EE-B3E2-4733-91AD-EA119874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947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16FFC-6212-40D0-B6AE-7B2771036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C31C4-FC3B-4045-B8D4-E175AE3E8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48FF7-1592-4C10-80AC-CCBFBD90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02530-6C29-4D1E-BD5C-4E1BAF27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E39BC-159D-4928-AEED-4962E1CE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0174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9A838-60C9-440F-9EC5-DD753E65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3C983-88F4-45B1-A150-069B19531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62050-1015-4D55-914D-3DFAA01D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78B20-6489-479D-83A9-10FA86136099}" type="datetimeFigureOut">
              <a:rPr lang="en-CA" smtClean="0"/>
              <a:t>2022-01-01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0D128-0ACE-4406-BE1B-E01AA7FCE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AFE0-2988-4473-9588-3C2537CF2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927B1-621C-4B1C-8A0D-38FC55EBECC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7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75A86-A192-4E61-A699-F2F8664EF810}"/>
              </a:ext>
            </a:extLst>
          </p:cNvPr>
          <p:cNvSpPr txBox="1"/>
          <p:nvPr/>
        </p:nvSpPr>
        <p:spPr>
          <a:xfrm>
            <a:off x="457200" y="123825"/>
            <a:ext cx="1127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#124 Now Israel May Say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28CB9-3B58-4204-95A4-B936343C4F89}"/>
              </a:ext>
            </a:extLst>
          </p:cNvPr>
          <p:cNvSpPr txBox="1"/>
          <p:nvPr/>
        </p:nvSpPr>
        <p:spPr>
          <a:xfrm>
            <a:off x="1890712" y="2305615"/>
            <a:ext cx="84105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Now Israel may say, and that in truth,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that the Lord had not our right maintained,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that the Lord had not with us remained,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cruel men against us rose to strive,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surely had been swallowed up alive.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405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A1C568-2FBA-447E-846C-B699A4AE5B73}"/>
              </a:ext>
            </a:extLst>
          </p:cNvPr>
          <p:cNvSpPr txBox="1"/>
          <p:nvPr/>
        </p:nvSpPr>
        <p:spPr>
          <a:xfrm>
            <a:off x="1538287" y="2305615"/>
            <a:ext cx="91154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Yea, when their wrath against us fiercely rose,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swelling tide had o'er us spread its wave,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raging stream had then become our grave,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surging flood, in proudly swelling roll,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surely then had overwhelmed our soul.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93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0E4158-2F0C-4108-93A1-64FDF07E7F59}"/>
              </a:ext>
            </a:extLst>
          </p:cNvPr>
          <p:cNvSpPr txBox="1"/>
          <p:nvPr/>
        </p:nvSpPr>
        <p:spPr>
          <a:xfrm>
            <a:off x="1171575" y="2305615"/>
            <a:ext cx="9848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Blest be the Lord, who made us not their prey;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from the snare a bird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escapeth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net is rent and so escaped are we;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only help is in Jehovah's name,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made the earth and all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heav'nly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frame.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85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2021-06-18T20:23:51Z</dcterms:created>
  <dcterms:modified xsi:type="dcterms:W3CDTF">2022-01-01T22:54:00Z</dcterms:modified>
</cp:coreProperties>
</file>