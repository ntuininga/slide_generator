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92" r:id="rId4"/>
    <p:sldId id="3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2B30-7B24-43BD-8C6C-C4FB29BAD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CB4A8-901A-48BF-8335-BF3B9A21F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9218C-73DC-469B-8121-96C7712B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90507-BC96-4624-B8D8-1FBA7FFC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9AA31-354D-490C-B032-3EA853E9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4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15E2F-147F-4DF6-9367-D832E6A90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8762E-4A45-4AC8-ACCD-6FB39F048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69D33-4D4A-423C-86D4-F22E3C95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75110-C51E-494E-8981-C92CC89BB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43579-9645-459F-A74D-C4E623A1E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1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B37F-9609-48D2-941A-74D0FBCBD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98328-FCE8-4F21-B183-4C54E740F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9CDA7-4139-42E6-A0E1-43AC9D2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26838-8B85-40C5-85D8-921A9B3FF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D9104-3C88-48DF-86B0-B66D07A1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14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0CBF8-843D-45C4-BB42-EC4C1F5B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EDE01-C9AD-4977-93B0-E30A645E8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162EB-16D5-45FD-9630-BE7025F40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40FEE-E148-4A64-B51D-1ABCBAA5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E2383-40B9-4B7A-88B3-F05140F5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BC06B-7113-4469-AAC1-9340FC6B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0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7851-CC1A-4573-97DB-8C6FC3A5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DF50C-9528-411F-AC47-6AABC6914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B125C-9A48-4251-95C7-0B3065D8A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2EC27-6A1F-47A1-BB7D-BD142F7D1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5A12A-2DA6-42B1-8A03-A219FA666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1DC4A4-42B1-491F-A5AD-E5B119BB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4A05E-229F-4C54-BE10-481C7CD8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D59926-ED02-4DD8-9EA3-7DEEA099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1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48767-9B87-4CCD-AF99-F7695B67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162B3-FE54-4A62-A493-36A1C50F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8D26B-B916-4B2B-BA17-73D0A6A6A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F326FE-F0F0-48A0-B352-70640BC3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5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03F2A1-8FA7-4E79-A5E1-BABCA3061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A0369A-928F-4807-A4B7-92051627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764F1-8936-4BF4-9B9C-2F7B0CCD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58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65DE-7108-4C82-9117-45E45C4F4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88A22-A3B7-4306-8968-FCAF208BC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D5681-38B2-4F9B-B1B8-A06D167C4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4EA3E-5D6B-45C6-B252-C561DCCF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C506B-25DA-47FC-B838-F8CEB58F7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B3550-4775-4826-B7F0-777ADD0A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2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14E9-4EA3-45F2-B80F-040824BBA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46A82-4FF2-4417-B537-911B320A4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1E943-DA3C-4A9A-9E82-4F8E82968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3AD06-2898-4925-B681-8E8002F6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C0977-1755-4013-A28D-41537EE1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04C06-3F43-41AA-ABEC-7AC1553B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43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D1C0-193D-4632-89E4-AF7F5E6C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26C82-4B9A-4F02-9731-F9A8820C7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1CB76-1911-4D0B-9656-1E41804D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FBF65-5A32-4D9E-A45D-109B555F5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D11B9-1BC8-4F69-9220-BA262B1F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54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A9B88-BF55-4180-AF1E-98AC46B302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0C8CE-3B81-431E-8F3B-3B35E094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E8354-F1E7-422B-8615-A6315EC9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2FC29-9686-400D-80EF-CF415C56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F8FB5-CFF7-4EB2-89A1-60330CB8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5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775293-FE0B-4815-8D06-63D49CA8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C34B8-A0EC-4C04-A8B9-0C0BCDE6D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FAE5D-7564-4443-9FDE-0902F6F8B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88215-44D0-475C-8314-ABF68511683A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E6EE4-331F-48FB-8506-AA60552D2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9C8C-79E4-4B29-955A-6A09E7401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99F8D-0057-4559-9363-56272C452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15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#66B Come, All Ye People, Bless Our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Come, all ye people, bless our God</a:t>
            </a:r>
            <a:br>
              <a:rPr lang="en-US" sz="2800" dirty="0"/>
            </a:br>
            <a:r>
              <a:rPr lang="en-US" sz="2800" dirty="0"/>
              <a:t>and tell his glorious praise abroad,</a:t>
            </a:r>
            <a:br>
              <a:rPr lang="en-US" sz="2800" dirty="0"/>
            </a:br>
            <a:r>
              <a:rPr lang="en-US" sz="2800" dirty="0"/>
              <a:t>who holds our souls in life,</a:t>
            </a:r>
            <a:br>
              <a:rPr lang="en-US" sz="2800" dirty="0"/>
            </a:br>
            <a:r>
              <a:rPr lang="en-US" sz="2800" dirty="0"/>
              <a:t>who never lets our feet be moved</a:t>
            </a:r>
            <a:br>
              <a:rPr lang="en-US" sz="2800" dirty="0"/>
            </a:br>
            <a:r>
              <a:rPr lang="en-US" sz="2800" dirty="0"/>
              <a:t>and, though our faith he oft has proved,</a:t>
            </a:r>
            <a:br>
              <a:rPr lang="en-US" sz="2800" dirty="0"/>
            </a:br>
            <a:r>
              <a:rPr lang="en-US" sz="2800" dirty="0"/>
              <a:t>upholds us in the strife.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2402887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We come with </a:t>
            </a:r>
            <a:r>
              <a:rPr lang="en-US" dirty="0" err="1"/>
              <a:t>off'rings</a:t>
            </a:r>
            <a:r>
              <a:rPr lang="en-US" dirty="0"/>
              <a:t> to his house,</a:t>
            </a:r>
            <a:br>
              <a:rPr lang="en-US" dirty="0"/>
            </a:br>
            <a:r>
              <a:rPr lang="en-US" dirty="0"/>
              <a:t>and here we pay the solemn vows</a:t>
            </a:r>
            <a:br>
              <a:rPr lang="en-US" dirty="0"/>
            </a:br>
            <a:r>
              <a:rPr lang="en-US" dirty="0"/>
              <a:t>we uttered in distress;</a:t>
            </a:r>
            <a:br>
              <a:rPr lang="en-US" dirty="0"/>
            </a:br>
            <a:r>
              <a:rPr lang="en-US" dirty="0"/>
              <a:t>to him our all we dedicate,</a:t>
            </a:r>
            <a:br>
              <a:rPr lang="en-US" dirty="0"/>
            </a:br>
            <a:r>
              <a:rPr lang="en-US" dirty="0"/>
              <a:t>to him we wholly consecrate</a:t>
            </a:r>
            <a:br>
              <a:rPr lang="en-US" dirty="0"/>
            </a:br>
            <a:r>
              <a:rPr lang="en-US" dirty="0"/>
              <a:t>the lives his mercies bless.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4231687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3. </a:t>
            </a:r>
            <a:r>
              <a:rPr lang="en-US" dirty="0"/>
              <a:t>Come, hear, all ye who fear the Lord,</a:t>
            </a:r>
            <a:br>
              <a:rPr lang="en-US" dirty="0"/>
            </a:br>
            <a:r>
              <a:rPr lang="en-US" dirty="0"/>
              <a:t>while I with grateful heart record</a:t>
            </a:r>
            <a:br>
              <a:rPr lang="en-US" dirty="0"/>
            </a:br>
            <a:r>
              <a:rPr lang="en-US" dirty="0"/>
              <a:t>what God has done for me;</a:t>
            </a:r>
            <a:br>
              <a:rPr lang="en-US" dirty="0"/>
            </a:br>
            <a:r>
              <a:rPr lang="en-US" dirty="0"/>
              <a:t>I cried to him in deep distress,</a:t>
            </a:r>
            <a:br>
              <a:rPr lang="en-US" dirty="0"/>
            </a:br>
            <a:r>
              <a:rPr lang="en-US" dirty="0"/>
              <a:t>And now his wondrous grace I bless,</a:t>
            </a:r>
            <a:br>
              <a:rPr lang="en-US" dirty="0"/>
            </a:br>
            <a:r>
              <a:rPr lang="en-US" dirty="0"/>
              <a:t>for he has set me free.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9352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4231687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4. </a:t>
            </a:r>
            <a:r>
              <a:rPr lang="en-US" dirty="0"/>
              <a:t>The Lord, who turns away the plea</a:t>
            </a:r>
            <a:br>
              <a:rPr lang="en-US" dirty="0"/>
            </a:br>
            <a:r>
              <a:rPr lang="en-US" dirty="0"/>
              <a:t>of those who love iniquity,</a:t>
            </a:r>
            <a:br>
              <a:rPr lang="en-US" dirty="0"/>
            </a:br>
            <a:r>
              <a:rPr lang="en-US" dirty="0"/>
              <a:t>has answered my request;</a:t>
            </a:r>
            <a:br>
              <a:rPr lang="en-US" dirty="0"/>
            </a:br>
            <a:r>
              <a:rPr lang="en-US" dirty="0"/>
              <a:t>he has not turned away my prayer,</a:t>
            </a:r>
            <a:br>
              <a:rPr lang="en-US" dirty="0"/>
            </a:br>
            <a:r>
              <a:rPr lang="en-US" dirty="0"/>
              <a:t>his grace and love he makes me share;</a:t>
            </a:r>
            <a:br>
              <a:rPr lang="en-US" dirty="0"/>
            </a:br>
            <a:r>
              <a:rPr lang="en-US" dirty="0"/>
              <a:t>his name be ever blest.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7839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#66B Come, All Ye People, Bless Our God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#66B Come, All Ye People, Bless Our God</dc:title>
  <dc:creator>Eric Hoogendoorn</dc:creator>
  <cp:lastModifiedBy>Eric Hoogendoorn</cp:lastModifiedBy>
  <cp:revision>1</cp:revision>
  <dcterms:created xsi:type="dcterms:W3CDTF">2020-07-04T15:45:37Z</dcterms:created>
  <dcterms:modified xsi:type="dcterms:W3CDTF">2020-07-04T15:45:59Z</dcterms:modified>
</cp:coreProperties>
</file>