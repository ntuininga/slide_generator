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4B676-A3B9-4CB4-AD19-EEC95887ACAC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D8DC3-E1AE-4E4B-9DB0-9D03017A9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9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55C5-713D-0850-3D85-2D83E4813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B7C99-CAFB-210A-C54A-DEFEA6A9E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A63A-42A5-0C33-C720-9C2CCF5D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7A628-88D2-4EAE-97D2-F0CC01C71004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1A50F-B97D-3B25-3074-1D973316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0F21-703D-2479-1758-D4E351B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9B27-C84D-254B-F4D8-35188ADB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D0B5-6432-BEEE-DAB3-F8799A804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42BE4-401A-601F-E98B-787C63F9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FCAB-6550-4B90-A40E-E5D44A00DC72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8739-F8BE-B55F-3DDA-B378D94D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A894-22F4-DECF-959C-97BC1E78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5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BA0F-7C77-C293-79F3-D3F5E660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9C48F-CBFD-DF41-9668-923EB4DE8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6110-A139-A4E1-62A7-E4194F70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969AC-5429-4F9B-825A-D358E512C137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F0C24-B9D2-CA6F-668B-9FAF82F0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7992E-13CD-9102-7F17-7E7F1747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2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E429-4F2B-C71C-9B4C-2AAE71E9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B665-D591-2376-3824-A26E4C31B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30BC0-5A40-8265-29F6-7422CD96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9599E-0B44-C04A-44FE-20F60DB7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77C3-126F-433E-AA39-4891B75A05B0}" type="datetime1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24661-83CC-D178-CEEB-742F72E56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9C00-2122-CAC6-B28C-2DD052BF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65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4588-D940-7E60-59C6-BCC99427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26C4B-A4D2-B91B-83B3-5EA999C9F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99589-874E-1C17-3B09-9895B297A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B6A50-E879-0363-ADAB-DB6E48BA5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90CFF-ABDB-B99B-F036-43A304573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58162-FEEB-F4C0-1925-EB239A8E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3492-9155-40BD-8ED1-22E9892B66BF}" type="datetime1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B4207-1BAF-D6AE-3C26-27F5414A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CA041-98FE-57DE-FCC0-6F5CBEB5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4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04C4-4ED7-BA6C-B1B1-40C5FB88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B2510-57C6-AA4A-23B3-8FBE1885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89DCA-136F-4593-9A11-14AE5A2118B8}" type="datetime1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432BA-0963-F636-CFA9-4A9ADB1E5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2A9BC-FE34-5156-ADB2-799893A3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3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956B8-BF15-476F-D222-18A48FA8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C577-703A-452A-B452-7954FD294065}" type="datetime1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E980B-6791-E859-A51D-5C93F3E4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B11E9-A94A-4667-9C25-CCB19C9E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9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5917-9F7C-5E17-3C9E-0D800645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2FE63-2E14-9E19-8F64-678312D37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C88FB-7469-A963-AE31-C79E5A71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84383-4D5A-A414-F5DE-2143BB49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8666-94B6-4DCE-885F-80709A982ABD}" type="datetime1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9C75-7CE2-5341-9495-06B6CD51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78E92-D73B-C1B4-F348-E7F8D5E5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5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B992-F774-059D-AEFE-F3A56678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EA32C-F230-3D71-F123-0FFE66753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AEC48-A0D9-8578-A1BB-07C30668B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A3404-9684-570A-8E8C-49BE758C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B61E-BE26-431C-B7A0-D6B4CFDB2DEB}" type="datetime1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E2A41-6CDC-8462-83CF-AE44B523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E5B71-0FD9-39E8-6F94-8F06B688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6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D7B3-C7F6-2588-83F4-D999F52B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72D67-A9FD-D2DF-81E3-B1A451108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BC7CA-721C-2EB8-2B28-ABD18697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66FE-E886-47A4-AEA9-7F763977B898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7F421-7B1B-8B2B-9C16-013A296F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7520-F2DA-CDBD-8692-532CBFCA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3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C9D36-B1B3-D146-2E92-6DD9F813D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4837E-1851-5CBA-ED69-80BDA68E9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7143-F755-7749-79AA-06C079FE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452F-3847-4751-AD48-CB5E854525C8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8D3D-3430-1363-22F1-8080F7CE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35CFF-3666-9BAC-A914-04342974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8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B214A-0931-CB68-83C7-1E2EC472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369A5-B83B-EF4D-0161-8B76B66EC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2D70-6614-55A8-4C02-72295853E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11355-63E1-4C82-B256-B63FEE3F7F53}" type="datetime1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04D26-7F64-6B90-2962-5D42F42AB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1EC2-DEFB-844E-B42D-BFDD4186A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E3D39-AFE0-4AF7-B138-007C6454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3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8D4E-345F-CD77-23BE-5C5EE131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#149A Give Praise to the Lord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9CCE-7E14-95C8-317C-B7CE54C1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Give praise to the Lord and sing a new song,</a:t>
            </a:r>
          </a:p>
          <a:p>
            <a:pPr marL="0" indent="0" algn="ctr">
              <a:buNone/>
            </a:pPr>
            <a:r>
              <a:rPr lang="en-US" dirty="0"/>
              <a:t>Amid all his saints His praises prolong.</a:t>
            </a:r>
          </a:p>
          <a:p>
            <a:pPr marL="0" indent="0" algn="ctr">
              <a:buNone/>
            </a:pPr>
            <a:r>
              <a:rPr lang="en-US" dirty="0"/>
              <a:t>Let </a:t>
            </a:r>
            <a:r>
              <a:rPr lang="en-US" dirty="0" err="1"/>
              <a:t>Isr’el</a:t>
            </a:r>
            <a:r>
              <a:rPr lang="en-US" dirty="0"/>
              <a:t> rejoice in his Maker and sing,</a:t>
            </a:r>
          </a:p>
          <a:p>
            <a:pPr marL="0" indent="0" algn="ctr">
              <a:buNone/>
            </a:pPr>
            <a:r>
              <a:rPr lang="en-US" dirty="0"/>
              <a:t>And children of Zion rejoice in their king.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88978-2616-B6D1-ACE5-54986405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406748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1D7A-2BA8-407E-0257-877819F4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5EDF2-0577-5505-E00B-3ADB5CBD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With timbrel and harp and joyful acclaim,</a:t>
            </a:r>
          </a:p>
          <a:p>
            <a:pPr marL="0" indent="0" algn="ctr">
              <a:buNone/>
            </a:pPr>
            <a:r>
              <a:rPr lang="en-US" dirty="0"/>
              <a:t>With dancing and song, give praise to his name!</a:t>
            </a:r>
          </a:p>
          <a:p>
            <a:pPr marL="0" indent="0" algn="ctr">
              <a:buNone/>
            </a:pPr>
            <a:r>
              <a:rPr lang="en-US" dirty="0"/>
              <a:t>The Lord in his people his pleasure will take,</a:t>
            </a:r>
          </a:p>
          <a:p>
            <a:pPr marL="0" indent="0" algn="ctr">
              <a:buNone/>
            </a:pPr>
            <a:r>
              <a:rPr lang="en-US" dirty="0"/>
              <a:t>With roves of salvation adorning the meek.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DEA15-8EF7-CCD2-C17B-DBD09A9B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71252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323D-EA7F-1A3E-2B3F-373EFC2D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899E-548F-E4AA-68B8-BD4B95D06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In glory exult, O saints of the Lord;</a:t>
            </a:r>
          </a:p>
          <a:p>
            <a:pPr marL="0" indent="0" algn="ctr">
              <a:buNone/>
            </a:pPr>
            <a:r>
              <a:rPr lang="en-US" dirty="0"/>
              <a:t>Let them on their beds his praises accord.</a:t>
            </a:r>
          </a:p>
          <a:p>
            <a:pPr marL="0" indent="0" algn="ctr">
              <a:buNone/>
            </a:pPr>
            <a:r>
              <a:rPr lang="en-US" dirty="0"/>
              <a:t>May praises to God from each mouth now be poured,</a:t>
            </a:r>
          </a:p>
          <a:p>
            <a:pPr marL="0" indent="0" algn="ctr">
              <a:buNone/>
            </a:pPr>
            <a:r>
              <a:rPr lang="en-US" dirty="0"/>
              <a:t>May they in their hands wield a double-edged sword.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C61C1-481B-B767-102C-B49E00C2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09054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154E-3E5A-C003-AA0E-510BC2B1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04C19-4EF6-49D8-162E-C622F7F3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They’ll execute wrath on nations and lands,</a:t>
            </a:r>
          </a:p>
          <a:p>
            <a:pPr marL="0" indent="0" algn="ctr">
              <a:buNone/>
            </a:pPr>
            <a:r>
              <a:rPr lang="en-US" dirty="0"/>
              <a:t>To bind kings with chains and nobles with bands,</a:t>
            </a:r>
          </a:p>
          <a:p>
            <a:pPr marL="0" indent="0" algn="ctr">
              <a:buNone/>
            </a:pPr>
            <a:r>
              <a:rPr lang="en-US" dirty="0"/>
              <a:t>For so it is written, this judgment will fall.</a:t>
            </a:r>
          </a:p>
          <a:p>
            <a:pPr marL="0" indent="0" algn="ctr">
              <a:buNone/>
            </a:pPr>
            <a:r>
              <a:rPr lang="en-US" dirty="0"/>
              <a:t>His saints have this glory. Give praise to the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F59F2-CB2A-7F8F-C293-FB5467B9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818552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#149A Give Praise to the Lord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#149A Give Praise to the Lord</dc:title>
  <dc:creator>Neil Tuininga</dc:creator>
  <cp:lastModifiedBy>Neil Tuininga</cp:lastModifiedBy>
  <cp:revision>2</cp:revision>
  <dcterms:created xsi:type="dcterms:W3CDTF">2023-11-18T02:45:54Z</dcterms:created>
  <dcterms:modified xsi:type="dcterms:W3CDTF">2023-11-18T02:51:35Z</dcterms:modified>
</cp:coreProperties>
</file>