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8B5F-96FA-4B48-B0C3-F7408EB41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13E59-57B5-4AB8-8C0A-40EE91F67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4B553-ED66-4313-95B8-5761E7DE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8F4C9-92D8-43E6-8E58-3D12FDFF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676E7-8533-47E2-AE2C-1F59D93F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575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FCB3-1771-4589-BEB4-C32B0AC7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24380-3DEA-4932-B436-109EFF143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06ED4-47FA-4AFA-8895-98EBF05F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BBC47-641A-4737-B589-24AA0CC6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536C4-DDFB-4340-BC7C-960F5E56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93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6085-EE88-469C-A90E-9A28E8AE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CA790-8530-4DC6-A5C7-42B793805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75B4-1370-4265-80F6-6C013478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ADD36-3A3B-4193-91E9-949635CB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95FEC-24F0-4984-B29E-CB9BEEDB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14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43E5-ED85-48E5-A3D3-F1CC8996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21BEE-2032-4D76-AE84-0A1E02F47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DA0D3-5554-4ACA-B6BC-40E07A1C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D784D-9430-4AAD-BB01-AB96A014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3E003-E6B0-4A62-B5F8-B0318AB8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0067B-D090-4335-B869-4782F049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605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4B2E-9184-4204-A906-73A552F1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EB66-847E-4239-AF9D-94C8CBD9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AED80-B68A-42C6-B42A-995E39DA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A02E2-AED8-4046-AB4E-174757869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9A235-D624-40A1-B160-F5A96A29E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DC7EA-1EAE-461D-8A04-C0F573A0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7DE39-D1EB-4C92-86D8-4508C062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1215E-0F4E-495A-BA03-446099D6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20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7CC6-E8CF-478A-A487-4666E04F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B0FCB-B0BB-4187-9D76-68F3A23A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E51C8-0EF9-49B3-AE78-B9BD53DA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91665-6DB1-42AB-9003-4BB0F6F9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405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27155-824C-4221-8036-5CD3D211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08794-B5E6-4396-A0AE-A13D6490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D7DF8-5009-41A0-9361-42926EEA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632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E8CA-A42A-40A2-AF77-3AA02224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81326-0819-4F87-B673-620E4535B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E3509-6AFC-4112-A9DB-78E81D06D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2ECA4-42AE-4186-96B5-9E94D7EE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23848-F4F3-42F4-9971-ED359B84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38D45-6F0D-4F36-92E1-84A55C20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713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F31F-0739-4E7F-A5B3-7E5678883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AFD6B-079C-461D-BB96-76D8674FA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D3BBD-F7F5-48B2-9BFF-FCBB6C5CB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5B881-8966-45B0-B78E-D71F20A9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6347A-5D41-4B2D-B7BB-AA1E1A6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5586A-4ACC-458A-9DDC-EB09FE6C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791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8E3C-278D-4C0D-B207-6763B613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E493B-165D-4076-A0D5-E7F14C233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7A207-A1EC-4558-B19A-1B56B3CC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33A5-393F-48C4-83F4-E536F7EC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02463-F236-4743-818F-81A14883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93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52EA0-DF53-4DA7-B616-9575CC86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24209-662B-49D1-BF74-16CB3A907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E298D-2900-4B61-A236-1D70A0AC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51FC3-1544-468F-80C9-9509B6C7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7E6C5-7554-40B2-8D38-AD2752D3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074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82235-CB3C-414F-8EBD-FF68CDB6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994A3-E27E-47C6-B1C8-0ECA18772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FA0E0-6114-4B15-B112-BB897029F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93567-78C8-4DB8-BBFE-E1AC760CADEB}" type="datetimeFigureOut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98786-9D2C-4526-83F3-0663F6D74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28EE2-60DF-428A-9151-0ED8FF2B4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08B6D-D78A-4F08-B9C4-EE13C2E4D9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866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37D486-0721-4C9B-A4B8-69BE824F3CF8}"/>
              </a:ext>
            </a:extLst>
          </p:cNvPr>
          <p:cNvSpPr txBox="1"/>
          <p:nvPr/>
        </p:nvSpPr>
        <p:spPr>
          <a:xfrm>
            <a:off x="681037" y="266700"/>
            <a:ext cx="10829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#534 Fill Thou My Life, O Lord My God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7C112-C785-4E69-B5B1-70583AA46C77}"/>
              </a:ext>
            </a:extLst>
          </p:cNvPr>
          <p:cNvSpPr txBox="1"/>
          <p:nvPr/>
        </p:nvSpPr>
        <p:spPr>
          <a:xfrm>
            <a:off x="1476374" y="1659285"/>
            <a:ext cx="9239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Fill thou my life, O Lord my God,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part with praise,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that my whole being may proclaim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thy being and thy ways.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Not for the lip of praise alone,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nor e'en the praising heart,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ask, but for a life made up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of praise in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part: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85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940DE1-45B5-453A-9467-C328F1B2BFAE}"/>
              </a:ext>
            </a:extLst>
          </p:cNvPr>
          <p:cNvSpPr txBox="1"/>
          <p:nvPr/>
        </p:nvSpPr>
        <p:spPr>
          <a:xfrm>
            <a:off x="1509712" y="1659285"/>
            <a:ext cx="9172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Praise in the common words I speak,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life's common looks and tones,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fellowship enjoyed at home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my beloved ones,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enduring wrong, reproach, or loss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sweet and steadfast will,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forgiving freely those who hate,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returning good for ill.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67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03C931-8E6D-4041-805E-F2EDCF8DE805}"/>
              </a:ext>
            </a:extLst>
          </p:cNvPr>
          <p:cNvSpPr txBox="1"/>
          <p:nvPr/>
        </p:nvSpPr>
        <p:spPr>
          <a:xfrm>
            <a:off x="1728787" y="1659285"/>
            <a:ext cx="87344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So shall each fear, each fret, each care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be turned into a song,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winding of the way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echo shall prolong.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So shall no part of day or night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from sacredness be free,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but all my life, in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step,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be fellowship with thee.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65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197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2021-01-21T21:03:53Z</dcterms:created>
  <dcterms:modified xsi:type="dcterms:W3CDTF">2021-10-29T18:09:07Z</dcterms:modified>
</cp:coreProperties>
</file>