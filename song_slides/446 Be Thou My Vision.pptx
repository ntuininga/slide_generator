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E5CD-3606-4D00-881B-B90B6AF0E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F176A-F5A8-4A22-9F3F-A0D107D8D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46785-A253-48EE-887C-A265DB78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B3925-4D14-47CA-B373-249B66F4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F8271-C754-474C-B99E-5A0D96B5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74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D688-7BED-43FC-A6ED-4B8D8D49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B7DC-787B-4577-A7E9-EA236BF62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4757D-A2B0-4579-8E5A-12B62AFC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15AD2-23B2-490E-8AD8-4B740CA0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0645-E051-4A85-A428-25461505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6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FC33-B4F5-4D40-83F9-9589B411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83955-BF8D-4EE7-A73B-5B037CE34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E27F9-4F3A-4E09-B545-29947EC3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8B4ED-46CA-413E-8031-1EA2B1E5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9A62B-5025-4902-BDB8-3F75858F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8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9316-1D2C-4338-BD8B-949248EEC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A969C-416E-4DBE-9F34-A3A584958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D146C-FF61-446C-B081-48CB00178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BB4AF-6CDA-4C8B-BA45-E40B2BEA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CF0EE-26EF-4C16-B95D-08DA2A49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0A6FC-5F5A-4D45-AACE-D6CC9F96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1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1D5BB-6A4C-4A85-8F42-5731362B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3741A-D1BE-494C-B0EF-88A5A1374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71BE3-0892-4BBA-BBD3-858533A9C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A46F7-BD20-4741-9A44-F20F2562E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0EF82-5FAC-44A8-AC05-12B9A4857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6FE535-FAAE-4BAC-B1FA-0FCD15D2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790F2-6240-4369-8A68-27B8450A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329ED-7863-4AAB-9DF6-E63EBBF1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8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CBD9-14B2-4C92-8B86-F28E9B90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0A622-7AE7-43D9-843D-3836D713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347F0-EEEF-484D-8C73-4A028789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BB989-3822-4951-950D-E2249E54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1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205D9-BAD7-4169-ADD1-363AE586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A2B46-3849-4949-A95B-3221C9484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AB03-7F82-496E-8E5A-5A694640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9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1DC9-E6A5-4E7A-B9EC-9458D3475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2E52A-C713-4FFE-A52B-65EC91559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09BAB-2EB1-4B05-B928-5B935FBDD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5516C-B58B-4738-A5B4-F3D8D6FB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BB24D-5304-4F84-95A0-19BBA658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1B8B3-8678-4CCE-88AE-08082476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5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9495-AA3E-4075-AD9D-1442AADB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14979-110B-4E22-BF0C-11665DEB9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26C25-7CB7-4958-8BBA-2D16BDBE7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603DC-1733-474F-900A-0E76ED28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E4F86-3997-4981-987B-49833BFD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E80EA-5614-424E-B1B1-3E5C6FE9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0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737D-129D-478B-8193-367D4D67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E293D-1194-4633-ACCD-28F3B9AC8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51407-1C86-4537-9035-229B0812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6D0DE-25B5-4B74-AD5C-AE980A90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43070-02DB-42C8-8331-A001C0B7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0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86F69-0C74-4771-8B91-AD35D003B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4973B-3896-41DE-8906-20DCCFC04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D43AB-82B6-4B69-9431-A471128D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D5FE7-1BCD-4DE8-A23F-D62EF493E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88E02-E8D3-4685-950B-F1169E74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2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EBB8A-D497-4F8B-9DA3-90156B3C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5CF82-E667-4CE7-92FC-65E9EFD4A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A2FCC-BBDA-464F-8952-6DEDAF324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B8ADC-15EA-49D7-9E00-CC1C7EC44AAA}" type="datetimeFigureOut">
              <a:rPr lang="en-US" smtClean="0"/>
              <a:t>12/31/2021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1408-1EDA-4239-94AE-22D9AAF7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24AC5-5EF7-469A-9C77-680C74CD7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410C1-0C9D-42FA-9DBD-D456FBE3F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0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62754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Be thou my vision, O Lord of my heart;</a:t>
            </a:r>
            <a:br>
              <a:rPr lang="en-US" sz="2800" dirty="0"/>
            </a:br>
            <a:r>
              <a:rPr lang="en-US" sz="2800" dirty="0"/>
              <a:t>naught be all else to me, save that thou art--</a:t>
            </a:r>
            <a:br>
              <a:rPr lang="en-US" sz="2800" dirty="0"/>
            </a:br>
            <a:r>
              <a:rPr lang="en-US" sz="2800" dirty="0"/>
              <a:t>thou my best thought by day or by night,</a:t>
            </a:r>
            <a:br>
              <a:rPr lang="en-US" sz="2800" dirty="0"/>
            </a:br>
            <a:r>
              <a:rPr lang="en-US" sz="2800" dirty="0"/>
              <a:t>waking or sleeping, thy presence my light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#446 Be Thou My Vision</a:t>
            </a:r>
          </a:p>
        </p:txBody>
      </p:sp>
    </p:spTree>
    <p:extLst>
      <p:ext uri="{BB962C8B-B14F-4D97-AF65-F5344CB8AC3E}">
        <p14:creationId xmlns:p14="http://schemas.microsoft.com/office/powerpoint/2010/main" val="230050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9653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Be thou my wisdom, and thou my true word;</a:t>
            </a:r>
            <a:br>
              <a:rPr lang="en-US" sz="2800" dirty="0"/>
            </a:br>
            <a:r>
              <a:rPr lang="en-US" sz="2800" dirty="0"/>
              <a:t>I ever with thee and thou with me, Lord;</a:t>
            </a:r>
            <a:br>
              <a:rPr lang="en-US" sz="2800" dirty="0"/>
            </a:br>
            <a:r>
              <a:rPr lang="en-US" sz="2800" dirty="0"/>
              <a:t>thou my great Father, I thy true son;</a:t>
            </a:r>
            <a:br>
              <a:rPr lang="en-US" sz="2800" dirty="0"/>
            </a:br>
            <a:r>
              <a:rPr lang="en-US" sz="2800" dirty="0"/>
              <a:t>thou in me dwelling, and I with thee one.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4470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9653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Be thou my battle shield, sword for my fight;</a:t>
            </a:r>
            <a:br>
              <a:rPr lang="en-US" sz="2800" dirty="0"/>
            </a:br>
            <a:r>
              <a:rPr lang="en-US" sz="2800" dirty="0"/>
              <a:t>be thou my dignity, thou my delight,</a:t>
            </a:r>
            <a:br>
              <a:rPr lang="en-US" sz="2800" dirty="0"/>
            </a:br>
            <a:r>
              <a:rPr lang="en-US" sz="2800" dirty="0"/>
              <a:t>thou my soul's shelter, thou my high </a:t>
            </a:r>
            <a:r>
              <a:rPr lang="en-US" sz="2800" dirty="0" err="1"/>
              <a:t>tow'r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raise thou me </a:t>
            </a:r>
            <a:r>
              <a:rPr lang="en-US" sz="2800" dirty="0" err="1"/>
              <a:t>heav'n</a:t>
            </a:r>
            <a:r>
              <a:rPr lang="en-US" sz="2800" dirty="0"/>
              <a:t>-ward, O </a:t>
            </a:r>
            <a:r>
              <a:rPr lang="en-US" sz="2800" dirty="0" err="1"/>
              <a:t>Pow'r</a:t>
            </a:r>
            <a:r>
              <a:rPr lang="en-US" sz="2800" dirty="0"/>
              <a:t> of my </a:t>
            </a:r>
            <a:r>
              <a:rPr lang="en-US" sz="2800" dirty="0" err="1"/>
              <a:t>pow’r</a:t>
            </a:r>
            <a:r>
              <a:rPr lang="en-US" sz="2800" dirty="0"/>
              <a:t>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5274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9653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Riches I heed not, nor man’s empty praise,</a:t>
            </a:r>
            <a:br>
              <a:rPr lang="en-US" sz="2800" dirty="0"/>
            </a:br>
            <a:r>
              <a:rPr lang="en-US" sz="2800" dirty="0"/>
              <a:t>thou mine inheritance, now and always:</a:t>
            </a:r>
            <a:br>
              <a:rPr lang="en-US" sz="2800" dirty="0"/>
            </a:br>
            <a:r>
              <a:rPr lang="en-US" sz="2800" dirty="0"/>
              <a:t>thou and thou only, first in my heart,</a:t>
            </a:r>
            <a:br>
              <a:rPr lang="en-US" sz="2800" dirty="0"/>
            </a:br>
            <a:r>
              <a:rPr lang="en-US" sz="2800" dirty="0"/>
              <a:t>High King of heaven, my treasure thou art.</a:t>
            </a:r>
            <a:endParaRPr lang="en-CA" sz="28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1454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9653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High King of heaven, my victory won,</a:t>
            </a:r>
            <a:br>
              <a:rPr lang="en-US" sz="2800" dirty="0"/>
            </a:br>
            <a:r>
              <a:rPr lang="en-US" sz="2800" dirty="0"/>
              <a:t>may I reach heaven's joys, O bright </a:t>
            </a:r>
            <a:r>
              <a:rPr lang="en-US" sz="2800" dirty="0" err="1"/>
              <a:t>heav'n's</a:t>
            </a:r>
            <a:r>
              <a:rPr lang="en-US" sz="2800" dirty="0"/>
              <a:t> Sun!</a:t>
            </a:r>
            <a:br>
              <a:rPr lang="en-US" sz="2800" dirty="0"/>
            </a:br>
            <a:r>
              <a:rPr lang="en-US" sz="2800" dirty="0"/>
              <a:t>Heart of my own heart, whatever befall,</a:t>
            </a:r>
            <a:br>
              <a:rPr lang="en-US" sz="2800" dirty="0"/>
            </a:br>
            <a:r>
              <a:rPr lang="en-US" sz="2800" dirty="0"/>
              <a:t>still be my vision, O Ruler of all.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3484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2022-01-01T00:16:58Z</dcterms:created>
  <dcterms:modified xsi:type="dcterms:W3CDTF">2022-01-01T00:17:43Z</dcterms:modified>
</cp:coreProperties>
</file>