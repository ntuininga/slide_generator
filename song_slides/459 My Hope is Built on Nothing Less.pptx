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EE16FD0C-F56A-4FB8-B1C6-CC79CB7CB372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7/15/23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BAFD219C-BB60-4C5F-A8B1-72060E969D4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055268F5-501F-4D13-9404-9C7F56E50936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7/15/23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3D6721F3-34DE-458F-BA95-BA43BC3480A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0" y="160560"/>
            <a:ext cx="12191760" cy="805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</a:rPr>
              <a:t>#459 My Hope is Built on Nothing Less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847440" y="1613160"/>
            <a:ext cx="10908360" cy="39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1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My hope is built on nothing less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than Jesus’ blood and righteousness;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 dare not trust the sweetest frame,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but wholly lean on Jesus’ name.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Refrain: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On Christ, the solid rock, I stand;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all other ground is sinking sand,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all other ground is sinking sand.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84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847440" y="1217160"/>
            <a:ext cx="10908360" cy="39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2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When darkness veils his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lovely face,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 rest on his unchanging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grace;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ev’ry high and stormy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gale,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my anchor holds within the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veil.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Refrain: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On Christ, the solid rock, I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stand;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all other ground is sinking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sand,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all other ground is sinking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sand.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847440" y="1217160"/>
            <a:ext cx="10908360" cy="39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3. His oath, his covenant,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his blood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support me in the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whelming flood;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when all around my soul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gives way,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he then is all my hope and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stay.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Refrain: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On Christ, the solid rock, I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stand;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all other ground is sinking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sand,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all other ground is sinking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sand.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90" name="CustomShape 2"/>
          <p:cNvSpPr/>
          <p:nvPr/>
        </p:nvSpPr>
        <p:spPr>
          <a:xfrm>
            <a:off x="847440" y="1217160"/>
            <a:ext cx="10908360" cy="39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4. When he shall come with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trumpet sound,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 may I then in him be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found,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dressed in his righteousness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alone,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faultless to stand before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throne.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Refrain: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On Christ, the solid rock, I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stand;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all other ground is sinking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sand,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all other ground is sinking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sand.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LibreOffice/7.0.4.2$Linux_X86_64 LibreOffice_project/00$Build-2</Application>
  <AppVersion>15.0000</AppVersion>
  <Words>204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2022-04-02T23:44:22Z</dcterms:created>
  <dc:creator>Eric Hoogendoorn</dc:creator>
  <dc:description/>
  <dc:language>en-CA</dc:language>
  <cp:lastModifiedBy/>
  <dcterms:modified xsi:type="dcterms:W3CDTF">2023-07-15T14:38:46Z</dcterms:modified>
  <cp:revision>6</cp:revision>
  <dc:subject/>
  <dc:title>#458 O Fountain of Unceasing Grace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