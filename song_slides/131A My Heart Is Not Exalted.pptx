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28D88-8A8A-4B96-B594-931D4A2B19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BB014A-2181-44C2-80A6-2CBB5FA019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9DF87-B30D-439D-AA60-C70038DE1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85AA8-65D8-43DC-B24C-655013C281BF}" type="datetimeFigureOut">
              <a:rPr lang="en-CA" smtClean="0"/>
              <a:t>2021-03-05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767A3C-92C7-4FD9-867E-F02F0BEC9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4B146-7790-4CA9-88F2-0F7021376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66ED5-1DCF-4F26-8BE2-C8CE162B975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41904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9E699-91F8-48B0-84E5-E233803CA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3910F-553F-425E-A1BD-36255C2F85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86D41B-C165-406B-8824-2A8A9E018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85AA8-65D8-43DC-B24C-655013C281BF}" type="datetimeFigureOut">
              <a:rPr lang="en-CA" smtClean="0"/>
              <a:t>2021-03-05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5C49D-C705-4153-A577-571A080E7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8D16B0-23B3-447C-90E3-D5BB176C0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66ED5-1DCF-4F26-8BE2-C8CE162B975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29463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B599D-2506-4B6A-A15F-C04BB1E1C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24EC09-FE5F-4C1D-B289-A09A52C19D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982172-5F84-4220-88A9-027E9F0F2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85AA8-65D8-43DC-B24C-655013C281BF}" type="datetimeFigureOut">
              <a:rPr lang="en-CA" smtClean="0"/>
              <a:t>2021-03-05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6F0E86-4ADE-483C-BE2F-B02877C8B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C42F8C-C023-4FD1-AA85-872204442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66ED5-1DCF-4F26-8BE2-C8CE162B975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94438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033F7-FA22-4E9B-9E57-21DD6DAD1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8A266-DA83-45B5-AEAC-236914B48A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F0678C-F5A4-4C81-9A2A-DC3DC2A408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F42E2C-A988-48FA-A01B-3EA72D243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85AA8-65D8-43DC-B24C-655013C281BF}" type="datetimeFigureOut">
              <a:rPr lang="en-CA" smtClean="0"/>
              <a:t>2021-03-05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01FF34-599D-4B4C-9993-7DEBBDF07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1E39A9-EAA3-48CA-A158-6E8CA974D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66ED5-1DCF-4F26-8BE2-C8CE162B975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14319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11C95-BC40-4F04-8C5C-B319802C4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9EE3DB-52BA-4196-A302-2038EFC2B4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6D40A0-530E-4B11-9C01-857A5BAC0B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0AEC01-D882-4C0A-BD85-DDB388065C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2323EB-8616-4E45-9DCA-3BCD6EF035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BB2AFF-9A8B-4319-8D2B-F329B05EA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85AA8-65D8-43DC-B24C-655013C281BF}" type="datetimeFigureOut">
              <a:rPr lang="en-CA" smtClean="0"/>
              <a:t>2021-03-05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7F8C86-D74B-490D-B898-2BC6A665B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DEB67F-EDCA-4118-919F-D07BC7EB7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66ED5-1DCF-4F26-8BE2-C8CE162B975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41798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88F36-98BE-4507-8125-52D03E03D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52868B-E104-40EE-910E-F84CDD32B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85AA8-65D8-43DC-B24C-655013C281BF}" type="datetimeFigureOut">
              <a:rPr lang="en-CA" smtClean="0"/>
              <a:t>2021-03-05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D29862-C3CF-404C-A52C-0CC218B7A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BA24AB-2680-4AA6-A83D-F67F641F3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66ED5-1DCF-4F26-8BE2-C8CE162B975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32604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75EAD0-BDD9-46B4-99B9-3451D2C48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85AA8-65D8-43DC-B24C-655013C281BF}" type="datetimeFigureOut">
              <a:rPr lang="en-CA" smtClean="0"/>
              <a:t>2021-03-05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CD7239-F4B6-45B8-96E4-0F17A2BCA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D9A28F-F419-45E4-A761-BA63DCD9D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66ED5-1DCF-4F26-8BE2-C8CE162B975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24851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1D9FC-EB2D-41BA-A39E-EBD6DFA23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EA41A-6AB0-4743-9336-6981C197E7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B11128-A714-4B9A-A635-7EFF42D932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80168F-37F4-4F68-AA04-ECBD1D294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85AA8-65D8-43DC-B24C-655013C281BF}" type="datetimeFigureOut">
              <a:rPr lang="en-CA" smtClean="0"/>
              <a:t>2021-03-05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83F7FE-37DD-4F81-94C9-B47474AFD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4B008B-8E16-461A-A6E3-370324993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66ED5-1DCF-4F26-8BE2-C8CE162B975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22497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5FA09-96D2-42D4-956F-3B1E2F334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7A6795-0C6C-4E61-A295-E95FF3D246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A520B9-3D52-4D29-9DFC-73327A518E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2A3F6F-3826-4A22-86FF-3924FAEA0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85AA8-65D8-43DC-B24C-655013C281BF}" type="datetimeFigureOut">
              <a:rPr lang="en-CA" smtClean="0"/>
              <a:t>2021-03-05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501804-8E11-4206-956A-7A5AB3F3F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15162E-40FA-4347-97FB-C7E6A328B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66ED5-1DCF-4F26-8BE2-C8CE162B975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57507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C2463-4BC2-42E7-A0AB-08B0D8F77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B282F3-EEE2-40A1-BB4C-B42F0AE70A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37DD58-6823-4F53-B87F-3434E4B7E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85AA8-65D8-43DC-B24C-655013C281BF}" type="datetimeFigureOut">
              <a:rPr lang="en-CA" smtClean="0"/>
              <a:t>2021-03-05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674DA1-2891-466C-808D-CAACA5CA8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186A91-8D16-410A-B284-96B3C7DAE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66ED5-1DCF-4F26-8BE2-C8CE162B975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96575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4A03FA-E3FA-4DDD-8997-6A249FF696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553A73-AFF3-4DA7-BFC3-507C5F76F5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EBCB09-A183-4F85-ACA7-729F1970A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85AA8-65D8-43DC-B24C-655013C281BF}" type="datetimeFigureOut">
              <a:rPr lang="en-CA" smtClean="0"/>
              <a:t>2021-03-05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B124CD-0DA9-44DE-96E6-0DF95274B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060D94-1A20-450F-822D-902CBBE19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66ED5-1DCF-4F26-8BE2-C8CE162B975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13457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FA6507-5DD5-493F-BA2F-BC5B4475E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46580B-D068-4FC1-9F8D-0DC7450FC4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863912-A335-41C2-837A-39D77F6089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F85AA8-65D8-43DC-B24C-655013C281BF}" type="datetimeFigureOut">
              <a:rPr lang="en-CA" smtClean="0"/>
              <a:t>2021-03-05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A4CE7F-9D6A-4C9E-8CD4-4CD771CAB1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41A35E-3616-4E09-9A58-83DB4A1CB0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A66ED5-1DCF-4F26-8BE2-C8CE162B975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3333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C710FF1-19AC-4C97-ADF9-955FED927309}"/>
              </a:ext>
            </a:extLst>
          </p:cNvPr>
          <p:cNvSpPr txBox="1"/>
          <p:nvPr/>
        </p:nvSpPr>
        <p:spPr>
          <a:xfrm>
            <a:off x="904874" y="190500"/>
            <a:ext cx="103822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4400" i="1">
                <a:solidFill>
                  <a:prstClr val="black"/>
                </a:solidFill>
                <a:latin typeface="Calibri Light" panose="020F0302020204030204"/>
              </a:rPr>
              <a:t>#131A My Heart Is Not Exalted</a:t>
            </a:r>
            <a:endParaRPr lang="en-CA" sz="4400" i="1" dirty="0">
              <a:solidFill>
                <a:prstClr val="black"/>
              </a:solidFill>
              <a:latin typeface="Calibri Light" panose="020F030202020403020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AE292C-466E-41BD-BDF8-A5BF1A245AD7}"/>
              </a:ext>
            </a:extLst>
          </p:cNvPr>
          <p:cNvSpPr txBox="1"/>
          <p:nvPr/>
        </p:nvSpPr>
        <p:spPr>
          <a:xfrm>
            <a:off x="1738312" y="2305615"/>
            <a:ext cx="871537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 algn="ctr">
              <a:buAutoNum type="arabicPeriod"/>
            </a:pPr>
            <a:r>
              <a:rPr lang="en-US" sz="2800" dirty="0">
                <a:solidFill>
                  <a:srgbClr val="222222"/>
                </a:solidFill>
              </a:rPr>
              <a:t>My heart is not exalted, LORD,</a:t>
            </a: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nor lofty is my eye.</a:t>
            </a: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I’m not consumed with things too great,</a:t>
            </a: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nor things for me too high,</a:t>
            </a: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nor things for me too high.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17630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A819F81-1B36-4A0B-9AC1-C1008E0E4654}"/>
              </a:ext>
            </a:extLst>
          </p:cNvPr>
          <p:cNvSpPr txBox="1"/>
          <p:nvPr/>
        </p:nvSpPr>
        <p:spPr>
          <a:xfrm>
            <a:off x="1943100" y="2305615"/>
            <a:ext cx="83058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>
                <a:solidFill>
                  <a:prstClr val="black"/>
                </a:solidFill>
              </a:rPr>
              <a:t>2. But I have calmed and stilled my soul,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just like a little child –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now weaned, he on his mother rests,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with soul content and mild,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with soul content and mild.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43963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4B74C8D-F21E-49F6-8511-AE99417CED49}"/>
              </a:ext>
            </a:extLst>
          </p:cNvPr>
          <p:cNvSpPr txBox="1"/>
          <p:nvPr/>
        </p:nvSpPr>
        <p:spPr>
          <a:xfrm>
            <a:off x="2471737" y="2305615"/>
            <a:ext cx="724852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>
                <a:solidFill>
                  <a:prstClr val="black"/>
                </a:solidFill>
              </a:rPr>
              <a:t>3. O Isr’el, put your hope in God;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now rest upon the LORD.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And trust in him from this time forth,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both now and evermore,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both now and evermore.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8278712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117</Words>
  <Application>Microsoft Office PowerPoint</Application>
  <PresentationFormat>Widescreen</PresentationFormat>
  <Paragraphs>16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2021-03-05T19:53:38Z</dcterms:created>
  <dcterms:modified xsi:type="dcterms:W3CDTF">2021-03-05T19:55:42Z</dcterms:modified>
</cp:coreProperties>
</file>