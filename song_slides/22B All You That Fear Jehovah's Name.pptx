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F5D5-AA52-4EAF-BECB-4290F404B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A5B8D-8C43-477A-B7DA-35EB88E6E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E423B-1588-4370-8B5F-D6BDD90E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8F9B3-3757-45E2-ABC6-91CBDF27D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D1FAF-ABC7-48D8-B503-129706F5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18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FC7A-F9C7-43D6-8BA2-F021F984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84F76-E2DF-4F8F-9090-AE6BC03C4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222F2-DA50-416E-B85C-4EE72551F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8D41C-EF26-4839-BD16-E9E6B98D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765F9-1536-42DB-9BD6-A5C15075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8704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9DE9C-E4DE-4B2D-B4C2-054B8DA4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C2006-C582-4BEC-90C4-1077C203B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E996A-A9BB-4FBF-A765-5206872C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08B91-58AC-4A88-AB7E-A34C3255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9C41C-DE8E-4B34-A06A-BE3483A2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358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A4FB-A6E1-4F0E-821D-33A2A81A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C460E-B9F5-4553-A2D6-441CCC8D0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46816-0DD9-431E-8EE5-20CD6A58F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E4374-A15C-4C97-BD5C-67C29726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CBE54-AAAF-42F4-8E98-C44230210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67FB0-A755-4A03-AB3F-789441C8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3020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C1143-4A91-4AAE-AF57-CC86E546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B4721-110D-44BD-9231-DDE6FA29D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2E6E4-9A50-4000-B612-19FEA2C40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9FAB3-1E0D-485D-8125-6215B89CD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6CD29-7D21-4DFC-BB97-13089AB05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BC10B-3384-41FE-8B87-AAE4C8046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81A94-EC2B-4EF9-B175-B2392DA2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80EBC-EAA1-42B6-8474-993B7565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18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E767-4AF0-4D72-B081-306B2F79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8E20C-A7AB-4FCA-926B-17093BDE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71508-9176-4952-9497-7A41D172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2B8C1-6A40-4C7B-A5C9-A85033B00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985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3A9D0E-7FD6-4083-8525-5FA6E422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89271-2BCC-439E-8D2C-05681245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8F436-172A-4D17-8CE0-FC3B30D3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8885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2F667-F1E9-4880-9BD0-F62DF475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08D3-1EE1-4443-A6B1-038FE3E69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FCD1-D886-4239-8D68-1B6CCEEFD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71108-FDAC-40A8-B386-0ED46D9A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CAC4D-FCD3-43C4-BDD4-8B9897E3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F08F4-77E1-480C-B378-0AB319DA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752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5D2D3-8216-4DA1-A5DB-A30E743E0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7CBC47-FDEE-4F41-826E-3B0C0BF3D9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09F93-95F3-4E61-BD54-00644F44C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E5989-717F-449B-9F01-891B1BCA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5116B-0530-470C-AE65-F8D5C324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D0147-5087-4F38-A470-21A4415A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025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92027-C7F0-4410-8213-F8ACAC2A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FAA7D-5EC0-4E51-B1C4-693587549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6FB53-B3EB-4984-9250-129E0BE7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C87CD-BEFD-44BC-9121-2C20A37C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A67F3-508B-4FED-B7A8-E93E3E67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049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AC022-8B72-4BC3-B309-8ED7A8353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4384D-9788-4994-BD60-16B30E726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4251D-1F00-4FFF-A94E-D6097BD0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6818B-8C87-4DDA-A492-B06B1C50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6455-46ED-4395-89EC-BBF6BD80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3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A08D78-AFF8-4872-9B53-63367513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D3BFD-BA53-4753-B864-4E1B7654C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84EB6-A366-43A1-A701-CD0C3E409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0D76F-428A-45EF-B1F2-45B6ABC160E7}" type="datetimeFigureOut">
              <a:rPr lang="en-CA" smtClean="0"/>
              <a:t>2022-11-11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040A8-97D6-43D9-A9CA-876F587D7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41319-0D40-4AFA-85AC-F7E4D59B3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A6845-3179-4222-97A4-1897568BF5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811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90D4A1-A1E0-4B1F-86FE-B5443678D535}"/>
              </a:ext>
            </a:extLst>
          </p:cNvPr>
          <p:cNvSpPr txBox="1"/>
          <p:nvPr/>
        </p:nvSpPr>
        <p:spPr>
          <a:xfrm>
            <a:off x="914400" y="314325"/>
            <a:ext cx="1036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#22B All You That Fear Jehovah’s Name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7E9EF-EFAB-4F8C-B2B2-EFBFDFB8F299}"/>
              </a:ext>
            </a:extLst>
          </p:cNvPr>
          <p:cNvSpPr txBox="1"/>
          <p:nvPr/>
        </p:nvSpPr>
        <p:spPr>
          <a:xfrm>
            <a:off x="2190750" y="2305615"/>
            <a:ext cx="78105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</a:t>
            </a:r>
            <a:r>
              <a:rPr lang="en-US" sz="2800">
                <a:solidFill>
                  <a:srgbClr val="222222"/>
                </a:solidFill>
                <a:latin typeface="Verdana" panose="020B0604030504040204" pitchFamily="34" charset="0"/>
              </a:rPr>
              <a:t> </a:t>
            </a:r>
            <a:r>
              <a:rPr lang="en-US" sz="2800">
                <a:solidFill>
                  <a:srgbClr val="222222"/>
                </a:solidFill>
              </a:rPr>
              <a:t>All you that fear Jehovah's name,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his glory tell, his praise proclaim;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you children of his chosen race,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stand now in awe before his face,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stand now in awe before his face.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73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B3BD2-35FA-44E2-B7BD-E3FF0B169D40}"/>
              </a:ext>
            </a:extLst>
          </p:cNvPr>
          <p:cNvSpPr txBox="1"/>
          <p:nvPr/>
        </p:nvSpPr>
        <p:spPr>
          <a:xfrm>
            <a:off x="2005819" y="2305615"/>
            <a:ext cx="85058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0" i="0" dirty="0">
                <a:solidFill>
                  <a:srgbClr val="222222"/>
                </a:solidFill>
                <a:effectLst/>
              </a:rPr>
              <a:t>2 The </a:t>
            </a:r>
            <a:r>
              <a:rPr lang="en-US" sz="2800" b="0" i="0" dirty="0" err="1">
                <a:solidFill>
                  <a:srgbClr val="222222"/>
                </a:solidFill>
                <a:effectLst/>
              </a:rPr>
              <a:t>suff'ring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 One he has not spurned,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who unto him for help has turned;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from him he has not hid his face,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but answered his request in grace,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but answered his request in grace.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58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B3BD2-35FA-44E2-B7BD-E3FF0B169D40}"/>
              </a:ext>
            </a:extLst>
          </p:cNvPr>
          <p:cNvSpPr txBox="1"/>
          <p:nvPr/>
        </p:nvSpPr>
        <p:spPr>
          <a:xfrm>
            <a:off x="1843087" y="2143125"/>
            <a:ext cx="85058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O Lord, your goodness makes me raise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amid your people songs of praise;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before all them that fear you, now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 worship you and pay my vow,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 worship you and pay my vow.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419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8848D6-0470-4A11-9CA6-AA592D9F5B10}"/>
              </a:ext>
            </a:extLst>
          </p:cNvPr>
          <p:cNvSpPr txBox="1"/>
          <p:nvPr/>
        </p:nvSpPr>
        <p:spPr>
          <a:xfrm>
            <a:off x="1814512" y="2381250"/>
            <a:ext cx="8562975" cy="182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>
                <a:solidFill>
                  <a:srgbClr val="222222"/>
                </a:solidFill>
              </a:rPr>
              <a:t>4. For all the meek you will provide,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they shall be fed and satisfied;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they that seek the Lord shall live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never-ending praises give,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never-ending praises give.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37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0B0FE8-0B8F-4105-9D8E-546646CC5E33}"/>
              </a:ext>
            </a:extLst>
          </p:cNvPr>
          <p:cNvSpPr txBox="1"/>
          <p:nvPr/>
        </p:nvSpPr>
        <p:spPr>
          <a:xfrm>
            <a:off x="2476500" y="2176462"/>
            <a:ext cx="7239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5. The Lord's unfailing righteousness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generations shall confess;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from age to age shall men be taught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what wondrous works the Lord has wrought,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what wondrous works the Lord has wrought.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652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2021-01-15T23:47:50Z</dcterms:created>
  <dcterms:modified xsi:type="dcterms:W3CDTF">2022-11-11T16:39:56Z</dcterms:modified>
</cp:coreProperties>
</file>