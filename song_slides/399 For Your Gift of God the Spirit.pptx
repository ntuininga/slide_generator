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8E0B5-CB4A-4CF9-AA1A-630619347B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9B6EDF-089D-4263-B80C-7DA04B91B2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0F088-305E-43FB-9ED4-D88E3A4B8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A0BA4-800F-4279-A253-3A6E57573C85}" type="datetimeFigureOut">
              <a:rPr lang="en-CA" smtClean="0"/>
              <a:t>2021-05-29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CBFFC-65DC-4CAE-B2A5-2B5C9AE22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ED4E7-3641-427E-BFB7-07CFD4E67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ABDC-46E1-4879-892C-F6CF7C8A74F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4056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A9ABC-1D2E-43B9-B569-E3E08787C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C76F6-682F-40A4-954B-E09A03DFD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80533-B343-4E75-89C1-1F59ECB40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A0BA4-800F-4279-A253-3A6E57573C85}" type="datetimeFigureOut">
              <a:rPr lang="en-CA" smtClean="0"/>
              <a:t>2021-05-29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94949-C681-4DF3-81E5-EEDB826AF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1C3F0-1CFE-4BC6-9536-0392FF6B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ABDC-46E1-4879-892C-F6CF7C8A74F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8205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60D13-6B2D-4467-9524-4B3F41B0B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3E13C0-A36F-4173-9C90-9B50D6630E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D110E-6E03-46F6-AE37-1A2B49776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A0BA4-800F-4279-A253-3A6E57573C85}" type="datetimeFigureOut">
              <a:rPr lang="en-CA" smtClean="0"/>
              <a:t>2021-05-29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D051F-37DC-4377-8ABD-6274BE3F6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1FF7-1452-4C5E-BB9D-27E9B48A6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ABDC-46E1-4879-892C-F6CF7C8A74F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86555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A617F-A828-42A9-BFB7-A6404C730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F13C3-1C02-4E2F-8D76-EDD6C1542F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25D524-209B-4F20-AC29-04C5BE752E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45D950-B607-411A-996A-DDFA9CEE1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A0BA4-800F-4279-A253-3A6E57573C85}" type="datetimeFigureOut">
              <a:rPr lang="en-CA" smtClean="0"/>
              <a:t>2021-05-29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002F28-9466-4E7A-A1B0-8E557DB8D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DEB5EC-E046-49C5-9824-9FBB015E7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ABDC-46E1-4879-892C-F6CF7C8A74F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61538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D3385-C882-4D95-9DDD-5478EF6CA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38B48-E2E5-430F-BF8C-45BFA2192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E295D0-1CDD-459E-B432-557E6D89D0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B99FB4-934C-4CA3-9007-8ED0B46A4A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6F833B-93A1-431D-BA9D-D00B3A9C81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25A98A-A7A3-48DE-8667-3BAB722F3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A0BA4-800F-4279-A253-3A6E57573C85}" type="datetimeFigureOut">
              <a:rPr lang="en-CA" smtClean="0"/>
              <a:t>2021-05-29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2C731D-5DAA-474A-874E-42E2AF272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FDAE4-A1B5-4B39-A897-0333EA1A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ABDC-46E1-4879-892C-F6CF7C8A74F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1948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7A936-20D0-462F-95CD-DF0EC2BB9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A87999-B718-47E6-BF9C-917CB111F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A0BA4-800F-4279-A253-3A6E57573C85}" type="datetimeFigureOut">
              <a:rPr lang="en-CA" smtClean="0"/>
              <a:t>2021-05-29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AF8384-A792-4E5A-BC10-E218C2998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3199C6-67FC-452A-8CBC-8F95C125A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ABDC-46E1-4879-892C-F6CF7C8A74F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56508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B58B68-9B60-4E98-99C4-81573114C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A0BA4-800F-4279-A253-3A6E57573C85}" type="datetimeFigureOut">
              <a:rPr lang="en-CA" smtClean="0"/>
              <a:t>2021-05-29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79AD32-D2F8-4FD6-B3B9-02D33EE23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EC27B-BEE8-4415-8F81-821984179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ABDC-46E1-4879-892C-F6CF7C8A74F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4585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6E11A-8E24-4051-8B66-F7C0C4171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02A52-3954-4504-8733-684D69713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8C9CCC-66D3-4A47-8475-8F2D597765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980AAE-3858-4288-B9A5-0ACAB57E0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A0BA4-800F-4279-A253-3A6E57573C85}" type="datetimeFigureOut">
              <a:rPr lang="en-CA" smtClean="0"/>
              <a:t>2021-05-29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EEA8AF-1783-43BF-AC21-C4A3C087E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FE588-A49A-4E5D-90D6-4CB300417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ABDC-46E1-4879-892C-F6CF7C8A74F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778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BAF3A-0A69-487E-9BAB-2FDFFF967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F3E8C3-2F47-4F74-A2AB-E11DC1EAD6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234B97-8DF9-4AA6-B0BB-2ECE4CAFD5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B557E8-238D-4ABA-AF5F-375A4B07D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A0BA4-800F-4279-A253-3A6E57573C85}" type="datetimeFigureOut">
              <a:rPr lang="en-CA" smtClean="0"/>
              <a:t>2021-05-29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E3B20B-1A69-4595-B1C8-D6B2CD022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809953-97A4-456A-AB48-C417726D4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ABDC-46E1-4879-892C-F6CF7C8A74F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5906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8FFEB-E9AD-4CA6-A8E0-08DA0E91B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7B2FAA-127D-4BDE-A331-D46C2DB098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46125-A74E-4A64-B8A5-BF77EF983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A0BA4-800F-4279-A253-3A6E57573C85}" type="datetimeFigureOut">
              <a:rPr lang="en-CA" smtClean="0"/>
              <a:t>2021-05-29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7351E-6354-48F8-B1E5-6CA1BB4B2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4FB37-D67F-4BEF-B034-4CC758E9D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ABDC-46E1-4879-892C-F6CF7C8A74F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8739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375449-92F8-4026-B7FA-56083C629B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2FE3A1-DD26-4DD5-B901-3193C772C5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A266C-B027-4EBB-91A6-9A1DB1A6E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A0BA4-800F-4279-A253-3A6E57573C85}" type="datetimeFigureOut">
              <a:rPr lang="en-CA" smtClean="0"/>
              <a:t>2021-05-29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6BAEC-3C36-479B-904E-EA14335A4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949C3-29A9-40E2-9FB3-74BE5083F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ABDC-46E1-4879-892C-F6CF7C8A74F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5528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1D3710-2824-4CFE-8D34-E6562B978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CFB472-CDFE-43C1-9631-B97530A0B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545CF-A45E-42BE-84DA-BD0B9A5EF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A0BA4-800F-4279-A253-3A6E57573C85}" type="datetimeFigureOut">
              <a:rPr lang="en-CA" smtClean="0"/>
              <a:t>2021-05-29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25F58-DF28-4C9E-A47B-01854DEB36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0E61C-0F10-48FE-B735-3FF6CCF70F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1EABDC-46E1-4879-892C-F6CF7C8A74F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2967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D01153-2742-4FE3-BC33-CCCC5F93B56F}"/>
              </a:ext>
            </a:extLst>
          </p:cNvPr>
          <p:cNvSpPr txBox="1"/>
          <p:nvPr/>
        </p:nvSpPr>
        <p:spPr>
          <a:xfrm>
            <a:off x="571500" y="238125"/>
            <a:ext cx="11049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#399 For Your Gift of God the Spirit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6F1936-5DEB-4907-996F-8E9A5D8C636C}"/>
              </a:ext>
            </a:extLst>
          </p:cNvPr>
          <p:cNvSpPr txBox="1"/>
          <p:nvPr/>
        </p:nvSpPr>
        <p:spPr>
          <a:xfrm>
            <a:off x="1895475" y="1659285"/>
            <a:ext cx="84010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your gift of God the Spirit,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pow’r to make our lives anew,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pledge of life and hope of glory,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Savior, we would worship you.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Crowning gift of resurrection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sent from your ascended throne,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fullness of the very God-head,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come to make your life our own.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3747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234584-B7FD-42AA-83BA-196953868C0F}"/>
              </a:ext>
            </a:extLst>
          </p:cNvPr>
          <p:cNvSpPr txBox="1"/>
          <p:nvPr/>
        </p:nvSpPr>
        <p:spPr>
          <a:xfrm>
            <a:off x="1671637" y="1659285"/>
            <a:ext cx="88487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He who in creation’s dawning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brooded on the lifeless deep,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still across our nature’s darkness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moves to wake our souls from sleep,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moves to stir, to draw, to quicken,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thrusts us thro’ with sense of sin;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brings to birth and seals and fills us –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saving Advocate within.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4270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1EFC1B-5B43-4FF7-91B6-4719EBE2B300}"/>
              </a:ext>
            </a:extLst>
          </p:cNvPr>
          <p:cNvSpPr txBox="1"/>
          <p:nvPr/>
        </p:nvSpPr>
        <p:spPr>
          <a:xfrm>
            <a:off x="2362200" y="1659285"/>
            <a:ext cx="74676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He, himself the living Author,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wakes to life the sacred Word,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reads with us its holy pages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reveals our risen Lord.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it is who works within us,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teaching rebel hearts to pray,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whose holy intercessions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rise for us both night and day.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2032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64AAC8-8AD6-4623-AB9B-79E3A9F3D7BC}"/>
              </a:ext>
            </a:extLst>
          </p:cNvPr>
          <p:cNvSpPr txBox="1"/>
          <p:nvPr/>
        </p:nvSpPr>
        <p:spPr>
          <a:xfrm>
            <a:off x="2195512" y="1659285"/>
            <a:ext cx="78009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He, the mighty God, indwells us;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to strengthen, help, empow’r,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to overcome the tempter,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ours to call in danger’s hour.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his strength we dare to battle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the raging hosts of sin,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by him alone we conquer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foes without and foes within.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1026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4B4DD1-918F-4A60-BD6F-CCA024A89F33}"/>
              </a:ext>
            </a:extLst>
          </p:cNvPr>
          <p:cNvSpPr txBox="1"/>
          <p:nvPr/>
        </p:nvSpPr>
        <p:spPr>
          <a:xfrm>
            <a:off x="2452687" y="1659285"/>
            <a:ext cx="72866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Father, grant your Holy Spirit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our hearts may rule today,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grieved not, quenched not, but unhindered,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work in us his sov’reign way.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Fill us with your holy fullness,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God the Father, Spirit, Son;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us, through us, then, forever,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shall your perfect will be done.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2475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296</Words>
  <Application>Microsoft Office PowerPoint</Application>
  <PresentationFormat>Widescreen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2021-05-29T17:22:29Z</dcterms:created>
  <dcterms:modified xsi:type="dcterms:W3CDTF">2021-05-29T17:29:21Z</dcterms:modified>
</cp:coreProperties>
</file>