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82" r:id="rId2"/>
    <p:sldId id="292" r:id="rId3"/>
    <p:sldId id="294" r:id="rId4"/>
    <p:sldId id="295" r:id="rId5"/>
    <p:sldId id="29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A86DB-FC3A-4CBE-9CCE-13E392E319A6}" type="datetimeFigureOut">
              <a:rPr lang="en-US" smtClean="0"/>
              <a:t>8/5/2022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F031EB-C189-4AC4-86B5-F9855BA386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57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8BBA-F39D-47EA-935B-C4755EB283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311995-70C5-42EB-9E60-CD5B83054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596AE-D468-4B0A-8269-35E3B335D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D495F-5B53-4393-86CF-7A30A8907D51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2FED4-EFA6-41F3-8BB7-7A0FEB16B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62DDE3-2751-451C-98CC-B5D557845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309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D410D-5E0B-47FE-A75A-217ED8567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37CC5-C815-4A1F-88CD-CD9CA6C88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8AD3D9-B766-4E0D-A3F4-FAF0C5BD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0D5C1-E64A-476E-9102-E5685B6C67DB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42DE4-62E5-4272-80AB-257502EE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C84763-7E11-496A-8D8B-05A480EC7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89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3FCB1-3368-4B8D-81E3-CAD88067C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7B0F6-2802-42D2-87D6-27B7D903A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A1BA4-F5F6-49BF-91E0-A75C7CBE5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C8FEE-5493-4BD5-8211-6DF158D5713B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18A7D-D3AB-4833-8F91-69FA8E9A2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DA690-4F42-422C-9234-E0082CA4F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20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FCD79-0E04-42F5-BC6F-D172EE94F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68F98E-B3A3-4D8D-A9C3-5C4A7E7C70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E00BC8-3264-448F-BEC7-74EA3FE1CD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FD9157-554A-4C31-9EA4-4445BFC06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B9003D-6534-4827-9C6F-C73A03ED8849}" type="datetime1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E96A8B-93DB-4823-A86A-5302D5DE3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4FDEE-49D6-483E-A804-ED549F466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83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70842-E757-43BA-9D9D-432D7234E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6758C4-CD93-4D1F-96A7-DDA23AC58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4CB4F-2660-4366-A6B4-CDA943A33A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9F6964-8F33-4D27-A8D3-1E15F08D8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E892C6-2109-4BA5-9486-8019F68A6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FA257-CB84-4CC3-B2EF-86E8C5612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13BA6-C935-4ADC-BA5F-F03F15557F87}" type="datetime1">
              <a:rPr lang="en-US" smtClean="0"/>
              <a:t>8/5/2022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65ED21-1612-4391-9EE8-B0D4D1064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CBF379-7677-41AD-AC9E-684B407AD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299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21DA2-A5F7-4165-A599-62A330D89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A63A3F-FA89-41BB-8339-2A417F23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44861-A617-4DC9-A6A4-46CA7C3391D6}" type="datetime1">
              <a:rPr lang="en-US" smtClean="0"/>
              <a:t>8/5/2022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7CAF80-0F4D-4CDE-A27C-A05B97060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E40AD1-94F3-4CAB-A64A-6BF797EED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87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1D2CF0-FB34-4F0D-9ADE-47F9775B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87C988-12D2-44FD-8BEB-3D02B36EDC6E}" type="datetime1">
              <a:rPr lang="en-US" smtClean="0"/>
              <a:t>8/5/2022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B65FC2-651E-413E-9EB2-8D6FD31A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046E2C-9F24-4209-AE2A-44BBD762F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547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CD515-BFA9-4BEF-95E7-5B4D7DDA7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BFCAD-0DC5-45D1-89ED-20D89AFAE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0D712-6911-48A9-843E-ABA8782335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FB3F39-623A-4757-8ACF-6AA124EF2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36D848-B93E-4049-B31C-C6EB9B34356E}" type="datetime1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B4C81-31A4-46AC-A440-F687C593C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0D0DB-122E-49B5-B400-2D9BAD26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4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C86CD-96B3-408F-9351-908EA94E8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0F2AB7-F465-429B-A405-CC4384E74E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790DCC-1638-48C8-8B00-DB307D6D2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06A98-4EDA-48A7-B9C5-20AC0EA28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3FC10-4DBA-408B-8D6E-75817821A24C}" type="datetime1">
              <a:rPr lang="en-US" smtClean="0"/>
              <a:t>8/5/2022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D4B332-18BC-4CB2-B14B-077B192DA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34842-54EF-4B99-929A-570BD41E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54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EBE05-D950-47DA-B598-B141E58CB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3CC2B8-D83B-4CE6-89CC-280F787810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DBE3A-3105-46A2-ACDC-244C31EB8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40B7E-7778-40EB-A1F8-6708AAFB9DE9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7D178-CC7D-4888-AA57-D9D7F01CE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80E02-EC9D-47DE-B9D4-F729C744F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080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D37314-70FA-47F5-B0D3-61C713A6A2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D2590-7EEF-4600-9992-CF9335008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1A7D8-277E-4960-A00E-D3D42497F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9CFC8-1F1F-44FB-8121-B8CF553E42E3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B23F8-6B3F-44D5-B09F-EF01B9215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79B0BD-EAD0-4A4B-B5EA-03B962CA7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278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2351C9-0E6C-4C2B-B0C5-336468E7A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A24B6-7251-404B-B929-E3E8755299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964D5-C87C-48A6-9782-73EDD0CBD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7A0D3F-3E25-4344-B046-5023F8E7D04E}" type="datetime1">
              <a:rPr lang="en-US" smtClean="0"/>
              <a:t>8/5/2022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86010C-BF2D-428E-84B7-395EAD7481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7FB9F-9962-4F4F-9F56-6F37EF8516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A6D753-EBD5-4AF0-BF35-975373FAD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02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#30 O Lord, I Will Extol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O LORD, I will extol you, </a:t>
            </a:r>
            <a:br>
              <a:rPr lang="en-CA" sz="2800" dirty="0"/>
            </a:br>
            <a:r>
              <a:rPr lang="en-CA" sz="2800" dirty="0"/>
              <a:t>for you have lifted me;</a:t>
            </a:r>
            <a:br>
              <a:rPr lang="en-CA" sz="2800" dirty="0"/>
            </a:br>
            <a:r>
              <a:rPr lang="en-CA" sz="2800" dirty="0"/>
              <a:t>my foes you kept from boasting </a:t>
            </a:r>
            <a:br>
              <a:rPr lang="en-CA" sz="2800" dirty="0"/>
            </a:br>
            <a:r>
              <a:rPr lang="en-CA" sz="2800" dirty="0"/>
              <a:t>and gloating over me.</a:t>
            </a:r>
            <a:br>
              <a:rPr lang="en-CA" sz="2800" dirty="0"/>
            </a:br>
            <a:r>
              <a:rPr lang="en-CA" sz="2800" dirty="0"/>
              <a:t>O LORD, my God, I pleaded</a:t>
            </a:r>
            <a:br>
              <a:rPr lang="en-CA" sz="2800" dirty="0"/>
            </a:br>
            <a:r>
              <a:rPr lang="en-CA" sz="2800" dirty="0"/>
              <a:t>that you might heal and save;</a:t>
            </a:r>
            <a:br>
              <a:rPr lang="en-CA" sz="2800" dirty="0"/>
            </a:br>
            <a:r>
              <a:rPr lang="en-CA" sz="2800" dirty="0"/>
              <a:t>you brought my soul from </a:t>
            </a:r>
            <a:r>
              <a:rPr lang="en-CA" sz="2800" dirty="0" err="1"/>
              <a:t>Sheol</a:t>
            </a:r>
            <a:r>
              <a:rPr lang="en-CA" sz="2800" dirty="0"/>
              <a:t>,</a:t>
            </a:r>
            <a:br>
              <a:rPr lang="en-CA" sz="2800" dirty="0"/>
            </a:br>
            <a:r>
              <a:rPr lang="en-CA" sz="2800" dirty="0"/>
              <a:t>restored me from the grave.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0BDC4-1678-4D0C-BDCE-9447B5D71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28325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2. </a:t>
            </a:r>
            <a:r>
              <a:rPr lang="en-CA" sz="2800" dirty="0"/>
              <a:t>His holy name remember;</a:t>
            </a:r>
            <a:br>
              <a:rPr lang="en-CA" sz="2800" dirty="0"/>
            </a:br>
            <a:r>
              <a:rPr lang="en-CA" sz="2800" dirty="0"/>
              <a:t>you saints, the LORD now praise;</a:t>
            </a:r>
            <a:br>
              <a:rPr lang="en-CA" sz="2800" dirty="0"/>
            </a:br>
            <a:r>
              <a:rPr lang="en-CA" sz="2800" dirty="0"/>
              <a:t>his anger lasts a moment,</a:t>
            </a:r>
            <a:br>
              <a:rPr lang="en-CA" sz="2800" dirty="0"/>
            </a:br>
            <a:r>
              <a:rPr lang="en-CA" sz="2800" dirty="0"/>
              <a:t>his favor all our days;</a:t>
            </a:r>
            <a:br>
              <a:rPr lang="en-CA" sz="2800" dirty="0"/>
            </a:br>
            <a:r>
              <a:rPr lang="en-CA" sz="2800" dirty="0"/>
              <a:t>for though the tears of weeping</a:t>
            </a:r>
            <a:br>
              <a:rPr lang="en-CA" sz="2800" dirty="0"/>
            </a:br>
            <a:r>
              <a:rPr lang="en-CA" sz="2800" dirty="0"/>
              <a:t>may tarry for a night,</a:t>
            </a:r>
            <a:br>
              <a:rPr lang="en-CA" sz="2800" dirty="0"/>
            </a:br>
            <a:r>
              <a:rPr lang="en-CA" sz="2800" dirty="0"/>
              <a:t>there comes a shout of gladness</a:t>
            </a:r>
            <a:br>
              <a:rPr lang="en-CA" sz="2800" dirty="0"/>
            </a:br>
            <a:r>
              <a:rPr lang="en-CA" sz="2800" dirty="0"/>
              <a:t>when dawns the morning light.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CF498A-9B93-4B8D-A35D-7BE6B5388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37077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7A842A-525B-0AC3-D0E0-F51F6F66B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In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prosp'rous</a:t>
            </a:r>
            <a:r>
              <a:rPr lang="en-US" b="0" i="0" dirty="0">
                <a:solidFill>
                  <a:srgbClr val="222222"/>
                </a:solidFill>
                <a:effectLst/>
              </a:rPr>
              <a:t> days I boasted,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"Unmoved I shall remain,"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LORD, by your good favor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mountain you maintained.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But when your face was hidden,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heart was terrified.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you, O LORD, I pleaded;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for mercy, Lord, I cried.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201179-3D9B-A2DF-3B79-ACEDB1F51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06512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AA646-41F2-53F6-80B8-EB2B1A164D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What profit if I perish,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if I descend to death?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Shall dust proclaim your praises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or speak your faithfulness?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 LORD, on me have mercy,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my petition hear;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you may be my helper,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 mercy, LORD, appear.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55D654-F2E0-27ED-58F6-70EC5302D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30527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5. </a:t>
            </a:r>
            <a:r>
              <a:rPr lang="en-CA" sz="2800" dirty="0"/>
              <a:t>You turned my grief to dancing, </a:t>
            </a:r>
            <a:br>
              <a:rPr lang="en-CA" sz="2800" dirty="0"/>
            </a:br>
            <a:r>
              <a:rPr lang="en-CA" sz="2800" dirty="0"/>
              <a:t>from sackcloth set me free.</a:t>
            </a:r>
            <a:br>
              <a:rPr lang="en-CA" sz="2800" dirty="0"/>
            </a:br>
            <a:r>
              <a:rPr lang="en-CA" sz="2800" dirty="0"/>
              <a:t>You clothed me 'round with gladness;</a:t>
            </a:r>
            <a:br>
              <a:rPr lang="en-CA" sz="2800" dirty="0"/>
            </a:br>
            <a:r>
              <a:rPr lang="en-CA" sz="2800" dirty="0"/>
              <a:t>I shall not silent be.</a:t>
            </a:r>
            <a:br>
              <a:rPr lang="en-CA" sz="2800" dirty="0"/>
            </a:br>
            <a:r>
              <a:rPr lang="en-CA" sz="2800" dirty="0"/>
              <a:t>My soul will sing your praises,</a:t>
            </a:r>
            <a:br>
              <a:rPr lang="en-CA" sz="2800" dirty="0"/>
            </a:br>
            <a:r>
              <a:rPr lang="en-CA" sz="2800" dirty="0"/>
              <a:t>your name will I adore;</a:t>
            </a:r>
            <a:br>
              <a:rPr lang="en-CA" sz="2800" dirty="0"/>
            </a:br>
            <a:r>
              <a:rPr lang="en-CA" sz="2800" dirty="0"/>
              <a:t>O LORD, my God, I thank you,</a:t>
            </a:r>
            <a:br>
              <a:rPr lang="en-CA" sz="2800" dirty="0"/>
            </a:br>
            <a:r>
              <a:rPr lang="en-CA" sz="2800" dirty="0"/>
              <a:t>both now and evermore!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E6BEAA1-B983-4765-BA5A-DE172816A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25974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360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#30 O Lord, I Will Extol You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#30 O Lord, I Will Extol You</dc:title>
  <dc:creator>Eric Hoogendoorn</dc:creator>
  <cp:lastModifiedBy>Neil Tuininga</cp:lastModifiedBy>
  <cp:revision>3</cp:revision>
  <dcterms:created xsi:type="dcterms:W3CDTF">2020-04-25T02:30:34Z</dcterms:created>
  <dcterms:modified xsi:type="dcterms:W3CDTF">2022-08-05T21:05:05Z</dcterms:modified>
</cp:coreProperties>
</file>