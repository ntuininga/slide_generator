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3AC6C-85AA-4C6E-A765-411AE78EB652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E9DDB8-0C32-4B23-AEF1-055986AF7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80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367B1-3EE8-8C00-C18D-7587F1948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DED98A-F0E6-6617-C943-FFB9F11D8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5C0DC-71A0-EBAF-9005-908CA470A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F3294-A207-424C-9A7C-D8D6AC0B48F5}" type="datetime1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EA8C9-3515-807C-3C27-5C62FCF3C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16B55-3A28-7402-B6CB-A582C019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2E903-F039-4B5D-9DFA-7FBF9A437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88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649C7-036B-9188-9F7C-E3A2A70D3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CE801-B7DE-B42A-F306-CA766D020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73650-E53E-0607-34DF-4E213954A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E95B6-064C-448D-948D-0081343CDAF4}" type="datetime1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56FA4-57A5-D064-CAC2-A096DA300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B1C4E-8522-B2FA-6268-8477198CE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2E903-F039-4B5D-9DFA-7FBF9A437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04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23AB8-8768-5C57-30D5-D56072328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97097-60A5-7392-F302-5C5B7BBDF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F0903-298E-9F90-ED10-9C1962CBC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E752-0B5C-4F23-908D-D00A2F9D7813}" type="datetime1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D25DB-8C88-81C3-E6B5-81951A2AE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025D8-CCBD-BED4-F7E7-9951A3838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2E903-F039-4B5D-9DFA-7FBF9A437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584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FEC86-639F-EDE2-B566-7DA72A503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D348A-6401-EFCB-5F73-75107F3D4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02309-CA1D-C43D-4A70-8185390C5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57744-8C36-B6E4-FEFE-C4B1FB44B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B4B08-8A52-4D68-B66D-20448FD5D68F}" type="datetime1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7C5D6-960D-E051-4A8C-AABF509A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7F0D9-AD84-E7C1-7AEA-5F96496CD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2E903-F039-4B5D-9DFA-7FBF9A437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69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07F2B-4581-EC40-4412-52F4074BE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270A0-A9AC-46E0-2273-6DE395C16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668F7-1CE3-D63D-87AF-1B78688D4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C2B33B-A74F-B484-CB24-D160072615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EA1910-3F14-D628-C237-345595D31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38709E-895F-0A8F-02C0-7C7D3C883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0EEF1-EB36-4B7F-A862-97BB188F248C}" type="datetime1">
              <a:rPr lang="en-US" smtClean="0"/>
              <a:t>4/28/2023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4A5FD2-C6AC-5A65-2BC1-03B6EE3C3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8A4AD5-FB36-D23C-0083-B2EF72A1A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2E903-F039-4B5D-9DFA-7FBF9A437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7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BD133-7687-8FD6-964D-0D504254D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9CDA83-60EA-6F1A-7F32-7D00C30C4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18F8-9F8C-494A-86A7-8FC7575DE9C0}" type="datetime1">
              <a:rPr lang="en-US" smtClean="0"/>
              <a:t>4/28/2023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45F0EB-18E3-C3CF-FC36-9E6BB7A7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076845-C1D6-254E-F227-E375BE86B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2E903-F039-4B5D-9DFA-7FBF9A437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023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FEA136-85A3-E79C-B8B3-DD1A36C8A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5249A-5A1E-4E4D-AA8F-72C4C409611E}" type="datetime1">
              <a:rPr lang="en-US" smtClean="0"/>
              <a:t>4/28/2023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3FD6BD-7E53-F343-4DB8-761904B1A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68BF5-E6E8-CEBF-2FF2-E61B7295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2E903-F039-4B5D-9DFA-7FBF9A437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796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C9EBC-E61D-0A8E-E245-748BD4DAF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500D5-FD72-AB90-29D0-A889D3360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CA06C6-BE4F-A0BB-EB30-768993791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84A7A-64DC-7BF8-FC0C-DEC0A35AA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C6379-5625-47E7-811E-06B7A14F9442}" type="datetime1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8932D-2A5A-E13E-7A61-74FA74C3A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E03CD0-3995-1807-B738-8449FB68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2E903-F039-4B5D-9DFA-7FBF9A437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71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BAF57-8E55-2688-7CB6-755505AFA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5DFECA-E4B9-5558-B58C-002945FE74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A46E7-7CFC-CBEA-0D67-6DC79DE0C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54C6E-76D2-6200-E76A-AEBA7A57E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D3FE-9FD6-4149-B3B6-9E769867B187}" type="datetime1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F8650-7471-F54F-7131-551EA28B6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4186B-BB8F-E7E7-3EFF-084DB1D6F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2E903-F039-4B5D-9DFA-7FBF9A437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004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192E2-B5BE-9F4C-1118-2FB97EE4A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C69B97-8174-5850-0731-AC61B51D7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3C2EC-ADC3-16B9-CEB5-408AC95D4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3777C-1233-4128-86D0-F696A136A3A3}" type="datetime1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81D42-424D-EF8E-7F58-651A37DE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2F59C-E07F-7DFF-5D1A-E61E27063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2E903-F039-4B5D-9DFA-7FBF9A437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54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A3997E-CE19-2686-3533-4DAA2182D5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3A2C9-D244-F4EE-E9E9-5457FAD5C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211A7-BAD6-0822-E8E8-7FC07AB09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3CA0-E1C0-42B5-BB70-85C062F7DF9C}" type="datetime1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66D4E-3490-3A9B-163D-73ED22BB9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2E652-AC74-F1DC-F7D3-06B7077B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2E903-F039-4B5D-9DFA-7FBF9A437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72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D8DA45-2CD0-7FEE-DFA5-E9B77EF80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308C2-F3D1-F69B-2B2F-82EB92A3D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B26D4-AB48-4035-BFB6-75D2EB5D5F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66016-8D6B-430A-B63C-A0846CF7580E}" type="datetime1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B02A4-CC38-2961-9138-44281FB61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14227-F385-2AEA-7AA7-C1C1B7E565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2E903-F039-4B5D-9DFA-7FBF9A437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493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C9992-857D-0084-DB70-5FAD57FF9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#514 O Love That Wilt Not Let Me 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9E6FB-D22D-D853-AC0C-5D379F75B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O Love that wilt not let me go,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rest my weary soul in thee;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give thee back the life I owe,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in thine ocean depths its flow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may richer, fuller be.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004F8-6ACF-CAD9-8B5A-DF1B9DFDF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36533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A57-CD14-0B43-51BA-D315228BE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19B95-70B3-1628-03B4-BC5288A75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O Light that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follow'st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all my way,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yield my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flick'ring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torch to thee;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my heart restores its borrowed ray,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in thy sunshine's blaze its day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may brighter, fairer be.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252866-779D-9972-4672-357AB02A2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94754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0EC51-6792-BAC4-1EC1-9F6C32F32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CEF80-ECE8-9563-0241-FB6FDC9A0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O Joy that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seekest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me through pain,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cannot close my heart to thee;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trace the rainbow thro' the rain,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feel the promise is not vain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morn shall tearless be.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B66585-25ED-A3DA-9611-BCA049724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14582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2E7F7-0EEE-CD4A-4BB6-F9C001FD1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O Cross that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liftest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up my head,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dare not ask to fly from thee;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lay in dust life's glory dead,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from the ground there blossoms red,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life that shall endless be.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67255-1013-A190-E444-836398D27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848422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222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#514 O Love That Wilt Not Let Me Go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#514 O Love That Wilt Not Let Me Go</dc:title>
  <dc:creator>Neil</dc:creator>
  <cp:lastModifiedBy>Neil</cp:lastModifiedBy>
  <cp:revision>1</cp:revision>
  <dcterms:created xsi:type="dcterms:W3CDTF">2023-04-28T14:52:01Z</dcterms:created>
  <dcterms:modified xsi:type="dcterms:W3CDTF">2023-04-28T14:54:26Z</dcterms:modified>
</cp:coreProperties>
</file>