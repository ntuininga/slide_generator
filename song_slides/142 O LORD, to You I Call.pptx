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AF652-C694-49C1-9A5F-A7560D6AF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82CC2B-6465-4E71-B388-AE8DD4CD4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1215D-2FA8-4043-8B91-8345E942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3A79-AEDE-4EE2-A407-127ED14D0A41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F0374-9DD0-4C5B-82F4-E28022B6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E67E5-2F0D-434A-A11F-53415CE2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DEFE-6776-4D04-B7B8-367187F6E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896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AF79B-3573-4F38-A9ED-D534DE12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8B105-FFE7-442E-BBBC-CD2D1E7D9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25884-1BF2-4A88-B6C5-97AA58987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3A79-AEDE-4EE2-A407-127ED14D0A41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63A29-0BFE-4130-8820-56AF4CD97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1421-CC3E-4269-933A-E5829ECE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DEFE-6776-4D04-B7B8-367187F6E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4178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88E68-34D2-43F6-A006-CEDC4134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F9DD8-FD40-4DCA-B029-FF521EF0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1F6DD-7297-4E65-A63F-BAE88619F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3A79-AEDE-4EE2-A407-127ED14D0A41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AA6D8-1B47-4D7A-8005-007BC2F5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E539B-82C1-45EF-A8A1-3540C456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DEFE-6776-4D04-B7B8-367187F6E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6712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B3D15-A373-42C8-9F49-D4470976B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7BDA6-6BCF-48BF-8A5F-D745D1EE6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F6BAC-2001-4C03-8822-0D090CDBF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86C44-FCEC-47D1-87A4-99D4D87A1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3A79-AEDE-4EE2-A407-127ED14D0A41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D2C06-277D-4419-99D9-2959FD981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10BC6-BF4E-44F0-9E03-9A4E72A6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DEFE-6776-4D04-B7B8-367187F6E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296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85DF-77A2-485A-888C-30D39EB6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848E0-5FF6-4817-A0B4-78FC85146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70CCB-5747-431C-8046-870832A16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B1AA5-C4B1-469E-9E23-0188192F1E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7123A6-69CB-484E-BC98-3752609F98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B807C6-EF1A-4B96-B8DD-787864CE9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3A79-AEDE-4EE2-A407-127ED14D0A41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AA8FDD-CD36-4646-BF67-B23587F34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55C25-EB8C-40C6-9ECF-DED0D33C0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DEFE-6776-4D04-B7B8-367187F6E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4041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93893-7CEB-4FE4-9B34-1BBC6E1B9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A505BF-41BC-4C32-9E64-626E822E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3A79-AEDE-4EE2-A407-127ED14D0A41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E55C38-736F-4759-B58B-0B960C74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44221-95B7-47AA-9135-B1B363CA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DEFE-6776-4D04-B7B8-367187F6E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9403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E12BAC-8AA3-4DD9-A82E-92554418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3A79-AEDE-4EE2-A407-127ED14D0A41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C6902-3CD9-4E69-856F-E20DDD1AF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1EC95-3251-441A-A23C-AE0081CA6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DEFE-6776-4D04-B7B8-367187F6E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2534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43E8B-EB2A-415B-A12B-63184B01E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59A9A-4855-4EEC-B36B-CF4381F78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F2A9F-4C4D-46F1-8898-6276C9B82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DC7E9-3176-4A71-8613-A13FE8D8C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3A79-AEDE-4EE2-A407-127ED14D0A41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F9500-4949-43A8-BA97-06442F4B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97AF1-4883-4F65-94E8-0A5DCB631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DEFE-6776-4D04-B7B8-367187F6E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0596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8270-4C01-4F84-94C8-AF8B0D39D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B644C0-0AC0-4CBF-BC8A-D94C3DD2B8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D553F-E4A5-49A1-863A-98D3C99D6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67938-DDF0-4C6A-A637-15F06F95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3A79-AEDE-4EE2-A407-127ED14D0A41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FA8F-E866-41A8-AA0B-FD94B1D37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22358-F190-41D6-8305-9CBA5019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DEFE-6776-4D04-B7B8-367187F6E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1838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0661-3E71-4D88-8098-E4910C4AB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17511-7760-4A88-91CA-271F2CD0D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42BCC-3459-4719-A2B2-26647DF5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3A79-AEDE-4EE2-A407-127ED14D0A41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CFAF4-ED8A-4D18-BDF1-D97C4892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C5CEE-DFBC-4CC2-B69F-0A1D972B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DEFE-6776-4D04-B7B8-367187F6E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7462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370EBB-62A5-4411-8A64-97F7235F27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67C85-43C5-4BFC-9537-C6E35B4A0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D9627-7313-4188-B37D-602D81142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3A79-AEDE-4EE2-A407-127ED14D0A41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AEA40-4927-4E86-B80F-BB6DE58C1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C5EC1-9D31-4A63-B14E-100E0D35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DEFE-6776-4D04-B7B8-367187F6E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765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EB93C6-EEEE-4CA2-8653-BCEF981F5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E20C5-3503-4063-98D5-C197664C2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66BE1-8F95-4A5B-AE78-4B664AE4FF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23A79-AEDE-4EE2-A407-127ED14D0A41}" type="datetimeFigureOut">
              <a:rPr lang="en-CA" smtClean="0"/>
              <a:t>2021-05-14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CA1FF-BCF3-4165-87A2-346592FEA9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897A-5271-483E-ADBE-F9E0F0B9A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DDEFE-6776-4D04-B7B8-367187F6E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8011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35F441-BF4B-4868-8CF6-601DBEF1751B}"/>
              </a:ext>
            </a:extLst>
          </p:cNvPr>
          <p:cNvSpPr txBox="1"/>
          <p:nvPr/>
        </p:nvSpPr>
        <p:spPr>
          <a:xfrm>
            <a:off x="523875" y="200025"/>
            <a:ext cx="11144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#142 O LORD, to You I Call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9F8F7-75F3-452D-8519-5FED8E0FC4B4}"/>
              </a:ext>
            </a:extLst>
          </p:cNvPr>
          <p:cNvSpPr txBox="1"/>
          <p:nvPr/>
        </p:nvSpPr>
        <p:spPr>
          <a:xfrm>
            <a:off x="2066925" y="2521059"/>
            <a:ext cx="80581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cry for mercy to the LORD;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him I lift my voice in prayer.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the LORD I bring my plea;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him my trouble I declare.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025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326A45-D081-4EC6-97C8-BAFA340AADD7}"/>
              </a:ext>
            </a:extLst>
          </p:cNvPr>
          <p:cNvSpPr txBox="1"/>
          <p:nvPr/>
        </p:nvSpPr>
        <p:spPr>
          <a:xfrm>
            <a:off x="1928812" y="2521059"/>
            <a:ext cx="83343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Each time my spirit faints in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know my path, you know my way;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hidden on the path I walk,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deadly snare for me they lay.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1567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F87220-4A4C-4BA9-BE5F-DDCB59D7FCFB}"/>
              </a:ext>
            </a:extLst>
          </p:cNvPr>
          <p:cNvSpPr txBox="1"/>
          <p:nvPr/>
        </p:nvSpPr>
        <p:spPr>
          <a:xfrm>
            <a:off x="2300287" y="2521059"/>
            <a:ext cx="75914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I cry to you, O LORD,</a:t>
            </a: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my God.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say to you amid the strife,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“You are my trust and hiding place,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portion in the land of life.”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226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7EA04B-D153-42AC-A354-8FCC7E5FC45C}"/>
              </a:ext>
            </a:extLst>
          </p:cNvPr>
          <p:cNvSpPr txBox="1"/>
          <p:nvPr/>
        </p:nvSpPr>
        <p:spPr>
          <a:xfrm>
            <a:off x="2486025" y="2521059"/>
            <a:ext cx="72199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LORD, out of bondage bring my soul,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I may give your name all praise.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righteous then will join with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you have shown to me your grace.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4336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152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2021-05-14T21:38:35Z</dcterms:created>
  <dcterms:modified xsi:type="dcterms:W3CDTF">2021-05-14T21:42:06Z</dcterms:modified>
</cp:coreProperties>
</file>