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431C-83FC-4F29-B313-CAF67E621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9C4B8-8CC3-40F8-A599-8C2C2F46B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047AE-081A-4811-9CC3-3BEECAFE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38D8C-3B10-4EFA-AA9A-E6B36BDA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85213-BA10-4EC3-92E7-490A7F62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373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3D6A-53B9-496F-8CBE-F9793FD8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C1B39-28E2-45FA-832C-6F1351751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6B257-5D00-4BEB-B364-8BF018D8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D99D7-B33C-4820-B4DA-F9472E53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FB38C-1036-4A8A-8377-129BFBA1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284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74D3-5AB2-4A34-BAE0-E3BC5227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C718-F945-4B57-BC04-CD2AA957E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CBAD3-A96A-4488-9E14-E6C9875F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0DA78-B1EA-4947-95BD-3A401CFD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53536-47FA-4127-B8F5-24EB812B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071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1BCC-A6C3-4931-B778-3C04B17F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5F936-5B7D-4159-90F9-B3F6E5F0D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EBDB1-686A-4B31-8A99-49083759B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1B229-FEFB-42DC-A776-4018CD8A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9FA9F-CBEC-47E7-BC58-833327D0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F2D66-9617-4643-8E75-9DAECA0B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547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F5E2-9B94-40FC-B691-1461741AE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B3932-D08D-4FF9-9BEC-E1DD447AE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8A84A-3A42-4502-9643-0203261AE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A0947-7E92-4AE2-9546-9AD0388BA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3C0D07-B9A7-49BB-8999-EA76B684C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9481B7-9A95-4C40-B380-9CC5641D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C38BF-3CE5-4629-84E1-877C048D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F5696-5A2B-4D8A-8753-0DF65D3A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709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C3E0-5A5E-45A0-B85E-04250222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9DE24-D753-4A71-AC08-8539DAA1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4BD9E-798E-4DC3-8B48-2117F993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8F10-127C-42BA-87D1-74D050AB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686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443712-54FB-4C27-BAB1-3815A539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AC9C4-2533-45A2-88D1-4A4810303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3C574-6C70-4046-8AB1-47FB436C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466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6DD3-1A8F-4567-9DD9-C168F942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DC8DC-1D62-442B-98AD-370205CCF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29FFE-0DE9-4643-A59C-91B8FBAAD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FB3EC-AF89-48F9-8F38-275CBFEF6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7F59B-D287-454D-9881-9A8633C60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A12B6-ED49-4C68-A8A7-7BABD61E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39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4713-5E5B-411D-BD9A-AD3CD0ABD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3ED7F-4895-4B45-845A-2896B91F7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241C4-9AD0-4064-9B92-95B4F7695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59CE7-3384-4A27-AA25-21758C91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F73BE-51C9-425F-B07B-79815669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62A93-4C09-4435-961A-ABDEE881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917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1706-7EC7-4987-995F-6CAF6C46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AB547-AEF8-43FB-94DE-4104A1591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3C20C-E62F-40DB-93BB-1B05C89E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2F1C7-D3A9-43CB-804C-E92026A6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A3B9-1D51-4FB0-B1F0-7027D42B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457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134C55-1311-45A1-A45D-9B7F7687E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C0261-6AFF-476E-9C58-5062C96AC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5A90C-2355-46C3-88C5-4C4C8521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B6722-367A-4401-8693-A15BC3DA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EEA4B-6459-4E0D-A582-29884C07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4382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6B611B-0A5C-4E4A-8EF6-B681E2AAF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EB135-C803-40F0-9358-4A3F5D160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EC22F-E24A-449D-8C0A-CB844FAE6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F6C08-87AE-421B-AD75-214C83F4E7A8}" type="datetimeFigureOut">
              <a:rPr lang="en-CA" smtClean="0"/>
              <a:t>2021-10-10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765A-4624-40CC-BDC0-281C78435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485BC-A39C-49E9-80AB-4A94D2A1A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E784A-E920-4E22-A885-52F6AB6F32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947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0CEB03-C979-4BCC-8150-5B309CD46B93}"/>
              </a:ext>
            </a:extLst>
          </p:cNvPr>
          <p:cNvSpPr txBox="1"/>
          <p:nvPr/>
        </p:nvSpPr>
        <p:spPr>
          <a:xfrm>
            <a:off x="566737" y="314325"/>
            <a:ext cx="11058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#111B O Give the LORD Wholehearted Praise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2FD8C-B768-42B6-9872-57E9823ADBEB}"/>
              </a:ext>
            </a:extLst>
          </p:cNvPr>
          <p:cNvSpPr txBox="1"/>
          <p:nvPr/>
        </p:nvSpPr>
        <p:spPr>
          <a:xfrm>
            <a:off x="2333624" y="2521059"/>
            <a:ext cx="7524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O give the LORD wholehearted praise.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him thanksgiving I will bring;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 all his people I will raise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my voice and of his glory sing.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38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B87E16-4B11-4B2C-B328-CDB2E45E5573}"/>
              </a:ext>
            </a:extLst>
          </p:cNvPr>
          <p:cNvSpPr txBox="1"/>
          <p:nvPr/>
        </p:nvSpPr>
        <p:spPr>
          <a:xfrm>
            <a:off x="2043112" y="2133600"/>
            <a:ext cx="8105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His saints delight to search and trace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mighty works and wondrous ways.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Majestic glory, boundless grace,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righteousness his work displays.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9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3244C-3CDD-42BB-A054-8B7FEAF9984D}"/>
              </a:ext>
            </a:extLst>
          </p:cNvPr>
          <p:cNvSpPr txBox="1"/>
          <p:nvPr/>
        </p:nvSpPr>
        <p:spPr>
          <a:xfrm>
            <a:off x="2471737" y="2347912"/>
            <a:ext cx="7248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God's wondrous deeds of faithfulness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people ever keep in mind.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works of love and graciousness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reveal that God the LORD is kind.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69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1D822-C0E2-4954-A3A6-65936C52A9B4}"/>
              </a:ext>
            </a:extLst>
          </p:cNvPr>
          <p:cNvSpPr txBox="1"/>
          <p:nvPr/>
        </p:nvSpPr>
        <p:spPr>
          <a:xfrm>
            <a:off x="2047875" y="2521059"/>
            <a:ext cx="8096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God's promise shall forever stand;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cares for those who trust his word.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Upon his saints his mighty hand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wealth of nations has conferred.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9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12A9FD-40E0-4ACA-AEF4-163330B44058}"/>
              </a:ext>
            </a:extLst>
          </p:cNvPr>
          <p:cNvSpPr txBox="1"/>
          <p:nvPr/>
        </p:nvSpPr>
        <p:spPr>
          <a:xfrm>
            <a:off x="2300287" y="2521059"/>
            <a:ext cx="75914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His works are true and just indeed;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precepts are forever sure.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truth and righteousness decreed,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shall forevermore endure.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20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F524E5-FC6F-4741-A6A7-CF7B50BE073F}"/>
              </a:ext>
            </a:extLst>
          </p:cNvPr>
          <p:cNvSpPr txBox="1"/>
          <p:nvPr/>
        </p:nvSpPr>
        <p:spPr>
          <a:xfrm>
            <a:off x="1957387" y="2521059"/>
            <a:ext cx="8277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From God his saints' redemption came;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cov'nant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sure no change can know.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revere his holy name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above and earth below.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87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69B79-2978-493B-8205-2575C46646A1}"/>
              </a:ext>
            </a:extLst>
          </p:cNvPr>
          <p:cNvSpPr txBox="1"/>
          <p:nvPr/>
        </p:nvSpPr>
        <p:spPr>
          <a:xfrm>
            <a:off x="2366962" y="2333625"/>
            <a:ext cx="74580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7. In rev'rence and in godly fear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man finds the gate to wisdom's ways;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wise his holy name revere.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Through endless ages sound his praise!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43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234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2021-01-02T21:04:18Z</dcterms:created>
  <dcterms:modified xsi:type="dcterms:W3CDTF">2021-10-11T02:51:50Z</dcterms:modified>
</cp:coreProperties>
</file>