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EE620-11D4-2AF2-DD44-51980DC7B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5322D-382B-44A2-EBB6-2306CDC34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1BFE0-BD9D-17F5-5D55-6A39C2462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8EAB5-1093-4165-B3FE-718FC3CD8F3F}" type="datetimeFigureOut">
              <a:rPr lang="en-US" smtClean="0"/>
              <a:t>8/5/2022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894C1-EB72-D1B3-E04A-E0669D47F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9E86F-57CB-DF47-300A-A5D962B13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0652E-A7EE-440B-A36B-1B1339EB9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518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3CFFB-88E3-2A8A-52DF-F4CB74D7A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E4CC4-2FB3-B6E9-EE2E-5A3C365F2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98035-C5CB-2884-B42C-C5FE13B0F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8EAB5-1093-4165-B3FE-718FC3CD8F3F}" type="datetimeFigureOut">
              <a:rPr lang="en-US" smtClean="0"/>
              <a:t>8/5/2022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F33E7-A819-C4FD-F016-AD6BA658D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44F5D-F80A-E6E9-0F9D-395555FEC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0652E-A7EE-440B-A36B-1B1339EB9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3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6D26C-F6FD-FFB2-790F-608D757D2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738BC-80EB-4431-ABCC-894CA3C36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C9951-EF59-AF3C-D1DE-22006651A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8EAB5-1093-4165-B3FE-718FC3CD8F3F}" type="datetimeFigureOut">
              <a:rPr lang="en-US" smtClean="0"/>
              <a:t>8/5/2022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A4DDE-7ACA-1A9A-1411-1A83A6499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57B48-613F-10AB-2D74-0D98FC330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0652E-A7EE-440B-A36B-1B1339EB9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9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DF44B-5DD8-B264-F604-C3DE70778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C10CB-D911-4B71-7835-C3FC65F89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4D679-F6A7-64D8-9CD6-4CC4C5DB4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7B51F-8074-097C-548E-9595598C6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8EAB5-1093-4165-B3FE-718FC3CD8F3F}" type="datetimeFigureOut">
              <a:rPr lang="en-US" smtClean="0"/>
              <a:t>8/5/2022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340C0-C3B9-3603-6C61-541CD8FF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2EC64-E3B0-61B5-5542-7A664E763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0652E-A7EE-440B-A36B-1B1339EB9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74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86315-0EE2-A5D4-6917-CEB8E8465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02B0C-E931-6F42-583C-AADE07657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FEE42-AEDE-3FAB-83DA-F1C3BD188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B5C302-ABCF-A60A-A2FB-728723991F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F29BF1-7778-7680-DA98-732805D78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26921-481F-80D9-9C98-13BC87462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8EAB5-1093-4165-B3FE-718FC3CD8F3F}" type="datetimeFigureOut">
              <a:rPr lang="en-US" smtClean="0"/>
              <a:t>8/5/2022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78E9F1-C04F-073D-F1CA-BF72F2646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A0E53A-652C-1834-E54B-ED5433DE7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0652E-A7EE-440B-A36B-1B1339EB9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227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AB522-0A67-0493-BDD6-C78ADFA1C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4B2267-8593-0A0B-9348-AE343F3E4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8EAB5-1093-4165-B3FE-718FC3CD8F3F}" type="datetimeFigureOut">
              <a:rPr lang="en-US" smtClean="0"/>
              <a:t>8/5/2022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53B2E-72A6-6414-E415-3810EACDE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455DB-27DA-2A3E-7F1E-B4C3FBC8B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0652E-A7EE-440B-A36B-1B1339EB9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56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519AF6-55D1-B59E-1DDF-CA7B45FF2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8EAB5-1093-4165-B3FE-718FC3CD8F3F}" type="datetimeFigureOut">
              <a:rPr lang="en-US" smtClean="0"/>
              <a:t>8/5/2022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DF510B-A1E6-3674-5971-991CA5D92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82A2B-896E-CB43-77E5-BE8D20DFC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0652E-A7EE-440B-A36B-1B1339EB9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184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41B22-D3F2-7B48-5BBC-2AC840D68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D60E1-00F4-A029-0D00-D49F60B9F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8282FE-CBEB-C819-08C7-BE1CC9B2C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CDAED-49B4-385C-C770-8C2D36B5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8EAB5-1093-4165-B3FE-718FC3CD8F3F}" type="datetimeFigureOut">
              <a:rPr lang="en-US" smtClean="0"/>
              <a:t>8/5/2022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01A2DE-C33C-C22D-985A-D7EB3CCCE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196B6-4271-1C61-76F3-8C1D5540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0652E-A7EE-440B-A36B-1B1339EB9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675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0634F-62FF-5F32-C012-58B6E947B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E9B37E-2C87-D35C-9E38-CDDDB56D22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2A141C-B630-EF99-35D9-C8FD0DC25C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6BA1B-CEC0-8603-B457-D4BBD8BE6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8EAB5-1093-4165-B3FE-718FC3CD8F3F}" type="datetimeFigureOut">
              <a:rPr lang="en-US" smtClean="0"/>
              <a:t>8/5/2022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0169B-4BE9-46F3-FC1D-4575E7606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46D76-C1C3-9C93-AB57-482D549C6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0652E-A7EE-440B-A36B-1B1339EB9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654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3D568-DD61-7872-7497-0B6F96BFC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ABE9F8-12A2-3E3B-7E7C-E8B5026EA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FF550-71E0-8C19-9453-66DE8CEF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8EAB5-1093-4165-B3FE-718FC3CD8F3F}" type="datetimeFigureOut">
              <a:rPr lang="en-US" smtClean="0"/>
              <a:t>8/5/2022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C3D10-90B8-6998-A4D8-D483BAA3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8D532-AF28-311D-552E-345F97978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0652E-A7EE-440B-A36B-1B1339EB9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842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EEF317-9C7C-D68E-511D-E00430C282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9007BC-05C6-DC41-9C3C-DC9B7D149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B46FC-7DCD-086B-1623-2E6EBF814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8EAB5-1093-4165-B3FE-718FC3CD8F3F}" type="datetimeFigureOut">
              <a:rPr lang="en-US" smtClean="0"/>
              <a:t>8/5/2022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E01AB-F5C7-4AA4-664E-A12819361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FE9E4-26F5-1839-34CE-24E50506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0652E-A7EE-440B-A36B-1B1339EB9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486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E9F390-7F82-5773-924C-12956567D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D4124-0855-50CF-4C35-A86E53A85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D7E59-2580-F025-4086-1B792C9241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F8EAB5-1093-4165-B3FE-718FC3CD8F3F}" type="datetimeFigureOut">
              <a:rPr lang="en-US" smtClean="0"/>
              <a:t>8/5/2022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C4DD4-B662-B54F-AA0B-426019DDE9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D8D2B-794E-85B5-DD0C-EB0EC42FC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0652E-A7EE-440B-A36B-1B1339EB9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548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1BB77-9247-EF2F-12C8-2DD8C2D6B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#169 Master, Speak! Thy Servant Heareth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27569-60DB-04A8-1D1C-3C019C0A5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Master, speak! thy servant heareth,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waiting for thy gracious word,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longing for thy voice that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cheereth</a:t>
            </a:r>
            <a:r>
              <a:rPr lang="en-US" b="0" i="0" dirty="0">
                <a:solidFill>
                  <a:srgbClr val="222222"/>
                </a:solidFill>
                <a:effectLst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Master, let it now be heard.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am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list'ning</a:t>
            </a:r>
            <a:r>
              <a:rPr lang="en-US" b="0" i="0" dirty="0">
                <a:solidFill>
                  <a:srgbClr val="222222"/>
                </a:solidFill>
                <a:effectLst/>
              </a:rPr>
              <a:t>, Lord, for thee;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what hast thou to say to me?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67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9589C-DA01-DD77-7755-96C3EB1FF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Speak to me by name, O Master,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let me know it is to me;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speak, that I may follow faster,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with a step more firm and free,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where the Shepherd leads the flock,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in the shadow of the Rock!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718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DC7F4-1C7B-58C4-C8D4-DA17D7546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Master, speak!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tho</a:t>
            </a:r>
            <a:r>
              <a:rPr lang="en-US" b="0" i="0" dirty="0">
                <a:solidFill>
                  <a:srgbClr val="222222"/>
                </a:solidFill>
                <a:effectLst/>
              </a:rPr>
              <a:t>' least and lowest,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let me not unheard depart;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Master, speak! for oh, thou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knowest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all the yearning of my heart,</a:t>
            </a:r>
            <a:br>
              <a:rPr lang="en-US" dirty="0"/>
            </a:br>
            <a:r>
              <a:rPr lang="en-US" b="0" i="0" dirty="0" err="1">
                <a:solidFill>
                  <a:srgbClr val="222222"/>
                </a:solidFill>
                <a:effectLst/>
              </a:rPr>
              <a:t>knowest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all its truest need;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speak! and make me blest indeed.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509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DD482-35C3-1FE1-D54C-4EB11533A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Master, speak! and make me ready,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when thy voice is truly heard,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with obedience glad and steady,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still to follow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ev'ry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word.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am listening, Lord, for thee: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Master, speak, oh speak to me!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161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218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#169 Master, Speak! Thy Servant Heareth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#169 Master, Speak! Thy Servant Heareth</dc:title>
  <dc:creator>Neil Tuininga</dc:creator>
  <cp:lastModifiedBy>Neil Tuininga</cp:lastModifiedBy>
  <cp:revision>1</cp:revision>
  <dcterms:created xsi:type="dcterms:W3CDTF">2022-08-05T21:24:51Z</dcterms:created>
  <dcterms:modified xsi:type="dcterms:W3CDTF">2022-08-05T21:28:13Z</dcterms:modified>
</cp:coreProperties>
</file>