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88CCF-ED06-411D-8E6B-6FBA54DF19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F181AF-2831-4F4E-BA9B-5EF7926B8B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AE247-C23E-4D30-AC91-597A36C92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C45D2-F81A-4BDD-9863-D4154F405598}" type="datetimeFigureOut">
              <a:rPr lang="en-CA" smtClean="0"/>
              <a:t>2021-11-27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115C5-5AC0-4935-A556-CD1606FB8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6B665-0278-4A7F-9AA0-19F162735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5092-CA4E-47CA-B8ED-45D0189550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86684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1C7FB-B74C-4268-BC6E-1B4552DF7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B7666-A3BA-4207-9C15-587DEC437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19943-0375-4BAB-B6C8-0D350BCEF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C45D2-F81A-4BDD-9863-D4154F405598}" type="datetimeFigureOut">
              <a:rPr lang="en-CA" smtClean="0"/>
              <a:t>2021-11-27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C3CD1-F8D1-4E27-99F7-307C3F0EC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67394-519B-4A85-B63E-C2D8A4F4B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5092-CA4E-47CA-B8ED-45D0189550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69034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B8363-E48D-44F8-BC08-BCE8D5CDA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8B8DF9-F976-41BA-AEEE-A80D619A3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2A69B-8575-45E6-8A74-63939E71A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C45D2-F81A-4BDD-9863-D4154F405598}" type="datetimeFigureOut">
              <a:rPr lang="en-CA" smtClean="0"/>
              <a:t>2021-11-27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AF5BA-1CFF-4FAA-9608-1E855AC23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47140-28F5-4753-8355-FD82B249C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5092-CA4E-47CA-B8ED-45D0189550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3890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D1B21-F694-40DF-BD72-A8F7B4635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1758B-58D2-4826-B797-47E7BAD7BA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06C2C5-069A-4781-B5D6-B09EDE50A4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3AF648-5ABF-45A0-A40D-E592EAA86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C45D2-F81A-4BDD-9863-D4154F405598}" type="datetimeFigureOut">
              <a:rPr lang="en-CA" smtClean="0"/>
              <a:t>2021-11-27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B9DED6-488D-4809-9D07-D334880BA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44D697-1F35-469E-ADC8-0CA21B7CB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5092-CA4E-47CA-B8ED-45D0189550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70234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0FAB2-EFD2-4B4C-9F09-E94AD92FF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F37AA-9FB2-4DC4-9803-F9BFDDF47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0795E8-08B7-4583-9695-C5811F1D58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E24AC1-F833-4670-B44C-1A6133913E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BCA59D-440C-4CC9-AC21-546EB4EE95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67F197-530C-4715-96FD-7AFE1698C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C45D2-F81A-4BDD-9863-D4154F405598}" type="datetimeFigureOut">
              <a:rPr lang="en-CA" smtClean="0"/>
              <a:t>2021-11-27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A429C8-5175-4C1C-8AC1-D402493EC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AC3546-98D8-440C-AEB2-EA446C3D5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5092-CA4E-47CA-B8ED-45D0189550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56637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2F1C8-3721-4512-94FF-B42B0611E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56262B-90BB-42B2-9EF9-877A0C58B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C45D2-F81A-4BDD-9863-D4154F405598}" type="datetimeFigureOut">
              <a:rPr lang="en-CA" smtClean="0"/>
              <a:t>2021-11-27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9AC358-7976-4F5A-B298-645264320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EC30D5-3D17-4136-82BE-64429C574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5092-CA4E-47CA-B8ED-45D0189550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10363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E1EA9F-CAD6-4CEA-AF5C-61B4FFEED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C45D2-F81A-4BDD-9863-D4154F405598}" type="datetimeFigureOut">
              <a:rPr lang="en-CA" smtClean="0"/>
              <a:t>2021-11-27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589BE-1BFD-4B69-B30F-2645ED675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4901AF-B28B-4894-AAD3-C7D748ABB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5092-CA4E-47CA-B8ED-45D0189550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5733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08C7E-FD0F-40E5-9C9F-313019773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EDF20-B0CA-4383-8BDD-9D385B846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AFB95E-FD38-4982-B319-4689E149C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F83791-755D-4186-A0D9-E1231F5AC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C45D2-F81A-4BDD-9863-D4154F405598}" type="datetimeFigureOut">
              <a:rPr lang="en-CA" smtClean="0"/>
              <a:t>2021-11-27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CA6092-4431-4229-8517-4D6FC71BA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6FFD0-D5A5-43F3-BF27-924657AB4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5092-CA4E-47CA-B8ED-45D0189550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3486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8DB3A-8438-4712-8951-49DFB4A79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254B00-34DE-4884-9A38-A145BC6B80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38BB13-D902-4421-AB5C-BF29C144E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E3C44C-C1DC-49E0-81C7-F44E2FF48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C45D2-F81A-4BDD-9863-D4154F405598}" type="datetimeFigureOut">
              <a:rPr lang="en-CA" smtClean="0"/>
              <a:t>2021-11-27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74FEFB-60F0-4133-AE20-B38496A66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5DB5AE-90C1-420F-AF6F-52EE758A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5092-CA4E-47CA-B8ED-45D0189550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4845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A17E9-AF1A-4CD5-98D8-DEDE81D2B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3B3FC5-FC37-44F4-9BB3-5A2F8DC22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80E53-BBA2-4EDD-A0A0-D89043C27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C45D2-F81A-4BDD-9863-D4154F405598}" type="datetimeFigureOut">
              <a:rPr lang="en-CA" smtClean="0"/>
              <a:t>2021-11-27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AFA32-0D4A-475C-B34D-337B592E1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28B1C-A2BC-49A2-BFA1-008125FA6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5092-CA4E-47CA-B8ED-45D0189550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1921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EE2D24-D4F2-4C33-924F-8049D885A3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ACF262-AA96-41ED-8F02-5F670E148D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2C843-5004-444E-9C0C-D8F95BB48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C45D2-F81A-4BDD-9863-D4154F405598}" type="datetimeFigureOut">
              <a:rPr lang="en-CA" smtClean="0"/>
              <a:t>2021-11-27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41BCB-D369-49B3-9CC6-D7F441D19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A0539-A303-4286-B322-AAD39147C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5092-CA4E-47CA-B8ED-45D0189550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25658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157072-D668-48CD-8356-55515D4E7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71047-AD46-45F8-AD8F-0D33ECDEA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E8610-03D3-4687-A8A5-BFD637E3A1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EC45D2-F81A-4BDD-9863-D4154F405598}" type="datetimeFigureOut">
              <a:rPr lang="en-CA" smtClean="0"/>
              <a:t>2021-11-27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AD148-BD28-424E-9A77-A64B7DD6E0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67110-1E09-4703-8BEC-B498A450F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175092-CA4E-47CA-B8ED-45D0189550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71262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B94ABF-5A6A-4A7D-8A4E-FC07C430C293}"/>
              </a:ext>
            </a:extLst>
          </p:cNvPr>
          <p:cNvSpPr txBox="1"/>
          <p:nvPr/>
        </p:nvSpPr>
        <p:spPr>
          <a:xfrm>
            <a:off x="862012" y="152400"/>
            <a:ext cx="104679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4400" i="1" dirty="0">
                <a:solidFill>
                  <a:prstClr val="black"/>
                </a:solidFill>
                <a:latin typeface="Calibri Light" panose="020F0302020204030204"/>
              </a:rPr>
              <a:t>#467 Cast Down, O God, the Idols</a:t>
            </a:r>
            <a:endParaRPr lang="en-CA" sz="4400" i="1" dirty="0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437F3E-AC2B-48BC-84F9-E5453EE92F1F}"/>
              </a:ext>
            </a:extLst>
          </p:cNvPr>
          <p:cNvSpPr txBox="1"/>
          <p:nvPr/>
        </p:nvSpPr>
        <p:spPr>
          <a:xfrm>
            <a:off x="1785936" y="1762125"/>
            <a:ext cx="86201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FontTx/>
              <a:buAutoNum type="arabicPeriod"/>
            </a:pPr>
            <a:r>
              <a:rPr lang="en-US" sz="2800" dirty="0">
                <a:solidFill>
                  <a:srgbClr val="222222"/>
                </a:solidFill>
              </a:rPr>
              <a:t>Cast down, O God, the idols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that hold us in their power,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the empty gods we worship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when darkness has its hour.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We bow to other masters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and by their promise live.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Redeem our wayward passions;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our rebel wills forgive.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653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FCE8E7-1694-4791-A591-4A7F5136ADDC}"/>
              </a:ext>
            </a:extLst>
          </p:cNvPr>
          <p:cNvSpPr txBox="1"/>
          <p:nvPr/>
        </p:nvSpPr>
        <p:spPr>
          <a:xfrm>
            <a:off x="2000250" y="1659285"/>
            <a:ext cx="84201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2. In vain we search for meaning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where transient joys abound,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and seek the soul’s contentment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where peace cannot be found.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We wander, lost and homeless,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in endless, aimless quest,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our hearts forever restless,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until in you they rest.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6465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19B89C-2822-44D3-8A31-360214DAA549}"/>
              </a:ext>
            </a:extLst>
          </p:cNvPr>
          <p:cNvSpPr txBox="1"/>
          <p:nvPr/>
        </p:nvSpPr>
        <p:spPr>
          <a:xfrm>
            <a:off x="2200275" y="1659285"/>
            <a:ext cx="77914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prstClr val="black"/>
                </a:solidFill>
              </a:rPr>
              <a:t>3. O God, we have our being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in you and you alone.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Recall us from our </a:t>
            </a:r>
            <a:r>
              <a:rPr lang="en-US" sz="2800" dirty="0" err="1">
                <a:solidFill>
                  <a:prstClr val="black"/>
                </a:solidFill>
              </a:rPr>
              <a:t>wand’rings</a:t>
            </a:r>
            <a:r>
              <a:rPr lang="en-US" sz="2800" dirty="0">
                <a:solidFill>
                  <a:prstClr val="black"/>
                </a:solidFill>
              </a:rPr>
              <a:t>;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reclaim us as your own.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Restore in us the image 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revealed in Christ, your Word,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till heart and will pay homage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to him, our God and Lord.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5467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158</Words>
  <Application>Microsoft Office PowerPoint</Application>
  <PresentationFormat>Widescreen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2</cp:revision>
  <dcterms:created xsi:type="dcterms:W3CDTF">2021-03-26T23:08:42Z</dcterms:created>
  <dcterms:modified xsi:type="dcterms:W3CDTF">2021-11-27T21:12:01Z</dcterms:modified>
</cp:coreProperties>
</file>