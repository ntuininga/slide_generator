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78AC-5679-4878-919D-90DFEDF49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2D7B0-59F6-43B3-811E-3985F5709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ED6CD-9D26-4E78-9714-B5649BCD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97890-2E55-4FCD-B8A1-ABD7D825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0D75B-A621-4E7A-8292-E7E0D8E3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21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CF1-8860-4A15-A8AD-C03B5276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78DE-B51D-4488-A5F9-283531400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B52F7-D1B0-4FE5-A308-DEF60994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9BFDD-A5E3-4DA2-8F1C-0E34899F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51EC2-5AE6-4F19-A06A-058636A5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5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FE590-B449-4BE9-A320-8C9787E2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1BB57-4446-423F-B97E-29C3A24F7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549EA-9707-407E-A5E9-1DD67992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0F6A-F161-4152-B0F0-72CC24A1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0EEFE-7777-4F95-8960-C99BB012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444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0B42-46D0-4366-AA57-12D0C400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D01B-2F5C-45E5-8410-B6C0B8B20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92FF6-DDF6-4514-A9A7-5AD59A51C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B0C3D-C6C5-4FA2-9306-02A6434A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8BDCB-6BAB-476E-BDE1-44A907F8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7CBFB-D434-477A-9E81-00BF0528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24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F445-FB84-4D66-87D5-9B2B43727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89670-B8E1-44B7-9129-1E960C7C3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56AE9-52B5-46A3-AF40-ACD5424C2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59529-4969-44C7-97C5-6CC8F5A90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12FB1-037F-4D8D-9F0C-6C544B692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A8629-E15A-44A7-87A0-C51C6712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23B0E-DC45-42A1-A4E1-469784AF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24510-54F2-43C6-894E-02D33A8A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447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82E6-60FE-46C4-8692-3C07D845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19FE0-B395-414D-B6A5-B870362E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67B9F-6F58-4545-80C7-708A497F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51400-F373-400B-8036-D7A5E3EE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376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8E1BB-3267-4060-BC2E-57454CF3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7D188-ADC1-4901-9171-C7475BA3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1EF84-E6B5-41CA-A618-B11F1570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221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D547-C2D3-4D94-BF3A-F028C96D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D81F8-75F1-4A8C-A3B8-650138D2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7895F-5EEC-486F-B279-A80AE78DA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7D1B-3E7C-4D26-B4DF-99810013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6A044-810E-492C-A0D4-44437D57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75FEF-AC9D-4808-BB9B-3F921ACC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5580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838F-3EDB-44CC-970A-D0EE19C2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9ED93-A54B-43F4-BD08-3178D0DAB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070AF-0157-4538-9F4F-27824D903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E18E4-7947-422D-915E-B0CC9A69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02DAF-B37E-486D-AC77-085929D9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F8668-855B-4AC7-AD6A-FC287DD1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070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D289-A938-491C-8039-5CE4BA65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AD967-F1E3-457A-819D-361668FA3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7778-35DE-4B99-832B-5D475ABD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A0559-3EEE-43E6-A17A-BE492F9F7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90B7A-55DF-4F67-9789-2F7921CF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323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61ED87-83E9-4842-B105-BB6D26C51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6D52D-E004-4117-96EC-6A80C0249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C647-F95F-4900-806B-5AD8DF4C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2CF9F-5E05-4C96-AC4C-4222C5D4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43CB5-4F22-4BE1-BA11-87701D86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030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DD447-41CC-4716-BA72-D36E79AF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1A87F-243C-4B13-9B87-D8769D576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5C4C-F6D7-42EA-8A6C-071D86B45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693F2-D548-4CC3-8A80-BE87AAB91566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0E623-54CA-48A3-8C83-FBAA89587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6E96-3EC2-4C14-B7A0-A9119A01D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9654D-BA89-4542-9D90-A7803163448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307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7AA8A8-D438-4196-8D46-778E64AD4DF5}"/>
              </a:ext>
            </a:extLst>
          </p:cNvPr>
          <p:cNvSpPr txBox="1"/>
          <p:nvPr/>
        </p:nvSpPr>
        <p:spPr>
          <a:xfrm>
            <a:off x="823912" y="219074"/>
            <a:ext cx="10544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#349 O Jesus, We Adore Thee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B42D9-4D20-441E-BD47-5E0385597834}"/>
              </a:ext>
            </a:extLst>
          </p:cNvPr>
          <p:cNvSpPr txBox="1"/>
          <p:nvPr/>
        </p:nvSpPr>
        <p:spPr>
          <a:xfrm>
            <a:off x="1952624" y="1659285"/>
            <a:ext cx="8286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Jesus, we adore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upon the cross, our King!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bow our hearts before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gracious name we sing.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name hath brought salvation,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name in life our stay,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peace, our consolation,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life shall fade away.</a:t>
            </a:r>
          </a:p>
        </p:txBody>
      </p:sp>
    </p:spTree>
    <p:extLst>
      <p:ext uri="{BB962C8B-B14F-4D97-AF65-F5344CB8AC3E}">
        <p14:creationId xmlns:p14="http://schemas.microsoft.com/office/powerpoint/2010/main" val="380946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A859E-58BF-42CD-A82F-96B30A766ECD}"/>
              </a:ext>
            </a:extLst>
          </p:cNvPr>
          <p:cNvSpPr txBox="1"/>
          <p:nvPr/>
        </p:nvSpPr>
        <p:spPr>
          <a:xfrm>
            <a:off x="1766887" y="1659285"/>
            <a:ext cx="8658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Yet doth the world disdain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passing by the cross;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may our hearts retain thee;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else we count but loss.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Ah, Lord, our sins arraigned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nailed thee to the tree: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pride, our Lord, disdained thee;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deign our hope to be.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98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E51EA-A657-41F5-A21E-A49CFDF5D3DA}"/>
              </a:ext>
            </a:extLst>
          </p:cNvPr>
          <p:cNvSpPr txBox="1"/>
          <p:nvPr/>
        </p:nvSpPr>
        <p:spPr>
          <a:xfrm>
            <a:off x="2205037" y="1659285"/>
            <a:ext cx="7781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glorious King, we bless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longer pass thee by;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Jesus, we confess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Son enthroned on high.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grant to us remission;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life through thy death restore;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yea, grant us the fruition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life forevermore.</a:t>
            </a:r>
          </a:p>
        </p:txBody>
      </p:sp>
    </p:spTree>
    <p:extLst>
      <p:ext uri="{BB962C8B-B14F-4D97-AF65-F5344CB8AC3E}">
        <p14:creationId xmlns:p14="http://schemas.microsoft.com/office/powerpoint/2010/main" val="65536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197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2021-06-11T19:50:12Z</dcterms:created>
  <dcterms:modified xsi:type="dcterms:W3CDTF">2021-11-13T05:25:57Z</dcterms:modified>
</cp:coreProperties>
</file>