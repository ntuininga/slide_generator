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592" r:id="rId2"/>
    <p:sldId id="593" r:id="rId3"/>
    <p:sldId id="594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A336-BC68-450F-9A94-63C06ED995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DEB0AF-79FD-45AE-A56C-C0F712B69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1C90D8-E543-44C8-AACE-597F99143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F01D6F-E0F6-44BF-BFB4-3987F038E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EE04D-D7A4-4C41-A730-61D01BCC5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7052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C31F-97C1-446A-9E1B-CEB0C3C46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C7804E-9254-4E02-8A98-FCA25BADA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ED264F-644A-4EEF-9AB8-09FF1F6A7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B273A-25EB-4671-B62A-13D3BA68C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9E196-21C4-4676-A297-790344DC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457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CC600-2D75-44F7-AB48-92E58D360B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5BE7B0-EB9B-4262-AD6A-B0752010A6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59734-6754-4304-9D37-F60831A4B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5E8B5-CB6F-47D2-8D8D-F726D6B5A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AC5623-E92D-45AA-B922-AC9778960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846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CF795-8B3B-4CAB-85EC-B60538DA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46879-6074-42FA-A1CC-27137318B8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9585A0-CA5B-4783-88B0-E70B703F7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E88918-97FC-417F-B754-FEE8C0664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3422A-34A0-420C-9345-CAAB01F11F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9D45FB-00A2-499B-A893-65C8E8AF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2371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81BE-602F-45AB-8E29-CF7A8320C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7DF10-831F-48E1-A517-4C64DE0BDD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18D0E-1026-4543-B569-5EC7A48544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4CB65C-C3F2-4049-ABAE-A7D47F57B4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BDB2B0-A2E1-4B5E-A9DF-CAC9C4525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57A10B-9A55-43F9-A973-6A6E56BF1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653F57-8BE6-42E5-B76D-97151CBD7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D03581-2FDB-4232-91FC-502833682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394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CF4E5-D5C9-4F71-9BFE-9212AE675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CA4E5B-31E5-4655-9383-A707B5202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F050ED-0B3D-47E7-BC32-7BA363AEE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3AB4B-557C-44E8-A827-55063FCBD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796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67E2D2-AA73-4056-87CA-3174F7065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1CB090-AEDA-4E6E-AC31-6B982C41E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D484AE-6223-402E-BB0D-AC25B40815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61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0D337-6B66-45A2-894F-C12DD402F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7E18E-5572-4B12-AE35-33AB8843FE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2DD8B2-3A24-4F3A-B690-090E5631F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107DB0-EED5-46B2-A37E-FC2A93E45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F713AE-7FAE-4ACA-ACF1-06591505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6F69F-49ED-4165-B64F-7EDA1DC2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535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8E6FB-6BD8-4DF0-B8C8-51C8E36A9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7DE20A-4F61-4EEB-9CD6-01779E2AF8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C5181-8B87-48C6-BB0A-4231C7250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C1137-0CC7-46F8-BFC8-56DDB8F05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3C4B03-FF01-4EF6-A8D5-85EBF983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D6B1BA-AF28-411F-8DDE-4DF2F926E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82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63481-F0A1-4A6B-B2FF-3D736F75F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1BA8D-05DA-4583-BBAD-FFF6E7A8BE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C0BE23-3E22-4A0D-9746-FC7B9FEF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232FA-468D-46A2-9857-CA4D50F6F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D7E18-4FE1-45DD-A2B5-1AF9333E4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01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52602A-A4BA-4A2A-B87D-FFB890160D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FF3688-66AC-4778-94EF-23893D9C28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09DFD-5B83-4855-8CBD-D3E9ABC05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821C0-E141-4CD7-B7B8-AE16F48D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5BE58-5914-44CC-9021-8086D5CB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023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E55845-82EF-4CC9-A515-398D0E3CF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30CFDC-6604-48D0-A9B9-C3A7C5CDE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1A5D06-B638-4BD7-8B9E-03A37903E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EE9D57-330A-4157-9262-9E171735348C}" type="datetimeFigureOut">
              <a:rPr lang="en-US" smtClean="0"/>
              <a:t>4/2/2022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1C080D-7E8C-4E7A-A799-A7430A8A14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88B9B-5BE9-40F7-BCD3-3A407C3232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35340-6773-49E6-AB48-F7324F7659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4732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#458 O Fountain of Unceasing Grace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847606" y="1613118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</a:t>
            </a:r>
            <a:r>
              <a:rPr lang="en-CA" sz="2800" dirty="0"/>
              <a:t>. </a:t>
            </a:r>
            <a:r>
              <a:rPr lang="en-US" sz="2800" dirty="0"/>
              <a:t>O fountain of unceasing grace,</a:t>
            </a:r>
            <a:br>
              <a:rPr lang="en-US" sz="2800" dirty="0"/>
            </a:br>
            <a:r>
              <a:rPr lang="en-US" sz="2800" dirty="0"/>
              <a:t>your saints' exhaustless theme,</a:t>
            </a:r>
            <a:br>
              <a:rPr lang="en-US" sz="2800" dirty="0"/>
            </a:br>
            <a:r>
              <a:rPr lang="en-US" sz="2800" dirty="0"/>
              <a:t>great object of immortal praise,</a:t>
            </a:r>
            <a:br>
              <a:rPr lang="en-US" sz="2800" dirty="0"/>
            </a:br>
            <a:r>
              <a:rPr lang="en-US" sz="2800" dirty="0"/>
              <a:t>essentially supreme,</a:t>
            </a:r>
            <a:br>
              <a:rPr lang="en-US" sz="2800" dirty="0"/>
            </a:br>
            <a:r>
              <a:rPr lang="en-US" sz="2800" dirty="0"/>
              <a:t>we bless you for the glorious fruits</a:t>
            </a:r>
            <a:br>
              <a:rPr lang="en-US" sz="2800" dirty="0"/>
            </a:br>
            <a:r>
              <a:rPr lang="en-US" sz="2800" dirty="0"/>
              <a:t>your incarnation gives,</a:t>
            </a:r>
            <a:br>
              <a:rPr lang="en-US" sz="2800" dirty="0"/>
            </a:br>
            <a:r>
              <a:rPr lang="en-US" sz="2800" dirty="0"/>
              <a:t>the righteousness which grace imputes,</a:t>
            </a:r>
            <a:br>
              <a:rPr lang="en-US" sz="2800" dirty="0"/>
            </a:br>
            <a:r>
              <a:rPr lang="en-US" sz="2800" dirty="0"/>
              <a:t>and faith alone receives.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573817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2. </a:t>
            </a:r>
            <a:r>
              <a:rPr lang="en-US" dirty="0"/>
              <a:t>In you we have a righteousness</a:t>
            </a:r>
            <a:br>
              <a:rPr lang="en-US" dirty="0"/>
            </a:br>
            <a:r>
              <a:rPr lang="en-US" dirty="0"/>
              <a:t>by God himself approved;</a:t>
            </a:r>
            <a:br>
              <a:rPr lang="en-US" dirty="0"/>
            </a:br>
            <a:r>
              <a:rPr lang="en-US" dirty="0"/>
              <a:t>our rock, our sure foundation this,</a:t>
            </a:r>
            <a:br>
              <a:rPr lang="en-US" dirty="0"/>
            </a:br>
            <a:r>
              <a:rPr lang="en-US" dirty="0"/>
              <a:t>which never can be moved.</a:t>
            </a:r>
            <a:br>
              <a:rPr lang="en-US" dirty="0"/>
            </a:br>
            <a:r>
              <a:rPr lang="en-US" dirty="0"/>
              <a:t>Our ransom by your death was paid,</a:t>
            </a:r>
            <a:br>
              <a:rPr lang="en-US" dirty="0"/>
            </a:br>
            <a:r>
              <a:rPr lang="en-US" dirty="0"/>
              <a:t>for all your people </a:t>
            </a:r>
            <a:r>
              <a:rPr lang="en-US" dirty="0" err="1"/>
              <a:t>giv'n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the law you perfectly obeyed,</a:t>
            </a:r>
            <a:br>
              <a:rPr lang="en-US" dirty="0"/>
            </a:br>
            <a:r>
              <a:rPr lang="en-US" dirty="0"/>
              <a:t>that they might enter </a:t>
            </a:r>
            <a:r>
              <a:rPr lang="en-US" dirty="0" err="1"/>
              <a:t>heav'n</a:t>
            </a:r>
            <a:r>
              <a:rPr lang="en-US" dirty="0"/>
              <a:t>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22659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0EE82A-4A3D-4ABF-B78E-123384991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33085"/>
            <a:ext cx="10515600" cy="3354551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i="1" dirty="0"/>
              <a:t>3. </a:t>
            </a:r>
            <a:r>
              <a:rPr lang="en-US" dirty="0"/>
              <a:t>As all, when Adam sinned alone,</a:t>
            </a:r>
            <a:br>
              <a:rPr lang="en-US" dirty="0"/>
            </a:br>
            <a:r>
              <a:rPr lang="en-US" dirty="0"/>
              <a:t>in his transgression died,</a:t>
            </a:r>
            <a:br>
              <a:rPr lang="en-US" dirty="0"/>
            </a:br>
            <a:r>
              <a:rPr lang="en-US" dirty="0"/>
              <a:t>so by the righteousness of one</a:t>
            </a:r>
            <a:br>
              <a:rPr lang="en-US" dirty="0"/>
            </a:br>
            <a:r>
              <a:rPr lang="en-US" dirty="0"/>
              <a:t>are sinners justified;</a:t>
            </a:r>
            <a:br>
              <a:rPr lang="en-US" dirty="0"/>
            </a:br>
            <a:r>
              <a:rPr lang="en-US" dirty="0"/>
              <a:t>we to your merit, gracious Lord,</a:t>
            </a:r>
            <a:br>
              <a:rPr lang="en-US" dirty="0"/>
            </a:br>
            <a:r>
              <a:rPr lang="en-US" dirty="0"/>
              <a:t>with humblest joy submit,</a:t>
            </a:r>
            <a:br>
              <a:rPr lang="en-US" dirty="0"/>
            </a:br>
            <a:r>
              <a:rPr lang="en-US" dirty="0"/>
              <a:t>again to paradise restored,</a:t>
            </a:r>
            <a:br>
              <a:rPr lang="en-US" dirty="0"/>
            </a:br>
            <a:r>
              <a:rPr lang="en-US" dirty="0"/>
              <a:t>in you alone complete.</a:t>
            </a:r>
            <a:endParaRPr lang="en-CA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061865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204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#458 O Fountain of Unceasing Grace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#458 O Fountain of Unceasing Grace</dc:title>
  <dc:creator>Eric Hoogendoorn</dc:creator>
  <cp:lastModifiedBy>Eric Hoogendoorn</cp:lastModifiedBy>
  <cp:revision>1</cp:revision>
  <dcterms:created xsi:type="dcterms:W3CDTF">2022-04-02T23:44:22Z</dcterms:created>
  <dcterms:modified xsi:type="dcterms:W3CDTF">2022-04-02T23:44:45Z</dcterms:modified>
</cp:coreProperties>
</file>