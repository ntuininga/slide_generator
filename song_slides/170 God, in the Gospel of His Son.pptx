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205BB-0E3D-45E7-90CE-979DB1FEF8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A19E16-FE97-41A0-9673-0B52589C73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48B51-CEDB-44FD-961E-15584746D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4876C-76DC-4052-868E-D61A72583851}" type="datetimeFigureOut">
              <a:rPr lang="en-CA" smtClean="0"/>
              <a:t>2022-01-15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D2EBD-13E3-40EA-B44E-641BB830A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352DB-0A58-4B28-9B14-2A272D06A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1BE22-E2BB-4491-B31A-9CCEB6B433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23502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F468B-8E72-42BC-96C4-42F4F3B49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9DD66-484A-4F14-A7FB-158141ACA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F9787-FCE7-4B20-9C1B-7C7BFFC1D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4876C-76DC-4052-868E-D61A72583851}" type="datetimeFigureOut">
              <a:rPr lang="en-CA" smtClean="0"/>
              <a:t>2022-01-15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61DB8-9DBD-4788-BEF1-F45B7BFCA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48B43-1D18-476C-AEC3-068D33351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1BE22-E2BB-4491-B31A-9CCEB6B433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30676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44A36-CFC2-4F07-9ECB-769A60806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66B36F-7B68-44D6-94B4-932D361CC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94A48-E822-44DB-8B22-280D06624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4876C-76DC-4052-868E-D61A72583851}" type="datetimeFigureOut">
              <a:rPr lang="en-CA" smtClean="0"/>
              <a:t>2022-01-15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42EDE-71EF-491B-BF9D-F5E598FEB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0A3A6-02A2-410C-B9D6-5D67903D1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1BE22-E2BB-4491-B31A-9CCEB6B433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99687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8C07B-DD81-4FD5-8F88-204BFA376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3D8A3-047B-4D61-BB5E-62DBF48842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B85D8-F4FB-4912-9479-4375BA0E60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76FD50-B3BF-41FC-999A-C49C90376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4876C-76DC-4052-868E-D61A72583851}" type="datetimeFigureOut">
              <a:rPr lang="en-CA" smtClean="0"/>
              <a:t>2022-01-15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C0EC09-0BDE-4313-802B-CB0969BDA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F48340-5F28-44F9-8840-168628C0C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1BE22-E2BB-4491-B31A-9CCEB6B433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75937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5DB78-E10E-4488-9C8E-81C85188F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43CA91-29B2-4653-A7C6-4452E8F50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3EABE5-5F79-4BDC-AB22-E74202A6BC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BCF7BE-685D-464E-944C-A72D5DA96F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9E0575-806D-407C-9636-C62A3894E5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B3784D-0720-459E-A926-D8282199B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4876C-76DC-4052-868E-D61A72583851}" type="datetimeFigureOut">
              <a:rPr lang="en-CA" smtClean="0"/>
              <a:t>2022-01-15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D44E77-0193-429E-A5B5-027B26358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48E6A2-10A3-4611-8C93-623C8A276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1BE22-E2BB-4491-B31A-9CCEB6B433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26831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C4DBC-3938-4253-ADCC-9E6B9255A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66806A-B046-470E-A011-0D68B597B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4876C-76DC-4052-868E-D61A72583851}" type="datetimeFigureOut">
              <a:rPr lang="en-CA" smtClean="0"/>
              <a:t>2022-01-15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F0BB07-D78E-4186-8889-37DF27850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5CB8ED-8349-4E73-853D-132A3ECE3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1BE22-E2BB-4491-B31A-9CCEB6B433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2407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4B9C2A-32C1-41A8-B188-ADF17DCCB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4876C-76DC-4052-868E-D61A72583851}" type="datetimeFigureOut">
              <a:rPr lang="en-CA" smtClean="0"/>
              <a:t>2022-01-15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62CC57-9787-4EAD-A4AC-0687A34F3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B1CB86-BF45-49A3-A0E6-2F8EA6966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1BE22-E2BB-4491-B31A-9CCEB6B433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3332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FD7E2-5F8D-4398-9332-C1D197033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26EF6-450A-4AC5-997F-035F2AD4B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6E29F3-9B70-4D06-804E-BDCC101311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05BA12-DEDF-46B9-9EC8-F3C95959F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4876C-76DC-4052-868E-D61A72583851}" type="datetimeFigureOut">
              <a:rPr lang="en-CA" smtClean="0"/>
              <a:t>2022-01-15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AFF0E-18F7-4DAC-9DD4-D41BF1B94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907844-2098-48BB-AABC-B9D415A34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1BE22-E2BB-4491-B31A-9CCEB6B433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76680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BBAB0-EEDF-48FB-93E9-C318DEF9D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2A8036-93E0-43AA-8773-219D5A59AD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7402AB-DCBE-47DF-AD12-5CBD363E61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F0705A-90F8-451A-8923-518B57A47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4876C-76DC-4052-868E-D61A72583851}" type="datetimeFigureOut">
              <a:rPr lang="en-CA" smtClean="0"/>
              <a:t>2022-01-15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EBC23E-622E-4866-9560-63DBFEBC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254CE0-F087-400F-B236-62542C66F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1BE22-E2BB-4491-B31A-9CCEB6B433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29024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CE086-80B4-4CD2-9B91-B5E1AE8E2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595D94-F2FD-4128-ABE6-6DC0F55103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74622-E920-495A-ACD1-E2EEAF5E9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4876C-76DC-4052-868E-D61A72583851}" type="datetimeFigureOut">
              <a:rPr lang="en-CA" smtClean="0"/>
              <a:t>2022-01-15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01BFC-F36A-4894-B40A-914D6E6B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5B15A-01BB-40DA-930B-50362E6CE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1BE22-E2BB-4491-B31A-9CCEB6B433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33566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44D97A-ADA9-4ED9-8405-B30DE39881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2609B1-EC05-49A0-AF0A-B979D75EFE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E032C-ECD1-4644-8019-E879AD6E7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4876C-76DC-4052-868E-D61A72583851}" type="datetimeFigureOut">
              <a:rPr lang="en-CA" smtClean="0"/>
              <a:t>2022-01-15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B25F2-2691-4278-84EA-027904A1B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C925D-BCE8-4519-9628-8D3B64234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1BE22-E2BB-4491-B31A-9CCEB6B433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30225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459478-9195-4E9F-AC97-52BBF576D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85F6A0-6A43-4D0D-B004-43DBB1623A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402FBC-6354-4074-88CB-9AFFBECDD0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E4876C-76DC-4052-868E-D61A72583851}" type="datetimeFigureOut">
              <a:rPr lang="en-CA" smtClean="0"/>
              <a:t>2022-01-15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873BD-6F75-4CAB-BD42-509D35ED99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9E7DA-0025-49D0-A825-AEC856CFC7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91BE22-E2BB-4491-B31A-9CCEB6B433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5543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A83DE8-4081-40CD-BC02-E8159B8D867D}"/>
              </a:ext>
            </a:extLst>
          </p:cNvPr>
          <p:cNvSpPr txBox="1"/>
          <p:nvPr/>
        </p:nvSpPr>
        <p:spPr>
          <a:xfrm>
            <a:off x="1095375" y="209550"/>
            <a:ext cx="100012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#170 God, in the Gospel of His Son 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A2169E-A856-49DF-A25B-CB37DFAF3352}"/>
              </a:ext>
            </a:extLst>
          </p:cNvPr>
          <p:cNvSpPr txBox="1"/>
          <p:nvPr/>
        </p:nvSpPr>
        <p:spPr>
          <a:xfrm>
            <a:off x="2166937" y="2521059"/>
            <a:ext cx="78581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God, in the gospel of his Son,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makes his eternal counsels known;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where love in all its glory shines,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truth is drawn in fairest lines.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6183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CC4297-7AEB-4CC0-BCC7-45AD20005CDE}"/>
              </a:ext>
            </a:extLst>
          </p:cNvPr>
          <p:cNvSpPr txBox="1"/>
          <p:nvPr/>
        </p:nvSpPr>
        <p:spPr>
          <a:xfrm>
            <a:off x="1871662" y="2521059"/>
            <a:ext cx="84486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Here sinners of a humble frame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may taste his grace and learn his name;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may read, in characters of blood,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wisdom,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pow'r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and grace of God.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696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A38CD1-9356-4472-BA57-E24932388937}"/>
              </a:ext>
            </a:extLst>
          </p:cNvPr>
          <p:cNvSpPr txBox="1"/>
          <p:nvPr/>
        </p:nvSpPr>
        <p:spPr>
          <a:xfrm>
            <a:off x="2309812" y="2521059"/>
            <a:ext cx="75723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The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pris'ner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here may break his chains;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weary rest from all his pains;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captive feel his bondage cease;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mourner find the way of peace.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4836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BCC231-9401-4C4D-8048-9F6EAAE5861B}"/>
              </a:ext>
            </a:extLst>
          </p:cNvPr>
          <p:cNvSpPr txBox="1"/>
          <p:nvPr/>
        </p:nvSpPr>
        <p:spPr>
          <a:xfrm>
            <a:off x="2386012" y="2521059"/>
            <a:ext cx="74199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Here faith reveals to mortal eyes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brighter world beyond the skies;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here shines the light which guides our way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from earth to realms of endless day.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6010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8BDE4E-9646-4725-BAB9-04356C719E24}"/>
              </a:ext>
            </a:extLst>
          </p:cNvPr>
          <p:cNvSpPr txBox="1"/>
          <p:nvPr/>
        </p:nvSpPr>
        <p:spPr>
          <a:xfrm>
            <a:off x="2181225" y="2521059"/>
            <a:ext cx="78295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O grant us grace, almighty Lord,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read and mark your holy Word;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its truths with meekness to receive,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by its holy precepts live.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1807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189</Words>
  <Application>Microsoft Office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2021-05-07T18:02:15Z</dcterms:created>
  <dcterms:modified xsi:type="dcterms:W3CDTF">2022-01-15T23:46:51Z</dcterms:modified>
</cp:coreProperties>
</file>