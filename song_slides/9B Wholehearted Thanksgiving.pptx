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8" r:id="rId2"/>
    <p:sldId id="359" r:id="rId3"/>
    <p:sldId id="282" r:id="rId4"/>
    <p:sldId id="37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0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9FC65-9CBD-466D-A8D7-4987F22CB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23B75-1DAA-47D8-A434-E40967725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EE1E8-7683-4D2D-B98B-6D3FB380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D3852-C276-4FDE-8306-85E20DFC046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DC10B-C2DA-4EAE-9055-FD684D6E2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54C78-D6B8-4657-9AB9-A2F6164BE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3AEB-F899-4354-A6DC-AD6F74A9C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353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FE4C-8ED8-4012-BE19-205937F69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1E3D5-2F05-456F-9F94-966F7C4CB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6B330-91D1-4462-A2A7-4A83E24FA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D3852-C276-4FDE-8306-85E20DFC046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5623A-9821-4059-9220-EECAEDA04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E3067-C556-4604-85D8-337E06AC8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3AEB-F899-4354-A6DC-AD6F74A9C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303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F853-0459-476B-ADC7-07A4A3DDC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FDA8A-0A4A-4DF1-8733-43647954A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A7E2C-3ED5-41BF-A354-03070B2A3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D3852-C276-4FDE-8306-85E20DFC046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EABF0-880B-411C-9025-723D3E059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39924-8D97-482F-834B-7E61FB111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3AEB-F899-4354-A6DC-AD6F74A9C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53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C7984-E1B3-4209-9F9C-84F50C5F9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A464A-A29C-431A-8CAD-9E4288D4E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68F53F-8166-480A-A5BB-35E6F93CB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D7003-4C11-49AA-8A62-0D0EBAD37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D3852-C276-4FDE-8306-85E20DFC046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316B0-0E27-48C3-AB2A-F981D4BF9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DFBE0-3105-4CBA-AA6C-EF5A0FAF5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3AEB-F899-4354-A6DC-AD6F74A9C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65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13092-E393-4195-8DF2-E6932D558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7E0DF-B011-41EB-9984-737081545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1AC9B-C4E7-457E-86A5-A4A3B7A39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8B24E-78C6-4088-ADAC-1A8000049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72061B-8467-434E-BF7F-05E71CAD28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708F6-B252-4229-A14F-493575958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D3852-C276-4FDE-8306-85E20DFC046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50E11D-A20A-4160-B24A-AE3F4BABF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754C40-7D37-41D7-AC9E-EB85C56B8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3AEB-F899-4354-A6DC-AD6F74A9C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20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4B4B4-82BE-41F4-A095-4B77D7866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B3EFFF-57DE-4B2B-BA78-F5B5380BF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D3852-C276-4FDE-8306-85E20DFC046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E845C-B1BB-4016-BBC7-24A1ACB9B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9645A5-4522-4B92-AEC1-BEDD75195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3AEB-F899-4354-A6DC-AD6F74A9C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286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06016A-96CD-46BD-BE8F-372D3FAEB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D3852-C276-4FDE-8306-85E20DFC046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F229AB-28EE-41A4-8DDF-8BB2549B1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708A7-3FC7-434F-BC73-01E23719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3AEB-F899-4354-A6DC-AD6F74A9C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22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AC5C2-54B8-4566-B6A9-E042E7F47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A8CBB-7D3D-4D6F-B26A-7ECE10010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C9DF1-88EE-41C6-AE68-38320BDA7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8887C-E65D-4527-930A-7D871CF21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D3852-C276-4FDE-8306-85E20DFC046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51EC0-1A6E-416F-9DB9-501017CDF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716D1-CFC4-40A3-8436-C56D0C373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3AEB-F899-4354-A6DC-AD6F74A9C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79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D3738-57C5-4553-8398-0C7CB6ADE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FF41DD-D352-4120-9D57-43CCD737D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7D4A3-B962-4082-BDB3-67D27AF0C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2FBFF-2FC6-41DF-9F90-F782CDB1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D3852-C276-4FDE-8306-85E20DFC046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8A88C-D5E7-4EA7-8538-55FB886EC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C680A-63C6-46D1-8892-205A6D98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3AEB-F899-4354-A6DC-AD6F74A9C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44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4766-91C8-4A39-B02C-DA4298DAF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812F3-4F19-4D67-9A32-EE618D5E3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B0C28-AFAE-4BEE-A755-D4E2DFCC0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D3852-C276-4FDE-8306-85E20DFC046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05CFB-F444-4802-9D99-B75DFFA91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D51C6-B503-40EF-8EB5-42AF8B8FE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3AEB-F899-4354-A6DC-AD6F74A9C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95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17B0D-B502-47F8-B3B6-B2934AE47A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01E65F-E960-4173-9FFD-FB7E1A0AE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65CDC-AFC6-4382-98F0-717AD4DE5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D3852-C276-4FDE-8306-85E20DFC046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F1A74-3055-441B-A324-28374D84B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55944-10D7-4957-B99C-528BF8C5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3AEB-F899-4354-A6DC-AD6F74A9C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79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74AD5F-E190-4132-8392-0F435DCE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8D47A-A9E3-48BB-99C4-BFACF6A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A2FC3-84BB-447E-8ABD-F027D187B3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D3852-C276-4FDE-8306-85E20DFC046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33507-9F83-4F89-B673-7EF4F0824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B7C0-BDE8-497C-A675-CF74104CE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03AEB-F899-4354-A6DC-AD6F74A9C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93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#9B Wholehearted Thanksgiving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5E3CE-1398-4B41-B2AB-5076284A6451}"/>
              </a:ext>
            </a:extLst>
          </p:cNvPr>
          <p:cNvSpPr txBox="1"/>
          <p:nvPr/>
        </p:nvSpPr>
        <p:spPr>
          <a:xfrm>
            <a:off x="0" y="1777729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 algn="ctr"/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4BC9EF-AC92-448E-B279-36DE4E3738C5}"/>
              </a:ext>
            </a:extLst>
          </p:cNvPr>
          <p:cNvSpPr txBox="1"/>
          <p:nvPr/>
        </p:nvSpPr>
        <p:spPr>
          <a:xfrm>
            <a:off x="152400" y="1930129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 algn="ctr"/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092B7-9169-465D-BAEB-7133B522B108}"/>
              </a:ext>
            </a:extLst>
          </p:cNvPr>
          <p:cNvSpPr txBox="1"/>
          <p:nvPr/>
        </p:nvSpPr>
        <p:spPr>
          <a:xfrm>
            <a:off x="0" y="1543050"/>
            <a:ext cx="12192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CA" sz="2800" dirty="0">
                <a:solidFill>
                  <a:prstClr val="black"/>
                </a:solidFill>
              </a:rPr>
              <a:t>Wholehearted thanksgiving to thee will I bring,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in praise of thy marvelous deeds I will sing;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in thee I will joy and exultingly cry,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thy name I will praise, O Jehovah Most High.</a:t>
            </a:r>
          </a:p>
          <a:p>
            <a:pPr lvl="0" algn="ctr"/>
            <a:endParaRPr lang="en-CA" sz="2800" dirty="0">
              <a:solidFill>
                <a:prstClr val="black"/>
              </a:solidFill>
            </a:endParaRP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Refrain: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Praise the Lord, praise the Lord, let the earth hear his voice!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Praise the Lord, praise the Lord, let the people rejoice!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O come to Jehovah, declare ye his fame,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give him all honour, for just is his name.</a:t>
            </a:r>
          </a:p>
        </p:txBody>
      </p:sp>
    </p:spTree>
    <p:extLst>
      <p:ext uri="{BB962C8B-B14F-4D97-AF65-F5344CB8AC3E}">
        <p14:creationId xmlns:p14="http://schemas.microsoft.com/office/powerpoint/2010/main" val="175909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228397"/>
            <a:ext cx="12192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2. </a:t>
            </a:r>
            <a:r>
              <a:rPr lang="en-CA" sz="2800" dirty="0"/>
              <a:t>Thou, Lord, art a refuge for all the oppressed;</a:t>
            </a:r>
          </a:p>
          <a:p>
            <a:pPr lvl="0" algn="ctr"/>
            <a:r>
              <a:rPr lang="en-CA" sz="2800" dirty="0"/>
              <a:t>all trust thee who knows thee, and trusting are blest;</a:t>
            </a:r>
          </a:p>
          <a:p>
            <a:pPr lvl="0" algn="ctr"/>
            <a:r>
              <a:rPr lang="en-CA" sz="2800" dirty="0"/>
              <a:t>for never, O Lord, did thy mercy forsake</a:t>
            </a:r>
          </a:p>
          <a:p>
            <a:pPr lvl="0" algn="ctr"/>
            <a:r>
              <a:rPr lang="en-CA" sz="2800" dirty="0"/>
              <a:t>the soul that has sought of thy grace to partake.</a:t>
            </a:r>
          </a:p>
          <a:p>
            <a:pPr lvl="0" algn="ctr"/>
            <a:endParaRPr lang="en-CA" sz="2800" dirty="0"/>
          </a:p>
          <a:p>
            <a:pPr lvl="0" algn="ctr"/>
            <a:r>
              <a:rPr lang="en-CA" sz="2800" dirty="0"/>
              <a:t>Refrain:</a:t>
            </a:r>
          </a:p>
          <a:p>
            <a:pPr lvl="0" algn="ctr"/>
            <a:r>
              <a:rPr lang="en-CA" sz="2800" dirty="0"/>
              <a:t>Praise the Lord, praise the Lord, let the earth hear his voice!</a:t>
            </a:r>
          </a:p>
          <a:p>
            <a:pPr lvl="0" algn="ctr"/>
            <a:r>
              <a:rPr lang="en-CA" sz="2800" dirty="0"/>
              <a:t>Praise the Lord, praise the Lord, let the people rejoice!</a:t>
            </a:r>
          </a:p>
          <a:p>
            <a:pPr lvl="0" algn="ctr"/>
            <a:r>
              <a:rPr lang="en-CA" sz="2800" dirty="0"/>
              <a:t>O come to Jehovah, declare ye his fame,</a:t>
            </a:r>
          </a:p>
          <a:p>
            <a:pPr lvl="0" algn="ctr"/>
            <a:r>
              <a:rPr lang="en-CA" sz="2800" dirty="0"/>
              <a:t>and give him all honour, for just is his name.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4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228397"/>
            <a:ext cx="121919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>
                <a:solidFill>
                  <a:prstClr val="black"/>
                </a:solidFill>
                <a:latin typeface="Calibri" panose="020F0502020204030204"/>
              </a:rPr>
              <a:t>3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. Give praise to Jehovah, the mighty deeds tell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of him who has chosen in Zion to dwell,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of him to whom justice and vengeance belong,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who visits the lowly and overthrows wrong.</a:t>
            </a:r>
          </a:p>
          <a:p>
            <a:pPr lvl="0" algn="ctr"/>
            <a:endParaRPr lang="en-CA" sz="2800" dirty="0">
              <a:solidFill>
                <a:prstClr val="black"/>
              </a:solidFill>
              <a:latin typeface="Calibri" panose="020F0502020204030204"/>
            </a:endParaRP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Refrain: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Praise the Lord, praise the Lord, let the earth hear his voice!</a:t>
            </a:r>
            <a:br>
              <a:rPr lang="en-CA" sz="2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Praise the Lord, praise the Lord, let the people rejoice!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O come to Jehovah, declare ye his fame,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and give him all honour, for just is his name.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0BDC4-1678-4D0C-BDCE-9447B5D7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658D45-914C-476D-8B51-D61D19B11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87538-0B62-44C8-8388-D6CEF80DEABB}"/>
              </a:ext>
            </a:extLst>
          </p:cNvPr>
          <p:cNvSpPr txBox="1"/>
          <p:nvPr/>
        </p:nvSpPr>
        <p:spPr>
          <a:xfrm>
            <a:off x="1209675" y="1162050"/>
            <a:ext cx="9220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>
                <a:solidFill>
                  <a:prstClr val="black"/>
                </a:solidFill>
              </a:rPr>
              <a:t>4. </a:t>
            </a:r>
            <a:r>
              <a:rPr lang="en-CA" sz="2800" dirty="0">
                <a:solidFill>
                  <a:prstClr val="black"/>
                </a:solidFill>
              </a:rPr>
              <a:t>Behold my affliction, thy mercy accord,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back from death’s portals restore me, O Lord,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that I in the gates of thy Zion may raise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my song of salvation and show forth thy praise.</a:t>
            </a:r>
          </a:p>
          <a:p>
            <a:pPr lvl="0" algn="ctr"/>
            <a:endParaRPr lang="en-CA" sz="2800" dirty="0">
              <a:solidFill>
                <a:prstClr val="black"/>
              </a:solidFill>
            </a:endParaRP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Refrain: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Praise the Lord, praise the Lord, let the earth hear his voice!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Praise the Lord, praise the Lord, let the people rejoice!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O come to Jehovah, declare ye his fame,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give him all honour, for just is his name.</a:t>
            </a:r>
          </a:p>
        </p:txBody>
      </p:sp>
    </p:spTree>
    <p:extLst>
      <p:ext uri="{BB962C8B-B14F-4D97-AF65-F5344CB8AC3E}">
        <p14:creationId xmlns:p14="http://schemas.microsoft.com/office/powerpoint/2010/main" val="3997179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417</Words>
  <Application>Microsoft Office PowerPoint</Application>
  <PresentationFormat>Widescreen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Neil Tuininga</cp:lastModifiedBy>
  <cp:revision>3</cp:revision>
  <dcterms:created xsi:type="dcterms:W3CDTF">2020-11-06T15:39:41Z</dcterms:created>
  <dcterms:modified xsi:type="dcterms:W3CDTF">2022-11-04T17:17:27Z</dcterms:modified>
</cp:coreProperties>
</file>