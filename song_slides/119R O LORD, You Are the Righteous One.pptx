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07A1080F-5B67-42B8-B755-0F3629E563CB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23-7-15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B9731FF-5700-4D0C-B8A6-C07CC4DFB50B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192EAAA8-A66E-4893-900E-BCB6F173F085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23-7-15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B15B493-5CB3-48DF-9A4C-4B01E95448BC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976320" y="266760"/>
            <a:ext cx="1023912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#119R O LORD, You Are the Righteous One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1542960" y="2521080"/>
            <a:ext cx="910548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O LORD, you are the righteous one,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and upright is your law’s demand;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most faithful and most righteous are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the holy statutes you command.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909800" y="2521080"/>
            <a:ext cx="83721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2. My zeal consumes me utterly,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because my foes forget your word.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Because your words are very pure,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your servant loves your promise, LORD.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2066760" y="2521080"/>
            <a:ext cx="805788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3. Your precepts I do not forget, 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though I am held in low esteem.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Your justice is forever right;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your law is faithfulness indeed.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162160" y="2521080"/>
            <a:ext cx="786744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4. Distress and trouble found me out,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but your commands are my delight.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Grant wisdom so that I may live;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your statutes are forever right.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LibreOffice/7.0.4.2$Linux_X86_64 LibreOffice_project/00$Build-2</Application>
  <AppVersion>15.0000</AppVersion>
  <Words>127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2021-02-18T19:54:39Z</dcterms:created>
  <dc:creator>Anya Hoogendoorn</dc:creator>
  <dc:description/>
  <dc:language>en-CA</dc:language>
  <cp:lastModifiedBy/>
  <dcterms:modified xsi:type="dcterms:W3CDTF">2023-07-15T14:33:51Z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