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9234D-FE02-469E-BCFC-1DC9435EEE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60844B-F390-4572-84E2-ACE74A46F5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B1F43-D242-4B38-A43D-05DCEFDA5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35DA-A552-4816-9510-3A3E1EF7888B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3797E8-97EF-4233-8074-AF621FE8D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C7C16-7398-4CB8-ACE1-CD4560F37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25F9-DACA-4B33-A4F6-5185B5014A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641979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2713A6-C779-4136-8819-998625A2A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E547E-EFBC-426C-A48B-7D8C9491B3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8A7851-177D-4DF0-95B4-68069932C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35DA-A552-4816-9510-3A3E1EF7888B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9BD8F5-DDB1-41B7-A01E-682D246B58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8D2B8-2EC6-4C63-9CCA-CE90325DC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25F9-DACA-4B33-A4F6-5185B5014A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9279906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21036-0921-4226-8264-61F549D5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599376-F4E5-48F9-8192-74BD4F286D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E2EB8-BB12-48BE-894C-447FDA2A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35DA-A552-4816-9510-3A3E1EF7888B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A597C-E746-447E-81B2-BE2998A57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8BC7C-390D-4DFD-B5D7-51C37EED6A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25F9-DACA-4B33-A4F6-5185B5014A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26953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BE05E-B28E-42F9-90B0-244AFF8526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1F6855-47D7-483C-A30E-28D2AF09789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5D024-51EE-4213-ABA5-5FB9AAA39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1673A12-D21C-4F41-B8AA-ADA169A325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35DA-A552-4816-9510-3A3E1EF7888B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5587EF-FDFB-4899-AD41-297FC2ED9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3A9649-8F36-4E3B-A89F-C7A39C5B6C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25F9-DACA-4B33-A4F6-5185B5014A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87320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69CAAF-579A-4E05-9B3C-03D7A5A28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BAD72F-0872-4529-961E-45715E664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17F327-73FA-426E-BF56-F1D2FE5431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1BFDAF-3C11-4055-88E6-4CCDFDA01D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602D9FB-6E83-42B2-BA92-A32DFFC6039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BB93E84-4C1B-419D-BF26-FD37480AF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35DA-A552-4816-9510-3A3E1EF7888B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51F0A7-CC30-4FCF-95D4-32205B94D2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F146DE-169C-49DF-AC54-D1C605924B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25F9-DACA-4B33-A4F6-5185B5014A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22722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FBB23-2CB0-4178-BD16-AFA0F99157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5DBE615-27CD-43CA-B606-4CDE08849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35DA-A552-4816-9510-3A3E1EF7888B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7C3AC1-FF10-4A51-B262-9C2863389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F538EC-0E46-4EBC-8FE8-3B090E329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25F9-DACA-4B33-A4F6-5185B5014A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7935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E6EE505-66BB-49E4-BAC8-88DE8328A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35DA-A552-4816-9510-3A3E1EF7888B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33729F-AEF0-48F8-87CA-D46369F7C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2625D-58EC-41EE-9D86-95E421CBB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25F9-DACA-4B33-A4F6-5185B5014A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13670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76A540-F4C6-48C1-990E-C765FDEC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BABF6-E729-4C61-A1E6-B00AF73D1F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D8696-3428-48E4-9D25-5CC62BBBA1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9C6AB2-DBD4-4918-A722-964F733728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35DA-A552-4816-9510-3A3E1EF7888B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92EB52-5848-4367-B021-CE250FE9A6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645948-0D37-408F-A663-D30DBB3E2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25F9-DACA-4B33-A4F6-5185B5014A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571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F1E3E0-70F1-431A-93FE-E1A1CCC8D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076E1F-270A-4723-B9F7-159589A96B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3FEA7A-3319-4B4E-B336-4AE158F25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37401-DECC-4803-B317-A9FB55597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35DA-A552-4816-9510-3A3E1EF7888B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5C65D6-6326-4663-89F9-E1EBCD092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C09852-9E00-4A1C-B9FE-956FFC8C17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25F9-DACA-4B33-A4F6-5185B5014A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06573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26CE3-5FB0-4605-91FF-39AD70DDA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E0D7D9-0757-47C1-A27F-774529DF3D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1E539-C111-4F1C-A16F-D8AB4840DC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35DA-A552-4816-9510-3A3E1EF7888B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4C301-DC3C-40A5-91B0-06DEAEAA2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498721-54EA-4EF1-9B2E-E3A4CA41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25F9-DACA-4B33-A4F6-5185B5014A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49631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1E690F9-721C-4591-863D-9FDB5CCF57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0958B8-B1F8-40AB-95ED-AD1956FCE9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D0ACE-203E-48C1-8330-8CDE49FF5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2935DA-A552-4816-9510-3A3E1EF7888B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172D7-A4F3-4284-8DCA-71FD1E0590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55E0D-F2BE-4FCA-A1A9-38075D0A4A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1825F9-DACA-4B33-A4F6-5185B5014A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9262359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23C1F7-988A-4815-9205-56E850324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6E41A6-B391-4FA9-A0BC-196568E63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3AD24-E516-465A-80CD-053F3F5F92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2935DA-A552-4816-9510-3A3E1EF7888B}" type="datetimeFigureOut">
              <a:rPr lang="en-CA" smtClean="0"/>
              <a:t>2021-11-12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3355C2-0A38-40B5-8128-63A04BE891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D12F80-2D29-4BA5-9D7E-3AEDABED88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1825F9-DACA-4B33-A4F6-5185B5014AF7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977947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5A3CE62-A081-4D24-B971-C7BDE6B54364}"/>
              </a:ext>
            </a:extLst>
          </p:cNvPr>
          <p:cNvSpPr txBox="1"/>
          <p:nvPr/>
        </p:nvSpPr>
        <p:spPr>
          <a:xfrm>
            <a:off x="552450" y="0"/>
            <a:ext cx="110871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#478 Jesus Loves Me, This I Know</a:t>
            </a:r>
            <a:endParaRPr kumimoji="0" lang="en-CA" sz="4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A2C4B45-7439-4D7F-A7A2-0CD8AC414DFC}"/>
              </a:ext>
            </a:extLst>
          </p:cNvPr>
          <p:cNvSpPr txBox="1"/>
          <p:nvPr/>
        </p:nvSpPr>
        <p:spPr>
          <a:xfrm>
            <a:off x="1638300" y="1228397"/>
            <a:ext cx="89154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Jesus loves me, this I know,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for the Bible tells me so.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Little ones to him belong;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they are weak, but he is strong.</a:t>
            </a:r>
          </a:p>
          <a:p>
            <a:pPr marL="514350" marR="0" lvl="0" indent="-51435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Bible tells me so.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13303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EB8547F-2719-4FB9-82DB-673C5FB138B2}"/>
              </a:ext>
            </a:extLst>
          </p:cNvPr>
          <p:cNvSpPr txBox="1"/>
          <p:nvPr/>
        </p:nvSpPr>
        <p:spPr>
          <a:xfrm>
            <a:off x="2133600" y="1228397"/>
            <a:ext cx="7924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2. Jesus loves me, this I know,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loved children long ago.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his arms for all to see,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saying, "Let them come to me.“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Bible tells me so.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942668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015F6D-DF74-465B-806C-E77DDB619E72}"/>
              </a:ext>
            </a:extLst>
          </p:cNvPr>
          <p:cNvSpPr txBox="1"/>
          <p:nvPr/>
        </p:nvSpPr>
        <p:spPr>
          <a:xfrm>
            <a:off x="2014537" y="1228397"/>
            <a:ext cx="816292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3. Jesus loves me, he will stay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close beside me all the way;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he's prepared a home for me,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and someday his face I'll see.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Bible tells me so.</a:t>
            </a:r>
          </a:p>
        </p:txBody>
      </p:sp>
    </p:spTree>
    <p:extLst>
      <p:ext uri="{BB962C8B-B14F-4D97-AF65-F5344CB8AC3E}">
        <p14:creationId xmlns:p14="http://schemas.microsoft.com/office/powerpoint/2010/main" val="29289799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DBF04AA-3172-4E31-BA32-267A187C2AF3}"/>
              </a:ext>
            </a:extLst>
          </p:cNvPr>
          <p:cNvSpPr txBox="1"/>
          <p:nvPr/>
        </p:nvSpPr>
        <p:spPr>
          <a:xfrm>
            <a:off x="1943100" y="1228397"/>
            <a:ext cx="8305800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4. Jesus loves me, loves me still,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though I'm very weak and ill;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from his shining throne on high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comes to watch me where I lie.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Bible tells me so.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79358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EB98-352E-4C14-94F0-713E0D631FFD}"/>
              </a:ext>
            </a:extLst>
          </p:cNvPr>
          <p:cNvSpPr txBox="1"/>
          <p:nvPr/>
        </p:nvSpPr>
        <p:spPr>
          <a:xfrm>
            <a:off x="1528762" y="1228397"/>
            <a:ext cx="9134475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5. Jesus loves me, he who died,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heaven's gates to open wide;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he will wash away my sin,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let his little child come in.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Refrain: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Yes, Jesus loves me!</a:t>
            </a:r>
            <a:b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The Bible tells me so.</a:t>
            </a:r>
            <a:endParaRPr kumimoji="0" lang="en-CA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871791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328</Words>
  <Application>Microsoft Office PowerPoint</Application>
  <PresentationFormat>Widescreen</PresentationFormat>
  <Paragraphs>16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Anya Hoogendoorn</dc:creator>
  <cp:lastModifiedBy>Anya Hoogendoorn</cp:lastModifiedBy>
  <cp:revision>1</cp:revision>
  <dcterms:created xsi:type="dcterms:W3CDTF">2021-06-24T20:33:33Z</dcterms:created>
  <dcterms:modified xsi:type="dcterms:W3CDTF">2021-11-13T05:19:37Z</dcterms:modified>
</cp:coreProperties>
</file>