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0C62B8-0278-41BA-97E1-6526F879A2A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31296B-108B-4A7D-9EF3-BE2BD0CC448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FE719D-3FBE-46BF-897B-F707EA03C9A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27CE54-EEF5-4B17-B78E-37BBFB6B5EE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C41DDB-C82C-4525-B492-63C83532194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4A9907-7E1D-41BE-A68E-90D9286E456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01B136-F0B7-4CBD-96A2-73F69E6C806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F91F2C-63C2-4E8B-91BB-F927744171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47B018-B922-45CF-8A3E-FD80AC1D7E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61C06B-E13A-4E78-A3B1-4D81191F80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0CA31A-5F9A-4C07-ADA0-2DFE2BDA691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i="1" lang="en-C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#18B I Love You, LORD, My Strength 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1824120" y="2272680"/>
            <a:ext cx="854352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 algn="ctr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 love you, LORD, my strength, my rock.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 is my fort, my saving pow’r;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God is my shield, my shelt’ring rock,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my horn of safety, mighty tow’r.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  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838080" y="2004120"/>
            <a:ext cx="10515240" cy="211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2.</a:t>
            </a: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I call to God the LORD on high;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worthy is he of all my praise.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 hears my cry and sets me free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 all my foes; in might he saves.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Copyright Trinity Psalter Hymnal, 2018, used by permission 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Grim cords of death encompassed me;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Waves of destruction frightened me.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Cords of the grave surrounded me,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Terrors of death confronted me.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  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838080" y="2199240"/>
            <a:ext cx="10515240" cy="23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In my distress I sought the LORD;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 cried for help to God who hears.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 from his temple heard my voice;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 let my pleading reach his ears.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Copyright Trinity Psalter Hymnal, 2018, used by permission 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 In my distress they threatened me,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But God sustained me in my plight.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 brought me out to freedom’s land,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in my life he took delight.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  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 God has repaid my righteousness;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 favored me accordingly.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 saw the cleanness of my hands;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 has in grace rewarded me.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  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ftr" idx="3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Copyright Trinity Psalter Hymnal, 2018, used by permission 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1409760" y="2124000"/>
            <a:ext cx="937224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8. You save the humble and the meek,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 shame the haughty eyes of pride.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You, LORD, will keep my lamp aflame;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God turns my darkness into light.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LibreOffice/25.2.2.2$Linux_X86_64 LibreOffice_project/520$Build-2</Application>
  <AppVersion>15.0000</AppVersion>
  <Words>314</Words>
  <Paragraphs>36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2020-11-14T23:05:46Z</dcterms:created>
  <dc:creator>Eric Hoogendoorn</dc:creator>
  <dc:description/>
  <dc:language>en-CA</dc:language>
  <cp:lastModifiedBy/>
  <dcterms:modified xsi:type="dcterms:W3CDTF">2025-12-14T07:33:05Z</dcterms:modified>
  <cp:revision>4</cp:revision>
  <dc:subject/>
  <dc:title>#18B I Love You, LORD, My Strength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