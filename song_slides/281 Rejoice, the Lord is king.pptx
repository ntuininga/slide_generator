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C01C-015C-4660-942E-4D0F3C4E92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34C3D-7622-459C-A836-0B06C5CAF0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7A6FC4-AFDA-45E5-A787-5FAC38C42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13FA-A985-44B8-9EB9-472437D2B9FF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38ADA-4990-4473-95BA-E7A624C5F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380C7-0EF5-4B59-8901-7784E748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C88C-A3D5-4656-B647-367377D581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963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D8C3-7B0E-4B06-B31F-7FB3987C6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54DE3-0926-4279-8B01-2E1BF0F347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06D28-EFA2-4E06-AB17-5F405F448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13FA-A985-44B8-9EB9-472437D2B9FF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574BF-429F-469F-B669-4CB602F64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D8602-B7A6-48EF-9C40-8C67DFAA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C88C-A3D5-4656-B647-367377D581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5561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0BFB3-ECEE-458C-BD42-2D7057303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14B53-24DE-4E09-8024-2DA0B7D89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1B28D-9F7E-4F6D-B258-8FE7AD3FE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13FA-A985-44B8-9EB9-472437D2B9FF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12525-8D76-4DA9-871B-667D6059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7B0BE-F59A-40DB-A83D-9004744DC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C88C-A3D5-4656-B647-367377D581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344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7AC86-D167-4AFC-9B3E-A286BE162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F4CC8-C5C3-4208-92CD-DE0E619F45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E0827-53C1-46CC-A47C-DB1578927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38BBB-4EF7-412B-A6F6-D98D2B3C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13FA-A985-44B8-9EB9-472437D2B9FF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79EA87-0290-4554-A04C-64D2E2C27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29BA47-07FC-4839-A048-22878203C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C88C-A3D5-4656-B647-367377D581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240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5D9A-5C81-4367-8E5C-C22ECC78D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9A884-879B-4C0C-BE04-3BA3C39BB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EC790-B1F7-4650-9047-A5AA166A0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CAE627-C243-4895-B673-1E3308F38B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DCE0E1-5E52-4B3E-AB22-DA725836FB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C661E6-C586-48E1-BC68-6B6396E0D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13FA-A985-44B8-9EB9-472437D2B9FF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D43122-E5BB-4904-A5B2-A7376B71C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044D8C-FB5F-402F-B4C9-39C682D93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C88C-A3D5-4656-B647-367377D581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0299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71C3E-C3CA-435E-864F-F83680BA2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B57853-C96D-47E2-80C0-3D41E678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13FA-A985-44B8-9EB9-472437D2B9FF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7EB30D-A446-4895-A2F3-66A360F97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2295A-1045-408D-A4B5-4EE77614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C88C-A3D5-4656-B647-367377D581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1420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6A666D-6DAD-4EEF-BBDA-EF2740CE1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13FA-A985-44B8-9EB9-472437D2B9FF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65362A-3C09-4F6E-8A92-00A2A4974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673A6-BEE1-4540-9AFE-C3F0A8E3B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C88C-A3D5-4656-B647-367377D581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3955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753CA-9E47-47CE-B6BC-AF59DC580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8D135-3F4E-4888-AB7E-1B6D0DC1F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E206EF-4D0E-40EC-94EF-AE1BDA021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3AB68D-EF4C-46F3-BC6D-FD601C65C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13FA-A985-44B8-9EB9-472437D2B9FF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A6B58-5067-49B9-880A-DA79485D8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0993C-0D55-4155-A25B-255B84D3F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C88C-A3D5-4656-B647-367377D581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823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B023E-DB07-4444-9D73-A0F72AA21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657D69-887F-41D4-B8D6-6B9C6CD5A6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3C200C-58A8-4860-8845-7E57443FC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6B85F-839A-4858-BF99-3808EF382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13FA-A985-44B8-9EB9-472437D2B9FF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30124-5FA7-43D7-A611-28D7AE813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DAEDD-2A85-4AFC-BC6D-BD8804E9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C88C-A3D5-4656-B647-367377D581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2440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3FA2D-8E07-42EE-A802-4E283DCC0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E0142F-A043-4646-B8F0-96A9648A5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645F0-FC83-4D91-BF1F-6D414581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13FA-A985-44B8-9EB9-472437D2B9FF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E55C0-59B9-4CD1-B595-FD9DB100D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26B0D-8E45-46E7-A73E-7071A802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C88C-A3D5-4656-B647-367377D581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17592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72503D-131A-4410-B337-D3FE1B48C1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92761-0EC9-47E6-A08A-28333BF37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B24B-119C-4912-BC25-36D21F37D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213FA-A985-44B8-9EB9-472437D2B9FF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B2D42-F44B-4FDA-9B58-40A84BB94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1EFD6-694F-4A1B-B314-43ACFAF42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9C88C-A3D5-4656-B647-367377D581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111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85CBA2-D469-442B-B8ED-E5CA2430A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80434-623F-443E-8333-D3EA4966F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21FE6-D059-41E1-81CE-AF772AE5B6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213FA-A985-44B8-9EB9-472437D2B9FF}" type="datetimeFigureOut">
              <a:rPr lang="en-CA" smtClean="0"/>
              <a:t>2022-01-08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FB317-C871-4C90-84BF-D9E27F11CE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F4405-8AAD-4FD3-A3E7-35EF1A9C7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9C88C-A3D5-4656-B647-367377D5813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262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BD9EA84-6E6F-4DC1-AE38-A5315D3B295B}"/>
              </a:ext>
            </a:extLst>
          </p:cNvPr>
          <p:cNvSpPr txBox="1"/>
          <p:nvPr/>
        </p:nvSpPr>
        <p:spPr>
          <a:xfrm>
            <a:off x="747712" y="180975"/>
            <a:ext cx="106965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#281 Rejoice, the Lord is King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5F5EF4-3C27-4CB9-BD7F-282B26FC233D}"/>
              </a:ext>
            </a:extLst>
          </p:cNvPr>
          <p:cNvSpPr txBox="1"/>
          <p:nvPr/>
        </p:nvSpPr>
        <p:spPr>
          <a:xfrm>
            <a:off x="2085974" y="1571624"/>
            <a:ext cx="80200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1. Rejoice, the Lord is King: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your Lord and King adore!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Rejoice, give thanks, and sing,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triumph evermore.</a:t>
            </a:r>
            <a:br>
              <a:rPr lang="en-US" sz="2800" dirty="0">
                <a:solidFill>
                  <a:srgbClr val="222222"/>
                </a:solidFill>
              </a:rPr>
            </a:br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Lift up your heart, lift up your voice!</a:t>
            </a:r>
            <a:br>
              <a:rPr lang="en-US" sz="2800" dirty="0">
                <a:solidFill>
                  <a:srgbClr val="222222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Rejoice, again I say, rejoice!</a:t>
            </a:r>
          </a:p>
        </p:txBody>
      </p:sp>
    </p:spTree>
    <p:extLst>
      <p:ext uri="{BB962C8B-B14F-4D97-AF65-F5344CB8AC3E}">
        <p14:creationId xmlns:p14="http://schemas.microsoft.com/office/powerpoint/2010/main" val="105055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D793CF-55DA-4CF6-9592-3AF94835209C}"/>
              </a:ext>
            </a:extLst>
          </p:cNvPr>
          <p:cNvSpPr txBox="1"/>
          <p:nvPr/>
        </p:nvSpPr>
        <p:spPr>
          <a:xfrm>
            <a:off x="847725" y="1590675"/>
            <a:ext cx="104965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Jesus the Savior reigns,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God of truth and love;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when he had purged our stains,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took his seat above.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Lift up your heart, lift up your voice!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Rejoice, again I say, rejoice!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759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280B2A-E297-4BB2-AD95-279BDE9E4E1E}"/>
              </a:ext>
            </a:extLst>
          </p:cNvPr>
          <p:cNvSpPr txBox="1"/>
          <p:nvPr/>
        </p:nvSpPr>
        <p:spPr>
          <a:xfrm>
            <a:off x="1933575" y="1659285"/>
            <a:ext cx="83248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3. His kingdom cannot fail,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he rules o'er earth and </a:t>
            </a:r>
            <a:r>
              <a:rPr lang="en-US" sz="2800" dirty="0" err="1">
                <a:solidFill>
                  <a:srgbClr val="222222"/>
                </a:solidFill>
              </a:rPr>
              <a:t>heav'n</a:t>
            </a:r>
            <a:r>
              <a:rPr lang="en-US" sz="2800" dirty="0">
                <a:solidFill>
                  <a:srgbClr val="222222"/>
                </a:solidFill>
              </a:rPr>
              <a:t>;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the keys of death and hell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are to our Jesus </a:t>
            </a:r>
            <a:r>
              <a:rPr lang="en-US" sz="2800" dirty="0" err="1">
                <a:solidFill>
                  <a:srgbClr val="222222"/>
                </a:solidFill>
              </a:rPr>
              <a:t>giv’n</a:t>
            </a:r>
            <a:r>
              <a:rPr lang="en-US" sz="2800" dirty="0">
                <a:solidFill>
                  <a:srgbClr val="222222"/>
                </a:solidFill>
              </a:rPr>
              <a:t>.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Lift up your heart, lift up your voice!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Rejoice, again I say, rejoice!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8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549409-FB6E-47DD-85BF-06C5B34939E6}"/>
              </a:ext>
            </a:extLst>
          </p:cNvPr>
          <p:cNvSpPr txBox="1"/>
          <p:nvPr/>
        </p:nvSpPr>
        <p:spPr>
          <a:xfrm>
            <a:off x="2719387" y="1659285"/>
            <a:ext cx="67532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He sits at God's right hand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'til all his foes submit,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bow to his command,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fall beneath his feet.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Lift up your heart, lift up your voice!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Rejoice, again I say, rejoice!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5808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8E42C5-7DAA-4C25-A741-9E1AE26BC821}"/>
              </a:ext>
            </a:extLst>
          </p:cNvPr>
          <p:cNvSpPr txBox="1"/>
          <p:nvPr/>
        </p:nvSpPr>
        <p:spPr>
          <a:xfrm>
            <a:off x="2652712" y="1659285"/>
            <a:ext cx="68865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5. Rejoice in glorious hope!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Our Lord, the Judge, shall come,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and take his servants up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to their eternal home.</a:t>
            </a:r>
          </a:p>
          <a:p>
            <a:pPr lvl="0" algn="ctr"/>
            <a:endParaRPr lang="en-US" sz="2800" dirty="0">
              <a:solidFill>
                <a:srgbClr val="222222"/>
              </a:solidFill>
            </a:endParaRPr>
          </a:p>
          <a:p>
            <a:pPr lvl="0" algn="ctr"/>
            <a:r>
              <a:rPr lang="en-US" sz="2800" dirty="0">
                <a:solidFill>
                  <a:srgbClr val="222222"/>
                </a:solidFill>
              </a:rPr>
              <a:t>Refrain: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Lift up your heart, lift up your voice!</a:t>
            </a:r>
            <a:br>
              <a:rPr lang="en-US" sz="2800" dirty="0">
                <a:solidFill>
                  <a:prstClr val="black"/>
                </a:solidFill>
              </a:rPr>
            </a:br>
            <a:r>
              <a:rPr lang="en-US" sz="2800" dirty="0">
                <a:solidFill>
                  <a:srgbClr val="222222"/>
                </a:solidFill>
              </a:rPr>
              <a:t>Rejoice, again I say, rejoice!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010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266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2021-01-02T21:07:29Z</dcterms:created>
  <dcterms:modified xsi:type="dcterms:W3CDTF">2022-01-09T00:10:51Z</dcterms:modified>
</cp:coreProperties>
</file>