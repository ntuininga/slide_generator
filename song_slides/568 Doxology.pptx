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3A2B7-1347-47F7-8DC9-98E6376CF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E61728-1FA2-4CC9-91B6-BE8EE280A9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5E863-1C1C-48E3-B0AB-B41E966DD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C80B9-3609-49AF-A855-95044776FF88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75ADC-1B20-43E9-977D-6ACAFFD8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AEC0D-57A9-4ABB-AA84-2BFDEDB26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CC75-27B1-4708-A291-5F6B0CB7B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066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BD8C5-0566-436B-AD1C-36827A45D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D6752-2A6E-402C-AF19-DB47A585F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6224-04CA-47AC-9877-2D1DB09B3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C80B9-3609-49AF-A855-95044776FF88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EFF8C-0450-4B10-9D38-E026FC615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F2DB6-D71E-46D5-B61A-A309452DF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CC75-27B1-4708-A291-5F6B0CB7B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551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16073-2618-4F87-B61F-4D91E69E7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897AA-D870-45E3-AE63-79C011EC1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56779-BBFD-4C36-BBD7-E13D0B726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C80B9-3609-49AF-A855-95044776FF88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AC031-98A9-45C4-91D0-54F097317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22E58-7C1D-4A29-9DA9-A58A3A223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CC75-27B1-4708-A291-5F6B0CB7B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121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2B63F-662B-4D00-84BA-064DEA929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B2EFD-6691-4AE9-A7A0-E05078D426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9DCDB5-0267-4482-8E4C-6EEB5F54E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A3899-D3BA-41E0-B8F6-5AA0D1921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C80B9-3609-49AF-A855-95044776FF88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DA761-E96B-4ADD-8C7D-90A40AC62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652D9-87E4-4B9F-B421-32A3CFB6E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CC75-27B1-4708-A291-5F6B0CB7B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598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D72E9-5A05-459F-89DF-C6DA4B08C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8A899-EB87-45B1-9931-E52B77642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17F2F-820B-4265-B08D-EFD00552B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DD5EB-BCE1-4275-8D1D-B2B977F9EB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D4F5D7-D059-4395-BD00-B9C439A085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5CE119-F92F-4E90-A806-1E41FAC8A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C80B9-3609-49AF-A855-95044776FF88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423921-A075-46BD-8B88-DAB98B3FD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23D4F7-63C4-4A47-A16A-A717455C9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CC75-27B1-4708-A291-5F6B0CB7B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379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04E88-378A-41C2-BD90-232C5CADC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F221B3-E0AB-4788-9C89-9875AD1DB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C80B9-3609-49AF-A855-95044776FF88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63170-924D-4CE3-BB45-CB13CB4DD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46249-5FB0-410D-B397-1E8E7F633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CC75-27B1-4708-A291-5F6B0CB7B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315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E7E40F-3878-41AB-9773-E6B40079D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C80B9-3609-49AF-A855-95044776FF88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E927E9-E6FB-4F53-B5D0-1BD68A1FF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B5643-C2A3-4727-9F45-C623A62D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CC75-27B1-4708-A291-5F6B0CB7B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56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0D63D-DECF-46A1-A2FA-076EFFAA2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04D2E-CC09-4709-9034-BF49CF0BB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A68087-514D-4901-BC6F-8602D77FA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10832-35DB-4F5A-B246-58C6BF459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C80B9-3609-49AF-A855-95044776FF88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D5D61-D06B-4AC9-8A8A-C6EE3C673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7EB8A6-22E9-4C1B-8D86-10C2D2874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CC75-27B1-4708-A291-5F6B0CB7B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5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889AC-DCF9-47F4-96AF-B71BE2F25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10072C-058C-4D60-8996-6F7D279AAB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1054E9-4973-4947-8AE6-8D2EEC2E8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0046E-3D75-4ABE-B5FB-C642A1F9A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C80B9-3609-49AF-A855-95044776FF88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F54EE-8BC3-4C77-A712-89BC92F5D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091E0-BB36-4A85-8E66-E9EA68946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CC75-27B1-4708-A291-5F6B0CB7B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35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E1866-D23E-4235-89A4-E1833CA95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15DF7E-EFC4-4B2B-BB05-C2ACD149C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62D3D-B587-4DB9-B5DF-481017A3A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C80B9-3609-49AF-A855-95044776FF88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9E5CF-EE1F-47D9-88EB-731FF6391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FB4C3-5C1B-461C-B7F6-F636B9061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CC75-27B1-4708-A291-5F6B0CB7B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24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7156C6-0E73-4FF7-95DC-2D719F46EE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C862B-D5CC-41DC-9FCE-ACA9D9518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616E1-F300-45F9-8A23-CABACE813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C80B9-3609-49AF-A855-95044776FF88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97C51-02F2-4E3A-B3F6-740DF7A2F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73B63-CC6A-49ED-8599-F46FF7C6F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CC75-27B1-4708-A291-5F6B0CB7B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389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EF0AA8-B8B1-4BF6-A4C9-271B1B044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2056D-7C25-47CE-9C27-6352632B7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246F2-D861-411E-8956-ED1B42FACC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C80B9-3609-49AF-A855-95044776FF88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76A3F-F70F-408D-8381-6F1E7FECF2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7CBF4-BCB4-41A4-9060-5B86A169B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FCC75-27B1-4708-A291-5F6B0CB7B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9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#568 Doxology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US" sz="2800" dirty="0"/>
              <a:t>Praise God from whom all blessings flow;</a:t>
            </a:r>
            <a:br>
              <a:rPr lang="en-US" sz="2800" dirty="0"/>
            </a:br>
            <a:r>
              <a:rPr lang="en-US" sz="2800" dirty="0"/>
              <a:t>praise him, all creatures here below;</a:t>
            </a:r>
            <a:br>
              <a:rPr lang="en-US" sz="2800" dirty="0"/>
            </a:br>
            <a:r>
              <a:rPr lang="en-US" sz="2800" dirty="0"/>
              <a:t>praise him above, ye </a:t>
            </a:r>
            <a:r>
              <a:rPr lang="en-US" sz="2800" dirty="0" err="1"/>
              <a:t>heav'nly</a:t>
            </a:r>
            <a:r>
              <a:rPr lang="en-US" sz="2800" dirty="0"/>
              <a:t> host:</a:t>
            </a:r>
            <a:br>
              <a:rPr lang="en-US" sz="2800" dirty="0"/>
            </a:br>
            <a:r>
              <a:rPr lang="en-US" sz="2800" dirty="0"/>
              <a:t>praise Father, Son, and Holy Ghost.</a:t>
            </a:r>
            <a:br>
              <a:rPr lang="en-US" sz="2800" dirty="0"/>
            </a:br>
            <a:r>
              <a:rPr lang="en-US" sz="2800" dirty="0"/>
              <a:t>Amen.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62AC8D-17BC-440B-A2CC-C7796939B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239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#568 Doxology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#568 Doxology</dc:title>
  <dc:creator>Eric Hoogendoorn</dc:creator>
  <cp:lastModifiedBy>Eric Hoogendoorn</cp:lastModifiedBy>
  <cp:revision>1</cp:revision>
  <dcterms:created xsi:type="dcterms:W3CDTF">2020-08-07T02:43:47Z</dcterms:created>
  <dcterms:modified xsi:type="dcterms:W3CDTF">2020-08-07T02:44:28Z</dcterms:modified>
</cp:coreProperties>
</file>