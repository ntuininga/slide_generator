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4" r:id="rId2"/>
    <p:sldId id="375" r:id="rId3"/>
    <p:sldId id="376" r:id="rId4"/>
    <p:sldId id="377" r:id="rId5"/>
    <p:sldId id="378" r:id="rId6"/>
    <p:sldId id="37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31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89DD9-6C32-4C3E-B557-75877E3680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E599D2-E0A5-4A09-8FEC-0C0BFDA980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FA9BDD-A9A0-4952-B442-BEE69CA14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14740-F68B-4681-A108-86F4B0705BA6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9839CA-9A56-4059-A155-90AA8F1BE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F8639D-DD6B-4F62-9BED-9681C395E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40CA2-6012-437F-9DB2-CC7C91ACE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8628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848A1-A2E1-426E-B20A-61ED238C5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B3241A-F4CB-4932-8F58-8C7CA3A664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937414-8FA2-48B4-B8B8-ECA06AAAA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14740-F68B-4681-A108-86F4B0705BA6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274C0-B8DF-42F5-85B1-723CC0730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A16072-5AD2-46B8-AF3B-082C8820B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40CA2-6012-437F-9DB2-CC7C91ACE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3530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78EF0-8F94-4851-B8B2-D5CBA4FEF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5E7F6C-3EC8-424B-8C89-D822E996D1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D1FD09-517B-41D9-8EA9-A7B37D079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14740-F68B-4681-A108-86F4B0705BA6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8FD208-C370-4971-93E8-E8ED87847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83F46B-D386-4684-955C-3D776D228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40CA2-6012-437F-9DB2-CC7C91ACE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0249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3860C-A5EE-4FC0-90D4-D33268319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11AC1B-3118-483C-9FFD-BF3B2950D0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07EF9A-4CBE-4B03-9B63-D7169F55E0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98788E-0298-4565-B386-0804E1186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14740-F68B-4681-A108-86F4B0705BA6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13D855-CF6E-472D-9541-94EC4A063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898F7A-91B5-4DF8-B9E6-1EE39C936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40CA2-6012-437F-9DB2-CC7C91ACE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8563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F5DBF-C903-4243-A2CB-4ED57DEB5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421F68-F048-416B-8371-A6DB0D9083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D03967-F441-4767-9EA7-CD5260BFD4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6835CB-7FA7-4587-97DC-3672183E9E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68F5AA-0C00-42FB-9EB0-A4D2FC2816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DD5D11-D611-4BA3-9980-724A6BC32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14740-F68B-4681-A108-86F4B0705BA6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63E2BB-30E8-4B0A-952C-922DC27E4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D69AAC-0A35-4333-A064-183ED5570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40CA2-6012-437F-9DB2-CC7C91ACE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1276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26D1D-E0B9-4F18-96AF-EEB6CACF2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B4DE47-E80D-4FF7-9F24-E45F1E59A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14740-F68B-4681-A108-86F4B0705BA6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1AEDF5-1CD9-40CB-972B-229598DFB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CC49ED-414D-4D1D-80E5-152B6C291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40CA2-6012-437F-9DB2-CC7C91ACE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038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E9B0BD-518F-40E7-B7C6-E45E4ABCB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14740-F68B-4681-A108-86F4B0705BA6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CF2D5A-297D-46CC-BDAE-01882EA96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707229-5796-4151-9A3A-5D8E9E398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40CA2-6012-437F-9DB2-CC7C91ACE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3386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7AA0D-D2F9-427E-8EAE-4923DC37D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DDB5AB-6C98-4DFE-B79C-3C6CCCB153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939362-5BAA-4777-9ECF-7C2010C5BB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186A08-FD7D-4D4D-8386-0BB11D793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14740-F68B-4681-A108-86F4B0705BA6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660FCE-B3DA-450B-869E-AEF63ABE2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55D086-88FF-471E-917C-7D606BF80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40CA2-6012-437F-9DB2-CC7C91ACE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9153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7A997-A518-4289-8881-9C3680BB9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3323C9-F2C3-4C7E-8986-10AF5E460A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54EB63-62B4-4D6B-B98A-2A43E48908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ADA7BE-EE34-4A02-BDF1-8160395AF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14740-F68B-4681-A108-86F4B0705BA6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008831-F7CD-4E1E-85F5-C07F93BE1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4D79BE-CF0F-4AFF-8F4E-5360DDA2E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40CA2-6012-437F-9DB2-CC7C91ACE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0056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1F7A2-734D-49F7-899A-AE7BD8744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A8FE4D-C10F-4E17-98EB-7ED7DAA4EC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66C22B-9700-4558-94D2-7A8DDD69A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14740-F68B-4681-A108-86F4B0705BA6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E8BC97-610F-403A-8BB5-F9B4E200A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E631C0-BD21-471A-B942-E23BFF2A1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40CA2-6012-437F-9DB2-CC7C91ACE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270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061583-DAA5-4E5F-9A30-1C52385CB9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FC4C5A-8678-47DB-8ABA-DDAD835791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59E362-5ACD-41AF-AF07-0D466D06B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14740-F68B-4681-A108-86F4B0705BA6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69BDBE-DEEA-4D0E-874D-BD66193CF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29A424-33C4-4269-9E57-AD85E7ED6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40CA2-6012-437F-9DB2-CC7C91ACE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3511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802108-6021-48E7-AB36-DE2F839CE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EC5018-3C54-430E-9D6C-1A8A3901B1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02E709-7A03-45DF-9731-5C481E7EB0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914740-F68B-4681-A108-86F4B0705BA6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DED974-7DDA-4B77-8938-E0D9643885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67B0CF-A816-48A3-B535-4207A08CBF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140CA2-6012-437F-9DB2-CC7C91ACE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025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81828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#37 Do Not Fret on Account of the Wicked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1157F3-50C0-4954-B813-2EDAF42D4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Trinity Psalter Hymnal, 2018, used by permission </a:t>
            </a:r>
            <a:endParaRPr lang="en-C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994AEC-267F-4164-9FEF-233BF3C5A16A}"/>
              </a:ext>
            </a:extLst>
          </p:cNvPr>
          <p:cNvSpPr txBox="1"/>
          <p:nvPr/>
        </p:nvSpPr>
        <p:spPr>
          <a:xfrm>
            <a:off x="1304925" y="1952432"/>
            <a:ext cx="958215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 algn="ctr">
              <a:buAutoNum type="arabicPeriod"/>
            </a:pPr>
            <a:r>
              <a:rPr lang="en-US" sz="2800" dirty="0">
                <a:solidFill>
                  <a:prstClr val="black"/>
                </a:solidFill>
              </a:rPr>
              <a:t>Do not fret on account of the wicked,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do not envy the ones who do wrong;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for like grass they will very soon wither,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like green plants they will not flourish long.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Put your trust in the LORD and be upright;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then secure in the land you will live.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Take delight in the LORD above all things –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the desires of your heart he will give.</a:t>
            </a:r>
          </a:p>
        </p:txBody>
      </p:sp>
    </p:spTree>
    <p:extLst>
      <p:ext uri="{BB962C8B-B14F-4D97-AF65-F5344CB8AC3E}">
        <p14:creationId xmlns:p14="http://schemas.microsoft.com/office/powerpoint/2010/main" val="27883935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EDA5B7A-2B00-4130-A4AF-093BF8471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Copyright Trinity Psalter Hymnal, 2018, used by permission </a:t>
            </a:r>
            <a:endParaRPr lang="en-CA" dirty="0">
              <a:solidFill>
                <a:prstClr val="black">
                  <a:tint val="75000"/>
                </a:prstClr>
              </a:solidFill>
            </a:endParaRPr>
          </a:p>
          <a:p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DD7632-A30D-4615-88DD-0C5B5DD82EFA}"/>
              </a:ext>
            </a:extLst>
          </p:cNvPr>
          <p:cNvSpPr txBox="1"/>
          <p:nvPr/>
        </p:nvSpPr>
        <p:spPr>
          <a:xfrm>
            <a:off x="2157412" y="1775847"/>
            <a:ext cx="787717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dirty="0"/>
              <a:t>2. Let your way to the LORD be committed;</a:t>
            </a:r>
          </a:p>
          <a:p>
            <a:pPr algn="ctr"/>
            <a:r>
              <a:rPr lang="en-CA" sz="2800" dirty="0"/>
              <a:t>trust in him – he will do what is right.</a:t>
            </a:r>
          </a:p>
          <a:p>
            <a:pPr algn="ctr"/>
            <a:r>
              <a:rPr lang="en-CA" sz="2800" dirty="0"/>
              <a:t>He brings righteousness forth as the morning,</a:t>
            </a:r>
          </a:p>
          <a:p>
            <a:pPr algn="ctr"/>
            <a:r>
              <a:rPr lang="en-CA" sz="2800" dirty="0"/>
              <a:t>and his justice as bright noonday light.</a:t>
            </a:r>
          </a:p>
          <a:p>
            <a:pPr algn="ctr"/>
            <a:r>
              <a:rPr lang="en-CA" sz="2800" dirty="0"/>
              <a:t>So be silent and seek the LORD’s presence,</a:t>
            </a:r>
          </a:p>
          <a:p>
            <a:pPr algn="ctr"/>
            <a:r>
              <a:rPr lang="en-CA" sz="2800" dirty="0"/>
              <a:t>and be patient until he replies;</a:t>
            </a:r>
          </a:p>
          <a:p>
            <a:pPr algn="ctr"/>
            <a:r>
              <a:rPr lang="en-CA" sz="2800" dirty="0"/>
              <a:t>do not fret when you see those who prosper</a:t>
            </a:r>
          </a:p>
          <a:p>
            <a:pPr algn="ctr"/>
            <a:r>
              <a:rPr lang="en-CA" sz="2800" dirty="0"/>
              <a:t>if their schemes are promoted through lies.</a:t>
            </a:r>
          </a:p>
        </p:txBody>
      </p:sp>
    </p:spTree>
    <p:extLst>
      <p:ext uri="{BB962C8B-B14F-4D97-AF65-F5344CB8AC3E}">
        <p14:creationId xmlns:p14="http://schemas.microsoft.com/office/powerpoint/2010/main" val="17145689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EE82A-4A3D-4ABF-B78E-123384991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21405"/>
            <a:ext cx="10515600" cy="2376940"/>
          </a:xfrm>
        </p:spPr>
        <p:txBody>
          <a:bodyPr>
            <a:noAutofit/>
          </a:bodyPr>
          <a:lstStyle/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prstClr val="black"/>
                </a:solidFill>
              </a:rPr>
              <a:t>3. Do no fret, it leads only to evil;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prstClr val="black"/>
                </a:solidFill>
              </a:rPr>
              <a:t>hold your temper and stay far from wrath,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prstClr val="black"/>
                </a:solidFill>
              </a:rPr>
              <a:t>for the wicked will certainly perish,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prstClr val="black"/>
                </a:solidFill>
              </a:rPr>
              <a:t>while the godly inherit the earth.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prstClr val="black"/>
                </a:solidFill>
              </a:rPr>
              <a:t>Yet awhile and the wicked will vanish;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prstClr val="black"/>
                </a:solidFill>
              </a:rPr>
              <a:t>though you search, they will never be found.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prstClr val="black"/>
                </a:solidFill>
              </a:rPr>
              <a:t>But the land will belong to the humble,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prstClr val="black"/>
                </a:solidFill>
              </a:rPr>
              <a:t>and their welfare and peace will abound.</a:t>
            </a:r>
          </a:p>
          <a:p>
            <a:pPr marL="0" lvl="0" indent="0" algn="ctr">
              <a:lnSpc>
                <a:spcPct val="100000"/>
              </a:lnSpc>
              <a:buNone/>
            </a:pP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EDA5B7A-2B00-4130-A4AF-093BF8471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Copyright Trinity Psalter Hymnal, 2018, used by permission </a:t>
            </a:r>
            <a:endParaRPr lang="en-CA" dirty="0">
              <a:solidFill>
                <a:prstClr val="black">
                  <a:tint val="75000"/>
                </a:prstClr>
              </a:solidFill>
            </a:endParaRP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6078484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EE82A-4A3D-4ABF-B78E-123384991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21405"/>
            <a:ext cx="10515600" cy="2376940"/>
          </a:xfrm>
        </p:spPr>
        <p:txBody>
          <a:bodyPr>
            <a:noAutofit/>
          </a:bodyPr>
          <a:lstStyle/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prstClr val="black"/>
                </a:solidFill>
              </a:rPr>
              <a:t>5. Tho’ the righteous have little, 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prstClr val="black"/>
                </a:solidFill>
              </a:rPr>
              <a:t>its better than the riches of many unjust;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prstClr val="black"/>
                </a:solidFill>
              </a:rPr>
              <a:t>For the </a:t>
            </a:r>
            <a:r>
              <a:rPr lang="en-US" dirty="0" err="1">
                <a:solidFill>
                  <a:prstClr val="black"/>
                </a:solidFill>
              </a:rPr>
              <a:t>wicked’s</a:t>
            </a:r>
            <a:r>
              <a:rPr lang="en-US" dirty="0">
                <a:solidFill>
                  <a:prstClr val="black"/>
                </a:solidFill>
              </a:rPr>
              <a:t> strong arm will be broken,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prstClr val="black"/>
                </a:solidFill>
              </a:rPr>
              <a:t>But the Lord is the righteous one’s trust.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prstClr val="black"/>
                </a:solidFill>
              </a:rPr>
              <a:t>Day by day cares the Lord for the blameless,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prstClr val="black"/>
                </a:solidFill>
              </a:rPr>
              <a:t>So their heritage stands ever sure.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prstClr val="black"/>
                </a:solidFill>
              </a:rPr>
              <a:t>When a famine comes, they will have plenty,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prstClr val="black"/>
                </a:solidFill>
              </a:rPr>
              <a:t>And in drought they </a:t>
            </a:r>
            <a:r>
              <a:rPr lang="en-US">
                <a:solidFill>
                  <a:prstClr val="black"/>
                </a:solidFill>
              </a:rPr>
              <a:t>will always endure.</a:t>
            </a:r>
            <a:endParaRPr lang="en-US" dirty="0">
              <a:solidFill>
                <a:prstClr val="black"/>
              </a:solidFill>
            </a:endParaRPr>
          </a:p>
          <a:p>
            <a:pPr marL="0" lvl="0" indent="0" algn="ctr">
              <a:lnSpc>
                <a:spcPct val="100000"/>
              </a:lnSpc>
              <a:buNone/>
            </a:pP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EDA5B7A-2B00-4130-A4AF-093BF8471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Copyright Trinity Psalter Hymnal, 2018, used by permission </a:t>
            </a:r>
            <a:endParaRPr lang="en-CA" dirty="0">
              <a:solidFill>
                <a:prstClr val="black">
                  <a:tint val="75000"/>
                </a:prstClr>
              </a:solidFill>
            </a:endParaRP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8643250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E448BD-EBA4-123E-3F19-B40576417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91BBB6-1A71-7EAE-A61C-38D4B79437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21405"/>
            <a:ext cx="10515600" cy="2376940"/>
          </a:xfrm>
        </p:spPr>
        <p:txBody>
          <a:bodyPr>
            <a:noAutofit/>
          </a:bodyPr>
          <a:lstStyle/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prstClr val="black"/>
                </a:solidFill>
              </a:rPr>
              <a:t>8. If you turn back from sin and act rightly,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prstClr val="black"/>
                </a:solidFill>
              </a:rPr>
              <a:t>You will ever continue secure;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prstClr val="black"/>
                </a:solidFill>
              </a:rPr>
              <a:t>For the Lord shows his love to the righteous;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prstClr val="black"/>
                </a:solidFill>
              </a:rPr>
              <a:t>Those who trust him he’ll ever preserve.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prstClr val="black"/>
                </a:solidFill>
              </a:rPr>
              <a:t>The obedient will not be forsaken,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prstClr val="black"/>
                </a:solidFill>
              </a:rPr>
              <a:t>But the line of the wicked will fail.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prstClr val="black"/>
                </a:solidFill>
              </a:rPr>
              <a:t>To the righteous the land will be given,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prstClr val="black"/>
                </a:solidFill>
              </a:rPr>
              <a:t>And forever will they in it dwell. </a:t>
            </a:r>
          </a:p>
          <a:p>
            <a:pPr marL="0" lvl="0" indent="0" algn="ctr">
              <a:lnSpc>
                <a:spcPct val="100000"/>
              </a:lnSpc>
              <a:buNone/>
            </a:pP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41D9C23-C75B-3759-455C-F1216915D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Copyright Trinity Psalter Hymnal, 2018, used by permission </a:t>
            </a:r>
            <a:endParaRPr lang="en-CA" dirty="0">
              <a:solidFill>
                <a:prstClr val="black">
                  <a:tint val="75000"/>
                </a:prstClr>
              </a:solidFill>
            </a:endParaRP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4512896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1F777B-3992-2F06-EEC1-9149798EE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48577A-5246-CD9C-6B3A-215F0CF6C2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21405"/>
            <a:ext cx="10515600" cy="2376940"/>
          </a:xfrm>
        </p:spPr>
        <p:txBody>
          <a:bodyPr>
            <a:noAutofit/>
          </a:bodyPr>
          <a:lstStyle/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prstClr val="black"/>
                </a:solidFill>
              </a:rPr>
              <a:t>11. Watch the blameless, consider the upright;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prstClr val="black"/>
                </a:solidFill>
              </a:rPr>
              <a:t>There’s a future for those who make peace.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prstClr val="black"/>
                </a:solidFill>
              </a:rPr>
              <a:t>But destruction awaits the rebellious,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prstClr val="black"/>
                </a:solidFill>
              </a:rPr>
              <a:t> and their future will suddenly cease.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prstClr val="black"/>
                </a:solidFill>
              </a:rPr>
              <a:t>From the Lord comes the hope of the righteous,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prstClr val="black"/>
                </a:solidFill>
              </a:rPr>
              <a:t>And in trouble defense for the meek;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prstClr val="black"/>
                </a:solidFill>
              </a:rPr>
              <a:t>So the Lord saves them all from the wicked,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 err="1">
                <a:solidFill>
                  <a:prstClr val="black"/>
                </a:solidFill>
              </a:rPr>
              <a:t>Fro</a:t>
            </a:r>
            <a:r>
              <a:rPr lang="en-US" dirty="0">
                <a:solidFill>
                  <a:prstClr val="black"/>
                </a:solidFill>
              </a:rPr>
              <a:t> in him their protection they seek.</a:t>
            </a:r>
          </a:p>
          <a:p>
            <a:pPr marL="0" lvl="0" indent="0" algn="ctr">
              <a:lnSpc>
                <a:spcPct val="100000"/>
              </a:lnSpc>
              <a:buNone/>
            </a:pP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3608D7D-E2EF-A7BC-35E0-BFF5A22C2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Copyright Trinity Psalter Hymnal, 2018, used by permission </a:t>
            </a:r>
            <a:endParaRPr lang="en-CA" dirty="0">
              <a:solidFill>
                <a:prstClr val="black">
                  <a:tint val="75000"/>
                </a:prstClr>
              </a:solidFill>
            </a:endParaRP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9651745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493</Words>
  <Application>Microsoft Office PowerPoint</Application>
  <PresentationFormat>Widescreen</PresentationFormat>
  <Paragraphs>55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#37 Do Not Fret on Account of the Wicked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#37 Do Not Fret on Account of the Wicked</dc:title>
  <dc:creator>Eric Hoogendoorn</dc:creator>
  <cp:lastModifiedBy>Neil Tuininga</cp:lastModifiedBy>
  <cp:revision>4</cp:revision>
  <dcterms:created xsi:type="dcterms:W3CDTF">2020-12-29T22:45:30Z</dcterms:created>
  <dcterms:modified xsi:type="dcterms:W3CDTF">2025-03-22T03:20:05Z</dcterms:modified>
</cp:coreProperties>
</file>