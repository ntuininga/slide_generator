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336" r:id="rId4"/>
    <p:sldId id="33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3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945DB-7798-456C-9069-E2A331E5F335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1EC70D-1C30-4686-9004-53EF27E65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179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5A12C-2B24-4704-834F-4777F8009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47A4DF-D1E1-4B2C-9AD3-4720C2AFD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2D17C-320E-4C91-93D5-22BFACCB6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09DBA-FFEF-4128-A70C-8C458AC2D1F4}" type="datetime1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0E104-8F61-44D4-8801-0FA20B730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Psalter, 2000; alt.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CE4E6-14E3-4F71-ABB5-AC5BDC022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35600-2672-495D-8018-8B9DCAA64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64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423D-B71F-44DF-9D6F-C1CB6AF17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A0B5F-3A67-45EF-9019-A155754B9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51539-AE1B-4F44-98EC-423939ECA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7AD49-1ADA-475F-9B38-E36CE8D69D1D}" type="datetime1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4CEA2-BD73-4DDF-A656-F35E62140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Psalter, 2000; alt.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1AFCF-F126-40CE-B1BE-4BB4D8A2A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35600-2672-495D-8018-8B9DCAA64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104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1E281-BABC-4047-B2A0-77E6DF764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C9E40-035A-4CC6-B971-7EEBFB358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D6FFC-8055-4FFC-8FD3-6506A9DE3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5E967-7037-4E85-9243-17657E84FBA0}" type="datetime1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EF326-CD38-4362-997E-5169F1C4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Psalter, 2000; alt.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D448B-402B-4D4A-8BF1-A43641DBE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35600-2672-495D-8018-8B9DCAA64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194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665A1-2D0F-4254-9828-5BA2E6634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996A5-2DF1-4951-B31C-244F676E2F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5320B-7540-4287-B18D-EABA5EA3D6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F51017-39C4-4360-8269-7B808E2F4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BB04A-4171-4A48-8203-133CB0AFECFC}" type="datetime1">
              <a:rPr lang="en-US" smtClean="0"/>
              <a:t>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2A065-0F24-475C-B4B8-B2DDB5E99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Psalter, 2000; alt.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9B2F91-1E2A-46D6-94FF-FBB4112B2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35600-2672-495D-8018-8B9DCAA64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010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CD509-0A3A-4699-8476-606A0DEC8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356BFF-C166-4BC5-85E9-25F8193D9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E96B73-3B74-4D58-A5E9-EA15CDA2C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370431-2ECF-4C01-9D82-0FE237780A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9135CF-9C22-4FDA-9E27-6051979C5E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206F4C-D8AF-4AC7-84CB-C05E48F4E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0627B-199E-4A94-BAD3-87DBF54680E5}" type="datetime1">
              <a:rPr lang="en-US" smtClean="0"/>
              <a:t>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41578C-436E-4E8A-A874-13D4A99F9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Psalter, 2000; alt.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771CDD-1035-427D-AEEF-93684419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35600-2672-495D-8018-8B9DCAA64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478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C1806-4FA7-4EF2-8F06-58D34835A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7932A7-921B-4EE7-BBF5-3DEC44D54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B250E-C12E-4AB6-B51D-1EC3517D5342}" type="datetime1">
              <a:rPr lang="en-US" smtClean="0"/>
              <a:t>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798E7-DD26-4171-B320-FE259C524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Psalter, 2000; alt.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7CFA1D-F682-490C-8A6B-52BF913E1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35600-2672-495D-8018-8B9DCAA64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32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705D89-C9A3-4FD2-B02D-BB1C8B32A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3D0A-774E-433B-9F2F-214C5E167EBA}" type="datetime1">
              <a:rPr lang="en-US" smtClean="0"/>
              <a:t>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C7299D-BD1E-4525-BB92-76C1F01C9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Psalter, 2000; alt.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C215D-AA1E-4E1B-814D-EC704E3CD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35600-2672-495D-8018-8B9DCAA64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657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8B5FF-B9E7-44D6-B5E2-91C436B30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991BC-30AE-4B5D-AE60-9538CEC4D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ED9922-A1E2-4797-BD54-EC1EAF5CE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82A49F-50A6-4F2B-8E0A-6E0FFC82C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BEA2A-5C5C-43FC-9B02-A31576C08179}" type="datetime1">
              <a:rPr lang="en-US" smtClean="0"/>
              <a:t>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E6695-A5EF-4CE1-9191-6900E4F13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Psalter, 2000; alt.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F1AA4-BEC1-408A-8495-100A38132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35600-2672-495D-8018-8B9DCAA64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887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B17F5-6D28-4A10-9D3B-CC8EAC440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8093B5-9D62-43CF-92CA-570E67B6E7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11F92B-E500-4404-905F-7F1DAFD61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1812E-EA46-4EDE-9076-936CE0440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5425A-1387-43E0-BA7C-0D40A54FAE0F}" type="datetime1">
              <a:rPr lang="en-US" smtClean="0"/>
              <a:t>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B2030-3A44-47E5-89C4-C7FABC435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Psalter, 2000; alt.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7AAE2-9919-4E48-9F34-DDE923A11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35600-2672-495D-8018-8B9DCAA64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82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E1596-E5B6-40D4-AB78-D166C5ECC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1F2864-6039-4197-A9A1-15D7A0D7A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2F8E8-F704-49A8-A17B-EC2FC2943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5508-4FBC-4BE2-800B-6879BEC0881D}" type="datetime1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53F9C-9186-4F29-876E-3EDBB40E1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Psalter, 2000; alt.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E9760-EBEA-4F7E-B45F-25D3E8107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35600-2672-495D-8018-8B9DCAA64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867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D2F7E3-68E0-4747-9D6D-0ABB25C455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01BC24-3FF5-4F33-A4BA-ED093E5C4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00AE4-0C5C-4C1B-A2B9-6998E4A27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345CF-BCE3-4CCE-A075-A60A3C8939A4}" type="datetime1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8E872-7D7C-42B6-AAB3-C46CEB444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Psalter, 2000; alt.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DFFD5-8C32-42FE-9305-87A2B5B08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35600-2672-495D-8018-8B9DCAA64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66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8ED615-9665-4AD1-878B-7B0656719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280DE-92E7-4039-BB97-18AF9DE78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67D99-E2B6-455B-978E-1EE826622C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7FFE6-3811-4FD2-B244-D49EBDEC8C99}" type="datetime1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F6902-A142-4C7B-8145-0E98DC30F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Trinity Psalter, 2000; alt.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775EB-4BBF-4D34-94F7-F722D01B8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35600-2672-495D-8018-8B9DCAA64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0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90D4A1-A1E0-4B1F-86FE-B5443678D535}"/>
              </a:ext>
            </a:extLst>
          </p:cNvPr>
          <p:cNvSpPr txBox="1"/>
          <p:nvPr/>
        </p:nvSpPr>
        <p:spPr>
          <a:xfrm>
            <a:off x="914400" y="314325"/>
            <a:ext cx="10363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#20B The Lord in Your Distress Attend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E7E9EF-EFAB-4F8C-B2B2-EFBFDFB8F299}"/>
              </a:ext>
            </a:extLst>
          </p:cNvPr>
          <p:cNvSpPr txBox="1"/>
          <p:nvPr/>
        </p:nvSpPr>
        <p:spPr>
          <a:xfrm>
            <a:off x="0" y="2305615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The Lord in your distress attend;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may Jacob’s God protect you well,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and from his holy place send help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and strengthen you from Zion’s hill.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9ABCFB-4CD8-0470-5D8D-4EF637420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Psalter, 2000; alt.</a:t>
            </a:r>
          </a:p>
        </p:txBody>
      </p:sp>
    </p:spTree>
    <p:extLst>
      <p:ext uri="{BB962C8B-B14F-4D97-AF65-F5344CB8AC3E}">
        <p14:creationId xmlns:p14="http://schemas.microsoft.com/office/powerpoint/2010/main" val="1217737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CB3BD2-35FA-44E2-B7BD-E3FF0B169D40}"/>
              </a:ext>
            </a:extLst>
          </p:cNvPr>
          <p:cNvSpPr txBox="1"/>
          <p:nvPr/>
        </p:nvSpPr>
        <p:spPr>
          <a:xfrm>
            <a:off x="0" y="2143125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 May we in your salvation joy, 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our banners raise in God’s great name.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O may the Lord fulfill your prayers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and grant you all you ask of him.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F77C4B-9130-F626-4847-1AAF31DA5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Psalter, 2000; alt.</a:t>
            </a:r>
          </a:p>
        </p:txBody>
      </p:sp>
    </p:spTree>
    <p:extLst>
      <p:ext uri="{BB962C8B-B14F-4D97-AF65-F5344CB8AC3E}">
        <p14:creationId xmlns:p14="http://schemas.microsoft.com/office/powerpoint/2010/main" val="2348588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8EAD9-38EE-C036-EB14-C3EAF38B4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25EEBC-F4FA-3CDF-E7FA-218E8E86E8EE}"/>
              </a:ext>
            </a:extLst>
          </p:cNvPr>
          <p:cNvSpPr txBox="1"/>
          <p:nvPr/>
        </p:nvSpPr>
        <p:spPr>
          <a:xfrm>
            <a:off x="0" y="2143125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4. And this I know: the Lord will save and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 his anointed one defend 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with saving might of his right hand,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From holly </a:t>
            </a:r>
            <a:r>
              <a:rPr lang="en-US" sz="2800" dirty="0" err="1">
                <a:solidFill>
                  <a:srgbClr val="222222"/>
                </a:solidFill>
              </a:rPr>
              <a:t>heav’n</a:t>
            </a:r>
            <a:r>
              <a:rPr lang="en-US" sz="2800" dirty="0">
                <a:solidFill>
                  <a:srgbClr val="222222"/>
                </a:solidFill>
              </a:rPr>
              <a:t> an answer send.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83E339-B0DC-EE4B-8DD7-0F2D10952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Psalter, 2000; alt.</a:t>
            </a:r>
          </a:p>
        </p:txBody>
      </p:sp>
    </p:spTree>
    <p:extLst>
      <p:ext uri="{BB962C8B-B14F-4D97-AF65-F5344CB8AC3E}">
        <p14:creationId xmlns:p14="http://schemas.microsoft.com/office/powerpoint/2010/main" val="2059722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CB3BD2-35FA-44E2-B7BD-E3FF0B169D40}"/>
              </a:ext>
            </a:extLst>
          </p:cNvPr>
          <p:cNvSpPr txBox="1"/>
          <p:nvPr/>
        </p:nvSpPr>
        <p:spPr>
          <a:xfrm>
            <a:off x="0" y="2143125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5 In chariots some have confidence,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and some in horse take their pride,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but we boast only one defense: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the name of God the Lord Most High.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73759D-7F15-33D0-3D8D-C23D58D57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Psalter, 2000; alt.</a:t>
            </a:r>
          </a:p>
        </p:txBody>
      </p:sp>
    </p:spTree>
    <p:extLst>
      <p:ext uri="{BB962C8B-B14F-4D97-AF65-F5344CB8AC3E}">
        <p14:creationId xmlns:p14="http://schemas.microsoft.com/office/powerpoint/2010/main" val="113877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161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Neil Tuininga</cp:lastModifiedBy>
  <cp:revision>4</cp:revision>
  <dcterms:created xsi:type="dcterms:W3CDTF">2022-04-15T02:50:12Z</dcterms:created>
  <dcterms:modified xsi:type="dcterms:W3CDTF">2025-01-17T17:59:55Z</dcterms:modified>
</cp:coreProperties>
</file>