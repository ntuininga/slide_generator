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5DCE4-8917-4C6E-835E-F5A05BB8C02E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A626D-FE86-4545-A666-A9E70490C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1ACF-91F0-C835-569E-A26C2BC18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1214B-4D4C-B4D1-73D1-D6051B0F4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03788-998F-2E77-CCCE-AB5B8323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93BC-B383-4A74-A259-D18289FF171E}" type="datetime1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5F209-9151-087E-7A76-7264D4B9B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14A74-ED1F-CDF3-58CB-BB1CB841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2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0118-00BF-5045-0F61-97886608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9011-BD61-A6FD-789A-76B4128D0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FE588-28FB-C14F-D498-74689A7B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84F0A-AAF1-41C3-A9F4-45E1FD1C0AAB}" type="datetime1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3C900-A037-1ADD-D437-1F296DE8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3E602-D7CB-BA08-3866-0A21AE17A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43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89DF-2D08-E39D-1C3C-D32E66CE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C29AB-0635-33C2-8F54-3B1B91F27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A7A1F-E0C3-C3F7-A916-0632C75FE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A3523-52CF-440B-9EFD-3D3975441D87}" type="datetime1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FE0A7-74B5-F74D-9BE1-AE01F012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A1AAA-9E05-3CA9-518C-D5CE75761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6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C03C-1409-07B6-0408-66034BF2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6B96-07E4-EB0E-B51E-DD4F1895B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F426D-75D5-24A1-E989-17DFA1739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4D3AA-6FE0-FF88-F26E-AE094A905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BE1A-9C54-41BA-9A49-3F3A7BBE68FA}" type="datetime1">
              <a:rPr lang="en-US" smtClean="0"/>
              <a:t>11/9/2024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5FA56-7975-AD5D-DFC1-89F0AA1F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C9B15-D73C-CE06-5C47-65EE37F6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3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C245-256C-D67B-F014-0FEE32CB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BF20B-06CB-1387-C1D6-9CB3569F0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C3C6E-1DF3-2E0B-4A63-BE3287EDE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81543-3252-9815-C5BF-2ADF70E2E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E32C0-2D52-ADC6-AB7C-B324273D1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916A91-DE91-A84C-C25C-23E2CE40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DBF89-5048-45ED-AF1A-B578027BCB58}" type="datetime1">
              <a:rPr lang="en-US" smtClean="0"/>
              <a:t>11/9/2024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EE9FE8-54FA-FA99-EA51-3D3125C1D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A68EA-5F88-CB5F-D096-10A48A59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6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8D74-BA30-0B39-196E-BE1A8AE5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31BDE-76C5-8C18-5710-99FD69EC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142D-F525-497B-9149-4A9F01D472D9}" type="datetime1">
              <a:rPr lang="en-US" smtClean="0"/>
              <a:t>11/9/2024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9F9D2-F8F9-5907-1B2E-1E9D54F33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F979C-8C74-10DE-50D5-7A87416F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0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F89A44-DF4C-E5D1-76F9-F2B66D29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1ED0-F333-4B27-B872-0CFFE04FDE8E}" type="datetime1">
              <a:rPr lang="en-US" smtClean="0"/>
              <a:t>11/9/2024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DC0B3-C097-7E3D-0D3F-60CD1640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A0CB5-91E1-CF80-3247-A554693A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7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B49B-B1B0-47AA-F0DD-E1A53338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95B1A-D8BA-3205-2CC1-7F0B24B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F3439-ACE2-1267-7659-867D57FF5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DAD27-A7DC-3E8C-7068-27610143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A040-648F-47D8-B154-EBBFBE287904}" type="datetime1">
              <a:rPr lang="en-US" smtClean="0"/>
              <a:t>11/9/2024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877DE-016F-0043-F271-8B66C531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23CCD-BEA6-D168-8120-1BA4D1B5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553F3-F92B-1686-10A1-3C54EEDA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C2F073-D3B2-BF55-3CB9-BC35C3492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52BAA-A43A-4993-8FB9-E567A466B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36CF2-D555-8705-58E0-A977E1FA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EA2D-4818-405C-8270-C36803286AB7}" type="datetime1">
              <a:rPr lang="en-US" smtClean="0"/>
              <a:t>11/9/2024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8F62D-454C-1E45-9446-0AD8A146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3C919-A0CB-CE15-0031-FC1B8486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6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922B0-ACA1-0614-9887-8466230D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E35BF-714E-4387-A2B3-881C98EF0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35D85-01EA-C01E-AFC1-BB5A1025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98A4-2131-480D-B023-724A221BA313}" type="datetime1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370CC-624D-D01C-F8BD-4F31F5FD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8C4AA-A258-48B7-CBA7-AB4A29AC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746CFB-DB1A-81D9-9780-3280E5069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61CDB-3FCE-1FB6-524A-2E468D30E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26A07-48FA-9D96-E141-F4D4B6ED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8F8D2-0364-4FC4-B48C-B942F368D49B}" type="datetime1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94147-EBA3-CC20-8911-2E1DD3D5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7195-4E9D-46CB-5536-5055587B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6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171BB-09FA-A8C4-29E1-FDD0C05B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59F09-8B69-2FEF-23B8-679FD6E30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A7543-99B6-9DB4-1787-CBCB0B0A2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6C607-2B4C-489D-93EE-86F338F681ED}" type="datetime1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9D8EF-299C-F0A3-BE9F-073565382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F821D-4F91-7F45-F9CE-B6192183B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54E237-3D40-47C5-ADCC-ACE30DFBA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B390-AF7A-5318-D9B7-D776E8A1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#196 At the Lamb’s High Feast We 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ABAB-AAE9-711A-6880-3D11DE118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At the Lamb's high feast we sing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praise to our victorious King,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has washed us in the tide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flowing from his pierced side;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praise we him whose love divine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his sacred blood for wine,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his body for the feast,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Christ the victim, Christ the priest.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92028-5ABD-3352-4D67-B768CABB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7598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4A48-A0C9-EE7E-4F9C-E0B459FE6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3DFF-6589-1956-5EA8-8433FDC73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Where the paschal blood is poured,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death's dark angel sheathes his sword;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Israel's hosts triumphant go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the wave that drowns the foe.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Praise we Christ, whose blood was shed,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paschal victim, paschal bread;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sincerity and love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eat we manna from above.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2E8E4-29D2-9561-09C6-4A52C3A8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036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B9AC-25B9-F1E8-DC1D-65B7FBA4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94477-EDE8-4EEB-C4C9-6E285F928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Mighty victim from the sky,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pow'rs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hell beneath thee lie;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death is conquered in the fight,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thou hast brought us life and light: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hymns of glory and of praise,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risen Lord, to thee we raise;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holy Father, praise to thee,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the Spirit, ever be.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21C92-F964-2989-E53D-FEC6F80F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78147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225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#196 At the Lamb’s High Feast We Sing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2</cp:revision>
  <dcterms:created xsi:type="dcterms:W3CDTF">2024-11-10T03:29:30Z</dcterms:created>
  <dcterms:modified xsi:type="dcterms:W3CDTF">2024-11-10T03:32:36Z</dcterms:modified>
</cp:coreProperties>
</file>