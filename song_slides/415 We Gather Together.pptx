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70A7B-5AB1-4A2D-A613-74D754C9B7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8E6AA5-A01B-4AA5-A735-5E22D1A440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946080-C4FC-414F-8A5F-119DA5F6D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63250-C9C5-4743-BFFA-1EF3812AFDF3}" type="datetimeFigureOut">
              <a:rPr lang="en-CA" smtClean="0"/>
              <a:t>2021-02-19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D7B1D2-A110-4F21-A2C3-BCE6E5B20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84D5C-B61B-4869-A7AD-52A01367C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EF9DE-B839-46F5-A9BF-9670EF83CB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81396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773EB-C11F-4DF3-8DDE-A14E9FE9F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3B354-790B-49B4-9333-3254F82ED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0F9F6-B56D-4610-A797-19041E75D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63250-C9C5-4743-BFFA-1EF3812AFDF3}" type="datetimeFigureOut">
              <a:rPr lang="en-CA" smtClean="0"/>
              <a:t>2021-02-19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FE9F9-A672-4CC4-85DB-BDA8ACC28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5450B-1BD9-4109-A3CE-A57329BC9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EF9DE-B839-46F5-A9BF-9670EF83CB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79073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E79B5-8F4C-441E-9BE2-D4F0BF326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9C1FF8-2E8A-473E-8E00-59B1F6C88D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AF3399-72FC-40EA-BAF2-BB9E3A79D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63250-C9C5-4743-BFFA-1EF3812AFDF3}" type="datetimeFigureOut">
              <a:rPr lang="en-CA" smtClean="0"/>
              <a:t>2021-02-19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97A81-8C83-46FA-AA6D-3EAC0089A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424AB5-612C-432C-B7AF-11CBC813E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EF9DE-B839-46F5-A9BF-9670EF83CB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83710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0233B-93B3-4573-8BBC-73792DA2A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45B6D-2CC4-4580-983E-DCB3A0C6AE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3D4324-DE27-497D-8D03-DE6832A867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8C181-D40D-4F87-BB7A-BCE8BB863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63250-C9C5-4743-BFFA-1EF3812AFDF3}" type="datetimeFigureOut">
              <a:rPr lang="en-CA" smtClean="0"/>
              <a:t>2021-02-19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2CD6E8-5EDE-42C7-A6FF-816376723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82C68F-3096-4916-A6E2-A97546367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EF9DE-B839-46F5-A9BF-9670EF83CB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14140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1B077-9127-4E56-A820-C3740D5A4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970B46-AA28-4DD3-8EAC-92425FDB9B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2FC40C-7338-4D46-82E5-A84958CEE3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DC59A0-F3BA-46AF-9CF9-0F1F6D25F8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561651-D2EB-4128-BC86-F2FBA6826A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2C1D36-8452-4C03-B937-D2F949009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63250-C9C5-4743-BFFA-1EF3812AFDF3}" type="datetimeFigureOut">
              <a:rPr lang="en-CA" smtClean="0"/>
              <a:t>2021-02-19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C50A4F-9D11-43BA-A9F7-8DB20721B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B07653-59CB-4BF6-BF50-E28CAF2EF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EF9DE-B839-46F5-A9BF-9670EF83CB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71250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7FF1-7441-416D-8D42-C2F0688A5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291C69-68FF-4B1D-91F9-331317125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63250-C9C5-4743-BFFA-1EF3812AFDF3}" type="datetimeFigureOut">
              <a:rPr lang="en-CA" smtClean="0"/>
              <a:t>2021-02-19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90AFBE-0691-4E19-B82A-A3BFDF650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0D5125-68E7-4CDB-84F1-2DDBBED07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EF9DE-B839-46F5-A9BF-9670EF83CB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01504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EB8155-8487-42F1-A97B-E22330919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63250-C9C5-4743-BFFA-1EF3812AFDF3}" type="datetimeFigureOut">
              <a:rPr lang="en-CA" smtClean="0"/>
              <a:t>2021-02-19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C9ADE0-F5D5-42C1-BC66-36CD2F9B3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1B2D4F-6702-4275-A917-B8F9683B1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EF9DE-B839-46F5-A9BF-9670EF83CB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15351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E3D58-CA7D-4812-8E77-12D4E8D11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B37B1-81D4-4A6F-87F6-6AD76E000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CA0537-E081-462F-B624-924DEBDAD4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7B4E38-26EE-4813-88A7-0D7D656A0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63250-C9C5-4743-BFFA-1EF3812AFDF3}" type="datetimeFigureOut">
              <a:rPr lang="en-CA" smtClean="0"/>
              <a:t>2021-02-19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706892-2CE7-4989-B61A-A9E225433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46B14-5938-4171-B5AD-1D2E0926C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EF9DE-B839-46F5-A9BF-9670EF83CB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75359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D4ED5-2048-468C-ADFE-6B27F45A9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66F2B7-D0F4-4C9B-A084-28C7ACD117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8E4239-51C3-45E9-B146-1DEBF5FFC0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819C32-2C59-4197-AD1E-AA03EE9C2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63250-C9C5-4743-BFFA-1EF3812AFDF3}" type="datetimeFigureOut">
              <a:rPr lang="en-CA" smtClean="0"/>
              <a:t>2021-02-19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846EEE-3FCF-4D2A-92C8-956ABA503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FF9B66-B7CF-45A3-9E76-FB927A483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EF9DE-B839-46F5-A9BF-9670EF83CB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04477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9BF3C-725C-4835-930C-AE2617822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DC387E-E22F-42ED-B6D8-313C5FE1EE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310A19-65EC-4BAC-B757-A0E14BDCF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63250-C9C5-4743-BFFA-1EF3812AFDF3}" type="datetimeFigureOut">
              <a:rPr lang="en-CA" smtClean="0"/>
              <a:t>2021-02-19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D018E-7F71-414A-8729-F0A388A06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42777-FC80-4B18-B0E3-8F99779C8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EF9DE-B839-46F5-A9BF-9670EF83CB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64537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99B4E8-B462-45C7-9D86-237411340F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4F0412-9933-4808-A239-86CF3F9394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EBCC3-A5CD-4880-B051-A1B11EBF3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63250-C9C5-4743-BFFA-1EF3812AFDF3}" type="datetimeFigureOut">
              <a:rPr lang="en-CA" smtClean="0"/>
              <a:t>2021-02-19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97F48-548F-41F6-B06B-C0EF92D21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470A9-6A0E-4293-8D43-F3025F624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EF9DE-B839-46F5-A9BF-9670EF83CB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72668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0D00BB-0579-4804-921D-0C1EF60C7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0A5B0-1D6E-47DB-BDB3-F1B0B9E91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4DDAB-96D8-4BBA-8E62-4245BC4779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863250-C9C5-4743-BFFA-1EF3812AFDF3}" type="datetimeFigureOut">
              <a:rPr lang="en-CA" smtClean="0"/>
              <a:t>2021-02-19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6822CF-0597-4761-BBA6-083190D63F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EB4BA-62A1-4D07-BA42-EF9A8F8FB2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6EF9DE-B839-46F5-A9BF-9670EF83CB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77152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D5F06C6-611D-472C-B726-C0BC0DF4F9A3}"/>
              </a:ext>
            </a:extLst>
          </p:cNvPr>
          <p:cNvSpPr txBox="1"/>
          <p:nvPr/>
        </p:nvSpPr>
        <p:spPr>
          <a:xfrm>
            <a:off x="1600200" y="533400"/>
            <a:ext cx="8991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i="1" dirty="0">
                <a:latin typeface="+mj-lt"/>
              </a:rPr>
              <a:t>#415 We Gather Together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C14F7-5CA7-4E87-B506-8DE5AD889CB8}"/>
              </a:ext>
            </a:extLst>
          </p:cNvPr>
          <p:cNvSpPr txBox="1"/>
          <p:nvPr/>
        </p:nvSpPr>
        <p:spPr>
          <a:xfrm>
            <a:off x="2286000" y="2305050"/>
            <a:ext cx="7620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1. We gather together to ask the Lord's blessing;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he chastens and hastens his will to make known;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the wicked oppressing now cease from distressing: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sing praises to his name; he forgets not his own.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7431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4DE4FF-4EA0-4346-8EAD-A3E3CAE2CC44}"/>
              </a:ext>
            </a:extLst>
          </p:cNvPr>
          <p:cNvSpPr txBox="1"/>
          <p:nvPr/>
        </p:nvSpPr>
        <p:spPr>
          <a:xfrm>
            <a:off x="2119312" y="2262187"/>
            <a:ext cx="79533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2. Beside us to guide us, our God with us joining,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ordaining, maintaining his kingdom divine;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so from the beginning the fight we were winning;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thou, Lord, </a:t>
            </a:r>
            <a:r>
              <a:rPr lang="en-US" sz="2800" dirty="0" err="1">
                <a:solidFill>
                  <a:srgbClr val="222222"/>
                </a:solidFill>
              </a:rPr>
              <a:t>wast</a:t>
            </a:r>
            <a:r>
              <a:rPr lang="en-US" sz="2800" dirty="0">
                <a:solidFill>
                  <a:srgbClr val="222222"/>
                </a:solidFill>
              </a:rPr>
              <a:t> at our side: all glory be thine!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9937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7050E8-5552-453B-9269-A43B426080EB}"/>
              </a:ext>
            </a:extLst>
          </p:cNvPr>
          <p:cNvSpPr txBox="1"/>
          <p:nvPr/>
        </p:nvSpPr>
        <p:spPr>
          <a:xfrm>
            <a:off x="2428875" y="2257425"/>
            <a:ext cx="73342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3. We all do extol thee, thou leader triumphant,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and pray that thou still our defender wilt be.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Let thy congregation endure through tribulation: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thy name be ever praised! O Lord, make us free!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6699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142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2021-01-02T21:02:03Z</dcterms:created>
  <dcterms:modified xsi:type="dcterms:W3CDTF">2021-02-19T23:25:23Z</dcterms:modified>
</cp:coreProperties>
</file>