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6" r:id="rId2"/>
    <p:sldId id="367" r:id="rId3"/>
    <p:sldId id="49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52358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363382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6249178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0092078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2021-11-19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9120627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2021-11-19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252336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2021-11-19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4644019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75006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2466024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396361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5749030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978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2" y="1851645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O God, to us show mercy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bless us in your grace;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cause now to shine upon us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brightness of your face;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so your way most holy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earth may soon be known,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unto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ev'ry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people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saving grace be shown.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AC429-FE8F-40DE-A40A-2E019332B9CA}"/>
              </a:ext>
            </a:extLst>
          </p:cNvPr>
          <p:cNvSpPr txBox="1"/>
          <p:nvPr/>
        </p:nvSpPr>
        <p:spPr>
          <a:xfrm>
            <a:off x="61911" y="116929"/>
            <a:ext cx="12068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#67A O God, to Us Show Mercy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2300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F3E90-FB09-4176-910C-8E45B734CDDB}"/>
              </a:ext>
            </a:extLst>
          </p:cNvPr>
          <p:cNvSpPr txBox="1"/>
          <p:nvPr/>
        </p:nvSpPr>
        <p:spPr>
          <a:xfrm>
            <a:off x="1804986" y="1659285"/>
            <a:ext cx="8582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O God, let all men praise you,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the nations sing;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ev'ry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land let praises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songs of gladness ring;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you shall judge the people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truth and righteousness,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through the earth the nations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your just rule confess.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CC19C5-C8A2-4D1C-B078-9E63B646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2E53B-B783-452C-89EC-166F61F07CC3}"/>
              </a:ext>
            </a:extLst>
          </p:cNvPr>
          <p:cNvSpPr txBox="1"/>
          <p:nvPr/>
        </p:nvSpPr>
        <p:spPr>
          <a:xfrm>
            <a:off x="1671637" y="1659285"/>
            <a:ext cx="8848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God, let people praise you,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the nations sing,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earth in rich abundance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us her fruit shall bring.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our God shall bless us,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God shall blessing send,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all the earth shall fear him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its remotest end.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255681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2021-10-29T15:52:53Z</dcterms:created>
  <dcterms:modified xsi:type="dcterms:W3CDTF">2021-11-19T23:51:50Z</dcterms:modified>
</cp:coreProperties>
</file>