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F04CF-99E9-42AB-BD06-72CE109A62E7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BD842-4505-4AAA-AA7D-D9307054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9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F9F6-3311-4D74-BAAD-95E9B07D0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2992B-B6F4-4862-A615-AE6974260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10F83-7E4B-4E41-A410-C7D525D6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68370-9B6B-4821-BD7F-348CA25DAC9B}" type="datetime1">
              <a:rPr lang="en-CA" smtClean="0"/>
              <a:t>2024-06-09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30B2A-5D9B-405D-B412-6A691B4C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F89F3-0C62-4BFE-996E-96799EEC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36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8FF8-A2DB-46DC-B995-9D0F01E3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C06C6-8EC6-416E-A925-1251070B3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EFCD1-FC58-4DDB-9B8E-85AD5A8F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9307C-A513-4403-8523-0BF2F14A1B13}" type="datetime1">
              <a:rPr lang="en-CA" smtClean="0"/>
              <a:t>2024-06-09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91029-0DE6-4713-9651-2CE3119B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95060-03D7-46A3-9A3F-17A9E7CA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942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8859-1504-42A4-9F2F-BE61B66B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B2A04-CDDD-42BD-96DC-C2468ACE1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15394-C5AA-4F4A-8C08-DB7D7B8D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B20A2-7838-4329-BCC6-88552CA02675}" type="datetime1">
              <a:rPr lang="en-CA" smtClean="0"/>
              <a:t>2024-06-09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81D8-5C3E-4C78-8C95-271CCD96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4DF43-43F6-4CAA-BC34-E4805019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132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14D7-4B67-47A6-94DA-0BA21F4F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1079-A211-4449-B254-B76030AC6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E0466-CE4F-460A-8BEF-F15860407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93ACA-4BB8-4158-8F42-B912D528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3A59-B1D6-49AB-A432-14F2B769B411}" type="datetime1">
              <a:rPr lang="en-CA" smtClean="0"/>
              <a:t>2024-06-09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189B-CF09-4A9C-BD59-2AC52E28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CB0D7-895D-4374-B230-A0922312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924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8439-B886-4B45-AEF2-2B65A602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5F2C1-C025-4BB6-B544-AFB5CC7AA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9D99C-2930-4552-AE73-C218B84B6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2FE2F-C4F7-4C16-A6AF-0604964AC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E4022-B459-4216-AB10-C78877AC1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7E11D6-191E-4239-AE60-EFA2889B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788AC-33A9-43E7-9971-418C2F3DEBFE}" type="datetime1">
              <a:rPr lang="en-CA" smtClean="0"/>
              <a:t>2024-06-09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85843-CA25-4442-B559-58543ACA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44D60-0034-4A1F-9303-15FC2866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715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F502-171F-42F1-8A7D-E9E40C2D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F3893-95BA-444D-ACDC-DF90F846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F5A3-BDD8-4341-BA6D-950D5C46D631}" type="datetime1">
              <a:rPr lang="en-CA" smtClean="0"/>
              <a:t>2024-06-09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87C79-5AF9-46A8-836B-B90EC166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0E089-BA38-4B51-9C9B-2128BDF2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285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E82E4-C883-4F82-9289-55C3ED03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51768-CC05-45F8-88DA-544DA27809C8}" type="datetime1">
              <a:rPr lang="en-CA" smtClean="0"/>
              <a:t>2024-06-09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5FAB6-CA1A-4477-8E37-9B600F9F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DACAA-877B-4EEE-AE90-69413201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364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3CDD-8F1C-4BE6-B5D5-BD2624A6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1F1A0-B612-4CE7-82A7-8148C1CC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6FB82-6984-459D-AA10-D6E1E1904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2E78C-BC52-496A-9D4C-49E4E0AA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3E88-A178-431B-9C4B-ACCF9ADB67BD}" type="datetime1">
              <a:rPr lang="en-CA" smtClean="0"/>
              <a:t>2024-06-09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9CC8-C889-4CB8-A7B9-2C756164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34649-5F0E-4581-8246-94F3680F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702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0B94-EB5C-4C0F-9E8F-4A1F8E7B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452AA-8262-48E1-9D3A-E9FE7B301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E0773-37FE-441A-811D-C27714FD8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01945-CE8D-49C4-A1BC-95DD83C5C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C1AB-6066-4962-8A46-2A002872E4B5}" type="datetime1">
              <a:rPr lang="en-CA" smtClean="0"/>
              <a:t>2024-06-09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EE4B3-359F-46AC-8BA4-A90FA0BE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B255F-8CF9-48AC-A98F-C3A2D3E7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81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44BD-1EBA-4270-90DD-8DD259CE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309FF-8085-4D65-9408-8A396DAA0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A3BB0-B318-4073-8110-CC9D2E50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E102-80EA-4B45-9D0D-270BE2EAAAC5}" type="datetime1">
              <a:rPr lang="en-CA" smtClean="0"/>
              <a:t>2024-06-09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8F212-5868-47BC-AA3B-8FAEC7FB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AE57-939B-4B56-974C-BD5875E9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395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5B69F-E80A-4EBD-8660-C1CE5C0A7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136D0-C633-4026-AAD5-7CC41B72A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2C6F3-4F20-4137-9793-31795E18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57A9-480A-4411-AFAF-430879D03E21}" type="datetime1">
              <a:rPr lang="en-CA" smtClean="0"/>
              <a:t>2024-06-09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D0EEB-3601-4376-988E-4238C15D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1316A-01D1-4BC8-AAF1-A084F5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201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B24D5-13F7-48D1-A9F5-102FB3DEC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CF9C2-F577-43AC-B7F5-709A151B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AEAA-33E1-4974-82F7-479E215C1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BD148-D69D-4FC0-B518-48CF5536526E}" type="datetime1">
              <a:rPr lang="en-CA" smtClean="0"/>
              <a:t>2024-06-09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8D0DB-00E5-42D5-AAB0-80D481E86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D3EE-D801-499B-8F48-34EDDEB62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BAA4A-2C46-42E7-9B85-33F5378AA5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87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88BCA8-1A94-4CF3-86A1-8FC4EDB4F1FB}"/>
              </a:ext>
            </a:extLst>
          </p:cNvPr>
          <p:cNvSpPr txBox="1"/>
          <p:nvPr/>
        </p:nvSpPr>
        <p:spPr>
          <a:xfrm>
            <a:off x="723900" y="266700"/>
            <a:ext cx="1074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#135 O Praise the LORD! His Praise Proclaim!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1862C-310E-4441-8807-E24CA952DDB2}"/>
              </a:ext>
            </a:extLst>
          </p:cNvPr>
          <p:cNvSpPr txBox="1"/>
          <p:nvPr/>
        </p:nvSpPr>
        <p:spPr>
          <a:xfrm>
            <a:off x="1428750" y="1659285"/>
            <a:ext cx="9334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the LORD! His praise proclaim!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you his servants, praise his name,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stand within the house of the LORD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humbly serve within his courts.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is good, his praise proclaim;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it is pleasant, praise his name!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chose Jacob for himself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loves his treasure, Israel.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86F4ED-100F-2CA7-4262-0D7D1B79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189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99829-0F8A-4419-9D08-7CE907E5EAF8}"/>
              </a:ext>
            </a:extLst>
          </p:cNvPr>
          <p:cNvSpPr txBox="1"/>
          <p:nvPr/>
        </p:nvSpPr>
        <p:spPr>
          <a:xfrm>
            <a:off x="1552575" y="1659285"/>
            <a:ext cx="90868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 know the LORD is high in state;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above all gods our God is great.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performs what he decrees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heav’n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earth, in depths and seas.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makes the vapors to ascend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clouds from earth’s remotest end.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lightning and the rain he sends,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from his storehouse brings the winds.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4641C-3AFB-F74E-1ECD-0A90371E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390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FDF78-D57B-444E-B501-C55553B6C1EA}"/>
              </a:ext>
            </a:extLst>
          </p:cNvPr>
          <p:cNvSpPr txBox="1"/>
          <p:nvPr/>
        </p:nvSpPr>
        <p:spPr>
          <a:xfrm>
            <a:off x="1833562" y="1659285"/>
            <a:ext cx="85248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Your name, O LORD,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fore’er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endures;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age your fame is sure.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his people will defend,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great compassion shows to them.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gods of gold are made by hand;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mouths can’t breathe, their eyes are blind,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ears are deaf, their mouths are dumb.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trusting them like them become.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E3712-B95C-33FE-57BD-A2533655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99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FDF78-D57B-444E-B501-C55553B6C1EA}"/>
              </a:ext>
            </a:extLst>
          </p:cNvPr>
          <p:cNvSpPr txBox="1"/>
          <p:nvPr/>
        </p:nvSpPr>
        <p:spPr>
          <a:xfrm>
            <a:off x="1833562" y="1659285"/>
            <a:ext cx="85248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O house of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Isr’el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O house of Aaron,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O house of Levi,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All you who fear him, bless the Lord!</a:t>
            </a:r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Now blest be God with one accord,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Lord from Zion be adored,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Who makes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Jerus’lem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his abode.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Sing hallelujah! Praise the Lord!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E9CE2-C8D9-F6C0-CF77-759DE74D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960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75724-DAEC-40E0-9CE1-2ED823180FB5}"/>
              </a:ext>
            </a:extLst>
          </p:cNvPr>
          <p:cNvSpPr txBox="1"/>
          <p:nvPr/>
        </p:nvSpPr>
        <p:spPr>
          <a:xfrm>
            <a:off x="2005012" y="1659285"/>
            <a:ext cx="8181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house of Isr’el,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house of Aaron,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house of Levi,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you who fear him, bless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blest be God with one accord,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from Zion be adored,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makes Jerus’lem his abode.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hallelujah! Praise the LORD!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BA4D4-9FFA-CC7E-3DBD-30642833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531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3</cp:revision>
  <dcterms:created xsi:type="dcterms:W3CDTF">2021-06-18T20:17:31Z</dcterms:created>
  <dcterms:modified xsi:type="dcterms:W3CDTF">2024-06-09T21:19:28Z</dcterms:modified>
</cp:coreProperties>
</file>