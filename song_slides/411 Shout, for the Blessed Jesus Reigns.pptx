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520" r:id="rId2"/>
    <p:sldId id="521" r:id="rId3"/>
    <p:sldId id="522" r:id="rId4"/>
    <p:sldId id="523" r:id="rId5"/>
    <p:sldId id="52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FA1D-783B-4664-9DF0-5BD0AD81B165}" type="datetime1">
              <a:rPr lang="en-CA" smtClean="0"/>
              <a:t>2022-02-11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3821237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CEB-571F-48EB-8E4C-843450E759B1}" type="datetime1">
              <a:rPr lang="en-CA" smtClean="0"/>
              <a:t>2022-02-11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1617924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42311-1E2F-4BBB-86CB-5AD6F516A782}" type="datetime1">
              <a:rPr lang="en-CA" smtClean="0"/>
              <a:t>2022-02-11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8212706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BF6F-07C0-483B-8476-1E72B96DFE6D}" type="datetime1">
              <a:rPr lang="en-CA" smtClean="0"/>
              <a:t>2022-02-11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5759713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3D06-C06C-48F6-8833-BFF26E772B7D}" type="datetime1">
              <a:rPr lang="en-CA" smtClean="0"/>
              <a:t>2022-02-11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6351048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B655-23EE-4727-8F4E-DBDA13E04637}" type="datetime1">
              <a:rPr lang="en-CA" smtClean="0"/>
              <a:t>2022-02-11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4325367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1968-EC3B-4C5D-8ACA-87B1BF03FB3B}" type="datetime1">
              <a:rPr lang="en-CA" smtClean="0"/>
              <a:t>2022-02-11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183559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11EA-BF13-47A4-B6B3-3AEB2F1D0EBF}" type="datetime1">
              <a:rPr lang="en-CA" smtClean="0"/>
              <a:t>2022-02-11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5882499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55E7-A42D-4A8A-B210-051E7F71C343}" type="datetime1">
              <a:rPr lang="en-CA" smtClean="0"/>
              <a:t>2022-02-11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76224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0389-3EAB-479F-AD2D-640A9813E39B}" type="datetime1">
              <a:rPr lang="en-CA" smtClean="0"/>
              <a:t>2022-02-11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9340674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C2FB-E7D8-4CBB-B93B-C1B76345B23F}" type="datetime1">
              <a:rPr lang="en-CA" smtClean="0"/>
              <a:t>2022-02-11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5074525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7F326-1753-4386-A291-4EFD98739302}" type="datetime1">
              <a:rPr lang="en-CA" smtClean="0"/>
              <a:t>2022-02-11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1064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2CBF60E-3DBA-47BA-84B0-93F47E98B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312BC1-D530-4D5C-B04B-0735C169BF24}"/>
              </a:ext>
            </a:extLst>
          </p:cNvPr>
          <p:cNvSpPr txBox="1"/>
          <p:nvPr/>
        </p:nvSpPr>
        <p:spPr>
          <a:xfrm>
            <a:off x="1009650" y="136525"/>
            <a:ext cx="10172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#411 Shout, for the Blessed Jesus Reigns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90610F-707A-4A5D-AC66-F9255DBB0B37}"/>
              </a:ext>
            </a:extLst>
          </p:cNvPr>
          <p:cNvSpPr txBox="1"/>
          <p:nvPr/>
        </p:nvSpPr>
        <p:spPr>
          <a:xfrm>
            <a:off x="1933575" y="2521059"/>
            <a:ext cx="83248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Shout, for the blessed Jesus reigns;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through distant lands his triumphs spread;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sinners, freed from endless pains,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own him their Savior and their Head.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0375215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D896A20-D8C2-46A7-8528-A9C159E04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FF56AD-83A6-4FDD-B0FB-ACED56F10A73}"/>
              </a:ext>
            </a:extLst>
          </p:cNvPr>
          <p:cNvSpPr txBox="1"/>
          <p:nvPr/>
        </p:nvSpPr>
        <p:spPr>
          <a:xfrm>
            <a:off x="1928812" y="2521059"/>
            <a:ext cx="83343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He calls his chosen from afar;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they all at Zion's gates arrive;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those who were dead in sin before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by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sov'reign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grace are made alive.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087496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90929F8-1F42-4E6A-90CE-E879DE10C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31FD1C-E561-4024-8A86-68F4B39C5722}"/>
              </a:ext>
            </a:extLst>
          </p:cNvPr>
          <p:cNvSpPr txBox="1"/>
          <p:nvPr/>
        </p:nvSpPr>
        <p:spPr>
          <a:xfrm>
            <a:off x="1543050" y="2521059"/>
            <a:ext cx="9105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Gentiles and Jews his laws obey;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nations remote their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off'rings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bring,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unconstrained their homage pay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their exalted God and King.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7725102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62D60B-A7F5-4D3B-833E-824E4F271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928676-3F15-4579-9169-8B8E1F565472}"/>
              </a:ext>
            </a:extLst>
          </p:cNvPr>
          <p:cNvSpPr txBox="1"/>
          <p:nvPr/>
        </p:nvSpPr>
        <p:spPr>
          <a:xfrm>
            <a:off x="1628775" y="2521059"/>
            <a:ext cx="89344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O may his holy church increase,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Word and Spirit still prevail,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while angels celebrate his praise,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saints his growing glories hail.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0712853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BE78A41-9A2A-4268-A184-9C6A52A82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E166B1-1186-463F-989E-6FE34B0B8827}"/>
              </a:ext>
            </a:extLst>
          </p:cNvPr>
          <p:cNvSpPr txBox="1"/>
          <p:nvPr/>
        </p:nvSpPr>
        <p:spPr>
          <a:xfrm>
            <a:off x="1628775" y="2521059"/>
            <a:ext cx="89344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Loud hallelujahs to the Lamb,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all below and all above!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lofty songs exalt his name,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songs as lasting as his love.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5423461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2022-02-12T00:00:02Z</dcterms:created>
  <dcterms:modified xsi:type="dcterms:W3CDTF">2022-02-12T00:00:44Z</dcterms:modified>
</cp:coreProperties>
</file>