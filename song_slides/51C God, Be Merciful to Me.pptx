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05" r:id="rId2"/>
    <p:sldId id="304" r:id="rId3"/>
    <p:sldId id="313" r:id="rId4"/>
    <p:sldId id="391" r:id="rId5"/>
    <p:sldId id="319" r:id="rId6"/>
    <p:sldId id="389" r:id="rId7"/>
    <p:sldId id="39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10FB4-188E-495E-B6C8-7C58E0B0FD89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345B3-A521-41AF-A2C2-D78E7B69A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9BC-835C-40CC-A91F-72D563247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6A9D8-0E87-41E7-B5DC-E9446BA83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16A2-253A-49D8-8B7C-C76C9F5D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C873-9CC7-440A-B1CA-F4DA12E89364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60DE8-C4AB-45F1-9F25-A1D915A9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ECAEB-EDC1-47E6-A30D-340B24239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4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0928-B496-4476-A377-B2977360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A3C0A-BA3F-4B08-854F-06A56B93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0E59F-0B86-452D-B806-9318F328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ED7D-9F7A-4F87-8C9C-967D4098E627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763B3-B36B-4359-AFFE-F73B4048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7444-4993-41E3-977D-B89EB424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127F-D2DF-472A-BD76-A031273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A7CD7-5550-470A-985E-C09A77455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2C337-4B30-4FAA-B8F5-A5710691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4A5B-1463-4C12-B7EE-6198022C012C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86B9-F4E5-4D69-98AF-6763E848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AC0DC-E614-49CA-957C-42A0049A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8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FCBC-6069-4CF2-B780-783C19FF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77BE2-84EC-4BC3-B54C-8D1DA1C82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E9B3C-D766-441F-801C-08EE7421B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02732-73F7-41F9-BC88-40604C77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72963-FBCB-4690-AB49-66EB312DA591}" type="datetime1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75C8D-3A5A-4187-95CD-26019123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02F3F-1F05-40D7-8527-1406F55B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9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3D05-07AA-42A7-AFBD-48C96B366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E6023-D987-42A4-AB88-EC1741D6E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222B0-F6AE-4EC1-9187-610AED8DF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9300E-6C7B-4308-BF47-013DC19DC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66C1B-7A02-48A5-BD6D-8E75C36F4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F5C966-A9F1-4DEC-93A8-C6AF7EBF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B3C7-2A75-413C-B5F2-4474EA07521C}" type="datetime1">
              <a:rPr lang="en-US" smtClean="0"/>
              <a:t>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4D5A6-44F4-4562-B712-ABBE8ABC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D0093D-18F7-4C7A-B3D4-A2BB2F37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8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5279-7E7D-410E-8C7E-BE38E598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BD311-FCE8-4FB7-AB9D-48C871D3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9C6C7-368B-41F1-83C7-1ADE17824B85}" type="datetime1">
              <a:rPr lang="en-US" smtClean="0"/>
              <a:t>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0C77C-A48F-4684-A859-9879D7E1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72ED1-6C33-4696-8B36-93884A46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11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FC692-975F-4A9A-A3FF-A63E1E5C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4758-1ACE-4B85-95BF-DBCE69669676}" type="datetime1">
              <a:rPr lang="en-US" smtClean="0"/>
              <a:t>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DEF8D-7DF4-425A-9206-3710022B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BA15D-C812-4468-A67F-E031F20D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1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03E6-5653-4242-8815-BBECB240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BE78-4949-4B19-95C0-2ADBED9E6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B555E-0255-435F-BC4C-1C49D3543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4DEF5-A6AA-48E0-869D-CF66C018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3C71-8962-4C9A-8E75-EE2B873AE313}" type="datetime1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5ECBB-30C0-48BA-AF8C-E9C4C2D5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69A52-169E-400F-9A56-29FD34C0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5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C6D6-EAC5-45A8-A936-F3E7C492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E61B6C-9C1C-428A-8E51-0AFD15E35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48827-778D-40C6-92F3-8B53AD2CD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975D0-D957-4594-B667-727DA922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EA3B-2131-4AED-9260-F5FB3D83C34C}" type="datetime1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A9095-CE0E-4778-86B0-B5425D78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64AAD-952B-4E7A-ABD4-406A6D18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8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CEDF-3741-49BB-8C2C-4A2833F8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8B90D-93BB-4155-B751-921E578EB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B6111-10B6-4ABC-9F89-FFC04DBB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1BB9-01EC-460F-973C-BD1F7D89BBD6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AB563-7D51-4B6C-AF77-0F398E80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7E7A0-ECCE-48E9-8EEF-95D5F8C8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9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250F35-28B1-41EA-A8A4-181ACAFB8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E2A6C-AF38-436C-A404-15202CF06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F01E-EB27-4FE5-B323-FF06F5FF3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C4974-4881-48F5-ABA1-9ED9C6A49A25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46517-DE29-4530-BEEE-A316F02B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A14B5-8573-4260-8500-8AFE22BB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2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20DBF0-85B9-4047-A3E9-01BE99E0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D29B4-7863-49AF-B47F-1CC0DB252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B0368-748A-41FD-80C6-B552BAD8B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D31CD-1300-442A-8BEF-07A47C16D19E}" type="datetime1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BDCA1-5E0C-41FA-A99A-EBE4AF0FD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78C1D-7867-49FA-B9B4-CFF1E9DCC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5791D-201B-407A-B993-7159DCC71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6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#51C God, Be Merciful to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God, be merciful to me,</a:t>
            </a:r>
            <a:br>
              <a:rPr lang="en-US" sz="2800" dirty="0"/>
            </a:br>
            <a:r>
              <a:rPr lang="en-US" sz="2800" dirty="0"/>
              <a:t>on thy grace I rest my plea;</a:t>
            </a:r>
            <a:br>
              <a:rPr lang="en-US" sz="2800" dirty="0"/>
            </a:br>
            <a:r>
              <a:rPr lang="en-US" sz="2800" dirty="0"/>
              <a:t>plenteous in compassion thou,</a:t>
            </a:r>
            <a:br>
              <a:rPr lang="en-US" sz="2800" dirty="0"/>
            </a:br>
            <a:r>
              <a:rPr lang="en-US" sz="2800" dirty="0"/>
              <a:t>blot out my transgressions now;</a:t>
            </a:r>
            <a:br>
              <a:rPr lang="en-US" sz="2800" dirty="0"/>
            </a:br>
            <a:r>
              <a:rPr lang="en-US" sz="2800" dirty="0"/>
              <a:t>wash me, make me pure within,</a:t>
            </a:r>
            <a:br>
              <a:rPr lang="en-US" sz="2800" dirty="0"/>
            </a:br>
            <a:r>
              <a:rPr lang="en-US" sz="2800" dirty="0"/>
              <a:t>cleanse, O cleanse me from my sin.</a:t>
            </a:r>
            <a:endParaRPr lang="en-C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37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My transgressions I confess,</a:t>
            </a:r>
            <a:br>
              <a:rPr lang="en-US" sz="2800" dirty="0"/>
            </a:br>
            <a:r>
              <a:rPr lang="en-US" sz="2800" dirty="0"/>
              <a:t>grief and guilt my soul oppress;</a:t>
            </a:r>
            <a:br>
              <a:rPr lang="en-US" sz="2800" dirty="0"/>
            </a:br>
            <a:r>
              <a:rPr lang="en-US" sz="2800" dirty="0"/>
              <a:t>I have sinned against thy grace</a:t>
            </a:r>
            <a:br>
              <a:rPr lang="en-US" sz="2800" dirty="0"/>
            </a:br>
            <a:r>
              <a:rPr lang="en-US" sz="2800" dirty="0"/>
              <a:t>and provoked thee to thy face;</a:t>
            </a:r>
            <a:br>
              <a:rPr lang="en-US" sz="2800" dirty="0"/>
            </a:br>
            <a:r>
              <a:rPr lang="en-US" sz="2800" dirty="0"/>
              <a:t>I confess thy judgment just,</a:t>
            </a:r>
            <a:br>
              <a:rPr lang="en-US" sz="2800" dirty="0"/>
            </a:br>
            <a:r>
              <a:rPr lang="en-US" sz="2800" dirty="0"/>
              <a:t>speechless, I thy mercy trust.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89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I am evil, born in sin;</a:t>
            </a:r>
            <a:br>
              <a:rPr lang="en-US" sz="2800" dirty="0"/>
            </a:br>
            <a:r>
              <a:rPr lang="en-US" sz="2800" dirty="0"/>
              <a:t>thou </a:t>
            </a:r>
            <a:r>
              <a:rPr lang="en-US" sz="2800" dirty="0" err="1"/>
              <a:t>desirest</a:t>
            </a:r>
            <a:r>
              <a:rPr lang="en-US" sz="2800" dirty="0"/>
              <a:t> truth within.</a:t>
            </a:r>
            <a:br>
              <a:rPr lang="en-US" sz="2800" dirty="0"/>
            </a:br>
            <a:r>
              <a:rPr lang="en-US" sz="2800" dirty="0"/>
              <a:t>Thou alone my Savior art,</a:t>
            </a:r>
            <a:br>
              <a:rPr lang="en-US" sz="2800" dirty="0"/>
            </a:br>
            <a:r>
              <a:rPr lang="en-US" sz="2800" dirty="0"/>
              <a:t>teach thy wisdom to my heart;</a:t>
            </a:r>
            <a:br>
              <a:rPr lang="en-US" sz="2800" dirty="0"/>
            </a:br>
            <a:r>
              <a:rPr lang="en-US" sz="2800" dirty="0"/>
              <a:t>make me pure, thy grace bestow,</a:t>
            </a:r>
            <a:br>
              <a:rPr lang="en-US" sz="2800" dirty="0"/>
            </a:br>
            <a:r>
              <a:rPr lang="en-US" sz="2800" dirty="0"/>
              <a:t>wash me whiter than the snow.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349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F2D67-648B-770C-ED75-0AC77179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Broken, humbled to the dust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by thy wrath and judgment just,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my contrite heart rejoice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in gladness hear thy voice;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from my sins O hide thy face,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blot them out in boundless grace.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06B24-DF05-39CA-2467-1D0793D8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</p:spTree>
    <p:extLst>
      <p:ext uri="{BB962C8B-B14F-4D97-AF65-F5344CB8AC3E}">
        <p14:creationId xmlns:p14="http://schemas.microsoft.com/office/powerpoint/2010/main" val="113995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</a:t>
            </a:r>
            <a:r>
              <a:rPr lang="en-US" sz="2800" dirty="0"/>
              <a:t>Gracious God, my heart renew,</a:t>
            </a:r>
            <a:br>
              <a:rPr lang="en-US" sz="2800" dirty="0"/>
            </a:br>
            <a:r>
              <a:rPr lang="en-US" sz="2800" dirty="0"/>
              <a:t>make my spirit right and true;</a:t>
            </a:r>
            <a:br>
              <a:rPr lang="en-US" sz="2800" dirty="0"/>
            </a:br>
            <a:r>
              <a:rPr lang="en-US" sz="2800" dirty="0"/>
              <a:t>cast me not away from thee,</a:t>
            </a:r>
            <a:br>
              <a:rPr lang="en-US" sz="2800" dirty="0"/>
            </a:br>
            <a:r>
              <a:rPr lang="en-US" sz="2800" dirty="0"/>
              <a:t>let thy Spirit dwell in me;</a:t>
            </a:r>
            <a:br>
              <a:rPr lang="en-US" sz="2800" dirty="0"/>
            </a:br>
            <a:r>
              <a:rPr lang="en-US" sz="2800" dirty="0"/>
              <a:t>thy salvation's joy impart,</a:t>
            </a:r>
            <a:br>
              <a:rPr lang="en-US" sz="2800" dirty="0"/>
            </a:br>
            <a:r>
              <a:rPr lang="en-US" sz="2800" dirty="0"/>
              <a:t>steadfast make my willing heart.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4352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D3B49A-9675-42F3-AC81-0770E1AE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2728"/>
            <a:ext cx="4114800" cy="385272"/>
          </a:xfrm>
        </p:spPr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29817-B007-49A1-B03B-C2E4B7A3A6FD}"/>
              </a:ext>
            </a:extLst>
          </p:cNvPr>
          <p:cNvSpPr txBox="1"/>
          <p:nvPr/>
        </p:nvSpPr>
        <p:spPr>
          <a:xfrm>
            <a:off x="1409700" y="1706707"/>
            <a:ext cx="9372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7. Not the formal sacrifice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hath acceptance in thine eyes;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broken hearts are in thy sight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more than sacrificial rite;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contrite spirit, pleading cries,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thou, O God, wilt not despise.</a:t>
            </a:r>
          </a:p>
        </p:txBody>
      </p:sp>
    </p:spTree>
    <p:extLst>
      <p:ext uri="{BB962C8B-B14F-4D97-AF65-F5344CB8AC3E}">
        <p14:creationId xmlns:p14="http://schemas.microsoft.com/office/powerpoint/2010/main" val="225327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384961-0454-D76B-A102-F040EDF1DD13}"/>
              </a:ext>
            </a:extLst>
          </p:cNvPr>
          <p:cNvSpPr txBox="1"/>
          <p:nvPr/>
        </p:nvSpPr>
        <p:spPr>
          <a:xfrm>
            <a:off x="1409700" y="2090172"/>
            <a:ext cx="9372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</a:rPr>
              <a:t>8 Prosper Zion in thy grace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and her broken walls replace;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then our righteous sacrifice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shall delight thy holy eyes;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free-will </a:t>
            </a:r>
            <a:r>
              <a:rPr lang="en-US" sz="2800" b="0" i="0" dirty="0" err="1">
                <a:solidFill>
                  <a:srgbClr val="222222"/>
                </a:solidFill>
                <a:effectLst/>
              </a:rPr>
              <a:t>off'rings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, gladly made,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on thine altar shall be laid.</a:t>
            </a:r>
            <a:endParaRPr lang="en-US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BD51C-28AE-2F33-2DFC-9673FA8E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 </a:t>
            </a:r>
          </a:p>
        </p:txBody>
      </p:sp>
    </p:spTree>
    <p:extLst>
      <p:ext uri="{BB962C8B-B14F-4D97-AF65-F5344CB8AC3E}">
        <p14:creationId xmlns:p14="http://schemas.microsoft.com/office/powerpoint/2010/main" val="2198629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391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#51C God, Be Merciful to 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#51C God, Be Merciful to Me</dc:title>
  <dc:creator>Eric Hoogendoorn</dc:creator>
  <cp:lastModifiedBy>Neil Tuininga</cp:lastModifiedBy>
  <cp:revision>4</cp:revision>
  <dcterms:created xsi:type="dcterms:W3CDTF">2020-06-26T23:32:48Z</dcterms:created>
  <dcterms:modified xsi:type="dcterms:W3CDTF">2025-01-26T15:23:10Z</dcterms:modified>
</cp:coreProperties>
</file>