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  <p:sldId id="38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1D371-FA5D-4B97-82BD-977B87D4C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A8C3BC-3242-44DF-A24D-3A60F20AE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C5FAC-76DD-4F3B-868B-41A3AF29E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7139-0AFA-47A4-AF72-EF56F8B4AC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4FC26-26E6-44DF-9BF3-26C1B9F2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11653-592B-4D04-90D8-3BA13430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08E4-85D3-43B2-A385-DFE612378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97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1785-3E80-4693-82EE-F607426E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84CE4-3CF9-4148-AEEE-FFC1C756D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47053-4A34-4BDE-9A19-6762CCFFF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7139-0AFA-47A4-AF72-EF56F8B4AC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50EF4-FE70-4EDF-9173-2451054CC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75887-E3FA-4A48-8E30-3426A0CB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08E4-85D3-43B2-A385-DFE612378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11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64BBF-1B83-4130-800E-9BE5C0788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B0CCB-A3FC-4B49-B4D9-70C8226AD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1115A-6177-4548-827A-AD59E6E34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7139-0AFA-47A4-AF72-EF56F8B4AC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EBA8C-29BE-4440-B11F-F25FD0C8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22BF-E6F7-4653-9378-6A60C9C62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08E4-85D3-43B2-A385-DFE612378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85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E00E-C363-4FC4-9084-1745410F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C85D9-9427-402E-82A4-C576F3404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29B99-3E09-4CAE-85F8-CF31F6FAB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BE74B-76FD-43DF-B93B-BD813011B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7139-0AFA-47A4-AF72-EF56F8B4AC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1FB74-1621-4DC3-8179-8E27D0D4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522E4-0E36-43A3-8D9A-850287B0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08E4-85D3-43B2-A385-DFE612378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10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9157-23B3-4AD7-A08B-AA3003268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610B2-C19A-4423-A04F-05E80D3E1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6E780-C0CF-403C-9522-FB55BFB13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A0F42-516B-416A-8126-DF4EB9581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60C7B-7833-4723-BF7B-35364393B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EA339B-BE9B-488D-AD9E-89E936DC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7139-0AFA-47A4-AF72-EF56F8B4AC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A4BBB-9A30-4245-8400-AA52B455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895BD-F507-475D-8916-A173AA92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08E4-85D3-43B2-A385-DFE612378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10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A303-E9C2-4B60-830A-1E01743F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78FDD-9838-497A-AB54-5E0E6FC6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7139-0AFA-47A4-AF72-EF56F8B4AC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8FFC1-3FB2-4985-ABE7-C16DB2D5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AC924-38D6-4477-8E56-1877802D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08E4-85D3-43B2-A385-DFE612378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70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C735C-B5E5-4B50-B1FA-F37C64DDC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7139-0AFA-47A4-AF72-EF56F8B4AC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4F9567-2881-47D6-9070-8619DABA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54F07-0DE0-455A-8A67-67AD0AF3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08E4-85D3-43B2-A385-DFE612378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00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7A7E-3718-48BB-AA87-B8F5B848D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4F98-C4A6-4EAC-A6CB-D8EBDAB64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A485E-18A5-4E54-A68B-BF48575F2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A7625-DB19-45A9-8157-B76C7EFEA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7139-0AFA-47A4-AF72-EF56F8B4AC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5E000-9A91-4268-B260-220950332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64F89-D72F-427B-AD3A-654116261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08E4-85D3-43B2-A385-DFE612378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07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C3A66-0CD9-4E53-986A-D602D2AB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C37406-7FC4-4577-AE4C-62269E9E0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4B750-E379-4FE2-8D7F-12FDB46FC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69BAB-11EC-4471-8750-0E6BAF3F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7139-0AFA-47A4-AF72-EF56F8B4AC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561B0-4280-47CA-A0E7-93A38251C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CDE2E-3F7F-4835-B12F-3F1BF65B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08E4-85D3-43B2-A385-DFE612378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85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58D1-2CE5-4539-84B8-A88AA9EB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CCC77-947E-4CC3-B4EC-9B2FA3D8B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20736-6F05-4951-A871-A666431D4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7139-0AFA-47A4-AF72-EF56F8B4AC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EECFF-2573-4886-9D9B-F9CDB5A10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0BD56-EAB7-4900-B055-828E2803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08E4-85D3-43B2-A385-DFE612378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314F9C-C70D-4C3E-8F69-DF83FA9AF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3D76C-7248-46DE-B4FE-E4786EC5A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DDCB8-D8F0-4BA7-8E58-562E880D6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7139-0AFA-47A4-AF72-EF56F8B4AC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E7A4E-BC9C-4979-A06B-C91299C9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A2AF5-B4D5-4F67-92A6-ADD57F9F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A08E4-85D3-43B2-A385-DFE612378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1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922D0C-C608-4D85-BEAE-87A0F180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2E53E-7669-4CEC-9308-0E0DB7901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DF07C-696C-4905-942F-87229171F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87139-0AFA-47A4-AF72-EF56F8B4ACE7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53A7A-CD6C-4611-AC0B-5B3E237C7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A38A6-319D-43AF-AFB0-FB4BF30DF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A08E4-85D3-43B2-A385-DFE612378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07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#63B O Lord, My God, Most Earnestly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4" y="1891729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O Lord, my God, most earnestly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my heart would seek thy face,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within thy holy house once more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see thy glorious grace.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Apart from thee I long and thirst,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</a:t>
            </a:r>
            <a:r>
              <a:rPr lang="en-US" sz="2800" dirty="0" err="1">
                <a:solidFill>
                  <a:srgbClr val="222222"/>
                </a:solidFill>
              </a:rPr>
              <a:t>nought</a:t>
            </a:r>
            <a:r>
              <a:rPr lang="en-US" sz="2800" dirty="0">
                <a:solidFill>
                  <a:srgbClr val="222222"/>
                </a:solidFill>
              </a:rPr>
              <a:t> can satisfy;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 wander in a desert land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where all the streams are dry.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E2ECD-6B4A-42D9-BD24-128D9FD2ECE8}"/>
              </a:ext>
            </a:extLst>
          </p:cNvPr>
          <p:cNvSpPr txBox="1"/>
          <p:nvPr/>
        </p:nvSpPr>
        <p:spPr>
          <a:xfrm>
            <a:off x="1788318" y="1621185"/>
            <a:ext cx="861536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2. The loving-kindness of my God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is more than life to me;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so I will bless thee while I live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lift my </a:t>
            </a:r>
            <a:r>
              <a:rPr lang="en-US" sz="2800" dirty="0" err="1">
                <a:solidFill>
                  <a:srgbClr val="222222"/>
                </a:solidFill>
              </a:rPr>
              <a:t>pray'r</a:t>
            </a:r>
            <a:r>
              <a:rPr lang="en-US" sz="2800" dirty="0">
                <a:solidFill>
                  <a:srgbClr val="222222"/>
                </a:solidFill>
              </a:rPr>
              <a:t> to thee.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In thee my soul is satisfied,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my darkness turns to light,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joyful meditations fill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watches of the night.</a:t>
            </a:r>
            <a:br>
              <a:rPr lang="en-US" sz="2800" dirty="0">
                <a:solidFill>
                  <a:srgbClr val="222222"/>
                </a:solidFill>
              </a:rPr>
            </a:br>
            <a:endParaRPr lang="en-US" sz="2800" dirty="0">
              <a:solidFill>
                <a:srgbClr val="222222"/>
              </a:solidFill>
            </a:endParaRPr>
          </a:p>
          <a:p>
            <a:br>
              <a:rPr lang="en-US" sz="2800" dirty="0"/>
            </a:b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2B8289-E640-45A8-847A-046B7CE1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B663D-89EC-4290-A342-185EF91FD5F9}"/>
              </a:ext>
            </a:extLst>
          </p:cNvPr>
          <p:cNvSpPr txBox="1"/>
          <p:nvPr/>
        </p:nvSpPr>
        <p:spPr>
          <a:xfrm>
            <a:off x="1519237" y="1831639"/>
            <a:ext cx="9153525" cy="319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222222"/>
                </a:solidFill>
              </a:rPr>
              <a:t>3. My Savior, '</a:t>
            </a:r>
            <a:r>
              <a:rPr lang="en-US" sz="2800" dirty="0" err="1">
                <a:solidFill>
                  <a:srgbClr val="222222"/>
                </a:solidFill>
              </a:rPr>
              <a:t>neath</a:t>
            </a:r>
            <a:r>
              <a:rPr lang="en-US" sz="2800" dirty="0">
                <a:solidFill>
                  <a:srgbClr val="222222"/>
                </a:solidFill>
              </a:rPr>
              <a:t> thy </a:t>
            </a:r>
            <a:r>
              <a:rPr lang="en-US" sz="2800" dirty="0" err="1">
                <a:solidFill>
                  <a:srgbClr val="222222"/>
                </a:solidFill>
              </a:rPr>
              <a:t>shelt'ring</a:t>
            </a:r>
            <a:r>
              <a:rPr lang="en-US" sz="2800" dirty="0">
                <a:solidFill>
                  <a:srgbClr val="222222"/>
                </a:solidFill>
              </a:rPr>
              <a:t> wings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my soul delights to dwell;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still closer to thy side I press,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for near thee all is well.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My soul shall </a:t>
            </a:r>
            <a:r>
              <a:rPr lang="en-US" sz="2800" dirty="0" err="1">
                <a:solidFill>
                  <a:srgbClr val="222222"/>
                </a:solidFill>
              </a:rPr>
              <a:t>conqer</a:t>
            </a:r>
            <a:r>
              <a:rPr lang="en-US" sz="2800" dirty="0">
                <a:solidFill>
                  <a:srgbClr val="222222"/>
                </a:solidFill>
              </a:rPr>
              <a:t>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foe,</a:t>
            </a:r>
            <a:br>
              <a:rPr lang="en-US" sz="2800" dirty="0"/>
            </a:br>
            <a:r>
              <a:rPr lang="en-US" sz="2800" dirty="0" err="1">
                <a:solidFill>
                  <a:srgbClr val="222222"/>
                </a:solidFill>
              </a:rPr>
              <a:t>upholden</a:t>
            </a:r>
            <a:r>
              <a:rPr lang="en-US" sz="2800" dirty="0">
                <a:solidFill>
                  <a:srgbClr val="222222"/>
                </a:solidFill>
              </a:rPr>
              <a:t> by thy hand;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thy people shall rejoice in God,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thy saints in glory stand.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322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#63B O Lord, My God, Most Earnestly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#63B O Lord, My God, Most Earnestly </dc:title>
  <dc:creator>Eric Hoogendoorn</dc:creator>
  <cp:lastModifiedBy>Eric Hoogendoorn</cp:lastModifiedBy>
  <cp:revision>1</cp:revision>
  <dcterms:created xsi:type="dcterms:W3CDTF">2020-12-20T00:05:15Z</dcterms:created>
  <dcterms:modified xsi:type="dcterms:W3CDTF">2020-12-20T00:05:50Z</dcterms:modified>
</cp:coreProperties>
</file>