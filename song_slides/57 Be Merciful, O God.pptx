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36" r:id="rId3"/>
    <p:sldId id="337" r:id="rId4"/>
    <p:sldId id="33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60551-3D7E-49F1-96B9-5A1EF22BB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5881BD-CD52-4ECA-857D-1550531EE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8721F-EEF5-4305-B6FE-7F493BABC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DF361-9572-476F-8477-64BC5E44B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CBA6C-A005-4802-AEAF-73D83863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67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75230-292A-4651-8609-73B019DB7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2EF8D-B572-4895-B290-770BE260B3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8EDD5-97EC-4C77-AE3E-D8B11AD19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61C24-0E77-45AF-9991-A8511362F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C93E9-4094-4CF7-8B1E-8C4494FB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305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C144-8D1C-4781-AE3C-4CBB8212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63F5BC-EB34-4F4B-A765-E585D07EE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40A74-FD67-48F3-87B1-82D62C44E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C5E61-688F-4CF1-805D-F8CA6098B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A2485-B0E8-4C2F-8652-CFFFF35A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54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D23CC-652B-4B2B-B02C-715BE3D0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5F017-834E-48D7-AABB-F43D53FB5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025974-0832-483D-AB3B-A6C9E3E1C2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73C94-31D6-4A92-AFE3-34D5E74B1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41113E-E7FC-4250-B23C-31DDFFBDD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3E9BE-58C9-4623-A9B8-5FEAEE48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64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9EFDA-7D98-4B8A-94C4-B379D013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70631-F232-4294-92D1-7DDD9FF18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A912CF-1059-4F9E-AE39-DB09D00A5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FB456F-3EB8-41D9-95B9-8DBB78022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428EF0-EB1C-405D-A304-048C4F70F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2298A2-0019-42CB-988C-8485EE6AA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1F0444-B7B5-47B2-A141-E28F91E9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1A192F-30C2-4BD6-B88F-29AD01BA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8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7CAD5-D159-4E00-A104-5857E097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DBEF07-81B9-4674-BCBC-BFC7FFE5C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E6613-84EC-4D53-AD2D-B3212B76C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A8EA04-A45E-4AFC-94C0-052F5DCF1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3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CACA4-5FE6-43E1-B6CD-B994CE72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CC761-72A7-4D10-8E90-503B6D26D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08D010-8A01-4EDB-9B4D-5216A7963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88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C4ABD-116B-4990-AC93-BED0D579B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A479D6-B9E8-4D91-9FCE-0E87BF7D9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6BAD3-803E-44B6-9CEA-331396CD1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A2830-6A9D-4C2E-8D41-CC5BC7F3C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1D37DF-853E-4F28-A510-EC28DFE3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FBE8B-60B3-4171-994F-27C6F833B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202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DE257-8C5D-48BA-AF4C-9DD3C1974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EB0424-6C0B-4466-9C69-99242C5DF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ED08E4-740A-49D4-900C-F6D3D463F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E8EF0-E4C5-4B02-84C2-BDE6A5F3C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E4727-7E5A-41EE-9BDE-92F1D3A0A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DA921-BA97-4018-81F0-1592CA873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526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2B4C-327E-40B4-985B-D3A6871D1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31919-1493-4755-AE2A-9BA32876F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922A1-F58D-4FE9-8A63-CEEE9967F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D0907-84BC-44B7-9F00-51BF1390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DCF43-92EC-49F6-9D74-6C2B0372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41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E1981B-E50A-42D4-9FE1-C160A4F62C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83EB1B-1976-4EF6-8335-2B6A8CE42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E1B42-A2D8-4AD8-AA55-750F707D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71DF6-86C2-43AC-8C2D-377851ADB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8A1B-D61B-472A-A8FA-35A0B20E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462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3E9918-8ECD-4756-B971-411E53889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75D0A-CDCB-4F08-9C3B-41D0920F0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A8C4E-5F88-40A1-BA72-22C00D3ACB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F4623-2A49-4FD8-A6C2-D0A0E8F10274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45D0B-219F-4AA7-8654-B478C3B656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18C63-6A38-4152-A57C-1648E1DCD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58DBE-B745-4FE0-979B-A097652744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29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E9FBC8-E2F6-4F07-AB05-B0D9F67A5276}"/>
              </a:ext>
            </a:extLst>
          </p:cNvPr>
          <p:cNvSpPr txBox="1"/>
          <p:nvPr/>
        </p:nvSpPr>
        <p:spPr>
          <a:xfrm>
            <a:off x="1119187" y="228600"/>
            <a:ext cx="99536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#57 Be Merciful, O God</a:t>
            </a:r>
            <a:endParaRPr lang="en-C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1D22C7-A362-4A1B-B5DD-3E66C8AD53AB}"/>
              </a:ext>
            </a:extLst>
          </p:cNvPr>
          <p:cNvSpPr txBox="1"/>
          <p:nvPr/>
        </p:nvSpPr>
        <p:spPr>
          <a:xfrm>
            <a:off x="0" y="1595158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Be merciful, O God,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Be merciful to me;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beneath your </a:t>
            </a:r>
            <a:r>
              <a:rPr lang="en-US" sz="2800" dirty="0" err="1">
                <a:solidFill>
                  <a:prstClr val="black"/>
                </a:solidFill>
              </a:rPr>
              <a:t>shelt’ring</a:t>
            </a:r>
            <a:r>
              <a:rPr lang="en-US" sz="2800" dirty="0">
                <a:solidFill>
                  <a:prstClr val="black"/>
                </a:solidFill>
              </a:rPr>
              <a:t> wings I hide,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‘til ranging storms shall cease.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I cry to God Most High,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who does his will for me.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sends from </a:t>
            </a:r>
            <a:r>
              <a:rPr lang="en-US" sz="2800" dirty="0" err="1">
                <a:solidFill>
                  <a:prstClr val="black"/>
                </a:solidFill>
              </a:rPr>
              <a:t>heav’n</a:t>
            </a:r>
            <a:r>
              <a:rPr lang="en-US" sz="2800" dirty="0">
                <a:solidFill>
                  <a:prstClr val="black"/>
                </a:solidFill>
              </a:rPr>
              <a:t> and puts to shame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the one who tramples me</a:t>
            </a:r>
          </a:p>
        </p:txBody>
      </p:sp>
    </p:spTree>
    <p:extLst>
      <p:ext uri="{BB962C8B-B14F-4D97-AF65-F5344CB8AC3E}">
        <p14:creationId xmlns:p14="http://schemas.microsoft.com/office/powerpoint/2010/main" val="3121506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6CDE3-A378-45F7-9483-4336D8987897}"/>
              </a:ext>
            </a:extLst>
          </p:cNvPr>
          <p:cNvSpPr txBox="1"/>
          <p:nvPr/>
        </p:nvSpPr>
        <p:spPr>
          <a:xfrm>
            <a:off x="0" y="1631782"/>
            <a:ext cx="12192000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i="1" dirty="0">
                <a:solidFill>
                  <a:prstClr val="black"/>
                </a:solidFill>
              </a:rPr>
              <a:t>2. </a:t>
            </a:r>
            <a:r>
              <a:rPr lang="en-US" sz="2800" dirty="0">
                <a:solidFill>
                  <a:prstClr val="black"/>
                </a:solidFill>
              </a:rPr>
              <a:t>God sends his truth and love.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I dwell with lions fierce,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with beastly men whose tongues are swords,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whose teeth are shafts and spears.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Above the highest </a:t>
            </a:r>
            <a:r>
              <a:rPr lang="en-US" sz="2800" dirty="0" err="1">
                <a:solidFill>
                  <a:prstClr val="black"/>
                </a:solidFill>
              </a:rPr>
              <a:t>heav’ns</a:t>
            </a:r>
            <a:r>
              <a:rPr lang="en-US" sz="2800" dirty="0">
                <a:solidFill>
                  <a:prstClr val="black"/>
                </a:solidFill>
              </a:rPr>
              <a:t>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O God, exalted be!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and over all the earth below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display your majesty.</a:t>
            </a:r>
          </a:p>
        </p:txBody>
      </p:sp>
    </p:spTree>
    <p:extLst>
      <p:ext uri="{BB962C8B-B14F-4D97-AF65-F5344CB8AC3E}">
        <p14:creationId xmlns:p14="http://schemas.microsoft.com/office/powerpoint/2010/main" val="3479557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6CDE3-A378-45F7-9483-4336D8987897}"/>
              </a:ext>
            </a:extLst>
          </p:cNvPr>
          <p:cNvSpPr txBox="1"/>
          <p:nvPr/>
        </p:nvSpPr>
        <p:spPr>
          <a:xfrm>
            <a:off x="0" y="1631782"/>
            <a:ext cx="12192000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i="1" dirty="0">
                <a:solidFill>
                  <a:prstClr val="black"/>
                </a:solidFill>
              </a:rPr>
              <a:t>3. </a:t>
            </a:r>
            <a:r>
              <a:rPr lang="en-US" sz="2800" dirty="0">
                <a:solidFill>
                  <a:prstClr val="black"/>
                </a:solidFill>
              </a:rPr>
              <a:t>For me they spread a net;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my soul was overwhelmed.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They dug a pit along my path,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but fell in it themselves.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My heart is steadfast, God;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with music I will sing.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Awake my soul! Wake, harp and lyre!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My song the dawn will bring.</a:t>
            </a:r>
          </a:p>
        </p:txBody>
      </p:sp>
    </p:spTree>
    <p:extLst>
      <p:ext uri="{BB962C8B-B14F-4D97-AF65-F5344CB8AC3E}">
        <p14:creationId xmlns:p14="http://schemas.microsoft.com/office/powerpoint/2010/main" val="140410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6CDE3-A378-45F7-9483-4336D8987897}"/>
              </a:ext>
            </a:extLst>
          </p:cNvPr>
          <p:cNvSpPr txBox="1"/>
          <p:nvPr/>
        </p:nvSpPr>
        <p:spPr>
          <a:xfrm>
            <a:off x="0" y="1631782"/>
            <a:ext cx="12192000" cy="339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i="1" dirty="0">
                <a:solidFill>
                  <a:prstClr val="black"/>
                </a:solidFill>
              </a:rPr>
              <a:t>4. </a:t>
            </a:r>
            <a:r>
              <a:rPr lang="en-US" sz="2800" dirty="0">
                <a:solidFill>
                  <a:prstClr val="black"/>
                </a:solidFill>
              </a:rPr>
              <a:t>Among the nations, Lord,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to you my praise resounds,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your steadfast love transcends the </a:t>
            </a:r>
            <a:r>
              <a:rPr lang="en-US" sz="2800" dirty="0" err="1">
                <a:solidFill>
                  <a:prstClr val="black"/>
                </a:solidFill>
              </a:rPr>
              <a:t>heav’ns</a:t>
            </a:r>
            <a:r>
              <a:rPr lang="en-US" sz="2800" dirty="0">
                <a:solidFill>
                  <a:prstClr val="black"/>
                </a:solidFill>
              </a:rPr>
              <a:t>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your faithfulness the clouds.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Above the highest </a:t>
            </a:r>
            <a:r>
              <a:rPr lang="en-US" sz="2800" dirty="0" err="1">
                <a:solidFill>
                  <a:prstClr val="black"/>
                </a:solidFill>
              </a:rPr>
              <a:t>heav’ns</a:t>
            </a:r>
            <a:r>
              <a:rPr lang="en-US" sz="2800" dirty="0">
                <a:solidFill>
                  <a:prstClr val="black"/>
                </a:solidFill>
              </a:rPr>
              <a:t>,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O God, exalted be!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and over all the earth below</a:t>
            </a:r>
          </a:p>
          <a:p>
            <a:pPr lvl="0" algn="ctr">
              <a:lnSpc>
                <a:spcPct val="80000"/>
              </a:lnSpc>
              <a:spcBef>
                <a:spcPts val="600"/>
              </a:spcBef>
            </a:pPr>
            <a:r>
              <a:rPr lang="en-US" sz="2800" dirty="0">
                <a:solidFill>
                  <a:prstClr val="black"/>
                </a:solidFill>
              </a:rPr>
              <a:t>Display your majesty.</a:t>
            </a:r>
          </a:p>
        </p:txBody>
      </p:sp>
    </p:spTree>
    <p:extLst>
      <p:ext uri="{BB962C8B-B14F-4D97-AF65-F5344CB8AC3E}">
        <p14:creationId xmlns:p14="http://schemas.microsoft.com/office/powerpoint/2010/main" val="2425468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Widescreen</PresentationFormat>
  <Paragraphs>33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2022-03-26T22:23:16Z</dcterms:created>
  <dcterms:modified xsi:type="dcterms:W3CDTF">2022-03-26T22:23:39Z</dcterms:modified>
</cp:coreProperties>
</file>