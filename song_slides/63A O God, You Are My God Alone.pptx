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12192000" cy="6858000"/>
  <p:notesSz cx="7772400" cy="100584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CA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CA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4393440" y="182556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7949160" y="182556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838080" y="409824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4393440" y="409824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7949160" y="409824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anchor="ctr">
            <a:noAutofit/>
          </a:bodyPr>
          <a:p>
            <a:pPr>
              <a:lnSpc>
                <a:spcPct val="9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Click to edit Master title style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>
            <a:noAutofit/>
          </a:bodyPr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685800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143000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600200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4" marL="2057400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p>
            <a:pPr>
              <a:lnSpc>
                <a:spcPct val="100000"/>
              </a:lnSpc>
            </a:pPr>
            <a:fld id="{80B20389-F912-4EB2-A7F5-E5703176EC6B}" type="datetime">
              <a:rPr b="0" lang="en-US" sz="1200" spc="-1" strike="noStrike">
                <a:solidFill>
                  <a:srgbClr val="8b8b8b"/>
                </a:solidFill>
                <a:latin typeface="Calibri"/>
              </a:rPr>
              <a:t>8/12/23</a:t>
            </a:fld>
            <a:endParaRPr b="0" lang="en-CA" sz="12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</p:spPr>
        <p:txBody>
          <a:bodyPr anchor="ctr">
            <a:noAutofit/>
          </a:bodyPr>
          <a:p>
            <a:endParaRPr b="0" lang="en-CA" sz="2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DF980FAC-453C-4081-9F65-A8E46CBE6C8E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CA" sz="12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CustomShape 1"/>
          <p:cNvSpPr/>
          <p:nvPr/>
        </p:nvSpPr>
        <p:spPr>
          <a:xfrm>
            <a:off x="0" y="2139840"/>
            <a:ext cx="12191760" cy="179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marL="514440" indent="-514080" algn="ctr">
              <a:lnSpc>
                <a:spcPct val="100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b="0" lang="en-CA" sz="2800" spc="-1" strike="noStrike">
                <a:solidFill>
                  <a:srgbClr val="000000"/>
                </a:solidFill>
                <a:latin typeface="Calibri"/>
              </a:rPr>
              <a:t>O God, you are my God alone;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CA" sz="2800" spc="-1" strike="noStrike">
                <a:solidFill>
                  <a:srgbClr val="000000"/>
                </a:solidFill>
                <a:latin typeface="Calibri"/>
              </a:rPr>
              <a:t>with eagerness I seek your face.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CA" sz="2800" spc="-1" strike="noStrike">
                <a:solidFill>
                  <a:srgbClr val="000000"/>
                </a:solidFill>
                <a:latin typeface="Calibri"/>
              </a:rPr>
              <a:t>My soul and body thirst for you,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CA" sz="2800" spc="-1" strike="noStrike">
                <a:solidFill>
                  <a:srgbClr val="000000"/>
                </a:solidFill>
                <a:latin typeface="Calibri"/>
              </a:rPr>
              <a:t>as in a dry and weary place.</a:t>
            </a:r>
            <a:endParaRPr b="0" lang="en-CA" sz="2800" spc="-1" strike="noStrike">
              <a:latin typeface="Arial"/>
            </a:endParaRPr>
          </a:p>
        </p:txBody>
      </p:sp>
      <p:sp>
        <p:nvSpPr>
          <p:cNvPr id="42" name="TextShape 2"/>
          <p:cNvSpPr txBox="1"/>
          <p:nvPr/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Copyright Trinity Psalter Hymnal, 2018, used by permission</a:t>
            </a:r>
            <a:endParaRPr b="0" lang="en-CA" sz="1200" spc="-1" strike="noStrike">
              <a:latin typeface="Times New Roman"/>
            </a:endParaRPr>
          </a:p>
        </p:txBody>
      </p:sp>
      <p:sp>
        <p:nvSpPr>
          <p:cNvPr id="43" name="CustomShape 3"/>
          <p:cNvSpPr/>
          <p:nvPr/>
        </p:nvSpPr>
        <p:spPr>
          <a:xfrm>
            <a:off x="0" y="160560"/>
            <a:ext cx="12191760" cy="80568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90000"/>
              </a:lnSpc>
            </a:pPr>
            <a:r>
              <a:rPr b="0" i="1" lang="en-CA" sz="4400" spc="-1" strike="noStrike">
                <a:solidFill>
                  <a:srgbClr val="000000"/>
                </a:solidFill>
                <a:latin typeface="Calibri Light"/>
              </a:rPr>
              <a:t>#63A O God, You Are My God Alone</a:t>
            </a:r>
            <a:endParaRPr b="0" lang="en-CA" sz="4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CustomShape 1"/>
          <p:cNvSpPr/>
          <p:nvPr/>
        </p:nvSpPr>
        <p:spPr>
          <a:xfrm>
            <a:off x="0" y="2139840"/>
            <a:ext cx="12191760" cy="179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lang="en-CA" sz="2800" spc="-1" strike="noStrike">
                <a:solidFill>
                  <a:srgbClr val="000000"/>
                </a:solidFill>
                <a:latin typeface="Calibri"/>
              </a:rPr>
              <a:t>2. I’ve seen you in your holy place;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CA" sz="2800" spc="-1" strike="noStrike">
                <a:solidFill>
                  <a:srgbClr val="000000"/>
                </a:solidFill>
                <a:latin typeface="Calibri"/>
              </a:rPr>
              <a:t>Your pow’r and glory held my gaze.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CA" sz="2800" spc="-1" strike="noStrike">
                <a:solidFill>
                  <a:srgbClr val="000000"/>
                </a:solidFill>
                <a:latin typeface="Calibri"/>
              </a:rPr>
              <a:t>Your love is better far than life,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CA" sz="2800" spc="-1" strike="noStrike">
                <a:solidFill>
                  <a:srgbClr val="000000"/>
                </a:solidFill>
                <a:latin typeface="Calibri"/>
              </a:rPr>
              <a:t>And thus my lips will sing your praise.</a:t>
            </a:r>
            <a:endParaRPr b="0" lang="en-CA" sz="2800" spc="-1" strike="noStrike">
              <a:latin typeface="Arial"/>
            </a:endParaRPr>
          </a:p>
        </p:txBody>
      </p:sp>
      <p:sp>
        <p:nvSpPr>
          <p:cNvPr id="45" name="TextShape 2"/>
          <p:cNvSpPr txBox="1"/>
          <p:nvPr/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Copyright Trinity Psalter Hymnal, 2018, used by permission</a:t>
            </a:r>
            <a:endParaRPr b="0" lang="en-CA" sz="12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CustomShape 1"/>
          <p:cNvSpPr/>
          <p:nvPr/>
        </p:nvSpPr>
        <p:spPr>
          <a:xfrm>
            <a:off x="0" y="1929960"/>
            <a:ext cx="12191760" cy="179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lang="en-CA" sz="2800" spc="-1" strike="noStrike">
                <a:solidFill>
                  <a:srgbClr val="000000"/>
                </a:solidFill>
                <a:latin typeface="Calibri"/>
              </a:rPr>
              <a:t>3. I bless you, Lord, throughout my life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CA" sz="2800" spc="-1" strike="noStrike">
                <a:solidFill>
                  <a:srgbClr val="000000"/>
                </a:solidFill>
                <a:latin typeface="Calibri"/>
              </a:rPr>
              <a:t>and raise my hands to you in prayer.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CA" sz="2800" spc="-1" strike="noStrike">
                <a:solidFill>
                  <a:srgbClr val="000000"/>
                </a:solidFill>
                <a:latin typeface="Calibri"/>
              </a:rPr>
              <a:t>My joyful lips will sing your praise;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CA" sz="2800" spc="-1" strike="noStrike">
                <a:solidFill>
                  <a:srgbClr val="000000"/>
                </a:solidFill>
                <a:latin typeface="Calibri"/>
              </a:rPr>
              <a:t>my soul is fed with richest fare.</a:t>
            </a:r>
            <a:endParaRPr b="0" lang="en-CA" sz="2800" spc="-1" strike="noStrike">
              <a:latin typeface="Arial"/>
            </a:endParaRPr>
          </a:p>
        </p:txBody>
      </p:sp>
      <p:sp>
        <p:nvSpPr>
          <p:cNvPr id="47" name="TextShape 2"/>
          <p:cNvSpPr txBox="1"/>
          <p:nvPr/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Copyright Trinity Psalter Hymnal, 2018, used by permission</a:t>
            </a:r>
            <a:endParaRPr b="0" lang="en-CA" sz="1200" spc="-1" strike="noStrike">
              <a:latin typeface="Times New Roman"/>
            </a:endParaRPr>
          </a:p>
          <a:p>
            <a:pPr algn="ctr">
              <a:lnSpc>
                <a:spcPct val="100000"/>
              </a:lnSpc>
            </a:pPr>
            <a:endParaRPr b="0" lang="en-CA" sz="12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CustomShape 1"/>
          <p:cNvSpPr/>
          <p:nvPr/>
        </p:nvSpPr>
        <p:spPr>
          <a:xfrm>
            <a:off x="0" y="1929960"/>
            <a:ext cx="12191760" cy="179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lang="en-CA" sz="2800" spc="-1" strike="noStrike">
                <a:solidFill>
                  <a:srgbClr val="000000"/>
                </a:solidFill>
                <a:latin typeface="Calibri"/>
              </a:rPr>
              <a:t>4. I lie awake upon my bed,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CA" sz="2800" spc="-1" strike="noStrike">
                <a:solidFill>
                  <a:srgbClr val="000000"/>
                </a:solidFill>
                <a:latin typeface="Calibri"/>
              </a:rPr>
              <a:t>rememb’ring you before it’s light;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CA" sz="2800" spc="-1" strike="noStrike">
                <a:solidFill>
                  <a:srgbClr val="000000"/>
                </a:solidFill>
                <a:latin typeface="Calibri"/>
              </a:rPr>
              <a:t>on you, my God, I meditate,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CA" sz="2800" spc="-1" strike="noStrike">
                <a:solidFill>
                  <a:srgbClr val="000000"/>
                </a:solidFill>
                <a:latin typeface="Calibri"/>
              </a:rPr>
              <a:t>throughout the watches of the night.</a:t>
            </a:r>
            <a:endParaRPr b="0" lang="en-CA" sz="2800" spc="-1" strike="noStrike">
              <a:latin typeface="Arial"/>
            </a:endParaRPr>
          </a:p>
        </p:txBody>
      </p:sp>
      <p:sp>
        <p:nvSpPr>
          <p:cNvPr id="49" name="TextShape 2"/>
          <p:cNvSpPr txBox="1"/>
          <p:nvPr/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Copyright Trinity Psalter Hymnal, 2018, used by permission</a:t>
            </a:r>
            <a:endParaRPr b="0" lang="en-CA" sz="1200" spc="-1" strike="noStrike">
              <a:latin typeface="Times New Roman"/>
            </a:endParaRPr>
          </a:p>
          <a:p>
            <a:pPr algn="ctr">
              <a:lnSpc>
                <a:spcPct val="100000"/>
              </a:lnSpc>
            </a:pPr>
            <a:endParaRPr b="0" lang="en-CA" sz="12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CustomShape 1"/>
          <p:cNvSpPr/>
          <p:nvPr/>
        </p:nvSpPr>
        <p:spPr>
          <a:xfrm>
            <a:off x="0" y="2082600"/>
            <a:ext cx="12191760" cy="179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lang="en-CA" sz="2800" spc="-1" strike="noStrike">
                <a:solidFill>
                  <a:srgbClr val="000000"/>
                </a:solidFill>
                <a:latin typeface="Calibri"/>
              </a:rPr>
              <a:t>5. For you have been my help, O God;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CA" sz="2800" spc="-1" strike="noStrike">
                <a:solidFill>
                  <a:srgbClr val="000000"/>
                </a:solidFill>
                <a:latin typeface="Calibri"/>
              </a:rPr>
              <a:t>I sing for joy beneath your wings.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CA" sz="2800" spc="-1" strike="noStrike">
                <a:solidFill>
                  <a:srgbClr val="000000"/>
                </a:solidFill>
                <a:latin typeface="Calibri"/>
              </a:rPr>
              <a:t>Your right hand holds and strengthen me;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CA" sz="2800" spc="-1" strike="noStrike">
                <a:solidFill>
                  <a:srgbClr val="000000"/>
                </a:solidFill>
                <a:latin typeface="Calibri"/>
              </a:rPr>
              <a:t>to you my soul for safety clings.</a:t>
            </a:r>
            <a:endParaRPr b="0" lang="en-CA" sz="2800" spc="-1" strike="noStrike">
              <a:latin typeface="Arial"/>
            </a:endParaRPr>
          </a:p>
        </p:txBody>
      </p:sp>
      <p:sp>
        <p:nvSpPr>
          <p:cNvPr id="51" name="TextShape 2"/>
          <p:cNvSpPr txBox="1"/>
          <p:nvPr/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Copyright Trinity Psalter Hymnal, 2018, used by permission</a:t>
            </a:r>
            <a:endParaRPr b="0" lang="en-CA" sz="1200" spc="-1" strike="noStrike">
              <a:latin typeface="Times New Roman"/>
            </a:endParaRPr>
          </a:p>
          <a:p>
            <a:pPr algn="ctr">
              <a:lnSpc>
                <a:spcPct val="100000"/>
              </a:lnSpc>
            </a:pPr>
            <a:endParaRPr b="0" lang="en-CA" sz="12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Application>LibreOffice/7.0.4.2$Linux_X86_64 LibreOffice_project/00$Build-2</Application>
  <AppVersion>15.0000</AppVersion>
  <Words>189</Words>
  <Paragraphs>21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2020-12-19T23:51:56Z</dcterms:created>
  <dc:creator>Eric Hoogendoorn</dc:creator>
  <dc:description/>
  <dc:language>en-CA</dc:language>
  <cp:lastModifiedBy/>
  <dcterms:modified xsi:type="dcterms:W3CDTF">2023-08-12T14:34:14Z</dcterms:modified>
  <cp:revision>4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4</vt:i4>
  </property>
</Properties>
</file>