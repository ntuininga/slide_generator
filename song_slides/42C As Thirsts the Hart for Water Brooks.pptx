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  <p:sldId id="306" r:id="rId4"/>
    <p:sldId id="30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AAB8-FE02-4061-9EA0-48872CF28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7D642-5B10-43E8-BF2D-412CABBCF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748C4-B52F-41D3-ADD7-3485AD2B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0AFB-E53E-4A80-A0AB-DD37AB7C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DEB88-0F87-4159-9C2D-82A3CCE6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9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0514-77F6-42AC-86EE-EAED1889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F8-F683-4E34-9B07-A98984B7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2ADE9-202E-442E-83F3-27B644E6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8430-A0B9-44F4-A8BB-D28DD470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599B-25B4-4CDA-B10B-7BBEF11E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8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D6D2-7219-4398-895C-6010157A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D21B7-DDFE-4D04-9B37-4D396145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D413-C476-4E84-9C68-7897D126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C7FC9-0BDF-4A7F-B651-CF4D3458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73880-B0F4-4B43-9B7C-8F1A7976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AC0A-EB0C-4FA6-AA43-F066E32B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3B14B-ABA5-47D8-988C-BF58695D8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8CC57-003D-48DC-8C06-0307B12E3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D967C-605B-4CFB-B6F4-4C8C9405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8485C-700D-4E45-823B-9FE933B4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CFCCA-60F0-426B-BB80-C8F61E04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9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A058-59A4-497F-B3DC-A8F3356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30C1F-611A-4880-8721-DE10AC30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38EDC-DD37-4082-B825-7CF91E8CB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532F0-32AF-4E53-9A54-79692B716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6EF7A-5950-4D27-8A88-3B7D86993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066DA-DD0A-4464-9EE4-D2671F7B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25E4E-BDF3-4875-8019-87EEA06D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BC44F-32A8-4F59-B2D3-01D1A0BC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1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7DAC-22E6-4B77-891C-19D47707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38123-96D4-496E-BAB5-5FC896F9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91D97-F717-498A-9C08-6483A6E3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FF45-3CF5-4869-8566-1BEDADB2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2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BEAD9-F841-40DF-B966-A78BF6C7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DF553-98DE-4FDC-9EEF-C6EF35EF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9E9C3-3C87-4B10-B513-4C283587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8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3963-7F23-4811-8190-2424C04B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46819-1B08-475E-8295-C4ABE445C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92900-69D9-43DA-889E-3B89EF253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5139B-8B66-4A6E-B5A1-904E73B8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873A4-487D-4767-9A32-CF484666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888E6-FDEE-4CF9-8FC6-2D5D9263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532C-1BD0-4832-B88C-CF206AB4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E8EA9-6A36-42A4-A945-8DBD850EA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889B9-FF25-4B57-8A45-255E7DD20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5971B-2758-4A8D-8D1D-0808FF18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2375B-4893-4C88-929A-A2A8C51D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5E35A-F07B-45C0-BDB0-D120946B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2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104B-5FE1-48D5-8B75-09084DA4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C2F9D-AB4F-4D65-BDDA-202AB8E6C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F84FE-F2E6-46A5-9D49-654C8CB9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BC25A-5ABB-497B-B550-DEBFBD75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E93CC-AB66-4669-88BC-A7195818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7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F1A5B-38B4-4D9C-90DD-A0FD78A29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56D02-F13A-4CA4-A79D-6E8E98041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28AD6-3D95-48BE-8C0C-AD96922A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ACA01-3779-4993-9D41-FF369406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E60D5-EB1A-46B1-99EE-02F940BD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5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01EB6-C620-4A9E-83B6-6E024FA7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7D960-9F22-4F25-B9AA-26BD0A1EA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9E60-1BC3-4198-BDA8-5F9719342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A89FE-0BAC-4B45-A88C-97B15FF53BD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93E6-51DB-4F03-A59A-F4BE8A17F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A2123-926B-4944-90D5-9F232E3F7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5F414-D3FE-4CD8-9762-94591EE38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#42C As Thirsts the Hart for Water Brooks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As thirsts the hart for water brooks,</a:t>
            </a:r>
          </a:p>
          <a:p>
            <a:pPr algn="ctr"/>
            <a:r>
              <a:rPr lang="en-US" sz="2800" dirty="0"/>
              <a:t>so thirsts my soul, O God for thee;</a:t>
            </a:r>
          </a:p>
          <a:p>
            <a:pPr algn="ctr"/>
            <a:r>
              <a:rPr lang="en-US" sz="2800" dirty="0"/>
              <a:t>it seeks for God, and ever looks</a:t>
            </a:r>
          </a:p>
          <a:p>
            <a:pPr algn="ctr"/>
            <a:r>
              <a:rPr lang="en-US" sz="2800" dirty="0"/>
              <a:t>and longs the living God to see,</a:t>
            </a:r>
          </a:p>
          <a:p>
            <a:pPr algn="ctr"/>
            <a:r>
              <a:rPr lang="en-US" sz="2800" dirty="0"/>
              <a:t>and longs the living God to see.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262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Far from the courts of God, my tears</a:t>
            </a:r>
          </a:p>
          <a:p>
            <a:pPr algn="ctr"/>
            <a:r>
              <a:rPr lang="en-US" sz="2800" dirty="0"/>
              <a:t>have been my food by night and day,</a:t>
            </a:r>
          </a:p>
          <a:p>
            <a:pPr algn="ctr"/>
            <a:r>
              <a:rPr lang="en-US" sz="2800" dirty="0"/>
              <a:t>while constantly with bitter sneers,</a:t>
            </a:r>
          </a:p>
          <a:p>
            <a:pPr algn="ctr"/>
            <a:r>
              <a:rPr lang="en-US" sz="2800" dirty="0"/>
              <a:t>"Where is thy God?" the scoffers say,</a:t>
            </a:r>
          </a:p>
          <a:p>
            <a:pPr algn="ctr"/>
            <a:r>
              <a:rPr lang="en-US" sz="2800" dirty="0"/>
              <a:t>"Where is thy God?" the scoffers say.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CD6A-61CA-422B-AB52-F87C4A55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525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With grief I think of days gone by,</a:t>
            </a:r>
          </a:p>
          <a:p>
            <a:pPr algn="ctr"/>
            <a:r>
              <a:rPr lang="en-US" sz="2800" dirty="0"/>
              <a:t>when oft I trod the hallowed way</a:t>
            </a:r>
          </a:p>
          <a:p>
            <a:pPr algn="ctr"/>
            <a:r>
              <a:rPr lang="en-US" sz="2800" dirty="0"/>
              <a:t>to Zion, praising God on high</a:t>
            </a:r>
          </a:p>
          <a:p>
            <a:pPr algn="ctr"/>
            <a:r>
              <a:rPr lang="en-US" sz="2800" dirty="0"/>
              <a:t>with throngs who kept the holy day,</a:t>
            </a:r>
          </a:p>
          <a:p>
            <a:pPr algn="ctr"/>
            <a:r>
              <a:rPr lang="en-US" sz="2800" dirty="0"/>
              <a:t>with throngs who kept the holy day.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CD6A-61CA-422B-AB52-F87C4A55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66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O why art thou cast down, my soul,</a:t>
            </a:r>
          </a:p>
          <a:p>
            <a:pPr algn="ctr"/>
            <a:r>
              <a:rPr lang="en-US" sz="2800" dirty="0"/>
              <a:t>and why so troubled </a:t>
            </a:r>
            <a:r>
              <a:rPr lang="en-US" sz="2800" dirty="0" err="1"/>
              <a:t>shouldst</a:t>
            </a:r>
            <a:r>
              <a:rPr lang="en-US" sz="2800" dirty="0"/>
              <a:t> thou be?</a:t>
            </a:r>
          </a:p>
          <a:p>
            <a:pPr algn="ctr"/>
            <a:r>
              <a:rPr lang="en-US" sz="2800" dirty="0"/>
              <a:t>Hope thou in God, and him extol,</a:t>
            </a:r>
          </a:p>
          <a:p>
            <a:pPr algn="ctr"/>
            <a:r>
              <a:rPr lang="en-US" sz="2800" dirty="0"/>
              <a:t>who gives his saving help to me,</a:t>
            </a:r>
          </a:p>
          <a:p>
            <a:pPr algn="ctr"/>
            <a:r>
              <a:rPr lang="en-US" sz="2800" dirty="0"/>
              <a:t>who gives his saving help to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ACD6A-61CA-422B-AB52-F87C4A55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34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#42C As Thirsts the Hart for Water Brooks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#42C As Thirsts the Hart for Water Brooks</dc:title>
  <dc:creator>Eric Hoogendoorn</dc:creator>
  <cp:lastModifiedBy>Eric Hoogendoorn</cp:lastModifiedBy>
  <cp:revision>1</cp:revision>
  <dcterms:created xsi:type="dcterms:W3CDTF">2020-09-19T14:03:52Z</dcterms:created>
  <dcterms:modified xsi:type="dcterms:W3CDTF">2020-09-19T14:04:14Z</dcterms:modified>
</cp:coreProperties>
</file>