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35" r:id="rId4"/>
    <p:sldId id="336" r:id="rId5"/>
    <p:sldId id="337" r:id="rId6"/>
    <p:sldId id="338" r:id="rId7"/>
    <p:sldId id="33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4" d="100"/>
          <a:sy n="94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8E84-3E30-4F40-AFC7-3870FE6C0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BFC15F-CC02-4A14-B0D1-B1EB7C385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518A4-F5E2-45E5-9AD7-EBDAF814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DA80C-9A67-4AA9-98A1-0AC8FF10B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DBBF3-1610-48AF-ACAC-ABEF609C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75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EB11-E4B4-469C-B37C-023B4F0D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081EE-9273-478D-8C22-6C6C6921F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7187F-6AF4-4858-B929-6176B01E1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BD779-D7A5-4A1C-9999-81DCFCF0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6540-958C-4082-8980-1DCAD9098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88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0BFFB-D203-4216-B2F4-1147E616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94B07-2469-4BB1-9CD0-605BDE497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2B1AE-CE45-4690-9567-6B5FD6F0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5F9D0-DC14-44E7-A2F4-42B21D45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5281B-EA7E-48F1-BF16-233B7D731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0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1BC1-CA8A-4842-91AA-9B4735C9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E9A79-F945-40D2-A4C8-78F765B88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454B-C0F1-40EC-9D48-8A0F3CA3D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DFD39-D120-494A-86F4-BA044EDD5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B1F79-B915-4E40-AFD8-7C5A16BF8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6BEB-C110-4C31-9FF2-3AB3E977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886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1382-4F29-4AD4-B2B6-28EE11971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1371E-E8C6-4F0D-8FB5-B1D262305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2F985-803B-4BCF-86E6-7E9C5916B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7D06D-73BC-44A5-B8D7-0AB8D9A6BB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7B5A4-B5BA-42B6-98D0-FE3224329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29BCB-415F-43FF-ACE0-C7E3BE11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FAE0E1-EDBA-4E3D-867B-C12F69E1B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E28DDB-EB8B-4666-AA47-05FC8BA4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3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4D5C6-ED2C-4825-AF72-91B8A5D06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FA240-374B-4105-AC11-F85933B9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F98D4-F11A-45A2-A890-25B11585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5FC1C-3D71-4C4B-8278-22F04C53E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2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CC14E5-8D89-4D3E-A471-0601EBFD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8BF42-EDA7-41D4-B7E3-73BBCEE2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0A4F1-5315-4EFA-84DD-2030CBB6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37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4B4A-4C52-49EF-87ED-DE7C121F9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7DCE0-B001-4ED9-8CB8-A42A76870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100BB-3141-4CD0-8971-48DC36688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33E1F-7DA8-465F-B4BC-048D5093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ADBE0-CD4B-459F-9E27-A5C25C8D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56934-7492-47CE-8C6F-BED6FB6C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E1FA-5F66-4404-95CB-64E4806F1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DD0665-1A6D-4B94-9379-29DBFA5643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E6B05-5920-4D86-8987-53881CB80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5C41B-F0EC-4FE6-93AD-FB6DDD862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28EEE-C681-4B56-8A79-017FF4EAD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AA815-E3EF-4FC3-ACA3-C3D0418C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0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26CC-7C30-42A1-B26F-BF11534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4EBEB-BA1B-4632-8B08-71E988B95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64060-E625-4938-9D72-7516C6BC1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F6E29-9676-4BEA-9DC8-9B11AD7C2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1DF36-E97E-4D4F-BB72-60AEB475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05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2C5931-D535-45B9-A7D0-0910B93339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3D947-6061-4A5A-A3A4-E50EEBEE2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4A37D-85CD-4B6D-BF7E-F5FA07F2A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4D5A8-C17F-4147-A643-739254F4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409EB-DCB2-4897-80E0-B35F643C6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51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8046EA-97CD-4847-A431-6B87047D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1BC29-1214-4E47-B16C-CE6AEEE4D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551D7-B4EB-4388-B50D-087813CBD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5926B-4FB2-42D1-882C-DA4835A1474A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A73C5-1CD6-467D-BB9D-24F2814A14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E33B7-243A-4990-B098-DF430B13A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2D398-C49C-4C6B-9C1B-7A48D76F9B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2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#86B Lord, My Petition Heed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19326" y="1537704"/>
            <a:ext cx="1090863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1. </a:t>
            </a:r>
            <a:r>
              <a:rPr lang="en-US" sz="2800" dirty="0"/>
              <a:t>Lord, my petition heed,</a:t>
            </a:r>
            <a:br>
              <a:rPr lang="en-US" sz="2800" dirty="0"/>
            </a:br>
            <a:r>
              <a:rPr lang="en-US" sz="2800" dirty="0"/>
              <a:t>now help me in my need,</a:t>
            </a:r>
            <a:br>
              <a:rPr lang="en-US" sz="2800" dirty="0"/>
            </a:br>
            <a:r>
              <a:rPr lang="en-US" sz="2800" dirty="0"/>
              <a:t>my Savior be.</a:t>
            </a:r>
            <a:br>
              <a:rPr lang="en-US" sz="2800" dirty="0"/>
            </a:br>
            <a:r>
              <a:rPr lang="en-US" sz="2800" dirty="0"/>
              <a:t>I am your servant, Lord;</a:t>
            </a:r>
            <a:br>
              <a:rPr lang="en-US" sz="2800" dirty="0"/>
            </a:br>
            <a:r>
              <a:rPr lang="en-US" sz="2800" dirty="0"/>
              <a:t>my trust is in your word,</a:t>
            </a:r>
            <a:br>
              <a:rPr lang="en-US" sz="2800" dirty="0"/>
            </a:br>
            <a:r>
              <a:rPr lang="en-US" sz="2800" dirty="0"/>
              <a:t>mercy to me accord;</a:t>
            </a:r>
            <a:br>
              <a:rPr lang="en-US" sz="2800" dirty="0"/>
            </a:br>
            <a:r>
              <a:rPr lang="en-US" sz="2800" dirty="0"/>
              <a:t>Lord, hear my plea.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Comfort your servant now,</a:t>
            </a:r>
            <a:br>
              <a:rPr lang="en-US" dirty="0"/>
            </a:br>
            <a:r>
              <a:rPr lang="en-US" dirty="0"/>
              <a:t>while at your throne I bow,</a:t>
            </a:r>
            <a:br>
              <a:rPr lang="en-US" dirty="0"/>
            </a:br>
            <a:r>
              <a:rPr lang="en-US" dirty="0"/>
              <a:t>for you are love.</a:t>
            </a:r>
            <a:br>
              <a:rPr lang="en-US" dirty="0"/>
            </a:br>
            <a:r>
              <a:rPr lang="en-US" dirty="0"/>
              <a:t>Your </a:t>
            </a:r>
            <a:r>
              <a:rPr lang="en-US" dirty="0" err="1"/>
              <a:t>pard'ning</a:t>
            </a:r>
            <a:r>
              <a:rPr lang="en-US" dirty="0"/>
              <a:t> grace is free;</a:t>
            </a:r>
            <a:br>
              <a:rPr lang="en-US" dirty="0"/>
            </a:br>
            <a:r>
              <a:rPr lang="en-US" dirty="0"/>
              <a:t>sinners who call in need</a:t>
            </a:r>
            <a:br>
              <a:rPr lang="en-US" dirty="0"/>
            </a:br>
            <a:r>
              <a:rPr lang="en-US" dirty="0"/>
              <a:t>your tender mercy see,</a:t>
            </a:r>
            <a:br>
              <a:rPr lang="en-US" dirty="0"/>
            </a:br>
            <a:r>
              <a:rPr lang="en-US" dirty="0"/>
              <a:t>O God above.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3. </a:t>
            </a:r>
            <a:r>
              <a:rPr lang="en-US" dirty="0"/>
              <a:t>Lord, hear me while I pray,</a:t>
            </a:r>
            <a:br>
              <a:rPr lang="en-US" dirty="0"/>
            </a:br>
            <a:r>
              <a:rPr lang="en-US" dirty="0"/>
              <a:t>while now in troubled day</a:t>
            </a:r>
            <a:br>
              <a:rPr lang="en-US" dirty="0"/>
            </a:br>
            <a:r>
              <a:rPr lang="en-US" dirty="0"/>
              <a:t>I seek your face.</a:t>
            </a:r>
            <a:br>
              <a:rPr lang="en-US" dirty="0"/>
            </a:br>
            <a:r>
              <a:rPr lang="en-US" dirty="0"/>
              <a:t>No god of man's design</a:t>
            </a:r>
            <a:br>
              <a:rPr lang="en-US" dirty="0"/>
            </a:br>
            <a:r>
              <a:rPr lang="en-US" dirty="0"/>
              <a:t>is like our God, divine;</a:t>
            </a:r>
            <a:br>
              <a:rPr lang="en-US" dirty="0"/>
            </a:br>
            <a:r>
              <a:rPr lang="en-US" dirty="0"/>
              <a:t>most bright your glories shine,</a:t>
            </a:r>
            <a:br>
              <a:rPr lang="en-US" dirty="0"/>
            </a:br>
            <a:r>
              <a:rPr lang="en-US" dirty="0"/>
              <a:t>O God of grace.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552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4. </a:t>
            </a:r>
            <a:r>
              <a:rPr lang="en-US" dirty="0"/>
              <a:t>By all whom you have made</a:t>
            </a:r>
            <a:br>
              <a:rPr lang="en-US" dirty="0"/>
            </a:br>
            <a:r>
              <a:rPr lang="en-US" dirty="0"/>
              <a:t>be praise and worship paid</a:t>
            </a:r>
            <a:br>
              <a:rPr lang="en-US" dirty="0"/>
            </a:br>
            <a:r>
              <a:rPr lang="en-US" dirty="0"/>
              <a:t>through earth abroad.</a:t>
            </a:r>
            <a:br>
              <a:rPr lang="en-US" dirty="0"/>
            </a:br>
            <a:r>
              <a:rPr lang="en-US" dirty="0"/>
              <a:t>Your name be glorified,</a:t>
            </a:r>
            <a:br>
              <a:rPr lang="en-US" dirty="0"/>
            </a:br>
            <a:r>
              <a:rPr lang="en-US" dirty="0"/>
              <a:t>there is none great beside,</a:t>
            </a:r>
            <a:br>
              <a:rPr lang="en-US" dirty="0"/>
            </a:br>
            <a:r>
              <a:rPr lang="en-US" dirty="0"/>
              <a:t>matchless your works abide,</a:t>
            </a:r>
            <a:br>
              <a:rPr lang="en-US" dirty="0"/>
            </a:br>
            <a:r>
              <a:rPr lang="en-US" dirty="0"/>
              <a:t>for you are God.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18117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5. </a:t>
            </a:r>
            <a:r>
              <a:rPr lang="en-US" dirty="0"/>
              <a:t>Help me your will to do,</a:t>
            </a:r>
            <a:br>
              <a:rPr lang="en-US" dirty="0"/>
            </a:br>
            <a:r>
              <a:rPr lang="en-US" dirty="0"/>
              <a:t>your truth I will pursue,</a:t>
            </a:r>
            <a:br>
              <a:rPr lang="en-US" dirty="0"/>
            </a:br>
            <a:r>
              <a:rPr lang="en-US" dirty="0"/>
              <a:t>teach me to fear;</a:t>
            </a:r>
            <a:br>
              <a:rPr lang="en-US" dirty="0"/>
            </a:br>
            <a:r>
              <a:rPr lang="en-US" dirty="0"/>
              <a:t>my heart now purify,</a:t>
            </a:r>
            <a:br>
              <a:rPr lang="en-US" dirty="0"/>
            </a:br>
            <a:r>
              <a:rPr lang="en-US" dirty="0"/>
              <a:t>your name to glorify,</a:t>
            </a:r>
            <a:br>
              <a:rPr lang="en-US" dirty="0"/>
            </a:br>
            <a:r>
              <a:rPr lang="en-US" dirty="0"/>
              <a:t>O Lord, my God Most High,</a:t>
            </a:r>
            <a:br>
              <a:rPr lang="en-US" dirty="0"/>
            </a:br>
            <a:r>
              <a:rPr lang="en-US" dirty="0"/>
              <a:t>with heart sincere.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555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6. </a:t>
            </a:r>
            <a:r>
              <a:rPr lang="en-US" dirty="0"/>
              <a:t>How great your love appears</a:t>
            </a:r>
            <a:br>
              <a:rPr lang="en-US" dirty="0"/>
            </a:br>
            <a:r>
              <a:rPr lang="en-US" dirty="0"/>
              <a:t>that made death’s gloomy fears</a:t>
            </a:r>
            <a:br>
              <a:rPr lang="en-US" dirty="0"/>
            </a:br>
            <a:r>
              <a:rPr lang="en-US" dirty="0"/>
              <a:t>no more dismay;</a:t>
            </a:r>
            <a:br>
              <a:rPr lang="en-US" dirty="0"/>
            </a:br>
            <a:r>
              <a:rPr lang="en-US" dirty="0"/>
              <a:t>O God, to anger slow,</a:t>
            </a:r>
            <a:br>
              <a:rPr lang="en-US" dirty="0"/>
            </a:br>
            <a:r>
              <a:rPr lang="en-US" dirty="0"/>
              <a:t>save me from </a:t>
            </a:r>
            <a:r>
              <a:rPr lang="en-US" dirty="0" err="1"/>
              <a:t>ev'ry</a:t>
            </a:r>
            <a:r>
              <a:rPr lang="en-US" dirty="0"/>
              <a:t> foe,</a:t>
            </a:r>
            <a:br>
              <a:rPr lang="en-US" dirty="0"/>
            </a:br>
            <a:r>
              <a:rPr lang="en-US" dirty="0"/>
              <a:t>your lovingkindness show,</a:t>
            </a:r>
            <a:br>
              <a:rPr lang="en-US" dirty="0"/>
            </a:br>
            <a:r>
              <a:rPr lang="en-US" dirty="0"/>
              <a:t>your truth display.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0964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7. </a:t>
            </a:r>
            <a:r>
              <a:rPr lang="en-US" dirty="0"/>
              <a:t>Show me your mercy true,</a:t>
            </a:r>
            <a:br>
              <a:rPr lang="en-US" dirty="0"/>
            </a:br>
            <a:r>
              <a:rPr lang="en-US" dirty="0"/>
              <a:t>your servant’s strength renew,</a:t>
            </a:r>
            <a:br>
              <a:rPr lang="en-US" dirty="0"/>
            </a:br>
            <a:r>
              <a:rPr lang="en-US" dirty="0" err="1"/>
              <a:t>deliv'rance</a:t>
            </a:r>
            <a:r>
              <a:rPr lang="en-US" dirty="0"/>
              <a:t> send.</a:t>
            </a:r>
            <a:br>
              <a:rPr lang="en-US" dirty="0"/>
            </a:br>
            <a:r>
              <a:rPr lang="en-US" dirty="0"/>
              <a:t>To me your goodness show,</a:t>
            </a:r>
            <a:br>
              <a:rPr lang="en-US" dirty="0"/>
            </a:br>
            <a:r>
              <a:rPr lang="en-US" dirty="0"/>
              <a:t>your comfort, Lord, bestow;</a:t>
            </a:r>
            <a:br>
              <a:rPr lang="en-US" dirty="0"/>
            </a:br>
            <a:r>
              <a:rPr lang="en-US" dirty="0"/>
              <a:t>let those who hate me know</a:t>
            </a:r>
            <a:br>
              <a:rPr lang="en-US" dirty="0"/>
            </a:br>
            <a:r>
              <a:rPr lang="en-US" dirty="0"/>
              <a:t>you are my friend.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9164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402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#86B Lord, My Petition Heed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#86B Lord, My Petition Heed</dc:title>
  <dc:creator>Eric Hoogendoorn</dc:creator>
  <cp:lastModifiedBy>Eric Hoogendoorn</cp:lastModifiedBy>
  <cp:revision>1</cp:revision>
  <dcterms:created xsi:type="dcterms:W3CDTF">2020-07-24T01:57:39Z</dcterms:created>
  <dcterms:modified xsi:type="dcterms:W3CDTF">2020-07-24T01:59:18Z</dcterms:modified>
</cp:coreProperties>
</file>