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98" r:id="rId4"/>
    <p:sldId id="29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3B94-DA08-4D25-990B-3DB824294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4C8B6-B47E-4BE9-83D1-D588EC99E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D4A7B-6BED-4E0D-97F2-A2A11015B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7AD2-09AB-4F4B-9656-EB9CA10B0740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D4329-F5FC-446F-A810-9C4449919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2A72C-BDCB-4E72-9107-D63106D85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F57-D91E-4E5B-8DCC-D51FF8EC9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3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0BE84-45A1-4BBA-A407-32D76069B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C9608-87F1-43FF-AFC0-996A9828B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75C51-1911-4793-9AA1-951DB3E38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7AD2-09AB-4F4B-9656-EB9CA10B0740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B05C1-2DE9-42C3-83AC-D777560E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DB7E4-8DF9-4E8D-A7A9-EED576AD5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F57-D91E-4E5B-8DCC-D51FF8EC9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65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99156-E926-49FC-B670-F28C6F3C1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862F-3CB9-4274-9281-5EBCBEF9F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8CA10-023C-494D-A21E-47E28ADB9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7AD2-09AB-4F4B-9656-EB9CA10B0740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AFCAD-64AC-4B49-BB92-6172EE1E6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2B057-3CA8-4152-817C-F22310D68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F57-D91E-4E5B-8DCC-D51FF8EC9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8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074E2-9FC5-45A3-88D8-05827A216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6D592-18A6-411D-B8AE-A03A8DBF3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21A5C-A5D1-4F79-8BE7-49DEA6D04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A8826-F1A8-4A68-AB54-D89F836D9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7AD2-09AB-4F4B-9656-EB9CA10B0740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FC11E-2D28-4C79-9270-152A966E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DB344-3414-40F4-9C43-231FFD13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F57-D91E-4E5B-8DCC-D51FF8EC9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91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939F-807A-4C15-83D2-1BC9B2F91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4FB1D-599E-4C28-839F-C1A01106F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B0057-4A6B-47E3-874B-6D46417D1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C001C-8DEB-464E-BB72-A0882F2AE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BBE17-12BA-4611-940D-5B37935A6D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9056FE-9D6C-4AB2-B3E1-6D091A2BE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7AD2-09AB-4F4B-9656-EB9CA10B0740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BA49F-49E5-4846-90DC-F2B7AAF10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F860C0-664D-48FC-AFF7-D0DFD408A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F57-D91E-4E5B-8DCC-D51FF8EC9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51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20BF-EB9C-49DA-AB03-8F27392A9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7A3252-19DD-4C15-A121-4C9B960AB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7AD2-09AB-4F4B-9656-EB9CA10B0740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4CE94-CBDE-46C7-A12D-41BA00651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EB731-5C73-465A-8278-4CAC9C4C7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F57-D91E-4E5B-8DCC-D51FF8EC9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2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D3AB53-E933-40CD-9C6A-9DE994E53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7AD2-09AB-4F4B-9656-EB9CA10B0740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E9EA4-2A66-43C0-A9A6-DF9C4E6CF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8FA31-7758-4F60-A1DD-B67FBCFF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F57-D91E-4E5B-8DCC-D51FF8EC9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6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16511-3BF0-40E0-9509-D00DB2D27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0870C-ED99-43A1-8829-708D653E6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AD070-262C-4139-886C-990DF262B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F00E6-09A8-4782-94F9-A171DC6F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7AD2-09AB-4F4B-9656-EB9CA10B0740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C31F9-568E-465A-AFDF-A469BFED1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3D23D-DE92-4035-8017-FDD863D72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F57-D91E-4E5B-8DCC-D51FF8EC9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6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CE6F7-5E33-446B-AC97-0336FAE33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4CE139-F66E-4D6E-8DA3-AF87F10D1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56FA0-D209-4D66-86A6-0F1622A7A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C7D97-EE1F-49E2-BD9E-E4899A99F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7AD2-09AB-4F4B-9656-EB9CA10B0740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65D6F-1570-49C2-9DAA-CAD83B0C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B9F6F-1C25-4288-9DF1-DA900122A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F57-D91E-4E5B-8DCC-D51FF8EC9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7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A4B29-BC11-4AA5-9F0F-26B489B0F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FAC3A8-24BA-41ED-B969-0A8069F1A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F7693-ED19-45D4-BF91-6AADE0E73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7AD2-09AB-4F4B-9656-EB9CA10B0740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F4300-E30E-456E-A126-82B509513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CC53A-2266-4DEC-AD6A-D514C8CF8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F57-D91E-4E5B-8DCC-D51FF8EC9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90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2674A3-D8AC-470D-A280-7C4E567C9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12823-1111-4836-A5A7-93364E532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31E64-2499-4516-83B1-6028501D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7AD2-09AB-4F4B-9656-EB9CA10B0740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7770F-DD84-4F61-95FF-C460B5EBD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B38F7-ED31-4D09-B066-BC36DBB00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6F57-D91E-4E5B-8DCC-D51FF8EC9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25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D860FE-A9FD-403D-AE64-1FF30A79E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43C74-4D46-45CF-ABA6-AD43C46EF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D06BC-BC76-43DC-BE1A-A35020317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97AD2-09AB-4F4B-9656-EB9CA10B0740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78B46-3102-42AE-B2A9-0C14F3C59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ACC49-4BE2-4433-816C-445F8786C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D6F57-D91E-4E5B-8DCC-D51FF8EC9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85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#278 Nothing But The Blood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659285"/>
            <a:ext cx="121919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What can wash away my sin?</a:t>
            </a:r>
          </a:p>
          <a:p>
            <a:pPr algn="ctr"/>
            <a:r>
              <a:rPr lang="en-US" sz="2800" dirty="0"/>
              <a:t>Nothing but the blood of Jesus.</a:t>
            </a:r>
          </a:p>
          <a:p>
            <a:pPr algn="ctr"/>
            <a:r>
              <a:rPr lang="en-US" sz="2800" dirty="0"/>
              <a:t>What can make me whole again?</a:t>
            </a:r>
          </a:p>
          <a:p>
            <a:pPr algn="ctr"/>
            <a:r>
              <a:rPr lang="en-US" sz="2800" dirty="0"/>
              <a:t>Nothing but the blood of Jesus.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algn="ctr"/>
            <a:r>
              <a:rPr lang="en-US" sz="2800" dirty="0"/>
              <a:t>O precious is the flow</a:t>
            </a:r>
          </a:p>
          <a:p>
            <a:pPr algn="ctr"/>
            <a:r>
              <a:rPr lang="en-US" sz="2800" dirty="0"/>
              <a:t>that makes me white as snow;</a:t>
            </a:r>
          </a:p>
          <a:p>
            <a:pPr algn="ctr"/>
            <a:r>
              <a:rPr lang="en-US" sz="2800" dirty="0"/>
              <a:t>no other fount I know,</a:t>
            </a:r>
          </a:p>
          <a:p>
            <a:pPr algn="ctr"/>
            <a:r>
              <a:rPr lang="en-US" sz="2800" dirty="0"/>
              <a:t>nothing but the blood of Jesus.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For my cleansing this I see:</a:t>
            </a:r>
            <a:br>
              <a:rPr lang="en-US" sz="2800" dirty="0"/>
            </a:br>
            <a:r>
              <a:rPr lang="en-US" sz="2800" dirty="0"/>
              <a:t>nothing but the blood of Jesus;</a:t>
            </a:r>
            <a:br>
              <a:rPr lang="en-US" sz="2800" dirty="0"/>
            </a:br>
            <a:r>
              <a:rPr lang="en-US" sz="2800" dirty="0"/>
              <a:t>for my pardon this my plea:</a:t>
            </a:r>
            <a:br>
              <a:rPr lang="en-US" sz="2800" dirty="0"/>
            </a:br>
            <a:r>
              <a:rPr lang="en-US" sz="2800" dirty="0"/>
              <a:t>nothing but the blood of Jesus.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algn="ctr"/>
            <a:r>
              <a:rPr lang="en-US" sz="2800" dirty="0"/>
              <a:t>O precious is the flow</a:t>
            </a:r>
          </a:p>
          <a:p>
            <a:pPr algn="ctr"/>
            <a:r>
              <a:rPr lang="en-US" sz="2800" dirty="0"/>
              <a:t>that makes me white as snow;</a:t>
            </a:r>
          </a:p>
          <a:p>
            <a:pPr algn="ctr"/>
            <a:r>
              <a:rPr lang="en-US" sz="2800" dirty="0"/>
              <a:t>no other fount I know,</a:t>
            </a:r>
          </a:p>
          <a:p>
            <a:pPr algn="ctr"/>
            <a:r>
              <a:rPr lang="en-US" sz="2800" dirty="0"/>
              <a:t>nothing but the blood of Jesus.</a:t>
            </a:r>
            <a:endParaRPr lang="en-CA" sz="2800" dirty="0"/>
          </a:p>
          <a:p>
            <a:pPr algn="ctr"/>
            <a:endParaRPr lang="en-US" sz="2800" dirty="0"/>
          </a:p>
          <a:p>
            <a:pPr algn="ctr"/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solidFill>
                  <a:srgbClr val="222222"/>
                </a:solidFill>
                <a:effectLst/>
              </a:rPr>
              <a:t>3 Nothing can for sin atone: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nothing but the blood of Jesus;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naught of good that I have done: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nothing but the blood of Jesus.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algn="ctr"/>
            <a:r>
              <a:rPr lang="en-US" sz="2800" dirty="0"/>
              <a:t>O precious is the flow</a:t>
            </a:r>
          </a:p>
          <a:p>
            <a:pPr algn="ctr"/>
            <a:r>
              <a:rPr lang="en-US" sz="2800" dirty="0"/>
              <a:t>that makes me white as snow;</a:t>
            </a:r>
          </a:p>
          <a:p>
            <a:pPr algn="ctr"/>
            <a:r>
              <a:rPr lang="en-US" sz="2800" dirty="0"/>
              <a:t>no other fount I know,</a:t>
            </a:r>
          </a:p>
          <a:p>
            <a:pPr algn="ctr"/>
            <a:r>
              <a:rPr lang="en-US" sz="2800" dirty="0"/>
              <a:t>nothing but the blood of Jesus.</a:t>
            </a:r>
            <a:endParaRPr lang="en-CA" sz="2800" dirty="0"/>
          </a:p>
          <a:p>
            <a:pPr algn="ctr"/>
            <a:endParaRPr lang="en-US" sz="2800" dirty="0"/>
          </a:p>
          <a:p>
            <a:pPr algn="ctr"/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2026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This is all my hope and peace:</a:t>
            </a:r>
            <a:br>
              <a:rPr lang="en-US" sz="2800" dirty="0"/>
            </a:br>
            <a:r>
              <a:rPr lang="en-US" sz="2800" dirty="0"/>
              <a:t>nothing but the blood of Jesus;</a:t>
            </a:r>
            <a:br>
              <a:rPr lang="en-US" sz="2800" dirty="0"/>
            </a:br>
            <a:r>
              <a:rPr lang="en-US" sz="2800" dirty="0"/>
              <a:t>this is all my righteousness:</a:t>
            </a:r>
            <a:br>
              <a:rPr lang="en-US" sz="2800" dirty="0"/>
            </a:br>
            <a:r>
              <a:rPr lang="en-US" sz="2800" dirty="0"/>
              <a:t>nothing but the blood of Jesus.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algn="ctr"/>
            <a:r>
              <a:rPr lang="en-US" sz="2800" dirty="0"/>
              <a:t>O precious is the flow</a:t>
            </a:r>
          </a:p>
          <a:p>
            <a:pPr algn="ctr"/>
            <a:r>
              <a:rPr lang="en-US" sz="2800" dirty="0"/>
              <a:t>that makes me white as snow;</a:t>
            </a:r>
          </a:p>
          <a:p>
            <a:pPr algn="ctr"/>
            <a:r>
              <a:rPr lang="en-US" sz="2800" dirty="0"/>
              <a:t>no other fount I know,</a:t>
            </a:r>
          </a:p>
          <a:p>
            <a:pPr algn="ctr"/>
            <a:r>
              <a:rPr lang="en-US" sz="2800" dirty="0"/>
              <a:t>nothing but the blood of Jesus.</a:t>
            </a:r>
            <a:endParaRPr lang="en-CA" sz="2800" dirty="0"/>
          </a:p>
          <a:p>
            <a:pPr algn="ctr"/>
            <a:endParaRPr lang="en-CA" sz="2800" dirty="0"/>
          </a:p>
          <a:p>
            <a:pPr algn="ctr"/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8561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282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#278 Nothing But The Blood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#278 Nothing But The Blood</dc:title>
  <dc:creator>Eric Hoogendoorn</dc:creator>
  <cp:lastModifiedBy>Neil</cp:lastModifiedBy>
  <cp:revision>2</cp:revision>
  <dcterms:created xsi:type="dcterms:W3CDTF">2020-08-14T11:59:54Z</dcterms:created>
  <dcterms:modified xsi:type="dcterms:W3CDTF">2023-02-24T15:25:42Z</dcterms:modified>
</cp:coreProperties>
</file>