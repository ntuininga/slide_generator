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10FB50-C5C3-4D4F-8796-DB2AC4CFBC72}" type="datetimeFigureOut">
              <a:rPr lang="en-US" smtClean="0"/>
              <a:t>12/21/2023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EC622E-62C3-4F5F-94E4-F4EA9515B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36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4ED6D-30C7-A1A8-8116-D201EE2139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36D214-3429-2531-901F-C00999E1CD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A6871-6CCC-BE20-4A9B-FA940CA3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D6414-BEE8-4317-A49C-2994858FD3C9}" type="datetime1">
              <a:rPr lang="en-US" smtClean="0"/>
              <a:t>12/21/2023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B116FF-777B-CFEC-48EC-5025800F7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57767-50C2-80A6-BFB5-B7F1DDC76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83FAD-4234-4868-B323-EB34707AF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305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EDADA-7AFD-C385-60B5-00C845A38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E2429-81FE-7121-7380-E7092D04C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D32E4-C9BD-A07B-3411-005794B71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127B6-EC28-49B5-BD2F-2537E2B4F35D}" type="datetime1">
              <a:rPr lang="en-US" smtClean="0"/>
              <a:t>12/21/2023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8ECAFC-A520-1555-9164-912F5E04E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C7C95-A971-EA69-C65C-1CA318327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83FAD-4234-4868-B323-EB34707AF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238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78A6A-9246-159E-55A9-022670D11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FB4BFE-879E-D8C6-1736-FEC8565AE2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2EDCED-06FD-154C-66F4-4D21E6FC1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4E981-B6A3-4DD4-9EC3-3112A523CA6F}" type="datetime1">
              <a:rPr lang="en-US" smtClean="0"/>
              <a:t>12/21/2023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CC9DB6-F59E-2210-CDF8-63DBC28DB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9B9A6F-6D9E-7734-41AF-47C451B0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83FAD-4234-4868-B323-EB34707AF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819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CB39E-9BAB-F896-A171-211DE42C5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33EDA-EE0E-348E-1AAA-998B3AF079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31853C-B94E-4EE6-679E-F83478991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3C0938-15FB-A326-83E6-AFAA0C0E7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A71F2-F75F-496F-BF98-C355C29A1D6D}" type="datetime1">
              <a:rPr lang="en-US" smtClean="0"/>
              <a:t>12/21/2023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F96F52-E6A6-F646-2A34-8E54A8F8E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2D7E0E-5D1D-C98E-81D2-1055F48E9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83FAD-4234-4868-B323-EB34707AF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319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6E21-A148-75FD-1BC3-F8036C83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6A9DE9-450B-8951-CC5E-F9D7A3B78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B913A0-D65E-9718-73C0-90429E142E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CC0496-AFA5-BF86-2CD7-D9A34E7AD1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2FAD17-1594-AEF8-87C4-0884DA5646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000704-2603-5E3D-0096-09ADA4CE4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BBE07-994F-4A63-A6D1-E77255D40B9F}" type="datetime1">
              <a:rPr lang="en-US" smtClean="0"/>
              <a:t>12/21/2023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D37E42-964C-07FB-29A5-40DADE4B4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D682F5-ED92-A0A5-D74D-8FF0C7EB2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83FAD-4234-4868-B323-EB34707AF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864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F9BE0-2BBF-FD11-8CE0-F9A297671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D910E1-AED1-E7C2-2CC2-B363C5A58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70F9E-7700-41B1-88AE-B94418374D0F}" type="datetime1">
              <a:rPr lang="en-US" smtClean="0"/>
              <a:t>12/21/2023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000C74-9D8F-2D80-C09A-A2B1E0C49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53DA1D-19FC-E7F8-E304-6A3B6569B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83FAD-4234-4868-B323-EB34707AF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591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9214FB-B887-9AA7-AE68-AAB464A83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0138F-DA15-4057-B9B6-A4F2F1FCD286}" type="datetime1">
              <a:rPr lang="en-US" smtClean="0"/>
              <a:t>12/21/2023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2EE77F-836F-4AEC-96D4-9828C8B9F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18F0C4-AC2C-97D2-5530-A9BD33476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83FAD-4234-4868-B323-EB34707AF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908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B89D7-AAAC-D309-7A52-8812DB03F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676EC-5FCB-FFDF-0344-39BA9012D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F29969-CAE9-3ACF-F680-A4E751EC02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F76152-952D-3578-D2E5-757C412E5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05CA2-3F62-4A34-B83C-222CAE8263C9}" type="datetime1">
              <a:rPr lang="en-US" smtClean="0"/>
              <a:t>12/21/2023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11B93-5FBD-E291-9E67-AAA473BDE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72026B-9D73-0F40-CCB2-ADA94C004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83FAD-4234-4868-B323-EB34707AF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176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48C03-7A3E-9622-5C73-438242D56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CC849D-0454-06DF-295A-97AECC64B4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0F584A-E555-0F10-2067-6DF1995A20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81AB0-C752-A273-4CE4-B8D927678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EC3A1-68E2-485E-A2DE-7F8B231B0A1C}" type="datetime1">
              <a:rPr lang="en-US" smtClean="0"/>
              <a:t>12/21/2023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761413-A0B0-B870-4B9D-F1E5A7421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A43FAC-3B52-096C-651E-2E9575D3C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83FAD-4234-4868-B323-EB34707AF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993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ACFBE-776B-0D4B-77ED-0DA32BC63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6B8607-6E31-0F9A-8469-970C254DC1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CD3B7C-3D14-9AFF-D18F-86B8DC770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0A9ED-FD3A-472E-8767-905D788D503F}" type="datetime1">
              <a:rPr lang="en-US" smtClean="0"/>
              <a:t>12/21/2023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9A1F3-BB57-A55B-4FD4-F1138E656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232B7-DC77-F61A-027B-DA8703F53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83FAD-4234-4868-B323-EB34707AF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011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0EDBF8-EE4D-644F-F524-BB2D7876DE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9AA2CE-3B10-6F84-637E-0742FBACD0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49ADB-CC54-7AFE-1627-0957B4A58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04405-2D7C-400E-9219-F6103A13A628}" type="datetime1">
              <a:rPr lang="en-US" smtClean="0"/>
              <a:t>12/21/2023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DDE39F-4F13-560D-D1EF-BA9962649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BD4F63-5D55-D95F-066B-7868F3592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83FAD-4234-4868-B323-EB34707AF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743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99F69C-5F79-8142-7F23-CAAC30676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58562-BD65-926B-F0C1-D2BECD4DA7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6BB12-7A91-3450-FFB6-FA8FA5908A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344A4C-E9C4-410D-BE6F-82D99FCF40AD}" type="datetime1">
              <a:rPr lang="en-US" smtClean="0"/>
              <a:t>12/21/2023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6CF48-CD9B-8029-FCA0-E60BE5C61E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3DED-EA4D-0FE4-289B-861595879D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E83FAD-4234-4868-B323-EB34707AF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517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A5DE0-4EE0-7E6D-45E3-285C4C7F7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i="1" dirty="0"/>
              <a:t>#331 Who Is He Born in the Stall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EDA10-A271-8815-7E00-D36876AB5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1 Who is he born in the stall,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r>
              <a:rPr lang="en-US" b="0" i="0" dirty="0">
                <a:solidFill>
                  <a:srgbClr val="222222"/>
                </a:solidFill>
                <a:effectLst/>
              </a:rPr>
              <a:t>at whose feet the shepherds fall?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r>
              <a:rPr lang="en-US" b="0" i="0" dirty="0">
                <a:solidFill>
                  <a:srgbClr val="222222"/>
                </a:solidFill>
                <a:effectLst/>
              </a:rPr>
              <a:t>Who is he in deep distress,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r>
              <a:rPr lang="en-US" b="0" i="0" dirty="0">
                <a:solidFill>
                  <a:srgbClr val="222222"/>
                </a:solidFill>
                <a:effectLst/>
              </a:rPr>
              <a:t>fasting in the wilderness?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endParaRPr lang="en-US" b="0" i="0" dirty="0">
              <a:solidFill>
                <a:srgbClr val="222222"/>
              </a:solidFill>
              <a:effectLst/>
            </a:endParaRPr>
          </a:p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Refrain: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r>
              <a:rPr lang="en-US" b="0" i="0" dirty="0">
                <a:solidFill>
                  <a:srgbClr val="222222"/>
                </a:solidFill>
                <a:effectLst/>
              </a:rPr>
              <a:t>'Tis the Lord, O wondrous story!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r>
              <a:rPr lang="en-US" b="0" i="0" dirty="0">
                <a:solidFill>
                  <a:srgbClr val="222222"/>
                </a:solidFill>
                <a:effectLst/>
              </a:rPr>
              <a:t>'Tis the Lord, the King of glory!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r>
              <a:rPr lang="en-US" b="0" i="0" dirty="0">
                <a:solidFill>
                  <a:srgbClr val="222222"/>
                </a:solidFill>
                <a:effectLst/>
              </a:rPr>
              <a:t>At his feet we humbly fall,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r>
              <a:rPr lang="en-US" b="0" i="0" dirty="0">
                <a:solidFill>
                  <a:srgbClr val="222222"/>
                </a:solidFill>
                <a:effectLst/>
              </a:rPr>
              <a:t>crown him, crown him, Lord of all!</a:t>
            </a:r>
          </a:p>
          <a:p>
            <a:pPr marL="0" indent="0" algn="ctr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CAFF94-4BB4-C6EF-26BE-43BA93ED6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422869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2737D-7C3B-E2A2-8465-860A8AC4B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1561C-91F0-CDFF-18DD-8406D06B16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2 Who is he the people bless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for his words of gentleness?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Who is he to whom they bring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all the sick and sorrowing? 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endParaRPr lang="en-US" b="0" i="0" dirty="0">
              <a:solidFill>
                <a:srgbClr val="222222"/>
              </a:solidFill>
              <a:effectLst/>
            </a:endParaRPr>
          </a:p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Refrain: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r>
              <a:rPr lang="en-US" b="0" i="0" dirty="0">
                <a:solidFill>
                  <a:srgbClr val="222222"/>
                </a:solidFill>
                <a:effectLst/>
              </a:rPr>
              <a:t>'Tis the Lord, O wondrous story!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r>
              <a:rPr lang="en-US" b="0" i="0" dirty="0">
                <a:solidFill>
                  <a:srgbClr val="222222"/>
                </a:solidFill>
                <a:effectLst/>
              </a:rPr>
              <a:t>'Tis the Lord, the King of glory!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r>
              <a:rPr lang="en-US" b="0" i="0" dirty="0">
                <a:solidFill>
                  <a:srgbClr val="222222"/>
                </a:solidFill>
                <a:effectLst/>
              </a:rPr>
              <a:t>At his feet we humbly fall,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r>
              <a:rPr lang="en-US" b="0" i="0" dirty="0">
                <a:solidFill>
                  <a:srgbClr val="222222"/>
                </a:solidFill>
                <a:effectLst/>
              </a:rPr>
              <a:t>crown him, crown him, Lord of all!</a:t>
            </a:r>
          </a:p>
          <a:p>
            <a:pPr marL="0" indent="0" algn="ctr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025E44-93A4-363F-63AA-482BC1FB7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466013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86BB4-94AC-BBA5-173C-517A0C8E6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71A6D-35A5-D7B1-C6DF-AB2CCE6FB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3 Who is he that stands and weeps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at the grave where Lazarus sleeps?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Who is he the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gath'ring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throng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greet with loud triumphant song? 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endParaRPr lang="en-US" b="0" i="0" dirty="0">
              <a:solidFill>
                <a:srgbClr val="222222"/>
              </a:solidFill>
              <a:effectLst/>
            </a:endParaRPr>
          </a:p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Refrain: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r>
              <a:rPr lang="en-US" b="0" i="0" dirty="0">
                <a:solidFill>
                  <a:srgbClr val="222222"/>
                </a:solidFill>
                <a:effectLst/>
              </a:rPr>
              <a:t>'Tis the Lord, O wondrous story!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r>
              <a:rPr lang="en-US" b="0" i="0" dirty="0">
                <a:solidFill>
                  <a:srgbClr val="222222"/>
                </a:solidFill>
                <a:effectLst/>
              </a:rPr>
              <a:t>'Tis the Lord, the King of glory!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r>
              <a:rPr lang="en-US" b="0" i="0" dirty="0">
                <a:solidFill>
                  <a:srgbClr val="222222"/>
                </a:solidFill>
                <a:effectLst/>
              </a:rPr>
              <a:t>At his feet we humbly fall,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r>
              <a:rPr lang="en-US" b="0" i="0" dirty="0">
                <a:solidFill>
                  <a:srgbClr val="222222"/>
                </a:solidFill>
                <a:effectLst/>
              </a:rPr>
              <a:t>crown him, crown him, Lord of all!</a:t>
            </a:r>
          </a:p>
          <a:p>
            <a:pPr marL="0" indent="0" algn="ctr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3B8475-AC60-D7AD-FE7F-6A2C7475C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4096917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32690-CA6D-7178-66AE-4C134AD85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AE669-00DE-B8B4-9AB3-487F208411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4 Lo! at midnight, who is he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prays in dark Gethsemane?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Who is he upon the tree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dies in grief and agony? 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endParaRPr lang="en-US" b="0" i="0" dirty="0">
              <a:solidFill>
                <a:srgbClr val="222222"/>
              </a:solidFill>
              <a:effectLst/>
            </a:endParaRPr>
          </a:p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Refrain: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r>
              <a:rPr lang="en-US" b="0" i="0" dirty="0">
                <a:solidFill>
                  <a:srgbClr val="222222"/>
                </a:solidFill>
                <a:effectLst/>
              </a:rPr>
              <a:t>'Tis the Lord, O wondrous story!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r>
              <a:rPr lang="en-US" b="0" i="0" dirty="0">
                <a:solidFill>
                  <a:srgbClr val="222222"/>
                </a:solidFill>
                <a:effectLst/>
              </a:rPr>
              <a:t>'Tis the Lord, the King of glory!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r>
              <a:rPr lang="en-US" b="0" i="0" dirty="0">
                <a:solidFill>
                  <a:srgbClr val="222222"/>
                </a:solidFill>
                <a:effectLst/>
              </a:rPr>
              <a:t>At his feet we humbly fall,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r>
              <a:rPr lang="en-US" b="0" i="0" dirty="0">
                <a:solidFill>
                  <a:srgbClr val="222222"/>
                </a:solidFill>
                <a:effectLst/>
              </a:rPr>
              <a:t>crown him, crown him, Lord of all!</a:t>
            </a:r>
          </a:p>
          <a:p>
            <a:pPr marL="0" indent="0" algn="ctr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19B4A7-D07F-A4BD-B675-CF6292510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271393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C61B8-EC42-426C-D190-BC73DCDF2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0E78D-3791-863E-3B4C-70932EF220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5 Who is he that from the grave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comes to heal and help and save?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Who is he that from his throne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rules thro' all the world alone? 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endParaRPr lang="en-US" b="0" i="0" dirty="0">
              <a:solidFill>
                <a:srgbClr val="222222"/>
              </a:solidFill>
              <a:effectLst/>
            </a:endParaRPr>
          </a:p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Refrain: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r>
              <a:rPr lang="en-US" b="0" i="0" dirty="0">
                <a:solidFill>
                  <a:srgbClr val="222222"/>
                </a:solidFill>
                <a:effectLst/>
              </a:rPr>
              <a:t>'Tis the Lord, O wondrous story!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r>
              <a:rPr lang="en-US" b="0" i="0" dirty="0">
                <a:solidFill>
                  <a:srgbClr val="222222"/>
                </a:solidFill>
                <a:effectLst/>
              </a:rPr>
              <a:t>'Tis the Lord, the King of glory!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r>
              <a:rPr lang="en-US" b="0" i="0" dirty="0">
                <a:solidFill>
                  <a:srgbClr val="222222"/>
                </a:solidFill>
                <a:effectLst/>
              </a:rPr>
              <a:t>At his feet we humbly fall,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r>
              <a:rPr lang="en-US" b="0" i="0" dirty="0">
                <a:solidFill>
                  <a:srgbClr val="222222"/>
                </a:solidFill>
                <a:effectLst/>
              </a:rPr>
              <a:t>crown him, crown him, Lord of all!</a:t>
            </a:r>
          </a:p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 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15D738-D254-9AD1-2FFB-ADDD01F99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942578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418</Words>
  <Application>Microsoft Office PowerPoint</Application>
  <PresentationFormat>Widescreen</PresentationFormat>
  <Paragraphs>17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#331 Who Is He Born in the Stall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#331 Who Is He Born in the Stall</dc:title>
  <dc:creator>Neil Tuininga</dc:creator>
  <cp:lastModifiedBy>Neil Tuininga</cp:lastModifiedBy>
  <cp:revision>1</cp:revision>
  <dcterms:created xsi:type="dcterms:W3CDTF">2023-12-22T04:35:58Z</dcterms:created>
  <dcterms:modified xsi:type="dcterms:W3CDTF">2023-12-22T04:39:20Z</dcterms:modified>
</cp:coreProperties>
</file>