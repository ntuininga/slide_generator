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BA39A-4DCC-4559-A2D5-F36724F86168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1C2F7-40BE-4CA3-83FF-3BE059BFC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9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A602-5709-5D92-DB3D-776F1AE0D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A09C5-B631-04EA-13C1-DEBE2F04E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91D0-6677-E7A8-C67E-1D019BB2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CF5A-B281-4418-A6E5-9601CC8C99C7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E06C8-0C16-13AC-F7B4-90BA8F30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9AE9E-9178-100E-C568-AC796E92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6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1874-E9AB-C230-4C36-E154746C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0F1C4-11E7-F582-026E-DF65D89B4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FDD8F-7D83-3E27-DD08-7877A275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7BF8-0D8D-4205-9DB1-98D01F2FA083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B3966-6BE7-7289-C286-82469737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F4312-8B1D-BC3D-7A88-F72F279D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5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7414-1C98-8F44-046F-057B1E4C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A6C3B-5FE8-9C7E-AD6E-DB9AB4153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529DF-6EF8-6605-DB58-A18E2F6F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02153-6893-46B8-85D1-DDD598387AA3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5251-ADFA-BB07-5307-14EAC247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BE090-A646-43EF-E114-6B00046A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8EAC-4FFB-6353-8FF9-BB6103D8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CA4A-5018-225D-9019-1A933C628D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D6DF0-8D8B-6009-F114-7AFC5610E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6DE52-E598-E057-BDC7-0C4338A9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58C-0CE3-4107-935D-69C819FC4558}" type="datetime1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B1DE2-4FC8-3FC7-2B86-8406FF97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AA507-ADDF-B155-E125-3534E58A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4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5B3D-B7EC-E235-A282-7DE0234D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7A42-D11B-7B92-0C22-1723B09E4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96478-B428-FF07-368C-E2243E9AB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048D1-6999-2E9C-2BD2-84E56D826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467E6-64D3-D6EF-1A9C-00CDF3953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5157B-070C-B2DB-2266-04B1D973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6F54D-E347-44ED-81BD-9490B8229458}" type="datetime1">
              <a:rPr lang="en-US" smtClean="0"/>
              <a:t>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EE6CC-1C71-2E01-07F7-F29A67B5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CF933-5C78-9F28-C3C1-10B21C19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5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DB7C-CD91-8BCD-AB90-25BC0A13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3A609-FB44-98C6-B01D-3D049667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EB2C-2D35-42AE-83E8-25D6EBFCF86E}" type="datetime1">
              <a:rPr lang="en-US" smtClean="0"/>
              <a:t>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6E624-0A94-E7BE-663E-148F30D15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342D1-8C00-C3DF-749D-4088DE65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4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B41BE-7472-9C64-FC45-8E6435A7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710E-1266-42B3-8F76-CA60314B3CA0}" type="datetime1">
              <a:rPr lang="en-US" smtClean="0"/>
              <a:t>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02853-E3E5-3F6C-5B0E-CA6E351A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8D83-7ADD-0399-B87F-75F4A1EE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9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EEE1-1C26-AAEF-DD4F-F0ACF8FE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E9EED-A21F-838F-AD3A-EB9F38859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285D-A887-5A61-F20A-34398E10C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84B06-C900-9E53-03F8-B62F7117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14465-5F5F-4D99-BA81-3214F2790321}" type="datetime1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69DF8-B4BB-1AA2-13B9-6C148DEC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56E39-1043-63E8-3258-70B635FB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1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A969-BCDC-EF6F-93E6-E148CE9A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C040F-B2A4-7E65-45A0-31F7C7162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27257-72B1-73B1-BAE8-1C4F01A51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5468-B2A2-B6AA-C8C2-706D3F62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BBE9-BC2C-4B72-9693-70405610869E}" type="datetime1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5F1C9-1A5E-9122-BA68-B5CA1D1E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A94E9-8BFE-D01D-A5B9-DAFA2A87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7DF2-BDE2-E260-F183-2E5109C2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55DB9-8707-9737-27A5-AEF6F887F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E6624-A96A-214C-B88E-9F02FA0B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BE1-5BFD-4978-8A1A-EE8D95D9BC9E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B2756-85FD-07B9-84D6-F72BDD40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E960-3BC8-02AE-A80E-24B855C9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7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124D0-D069-EF8C-2802-3D085833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40971-985D-C22F-4D71-35D49D121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585C-E322-014A-5D64-F0E6D8AD8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2BFF-F675-4F13-B8A9-62B23D8366AE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512C4-C918-2347-7B8A-9B35D4E0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A0D1-327A-F6E6-CEC0-0E00D69F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DC73F-C0B7-8EAD-4386-9F0E97FB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893E1-9688-4C53-34E6-AC66931E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AFB34-CA8F-38FB-F9F6-40440846E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0AE95-2590-496A-9225-FCA3B542C11E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BD6F-3E95-8B1B-764A-559D31491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2004 Nancy Tischler and Mary Bahnfleth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6E7B-AC2A-19FF-AAB4-9C588A599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23E05-24DE-46B5-876E-E8A3D8CB4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6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7D0D-8838-27FD-C37C-7192D321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#382 How Great the Bright Angelic Host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DEC62-BE48-DD98-DC76-C25FA0C09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How great the bright angelic host who praise the Lord on high,</a:t>
            </a:r>
          </a:p>
          <a:p>
            <a:pPr marL="0" indent="0" algn="ctr">
              <a:buNone/>
            </a:pPr>
            <a:r>
              <a:rPr lang="en-US" dirty="0"/>
              <a:t>But greater still is Christ, God’s Son, enthroned at his side.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How great is Christ, God’s radiance; </a:t>
            </a:r>
          </a:p>
          <a:p>
            <a:pPr marL="0" indent="0" algn="ctr">
              <a:buNone/>
            </a:pPr>
            <a:r>
              <a:rPr lang="en-US" dirty="0"/>
              <a:t>How great is Christ, God’s Son</a:t>
            </a:r>
          </a:p>
          <a:p>
            <a:pPr marL="0" indent="0" algn="ctr">
              <a:buNone/>
            </a:pPr>
            <a:r>
              <a:rPr lang="en-US" dirty="0"/>
              <a:t>Our Prophet, King and great High Priest, </a:t>
            </a:r>
          </a:p>
          <a:p>
            <a:pPr marL="0" indent="0" algn="ctr">
              <a:buNone/>
            </a:pPr>
            <a:r>
              <a:rPr lang="en-US" dirty="0"/>
              <a:t>the </a:t>
            </a:r>
            <a:r>
              <a:rPr lang="en-US" dirty="0" err="1"/>
              <a:t>victo’ry</a:t>
            </a:r>
            <a:r>
              <a:rPr lang="en-US" dirty="0"/>
              <a:t> he has won.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341E3-A694-6D18-169D-89B9B07F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</p:spTree>
    <p:extLst>
      <p:ext uri="{BB962C8B-B14F-4D97-AF65-F5344CB8AC3E}">
        <p14:creationId xmlns:p14="http://schemas.microsoft.com/office/powerpoint/2010/main" val="410537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1414-2644-3FA0-54C4-3996E8F3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38C2-1103-899F-EAB1-046CC8992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How great were men like Abraham, who trusted in the Lord,</a:t>
            </a:r>
          </a:p>
          <a:p>
            <a:pPr marL="0" indent="0" algn="ctr">
              <a:buNone/>
            </a:pPr>
            <a:r>
              <a:rPr lang="en-US" dirty="0"/>
              <a:t>But greater still is Christ, the Way, the living, holy Word.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How great is Christ, God’s radiance; </a:t>
            </a:r>
          </a:p>
          <a:p>
            <a:pPr marL="0" indent="0" algn="ctr">
              <a:buNone/>
            </a:pPr>
            <a:r>
              <a:rPr lang="en-US" dirty="0"/>
              <a:t>How great is Christ, God’s Son</a:t>
            </a:r>
          </a:p>
          <a:p>
            <a:pPr marL="0" indent="0" algn="ctr">
              <a:buNone/>
            </a:pPr>
            <a:r>
              <a:rPr lang="en-US" dirty="0"/>
              <a:t>Our Prophet, King and great High Priest, </a:t>
            </a:r>
          </a:p>
          <a:p>
            <a:pPr marL="0" indent="0" algn="ctr">
              <a:buNone/>
            </a:pPr>
            <a:r>
              <a:rPr lang="en-US" dirty="0"/>
              <a:t>the </a:t>
            </a:r>
            <a:r>
              <a:rPr lang="en-US" dirty="0" err="1"/>
              <a:t>victo’ry</a:t>
            </a:r>
            <a:r>
              <a:rPr lang="en-US" dirty="0"/>
              <a:t> he has won.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5D7D0-A7C9-CE0A-E7ED-F73A3A3D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</p:spTree>
    <p:extLst>
      <p:ext uri="{BB962C8B-B14F-4D97-AF65-F5344CB8AC3E}">
        <p14:creationId xmlns:p14="http://schemas.microsoft.com/office/powerpoint/2010/main" val="320690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1414-2644-3FA0-54C4-3996E8F3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38C2-1103-899F-EAB1-046CC8992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How great were Aaron and his line, [performing sacred rites,</a:t>
            </a:r>
          </a:p>
          <a:p>
            <a:pPr marL="0" indent="0" algn="ctr">
              <a:buNone/>
            </a:pPr>
            <a:r>
              <a:rPr lang="en-US" dirty="0"/>
              <a:t>But greater still is Christ, High Priest, himself the sacrifice.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How great is Christ, God’s radiance; </a:t>
            </a:r>
          </a:p>
          <a:p>
            <a:pPr marL="0" indent="0" algn="ctr">
              <a:buNone/>
            </a:pPr>
            <a:r>
              <a:rPr lang="en-US" dirty="0"/>
              <a:t>How great is Christ, God’s Son</a:t>
            </a:r>
          </a:p>
          <a:p>
            <a:pPr marL="0" indent="0" algn="ctr">
              <a:buNone/>
            </a:pPr>
            <a:r>
              <a:rPr lang="en-US" dirty="0"/>
              <a:t>Our Prophet, King and great High Priest, </a:t>
            </a:r>
          </a:p>
          <a:p>
            <a:pPr marL="0" indent="0" algn="ctr">
              <a:buNone/>
            </a:pPr>
            <a:r>
              <a:rPr lang="en-US" dirty="0"/>
              <a:t>the </a:t>
            </a:r>
            <a:r>
              <a:rPr lang="en-US" dirty="0" err="1"/>
              <a:t>victo’ry</a:t>
            </a:r>
            <a:r>
              <a:rPr lang="en-US" dirty="0"/>
              <a:t> he has won.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36375-6310-8803-7D9C-1B5B61FF1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</p:spTree>
    <p:extLst>
      <p:ext uri="{BB962C8B-B14F-4D97-AF65-F5344CB8AC3E}">
        <p14:creationId xmlns:p14="http://schemas.microsoft.com/office/powerpoint/2010/main" val="243883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1414-2644-3FA0-54C4-3996E8F3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38C2-1103-899F-EAB1-046CC8992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How great the tent within their midst, built up by human hands,</a:t>
            </a:r>
          </a:p>
          <a:p>
            <a:pPr marL="0" indent="0" algn="ctr">
              <a:buNone/>
            </a:pPr>
            <a:r>
              <a:rPr lang="en-US" dirty="0"/>
              <a:t>But greater still Christ’s </a:t>
            </a:r>
            <a:r>
              <a:rPr lang="en-US" dirty="0" err="1"/>
              <a:t>heav’nly</a:t>
            </a:r>
            <a:r>
              <a:rPr lang="en-US" dirty="0"/>
              <a:t> home, forever it shall stand.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How great is Christ, God’s radiance; </a:t>
            </a:r>
          </a:p>
          <a:p>
            <a:pPr marL="0" indent="0" algn="ctr">
              <a:buNone/>
            </a:pPr>
            <a:r>
              <a:rPr lang="en-US" dirty="0"/>
              <a:t>How great is Christ, God’s Son</a:t>
            </a:r>
          </a:p>
          <a:p>
            <a:pPr marL="0" indent="0" algn="ctr">
              <a:buNone/>
            </a:pPr>
            <a:r>
              <a:rPr lang="en-US" dirty="0"/>
              <a:t>Our Prophet, King and great High Priest, </a:t>
            </a:r>
          </a:p>
          <a:p>
            <a:pPr marL="0" indent="0" algn="ctr">
              <a:buNone/>
            </a:pPr>
            <a:r>
              <a:rPr lang="en-US" dirty="0"/>
              <a:t>the </a:t>
            </a:r>
            <a:r>
              <a:rPr lang="en-US" dirty="0" err="1"/>
              <a:t>victo’ry</a:t>
            </a:r>
            <a:r>
              <a:rPr lang="en-US" dirty="0"/>
              <a:t> he has won.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1A5F2-17B7-1809-E016-F30EA703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</p:spTree>
    <p:extLst>
      <p:ext uri="{BB962C8B-B14F-4D97-AF65-F5344CB8AC3E}">
        <p14:creationId xmlns:p14="http://schemas.microsoft.com/office/powerpoint/2010/main" val="127011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1414-2644-3FA0-54C4-3996E8F3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38C2-1103-899F-EAB1-046CC8992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Take care to fix your eyes on Christ, the author of true faith.</a:t>
            </a:r>
          </a:p>
          <a:p>
            <a:pPr marL="0" indent="0" algn="ctr">
              <a:buNone/>
            </a:pPr>
            <a:r>
              <a:rPr lang="en-US" dirty="0"/>
              <a:t>Draw near to God; hold fast to hope; give sacrificial praise.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How great is Christ, God’s radiance; </a:t>
            </a:r>
          </a:p>
          <a:p>
            <a:pPr marL="0" indent="0" algn="ctr">
              <a:buNone/>
            </a:pPr>
            <a:r>
              <a:rPr lang="en-US" dirty="0"/>
              <a:t>How great is Christ, God’s Son</a:t>
            </a:r>
          </a:p>
          <a:p>
            <a:pPr marL="0" indent="0" algn="ctr">
              <a:buNone/>
            </a:pPr>
            <a:r>
              <a:rPr lang="en-US" dirty="0"/>
              <a:t>Our Prophet, King and great High Priest, </a:t>
            </a:r>
          </a:p>
          <a:p>
            <a:pPr marL="0" indent="0" algn="ctr">
              <a:buNone/>
            </a:pPr>
            <a:r>
              <a:rPr lang="en-US" dirty="0"/>
              <a:t>the </a:t>
            </a:r>
            <a:r>
              <a:rPr lang="en-US" dirty="0" err="1"/>
              <a:t>victo’ry</a:t>
            </a:r>
            <a:r>
              <a:rPr lang="en-US" dirty="0"/>
              <a:t> he has won.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99436-8A4B-6B25-F620-57BA1C51E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2004 Nancy Tischler and Mary Bahnfleth</a:t>
            </a:r>
          </a:p>
        </p:txBody>
      </p:sp>
    </p:spTree>
    <p:extLst>
      <p:ext uri="{BB962C8B-B14F-4D97-AF65-F5344CB8AC3E}">
        <p14:creationId xmlns:p14="http://schemas.microsoft.com/office/powerpoint/2010/main" val="327764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347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#382 How Great the Bright Angelic Host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#382 How Great the Bright Angelic Host</dc:title>
  <dc:creator>Neil Tuininga</dc:creator>
  <cp:lastModifiedBy>Neil Tuininga</cp:lastModifiedBy>
  <cp:revision>2</cp:revision>
  <dcterms:created xsi:type="dcterms:W3CDTF">2024-01-21T03:30:50Z</dcterms:created>
  <dcterms:modified xsi:type="dcterms:W3CDTF">2024-01-21T03:36:12Z</dcterms:modified>
</cp:coreProperties>
</file>